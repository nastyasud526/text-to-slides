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61" r:id="rId2"/>
    <p:sldId id="260" r:id="rId3"/>
    <p:sldId id="263" r:id="rId4"/>
    <p:sldId id="268" r:id="rId5"/>
    <p:sldId id="297" r:id="rId6"/>
    <p:sldId id="298" r:id="rId7"/>
    <p:sldId id="269" r:id="rId8"/>
    <p:sldId id="288" r:id="rId9"/>
    <p:sldId id="294" r:id="rId10"/>
    <p:sldId id="301" r:id="rId11"/>
    <p:sldId id="292" r:id="rId12"/>
    <p:sldId id="314" r:id="rId13"/>
    <p:sldId id="315" r:id="rId14"/>
    <p:sldId id="293" r:id="rId15"/>
    <p:sldId id="290" r:id="rId16"/>
    <p:sldId id="300" r:id="rId17"/>
    <p:sldId id="305" r:id="rId18"/>
    <p:sldId id="306" r:id="rId19"/>
    <p:sldId id="291" r:id="rId20"/>
    <p:sldId id="296" r:id="rId21"/>
    <p:sldId id="287" r:id="rId22"/>
    <p:sldId id="312" r:id="rId23"/>
    <p:sldId id="308" r:id="rId24"/>
    <p:sldId id="309" r:id="rId25"/>
    <p:sldId id="307" r:id="rId26"/>
    <p:sldId id="316" r:id="rId27"/>
    <p:sldId id="313" r:id="rId28"/>
    <p:sldId id="303" r:id="rId29"/>
    <p:sldId id="304" r:id="rId30"/>
    <p:sldId id="299" r:id="rId31"/>
    <p:sldId id="302" r:id="rId32"/>
    <p:sldId id="270" r:id="rId33"/>
    <p:sldId id="310" r:id="rId34"/>
    <p:sldId id="311" r:id="rId35"/>
    <p:sldId id="317" r:id="rId36"/>
    <p:sldId id="272" r:id="rId37"/>
    <p:sldId id="273" r:id="rId38"/>
    <p:sldId id="318" r:id="rId39"/>
    <p:sldId id="319" r:id="rId40"/>
    <p:sldId id="320" r:id="rId41"/>
    <p:sldId id="1729" r:id="rId42"/>
    <p:sldId id="1730" r:id="rId43"/>
    <p:sldId id="1660" r:id="rId44"/>
    <p:sldId id="1514" r:id="rId45"/>
    <p:sldId id="1480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6C74"/>
    <a:srgbClr val="FB4D4D"/>
    <a:srgbClr val="FA7E7E"/>
    <a:srgbClr val="EEB500"/>
    <a:srgbClr val="FFA62F"/>
    <a:srgbClr val="6ADE78"/>
    <a:srgbClr val="F97A07"/>
    <a:srgbClr val="1CAA2D"/>
    <a:srgbClr val="3F454F"/>
    <a:srgbClr val="A4A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6" y="144"/>
      </p:cViewPr>
      <p:guideLst>
        <p:guide orient="horz" pos="3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Bahnschrift SemiBold Condensed" panose="020B0502040204020203" pitchFamily="34" charset="0"/>
                <a:ea typeface="+mn-ea"/>
                <a:cs typeface="Sora" pitchFamily="2" charset="0"/>
              </a:defRPr>
            </a:pPr>
            <a:r>
              <a:rPr lang="en-US" sz="2400" b="1" dirty="0">
                <a:solidFill>
                  <a:schemeClr val="tx1"/>
                </a:solidFill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Bahnschrift SemiBold Condensed" panose="020B0502040204020203" pitchFamily="34" charset="0"/>
              <a:ea typeface="+mn-ea"/>
              <a:cs typeface="Sora" pitchFamily="2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B0B-4766-BDFB-6F3152DBD698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0B-4766-BDFB-6F3152DBD69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0B-4766-BDFB-6F3152DBD698}"/>
              </c:ext>
            </c:extLst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4.2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0B-4766-BDFB-6F3152DBD6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2.6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0B-4766-BDFB-6F3152DBD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9720080"/>
        <c:axId val="379721064"/>
      </c:barChart>
      <c:catAx>
        <c:axId val="3797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1064"/>
        <c:crosses val="autoZero"/>
        <c:auto val="1"/>
        <c:lblAlgn val="ctr"/>
        <c:lblOffset val="100"/>
        <c:noMultiLvlLbl val="0"/>
      </c:catAx>
      <c:valAx>
        <c:axId val="379721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ru-RU"/>
          </a:p>
        </c:txPr>
        <c:crossAx val="379720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текст на плашке. </a:t>
            </a:r>
            <a:r>
              <a:rPr lang="en-US" dirty="0" err="1"/>
              <a:t>Text.plain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+ 5 пунктов с короткими заголовками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2757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</a:t>
            </a:r>
            <a:r>
              <a:rPr lang="en-US" dirty="0"/>
              <a:t>4</a:t>
            </a:r>
            <a:r>
              <a:rPr lang="ru-RU" dirty="0"/>
              <a:t> пунктов с короткими заголовками и коротким </a:t>
            </a:r>
            <a:r>
              <a:rPr lang="ru-RU" dirty="0" err="1"/>
              <a:t>тектом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8185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Текст+пример</a:t>
            </a:r>
            <a:r>
              <a:rPr lang="ru-RU" dirty="0"/>
              <a:t>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8674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- 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043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Термин определение + пояснение +пример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125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сравнение плохо-хорошо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0762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360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2411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 + сравнение двух схожих элементов или явлений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3897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Тезис+пример+иллюстрация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21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751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Большой </a:t>
            </a:r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4985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чеклист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0455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на весь слайд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138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текст +вывод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764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3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4709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маркированный список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2680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6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71709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список из </a:t>
            </a:r>
            <a:r>
              <a:rPr lang="en-US"/>
              <a:t>5</a:t>
            </a:r>
            <a:r>
              <a:rPr lang="ru-RU"/>
              <a:t> </a:t>
            </a:r>
            <a:r>
              <a:rPr lang="ru-RU" dirty="0"/>
              <a:t>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654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4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2378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ключевая мысль.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346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нумерованный список  и картинка. Если пунктов больше или меньше, добавить текстом.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18330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3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1328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4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7500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Короткий текст + список 6 пунктов или классификация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33347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+ 6 плашек с коротким заголовком и текстом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3541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Текст+3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Текст+ 4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0515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Текст+ 6 плашек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85727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Развитие ситуации, шаги, процесс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2726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шаги, процесс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Длинный процесс 6 шагов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3874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Шаги, процесс, можно под список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7642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483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9676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652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3">
            <a:extLst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49" y="3002440"/>
            <a:ext cx="4702800" cy="177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33">
            <a:extLst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839433" y="1323640"/>
            <a:ext cx="2088800" cy="1440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3">
            <a:extLst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9449" y="5019631"/>
            <a:ext cx="3185600" cy="777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>
            <a:endParaRPr/>
          </a:p>
        </p:txBody>
      </p:sp>
      <p:cxnSp>
        <p:nvCxnSpPr>
          <p:cNvPr id="1268" name="Google Shape;1260;p33"/>
          <p:cNvCxnSpPr/>
          <p:nvPr/>
        </p:nvCxnSpPr>
        <p:spPr>
          <a:xfrm rot="10800000">
            <a:off x="3971184" y="2820651"/>
            <a:ext cx="82208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>
            <a:extLst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600" y="1658100"/>
            <a:ext cx="6328400" cy="2736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1267" y="4394900"/>
            <a:ext cx="4389600" cy="105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>
            <a:extLst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22580"/>
            <a:ext cx="4553520" cy="2189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62" name="Google Shape;1162;p30">
            <a:extLst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9433" y="2586565"/>
            <a:ext cx="4701600" cy="218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9" name="Google Shape;1163;p30"/>
          <p:cNvCxnSpPr/>
          <p:nvPr/>
        </p:nvCxnSpPr>
        <p:spPr>
          <a:xfrm>
            <a:off x="6096000" y="-162400"/>
            <a:ext cx="0" cy="501400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1251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916558" y="0"/>
            <a:ext cx="3275442" cy="6324600"/>
          </a:xfrm>
          <a:custGeom>
            <a:avLst/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15111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972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540904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svg"/><Relationship Id="rId18" Type="http://schemas.openxmlformats.org/officeDocument/2006/relationships/image" Target="../media/image30.svg"/><Relationship Id="rId26" Type="http://schemas.openxmlformats.org/officeDocument/2006/relationships/image" Target="../media/image4.svg"/><Relationship Id="rId3" Type="http://schemas.openxmlformats.org/officeDocument/2006/relationships/image" Target="../media/image17.png"/><Relationship Id="rId21" Type="http://schemas.openxmlformats.org/officeDocument/2006/relationships/image" Target="../media/image13.svg"/><Relationship Id="rId34" Type="http://schemas.openxmlformats.org/officeDocument/2006/relationships/image" Target="../media/image12.sv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29.svg"/><Relationship Id="rId25" Type="http://schemas.openxmlformats.org/officeDocument/2006/relationships/image" Target="../media/image3.svg"/><Relationship Id="rId3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32.svg"/><Relationship Id="rId29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24" Type="http://schemas.openxmlformats.org/officeDocument/2006/relationships/image" Target="../media/image2.svg"/><Relationship Id="rId32" Type="http://schemas.openxmlformats.org/officeDocument/2006/relationships/image" Target="../media/image10.svg"/><Relationship Id="rId5" Type="http://schemas.openxmlformats.org/officeDocument/2006/relationships/image" Target="../media/image1.png"/><Relationship Id="rId15" Type="http://schemas.openxmlformats.org/officeDocument/2006/relationships/image" Target="../media/image28.svg"/><Relationship Id="rId23" Type="http://schemas.openxmlformats.org/officeDocument/2006/relationships/image" Target="../media/image34.svg"/><Relationship Id="rId28" Type="http://schemas.openxmlformats.org/officeDocument/2006/relationships/image" Target="../media/image6.svg"/><Relationship Id="rId36" Type="http://schemas.openxmlformats.org/officeDocument/2006/relationships/image" Target="../media/image15.svg"/><Relationship Id="rId10" Type="http://schemas.openxmlformats.org/officeDocument/2006/relationships/image" Target="../media/image23.svg"/><Relationship Id="rId19" Type="http://schemas.openxmlformats.org/officeDocument/2006/relationships/image" Target="../media/image31.svg"/><Relationship Id="rId31" Type="http://schemas.openxmlformats.org/officeDocument/2006/relationships/image" Target="../media/image9.svg"/><Relationship Id="rId4" Type="http://schemas.openxmlformats.org/officeDocument/2006/relationships/image" Target="../media/image18.svg"/><Relationship Id="rId9" Type="http://schemas.openxmlformats.org/officeDocument/2006/relationships/image" Target="../media/image22.svg"/><Relationship Id="rId14" Type="http://schemas.openxmlformats.org/officeDocument/2006/relationships/image" Target="../media/image27.svg"/><Relationship Id="rId22" Type="http://schemas.openxmlformats.org/officeDocument/2006/relationships/image" Target="../media/image33.svg"/><Relationship Id="rId27" Type="http://schemas.openxmlformats.org/officeDocument/2006/relationships/image" Target="../media/image5.svg"/><Relationship Id="rId30" Type="http://schemas.openxmlformats.org/officeDocument/2006/relationships/image" Target="../media/image8.svg"/><Relationship Id="rId35" Type="http://schemas.openxmlformats.org/officeDocument/2006/relationships/image" Target="../media/image14.svg"/><Relationship Id="rId8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4.svg"/><Relationship Id="rId18" Type="http://schemas.openxmlformats.org/officeDocument/2006/relationships/image" Target="../media/image40.sv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2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19.svg"/><Relationship Id="rId1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8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23.svg"/><Relationship Id="rId5" Type="http://schemas.openxmlformats.org/officeDocument/2006/relationships/image" Target="../media/image8.sv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42.svg"/><Relationship Id="rId4" Type="http://schemas.openxmlformats.org/officeDocument/2006/relationships/image" Target="../media/image1.pn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4.svg"/><Relationship Id="rId18" Type="http://schemas.openxmlformats.org/officeDocument/2006/relationships/image" Target="../media/image40.svg"/><Relationship Id="rId3" Type="http://schemas.openxmlformats.org/officeDocument/2006/relationships/image" Target="../media/image36.png"/><Relationship Id="rId21" Type="http://schemas.openxmlformats.org/officeDocument/2006/relationships/image" Target="../media/image43.svg"/><Relationship Id="rId7" Type="http://schemas.openxmlformats.org/officeDocument/2006/relationships/image" Target="../media/image12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38.svg"/><Relationship Id="rId5" Type="http://schemas.openxmlformats.org/officeDocument/2006/relationships/image" Target="../media/image45.sv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44.png"/><Relationship Id="rId9" Type="http://schemas.openxmlformats.org/officeDocument/2006/relationships/image" Target="../media/image19.svg"/><Relationship Id="rId1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4.svg"/><Relationship Id="rId5" Type="http://schemas.openxmlformats.org/officeDocument/2006/relationships/image" Target="../media/image36.pn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46.svg"/><Relationship Id="rId9" Type="http://schemas.openxmlformats.org/officeDocument/2006/relationships/image" Target="../media/image38.svg"/><Relationship Id="rId1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49.svg"/><Relationship Id="rId12" Type="http://schemas.openxmlformats.org/officeDocument/2006/relationships/image" Target="../media/image39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1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25.svg"/><Relationship Id="rId5" Type="http://schemas.openxmlformats.org/officeDocument/2006/relationships/image" Target="../media/image18.svg"/><Relationship Id="rId15" Type="http://schemas.openxmlformats.org/officeDocument/2006/relationships/image" Target="../media/image50.pn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24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47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23.svg"/><Relationship Id="rId5" Type="http://schemas.openxmlformats.org/officeDocument/2006/relationships/image" Target="../media/image47.svg"/><Relationship Id="rId15" Type="http://schemas.openxmlformats.org/officeDocument/2006/relationships/image" Target="../media/image28.svg"/><Relationship Id="rId10" Type="http://schemas.openxmlformats.org/officeDocument/2006/relationships/image" Target="../media/image38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7.svg"/><Relationship Id="rId1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21" Type="http://schemas.openxmlformats.org/officeDocument/2006/relationships/image" Target="../media/image47.sv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1.svg"/><Relationship Id="rId20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5.svg"/><Relationship Id="rId5" Type="http://schemas.openxmlformats.org/officeDocument/2006/relationships/image" Target="../media/image36.png"/><Relationship Id="rId15" Type="http://schemas.openxmlformats.org/officeDocument/2006/relationships/image" Target="../media/image40.svg"/><Relationship Id="rId10" Type="http://schemas.openxmlformats.org/officeDocument/2006/relationships/image" Target="../media/image23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58.svg"/><Relationship Id="rId18" Type="http://schemas.openxmlformats.org/officeDocument/2006/relationships/image" Target="../media/image41.sv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9.svg"/><Relationship Id="rId12" Type="http://schemas.openxmlformats.org/officeDocument/2006/relationships/image" Target="../media/image57.pn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8.svg"/><Relationship Id="rId20" Type="http://schemas.openxmlformats.org/officeDocument/2006/relationships/image" Target="../media/image6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1" Type="http://schemas.openxmlformats.org/officeDocument/2006/relationships/image" Target="../media/image56.svg"/><Relationship Id="rId5" Type="http://schemas.openxmlformats.org/officeDocument/2006/relationships/image" Target="../media/image53.png"/><Relationship Id="rId15" Type="http://schemas.openxmlformats.org/officeDocument/2006/relationships/image" Target="../media/image27.svg"/><Relationship Id="rId10" Type="http://schemas.openxmlformats.org/officeDocument/2006/relationships/image" Target="../media/image55.png"/><Relationship Id="rId19" Type="http://schemas.openxmlformats.org/officeDocument/2006/relationships/image" Target="../media/image59.pn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39.svg"/><Relationship Id="rId22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2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39.svg"/><Relationship Id="rId5" Type="http://schemas.openxmlformats.org/officeDocument/2006/relationships/image" Target="../media/image36.pn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3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63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62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61.pn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5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6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67.png"/><Relationship Id="rId18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66.svg"/><Relationship Id="rId12" Type="http://schemas.openxmlformats.org/officeDocument/2006/relationships/image" Target="../media/image39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0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25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24.svg"/><Relationship Id="rId9" Type="http://schemas.openxmlformats.org/officeDocument/2006/relationships/image" Target="../media/image38.svg"/><Relationship Id="rId14" Type="http://schemas.openxmlformats.org/officeDocument/2006/relationships/image" Target="../media/image6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19" Type="http://schemas.openxmlformats.org/officeDocument/2006/relationships/image" Target="../media/image52.jp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70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69.pn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0.svg"/><Relationship Id="rId10" Type="http://schemas.openxmlformats.org/officeDocument/2006/relationships/image" Target="../media/image25.sv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8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39.svg"/><Relationship Id="rId5" Type="http://schemas.openxmlformats.org/officeDocument/2006/relationships/image" Target="../media/image18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40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37.svg"/><Relationship Id="rId12" Type="http://schemas.openxmlformats.org/officeDocument/2006/relationships/image" Target="../media/image39.sv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72.svg"/><Relationship Id="rId5" Type="http://schemas.openxmlformats.org/officeDocument/2006/relationships/image" Target="../media/image18.svg"/><Relationship Id="rId15" Type="http://schemas.openxmlformats.org/officeDocument/2006/relationships/image" Target="../media/image40.svg"/><Relationship Id="rId10" Type="http://schemas.openxmlformats.org/officeDocument/2006/relationships/image" Target="../media/image71.png"/><Relationship Id="rId19" Type="http://schemas.openxmlformats.org/officeDocument/2006/relationships/image" Target="../media/image8.svg"/><Relationship Id="rId4" Type="http://schemas.openxmlformats.org/officeDocument/2006/relationships/image" Target="../media/image24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77.svg"/><Relationship Id="rId18" Type="http://schemas.openxmlformats.org/officeDocument/2006/relationships/image" Target="../media/image28.svg"/><Relationship Id="rId3" Type="http://schemas.openxmlformats.org/officeDocument/2006/relationships/image" Target="../media/image1.png"/><Relationship Id="rId21" Type="http://schemas.openxmlformats.org/officeDocument/2006/relationships/image" Target="../media/image42.svg"/><Relationship Id="rId7" Type="http://schemas.openxmlformats.org/officeDocument/2006/relationships/image" Target="../media/image75.png"/><Relationship Id="rId12" Type="http://schemas.openxmlformats.org/officeDocument/2006/relationships/image" Target="../media/image76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39.sv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25.svg"/><Relationship Id="rId10" Type="http://schemas.openxmlformats.org/officeDocument/2006/relationships/image" Target="../media/image37.svg"/><Relationship Id="rId19" Type="http://schemas.openxmlformats.org/officeDocument/2006/relationships/image" Target="../media/image40.svg"/><Relationship Id="rId4" Type="http://schemas.openxmlformats.org/officeDocument/2006/relationships/image" Target="../media/image73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Relationship Id="rId22" Type="http://schemas.openxmlformats.org/officeDocument/2006/relationships/image" Target="../media/image43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78.pn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28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23.svg"/><Relationship Id="rId5" Type="http://schemas.openxmlformats.org/officeDocument/2006/relationships/image" Target="../media/image74.pn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79.svg"/><Relationship Id="rId4" Type="http://schemas.openxmlformats.org/officeDocument/2006/relationships/image" Target="../media/image35.sv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5.svg"/><Relationship Id="rId18" Type="http://schemas.openxmlformats.org/officeDocument/2006/relationships/image" Target="../media/image41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24.svg"/><Relationship Id="rId17" Type="http://schemas.openxmlformats.org/officeDocument/2006/relationships/image" Target="../media/image40.sv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28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23.svg"/><Relationship Id="rId5" Type="http://schemas.openxmlformats.org/officeDocument/2006/relationships/image" Target="../media/image74.png"/><Relationship Id="rId15" Type="http://schemas.openxmlformats.org/officeDocument/2006/relationships/image" Target="../media/image27.svg"/><Relationship Id="rId10" Type="http://schemas.openxmlformats.org/officeDocument/2006/relationships/image" Target="../media/image38.svg"/><Relationship Id="rId19" Type="http://schemas.openxmlformats.org/officeDocument/2006/relationships/image" Target="../media/image42.svg"/><Relationship Id="rId4" Type="http://schemas.openxmlformats.org/officeDocument/2006/relationships/image" Target="../media/image35.svg"/><Relationship Id="rId9" Type="http://schemas.openxmlformats.org/officeDocument/2006/relationships/image" Target="../media/image37.svg"/><Relationship Id="rId14" Type="http://schemas.openxmlformats.org/officeDocument/2006/relationships/image" Target="../media/image39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40.svg"/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27.svg"/><Relationship Id="rId5" Type="http://schemas.openxmlformats.org/officeDocument/2006/relationships/image" Target="../media/image19.svg"/><Relationship Id="rId15" Type="http://schemas.openxmlformats.org/officeDocument/2006/relationships/image" Target="../media/image42.svg"/><Relationship Id="rId10" Type="http://schemas.openxmlformats.org/officeDocument/2006/relationships/image" Target="../media/image39.svg"/><Relationship Id="rId4" Type="http://schemas.openxmlformats.org/officeDocument/2006/relationships/image" Target="../media/image18.svg"/><Relationship Id="rId9" Type="http://schemas.openxmlformats.org/officeDocument/2006/relationships/image" Target="../media/image25.svg"/><Relationship Id="rId14" Type="http://schemas.openxmlformats.org/officeDocument/2006/relationships/image" Target="../media/image41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36.png"/><Relationship Id="rId7" Type="http://schemas.openxmlformats.org/officeDocument/2006/relationships/image" Target="../media/image19.svg"/><Relationship Id="rId12" Type="http://schemas.openxmlformats.org/officeDocument/2006/relationships/image" Target="../media/image25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4.svg"/><Relationship Id="rId5" Type="http://schemas.openxmlformats.org/officeDocument/2006/relationships/image" Target="../media/image1.pn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8.svg"/><Relationship Id="rId14" Type="http://schemas.openxmlformats.org/officeDocument/2006/relationships/image" Target="../media/image27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38.sv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39.svg"/><Relationship Id="rId5" Type="http://schemas.openxmlformats.org/officeDocument/2006/relationships/image" Target="../media/image19.svg"/><Relationship Id="rId15" Type="http://schemas.openxmlformats.org/officeDocument/2006/relationships/image" Target="../media/image41.svg"/><Relationship Id="rId10" Type="http://schemas.openxmlformats.org/officeDocument/2006/relationships/image" Target="../media/image25.svg"/><Relationship Id="rId4" Type="http://schemas.openxmlformats.org/officeDocument/2006/relationships/image" Target="../media/image18.svg"/><Relationship Id="rId9" Type="http://schemas.openxmlformats.org/officeDocument/2006/relationships/image" Target="../media/image24.svg"/><Relationship Id="rId14" Type="http://schemas.openxmlformats.org/officeDocument/2006/relationships/image" Target="../media/image40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52">
            <a:extLst>
              <a:ext uri="{FF2B5EF4-FFF2-40B4-BE49-F238E27FC236}">
                <a16:creationId xmlns:a16="http://schemas.microsoft.com/office/drawing/2014/main" id="{3C3CB16C-83AE-440B-9687-FD25C51EC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600" y="781800"/>
            <a:ext cx="6328400" cy="273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Autofit/>
          </a:bodyPr>
          <a:lstStyle/>
          <a:p>
            <a:r>
              <a:rPr dirty="0">
                <a:solidFill>
                  <a:srgbClr val="3F454F"/>
                </a:solidFill>
              </a:rPr>
              <a:t>УСПЕШНЫЙ МАСТЕР</a:t>
            </a:r>
          </a:p>
        </p:txBody>
      </p:sp>
      <p:sp>
        <p:nvSpPr>
          <p:cNvPr id="1966" name="Google Shape;1966;p52">
            <a:extLst>
              <a:ext uri="{FF2B5EF4-FFF2-40B4-BE49-F238E27FC236}">
                <a16:creationId xmlns:a16="http://schemas.microsoft.com/office/drawing/2014/main" id="{BC2C6F1F-D395-4440-9315-FB7ECFF10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1267" y="3690050"/>
            <a:ext cx="43896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dirty="0" err="1">
                <a:solidFill>
                  <a:srgbClr val="DE4A42"/>
                </a:solidFill>
                <a:latin typeface="Bahnschrift Condensed" panose="020B0502040204020203" pitchFamily="34" charset="0"/>
              </a:rPr>
              <a:t>Обучающий</a:t>
            </a:r>
            <a:r>
              <a:rPr dirty="0">
                <a:solidFill>
                  <a:srgbClr val="DE4A42"/>
                </a:solidFill>
                <a:latin typeface="Bahnschrift Condensed" panose="020B0502040204020203" pitchFamily="34" charset="0"/>
              </a:rPr>
              <a:t> </a:t>
            </a:r>
            <a:r>
              <a:rPr dirty="0" err="1">
                <a:solidFill>
                  <a:srgbClr val="DE4A42"/>
                </a:solidFill>
                <a:latin typeface="Bahnschrift Condensed" panose="020B0502040204020203" pitchFamily="34" charset="0"/>
              </a:rPr>
              <a:t>курс</a:t>
            </a:r>
            <a:endParaRPr dirty="0">
              <a:solidFill>
                <a:srgbClr val="DE4A42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983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660000">
            <a:off x="-2705100" y="-2695575"/>
            <a:ext cx="3533775" cy="3533775"/>
          </a:xfrm>
          <a:prstGeom prst="rect">
            <a:avLst/>
          </a:prstGeom>
        </p:spPr>
      </p:pic>
      <p:pic>
        <p:nvPicPr>
          <p:cNvPr id="1984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680000">
            <a:off x="-695051" y="78485"/>
            <a:ext cx="2146935" cy="2146935"/>
          </a:xfrm>
          <a:prstGeom prst="rect">
            <a:avLst/>
          </a:prstGeom>
        </p:spPr>
      </p:pic>
      <p:pic>
        <p:nvPicPr>
          <p:cNvPr id="1985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2700000">
            <a:off x="-5834344" y="4380138"/>
            <a:ext cx="2143125" cy="2143125"/>
          </a:xfrm>
          <a:prstGeom prst="rect">
            <a:avLst/>
          </a:prstGeom>
        </p:spPr>
      </p:pic>
      <p:pic>
        <p:nvPicPr>
          <p:cNvPr id="1986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3720000">
            <a:off x="9848450" y="4477399"/>
            <a:ext cx="2714625" cy="2714625"/>
          </a:xfrm>
          <a:prstGeom prst="rect">
            <a:avLst/>
          </a:prstGeom>
        </p:spPr>
      </p:pic>
      <p:pic>
        <p:nvPicPr>
          <p:cNvPr id="1987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4740000">
            <a:off x="1119538" y="7422653"/>
            <a:ext cx="2069783" cy="2069783"/>
          </a:xfrm>
          <a:prstGeom prst="rect">
            <a:avLst/>
          </a:prstGeom>
        </p:spPr>
      </p:pic>
      <p:pic>
        <p:nvPicPr>
          <p:cNvPr id="1988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5760000">
            <a:off x="3737507" y="7760515"/>
            <a:ext cx="1820228" cy="1820228"/>
          </a:xfrm>
          <a:prstGeom prst="rect">
            <a:avLst/>
          </a:prstGeom>
        </p:spPr>
      </p:pic>
      <p:pic>
        <p:nvPicPr>
          <p:cNvPr id="1989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6200777">
            <a:off x="-1399919" y="2656844"/>
            <a:ext cx="4727453" cy="4727453"/>
          </a:xfrm>
          <a:prstGeom prst="rect">
            <a:avLst/>
          </a:prstGeom>
        </p:spPr>
      </p:pic>
      <p:pic>
        <p:nvPicPr>
          <p:cNvPr id="1990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7800000">
            <a:off x="6238875" y="6553200"/>
            <a:ext cx="2225993" cy="2225993"/>
          </a:xfrm>
          <a:prstGeom prst="rect">
            <a:avLst/>
          </a:prstGeom>
        </p:spPr>
      </p:pic>
      <p:pic>
        <p:nvPicPr>
          <p:cNvPr id="1991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8357139">
            <a:off x="-4301912" y="366524"/>
            <a:ext cx="2120265" cy="2120265"/>
          </a:xfrm>
          <a:prstGeom prst="rect">
            <a:avLst/>
          </a:prstGeom>
        </p:spPr>
      </p:pic>
      <p:pic>
        <p:nvPicPr>
          <p:cNvPr id="1992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9840000">
            <a:off x="12201525" y="323850"/>
            <a:ext cx="1726882" cy="1726882"/>
          </a:xfrm>
          <a:prstGeom prst="rect">
            <a:avLst/>
          </a:prstGeom>
        </p:spPr>
      </p:pic>
      <p:pic>
        <p:nvPicPr>
          <p:cNvPr id="1993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0860000">
            <a:off x="390282" y="1717890"/>
            <a:ext cx="1371600" cy="1371600"/>
          </a:xfrm>
          <a:prstGeom prst="rect">
            <a:avLst/>
          </a:prstGeom>
        </p:spPr>
      </p:pic>
      <p:pic>
        <p:nvPicPr>
          <p:cNvPr id="1994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1880000">
            <a:off x="-3471168" y="6655849"/>
            <a:ext cx="2714625" cy="2714625"/>
          </a:xfrm>
          <a:prstGeom prst="rect">
            <a:avLst/>
          </a:prstGeom>
        </p:spPr>
      </p:pic>
      <p:pic>
        <p:nvPicPr>
          <p:cNvPr id="1995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2900000">
            <a:off x="3340445" y="-2139750"/>
            <a:ext cx="1665923" cy="1665923"/>
          </a:xfrm>
          <a:prstGeom prst="rect">
            <a:avLst/>
          </a:prstGeom>
        </p:spPr>
      </p:pic>
      <p:pic>
        <p:nvPicPr>
          <p:cNvPr id="1996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3920000">
            <a:off x="11116957" y="3269935"/>
            <a:ext cx="2038595" cy="2038595"/>
          </a:xfrm>
          <a:prstGeom prst="rect">
            <a:avLst/>
          </a:prstGeom>
        </p:spPr>
      </p:pic>
      <p:pic>
        <p:nvPicPr>
          <p:cNvPr id="18" name="Рисунок 37">
            <a:extLst>
              <a:ext uri="{FF2B5EF4-FFF2-40B4-BE49-F238E27FC236}">
                <a16:creationId xmlns:a16="http://schemas.microsoft.com/office/drawing/2014/main" id="{5A6068A6-4E2A-4147-A485-2D3748D1F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84305" y="7331913"/>
            <a:ext cx="1238250" cy="123825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BE5A3890-05ED-4540-9D7C-19AF24EFB937}"/>
              </a:ext>
            </a:extLst>
          </p:cNvPr>
          <p:cNvSpPr>
            <a:spLocks noGrp="1"/>
          </p:cNvSpPr>
          <p:nvPr/>
        </p:nvSpPr>
        <p:spPr>
          <a:xfrm flipV="1">
            <a:off x="3347402" y="3508975"/>
            <a:ext cx="5601903" cy="962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376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65">
            <a:extLst>
              <a:ext uri="{FF2B5EF4-FFF2-40B4-BE49-F238E27FC236}">
                <a16:creationId xmlns:a16="http://schemas.microsoft.com/office/drawing/2014/main" id="{83EB69A0-C6B1-4CEA-B7A6-6ADF3DBA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50" y="3002440"/>
            <a:ext cx="11285832" cy="1778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algn="l">
              <a:buNone/>
            </a:pPr>
            <a:r>
              <a:rPr dirty="0">
                <a:solidFill>
                  <a:srgbClr val="3F454F"/>
                </a:solidFill>
                <a:latin typeface="Bahnschrift Condensed"/>
                <a:ea typeface="Bahnschrift Condensed"/>
                <a:cs typeface="Bahnschrift Condensed"/>
              </a:rPr>
              <a:t>РОЛЬ МАСТЕРА</a:t>
            </a:r>
          </a:p>
        </p:txBody>
      </p:sp>
      <p:sp>
        <p:nvSpPr>
          <p:cNvPr id="2141" name="Google Shape;2141;p65">
            <a:extLst>
              <a:ext uri="{FF2B5EF4-FFF2-40B4-BE49-F238E27FC236}">
                <a16:creationId xmlns:a16="http://schemas.microsoft.com/office/drawing/2014/main" id="{F969B564-E148-47E0-A029-7064E9BD2C7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839433" y="1323640"/>
            <a:ext cx="6894084" cy="1440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Autofit/>
          </a:bodyPr>
          <a:lstStyle/>
          <a:p>
            <a:pPr algn="l">
              <a:buNone/>
            </a:pPr>
            <a:r>
              <a:rPr dirty="0">
                <a:latin typeface="Bahnschrift SemiBold Condensed"/>
                <a:ea typeface="Bahnschrift SemiBold Condensed"/>
                <a:cs typeface="Bahnschrift SemiBold Condensed"/>
              </a:rPr>
              <a:t>МОДУЛЬ 01</a:t>
            </a:r>
          </a:p>
        </p:txBody>
      </p:sp>
      <p:sp>
        <p:nvSpPr>
          <p:cNvPr id="2142" name="Google Shape;2142;p65">
            <a:extLst>
              <a:ext uri="{FF2B5EF4-FFF2-40B4-BE49-F238E27FC236}">
                <a16:creationId xmlns:a16="http://schemas.microsoft.com/office/drawing/2014/main" id="{9F01F7C8-7A22-438D-BC56-3C9D31A81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259" y="4489703"/>
            <a:ext cx="6969722" cy="777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sz="180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You can enter a subtitle here if you need it</a:t>
            </a:r>
            <a:endParaRPr sz="18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2178" name="Рисунок 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56" y="8568853"/>
            <a:ext cx="1857375" cy="1857375"/>
          </a:xfrm>
          <a:prstGeom prst="rect">
            <a:avLst/>
          </a:prstGeom>
        </p:spPr>
      </p:pic>
      <p:pic>
        <p:nvPicPr>
          <p:cNvPr id="2179" name="Рисунок 2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24390" y="2687797"/>
            <a:ext cx="2419350" cy="2419350"/>
          </a:xfrm>
          <a:prstGeom prst="rect">
            <a:avLst/>
          </a:prstGeom>
        </p:spPr>
      </p:pic>
      <p:pic>
        <p:nvPicPr>
          <p:cNvPr id="2180" name="Рисунок 2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4184029" y="138288"/>
            <a:ext cx="1790700" cy="1790700"/>
          </a:xfrm>
          <a:prstGeom prst="rect">
            <a:avLst/>
          </a:prstGeom>
        </p:spPr>
      </p:pic>
      <p:pic>
        <p:nvPicPr>
          <p:cNvPr id="2181" name="Рисунок 3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98294" y="3538436"/>
            <a:ext cx="1257300" cy="1257300"/>
          </a:xfrm>
          <a:prstGeom prst="rect">
            <a:avLst/>
          </a:prstGeom>
        </p:spPr>
      </p:pic>
      <p:pic>
        <p:nvPicPr>
          <p:cNvPr id="2182" name="Рисунок 3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8966" y="8604458"/>
            <a:ext cx="2019300" cy="2019300"/>
          </a:xfrm>
          <a:prstGeom prst="rect">
            <a:avLst/>
          </a:prstGeom>
        </p:spPr>
      </p:pic>
      <p:pic>
        <p:nvPicPr>
          <p:cNvPr id="2183" name="Рисунок 3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3733" y="-3812722"/>
            <a:ext cx="2305050" cy="2305050"/>
          </a:xfrm>
          <a:prstGeom prst="rect">
            <a:avLst/>
          </a:prstGeom>
        </p:spPr>
      </p:pic>
      <p:pic>
        <p:nvPicPr>
          <p:cNvPr id="2184" name="Рисунок 3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96105" y="6899111"/>
            <a:ext cx="3714750" cy="3714750"/>
          </a:xfrm>
          <a:prstGeom prst="rect">
            <a:avLst/>
          </a:prstGeom>
        </p:spPr>
      </p:pic>
      <p:pic>
        <p:nvPicPr>
          <p:cNvPr id="2185" name="Рисунок 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891278" y="2148846"/>
            <a:ext cx="2257425" cy="2257425"/>
          </a:xfrm>
          <a:prstGeom prst="rect">
            <a:avLst/>
          </a:prstGeom>
        </p:spPr>
      </p:pic>
      <p:pic>
        <p:nvPicPr>
          <p:cNvPr id="2186" name="Рисунок 3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83881" y="-3377845"/>
            <a:ext cx="3124200" cy="3124200"/>
          </a:xfrm>
          <a:prstGeom prst="rect">
            <a:avLst/>
          </a:prstGeom>
        </p:spPr>
      </p:pic>
      <p:pic>
        <p:nvPicPr>
          <p:cNvPr id="2187" name="Рисунок 3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92916" y="841737"/>
            <a:ext cx="2019300" cy="2019300"/>
          </a:xfrm>
          <a:prstGeom prst="rect">
            <a:avLst/>
          </a:prstGeom>
        </p:spPr>
      </p:pic>
      <p:pic>
        <p:nvPicPr>
          <p:cNvPr id="2188" name="Рисунок 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1558" y="9162903"/>
            <a:ext cx="1238250" cy="1238250"/>
          </a:xfrm>
          <a:prstGeom prst="rect">
            <a:avLst/>
          </a:prstGeom>
        </p:spPr>
      </p:pic>
      <p:pic>
        <p:nvPicPr>
          <p:cNvPr id="2189" name="Рисунок 3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628956" y="678282"/>
            <a:ext cx="3314700" cy="3314700"/>
          </a:xfrm>
          <a:prstGeom prst="rect">
            <a:avLst/>
          </a:prstGeom>
        </p:spPr>
      </p:pic>
      <p:pic>
        <p:nvPicPr>
          <p:cNvPr id="2190" name="Рисунок 3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07904" y="-3455838"/>
            <a:ext cx="1609725" cy="1609725"/>
          </a:xfrm>
          <a:prstGeom prst="rect">
            <a:avLst/>
          </a:prstGeom>
        </p:spPr>
      </p:pic>
      <p:pic>
        <p:nvPicPr>
          <p:cNvPr id="2191" name="Рисунок 4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10855" y="-3524066"/>
            <a:ext cx="2019300" cy="2019300"/>
          </a:xfrm>
          <a:prstGeom prst="rect">
            <a:avLst/>
          </a:prstGeom>
        </p:spPr>
      </p:pic>
      <p:pic>
        <p:nvPicPr>
          <p:cNvPr id="2192" name="Рисунок 4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921293" y="1193172"/>
            <a:ext cx="2419350" cy="2419350"/>
          </a:xfrm>
          <a:prstGeom prst="rect">
            <a:avLst/>
          </a:prstGeom>
        </p:spPr>
      </p:pic>
      <p:pic>
        <p:nvPicPr>
          <p:cNvPr id="2193" name="Рисунок 4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-4870923" y="3584411"/>
            <a:ext cx="3314700" cy="3314700"/>
          </a:xfrm>
          <a:prstGeom prst="rect">
            <a:avLst/>
          </a:prstGeom>
        </p:spPr>
      </p:pic>
      <p:pic>
        <p:nvPicPr>
          <p:cNvPr id="2194" name="Рисунок 4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330993" y="-695660"/>
            <a:ext cx="2019300" cy="2019300"/>
          </a:xfrm>
          <a:prstGeom prst="rect">
            <a:avLst/>
          </a:prstGeom>
        </p:spPr>
      </p:pic>
      <p:pic>
        <p:nvPicPr>
          <p:cNvPr id="2195" name="Рисунок 4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717486" y="4425294"/>
            <a:ext cx="3435929" cy="3435929"/>
          </a:xfrm>
          <a:prstGeom prst="rect">
            <a:avLst/>
          </a:prstGeom>
        </p:spPr>
      </p:pic>
      <p:pic>
        <p:nvPicPr>
          <p:cNvPr id="2196" name="!!gear-0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-2990850" y="-2552700"/>
            <a:ext cx="3267075" cy="3267075"/>
          </a:xfrm>
          <a:prstGeom prst="rect">
            <a:avLst/>
          </a:prstGeom>
        </p:spPr>
      </p:pic>
      <p:pic>
        <p:nvPicPr>
          <p:cNvPr id="2197" name="!!gear-0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 rot="1020000">
            <a:off x="11477625" y="-1771650"/>
            <a:ext cx="1971675" cy="1971675"/>
          </a:xfrm>
          <a:prstGeom prst="rect">
            <a:avLst/>
          </a:prstGeom>
        </p:spPr>
      </p:pic>
      <p:pic>
        <p:nvPicPr>
          <p:cNvPr id="2198" name="!!gear-0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 rot="2040000">
            <a:off x="-272776" y="3497339"/>
            <a:ext cx="2141298" cy="2141298"/>
          </a:xfrm>
          <a:prstGeom prst="rect">
            <a:avLst/>
          </a:prstGeom>
        </p:spPr>
      </p:pic>
      <p:pic>
        <p:nvPicPr>
          <p:cNvPr id="2199" name="!!gear-0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 rot="3060000">
            <a:off x="664367" y="2473289"/>
            <a:ext cx="1792123" cy="1792123"/>
          </a:xfrm>
          <a:prstGeom prst="rect">
            <a:avLst/>
          </a:prstGeom>
        </p:spPr>
      </p:pic>
      <p:pic>
        <p:nvPicPr>
          <p:cNvPr id="2200" name="!!gear-0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>
          <a:xfrm rot="4080000">
            <a:off x="-142875" y="6305550"/>
            <a:ext cx="1913573" cy="1913573"/>
          </a:xfrm>
          <a:prstGeom prst="rect">
            <a:avLst/>
          </a:prstGeom>
        </p:spPr>
      </p:pic>
      <p:pic>
        <p:nvPicPr>
          <p:cNvPr id="2201" name="!!gear-0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/>
        </p:blipFill>
        <p:spPr>
          <a:xfrm rot="5100000">
            <a:off x="10643461" y="2871454"/>
            <a:ext cx="1671638" cy="1671638"/>
          </a:xfrm>
          <a:prstGeom prst="rect">
            <a:avLst/>
          </a:prstGeom>
        </p:spPr>
      </p:pic>
      <p:pic>
        <p:nvPicPr>
          <p:cNvPr id="2202" name="!!gear-0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>
          <a:xfrm rot="6120000">
            <a:off x="-2205478" y="848062"/>
            <a:ext cx="3420428" cy="3420428"/>
          </a:xfrm>
          <a:prstGeom prst="rect">
            <a:avLst/>
          </a:prstGeom>
        </p:spPr>
      </p:pic>
      <p:pic>
        <p:nvPicPr>
          <p:cNvPr id="2203" name="!!gear-0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/>
        </p:blipFill>
        <p:spPr>
          <a:xfrm rot="7140000">
            <a:off x="5953125" y="6696075"/>
            <a:ext cx="2069783" cy="2069783"/>
          </a:xfrm>
          <a:prstGeom prst="rect">
            <a:avLst/>
          </a:prstGeom>
        </p:spPr>
      </p:pic>
      <p:pic>
        <p:nvPicPr>
          <p:cNvPr id="2204" name="!!gear-0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/>
        </p:blipFill>
        <p:spPr>
          <a:xfrm rot="8160000">
            <a:off x="-1819275" y="1114425"/>
            <a:ext cx="1960245" cy="1960245"/>
          </a:xfrm>
          <a:prstGeom prst="rect">
            <a:avLst/>
          </a:prstGeom>
        </p:spPr>
      </p:pic>
      <p:pic>
        <p:nvPicPr>
          <p:cNvPr id="2205" name="!!gear-1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/>
        </p:blipFill>
        <p:spPr>
          <a:xfrm rot="9180000">
            <a:off x="12031329" y="298022"/>
            <a:ext cx="1585913" cy="1585913"/>
          </a:xfrm>
          <a:prstGeom prst="rect">
            <a:avLst/>
          </a:prstGeom>
        </p:spPr>
      </p:pic>
      <p:pic>
        <p:nvPicPr>
          <p:cNvPr id="2206" name="!!gear-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/>
        </p:blipFill>
        <p:spPr>
          <a:xfrm rot="10200000">
            <a:off x="11200522" y="6154447"/>
            <a:ext cx="1737360" cy="1737360"/>
          </a:xfrm>
          <a:prstGeom prst="rect">
            <a:avLst/>
          </a:prstGeom>
        </p:spPr>
      </p:pic>
      <p:pic>
        <p:nvPicPr>
          <p:cNvPr id="2207" name="!!gear-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 rot="11220000">
            <a:off x="-1078359" y="5140924"/>
            <a:ext cx="4333312" cy="4333312"/>
          </a:xfrm>
          <a:prstGeom prst="rect">
            <a:avLst/>
          </a:prstGeom>
        </p:spPr>
      </p:pic>
      <p:pic>
        <p:nvPicPr>
          <p:cNvPr id="2208" name="!!gear-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/>
        </p:blipFill>
        <p:spPr>
          <a:xfrm rot="12240000">
            <a:off x="1200150" y="-1647825"/>
            <a:ext cx="1540193" cy="1540193"/>
          </a:xfrm>
          <a:prstGeom prst="rect">
            <a:avLst/>
          </a:prstGeom>
        </p:spPr>
      </p:pic>
      <p:pic>
        <p:nvPicPr>
          <p:cNvPr id="2209" name="!!gear-1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 rot="13260000">
            <a:off x="11382375" y="4848225"/>
            <a:ext cx="1757363" cy="17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dirty="0">
                <a:solidFill>
                  <a:srgbClr val="3F454F"/>
                </a:solidFill>
              </a:rPr>
              <a:t>УРОК 1</a:t>
            </a:r>
          </a:p>
        </p:txBody>
      </p:sp>
      <p:sp>
        <p:nvSpPr>
          <p:cNvPr id="2101" name="Google Shape;2101;p59">
            <a:extLst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202" y="3298835"/>
            <a:ext cx="4701600" cy="106141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lang="ru-RU" sz="480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НАЧАЛО СМЕНЫ</a:t>
            </a:r>
            <a:endParaRPr sz="4800" dirty="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980000">
            <a:off x="-2657475" y="-2505075"/>
            <a:ext cx="3000375" cy="3000375"/>
          </a:xfrm>
          <a:prstGeom prst="rect">
            <a:avLst/>
          </a:prstGeom>
        </p:spPr>
      </p:pic>
      <p:pic>
        <p:nvPicPr>
          <p:cNvPr id="2119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3000000">
            <a:off x="11811000" y="-1724025"/>
            <a:ext cx="2497455" cy="2497455"/>
          </a:xfrm>
          <a:prstGeom prst="rect">
            <a:avLst/>
          </a:prstGeom>
        </p:spPr>
      </p:pic>
      <p:pic>
        <p:nvPicPr>
          <p:cNvPr id="2120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4020000">
            <a:off x="-1532866" y="3960709"/>
            <a:ext cx="3310700" cy="3310700"/>
          </a:xfrm>
          <a:prstGeom prst="rect">
            <a:avLst/>
          </a:prstGeom>
        </p:spPr>
      </p:pic>
      <p:pic>
        <p:nvPicPr>
          <p:cNvPr id="2121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5040000">
            <a:off x="10133668" y="-3168958"/>
            <a:ext cx="2333625" cy="2333625"/>
          </a:xfrm>
          <a:prstGeom prst="rect">
            <a:avLst/>
          </a:prstGeom>
        </p:spPr>
      </p:pic>
      <p:pic>
        <p:nvPicPr>
          <p:cNvPr id="2122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6060000">
            <a:off x="190500" y="6353175"/>
            <a:ext cx="1757363" cy="1757363"/>
          </a:xfrm>
          <a:prstGeom prst="rect">
            <a:avLst/>
          </a:prstGeom>
        </p:spPr>
      </p:pic>
      <p:pic>
        <p:nvPicPr>
          <p:cNvPr id="2123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7080000">
            <a:off x="12182475" y="2609850"/>
            <a:ext cx="2117408" cy="2117408"/>
          </a:xfrm>
          <a:prstGeom prst="rect">
            <a:avLst/>
          </a:prstGeom>
        </p:spPr>
      </p:pic>
      <p:pic>
        <p:nvPicPr>
          <p:cNvPr id="2124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8100000">
            <a:off x="9710281" y="-1520279"/>
            <a:ext cx="3180398" cy="3180398"/>
          </a:xfrm>
          <a:prstGeom prst="rect">
            <a:avLst/>
          </a:prstGeom>
        </p:spPr>
      </p:pic>
      <p:pic>
        <p:nvPicPr>
          <p:cNvPr id="2125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9120000">
            <a:off x="6286500" y="6743700"/>
            <a:ext cx="1913573" cy="1913573"/>
          </a:xfrm>
          <a:prstGeom prst="rect">
            <a:avLst/>
          </a:prstGeom>
        </p:spPr>
      </p:pic>
      <p:pic>
        <p:nvPicPr>
          <p:cNvPr id="2126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10140000">
            <a:off x="-3937442" y="1874103"/>
            <a:ext cx="1800225" cy="1800225"/>
          </a:xfrm>
          <a:prstGeom prst="rect">
            <a:avLst/>
          </a:prstGeom>
        </p:spPr>
      </p:pic>
      <p:pic>
        <p:nvPicPr>
          <p:cNvPr id="2127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11160000">
            <a:off x="12249150" y="514350"/>
            <a:ext cx="2008823" cy="2008823"/>
          </a:xfrm>
          <a:prstGeom prst="rect">
            <a:avLst/>
          </a:prstGeom>
        </p:spPr>
      </p:pic>
      <p:pic>
        <p:nvPicPr>
          <p:cNvPr id="2128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2180000">
            <a:off x="10644363" y="5766631"/>
            <a:ext cx="1615440" cy="1615440"/>
          </a:xfrm>
          <a:prstGeom prst="rect">
            <a:avLst/>
          </a:prstGeom>
        </p:spPr>
      </p:pic>
      <p:pic>
        <p:nvPicPr>
          <p:cNvPr id="2129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3200000">
            <a:off x="326806" y="6218699"/>
            <a:ext cx="2333625" cy="2333625"/>
          </a:xfrm>
          <a:prstGeom prst="rect">
            <a:avLst/>
          </a:prstGeom>
        </p:spPr>
      </p:pic>
      <p:pic>
        <p:nvPicPr>
          <p:cNvPr id="2130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4220000">
            <a:off x="1533525" y="-1600200"/>
            <a:ext cx="1414463" cy="1414463"/>
          </a:xfrm>
          <a:prstGeom prst="rect">
            <a:avLst/>
          </a:prstGeom>
        </p:spPr>
      </p:pic>
      <p:pic>
        <p:nvPicPr>
          <p:cNvPr id="2131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5240000">
            <a:off x="11715750" y="4895850"/>
            <a:ext cx="2225993" cy="2225993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122484" y="531994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1120874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358" y="1460500"/>
            <a:ext cx="9504715" cy="4902199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920750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РОЛЬ МАСТЕРА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noGrp="1"/>
          </p:cNvSpPr>
          <p:nvPr/>
        </p:nvSpPr>
        <p:spPr>
          <a:xfrm>
            <a:off x="1057275" y="1857375"/>
            <a:ext cx="8234063" cy="38893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отвечает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выполнение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сменного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плана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br>
              <a:rPr dirty="0">
                <a:solidFill>
                  <a:srgbClr val="3F454F"/>
                </a:solidFill>
              </a:rPr>
            </a:b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бригада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Он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распределяет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задачи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следит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качеством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первым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замечает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начинает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давать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 dirty="0">
              <a:solidFill>
                <a:srgbClr val="3F454F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Сильный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тушит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пожары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конце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выстраивает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чтобы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брак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простои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появлялись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Его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решения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br>
              <a:rPr dirty="0">
                <a:solidFill>
                  <a:srgbClr val="3F454F"/>
                </a:solidFill>
              </a:rPr>
            </a:b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первый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определяют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весь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день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участка</a:t>
            </a:r>
            <a:r>
              <a:rPr sz="17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 dirty="0">
              <a:solidFill>
                <a:srgbClr val="3F454F"/>
              </a:solidFill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-1" y="1111250"/>
            <a:ext cx="5601903" cy="962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3438421">
            <a:off x="10127971" y="2677007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7518421">
            <a:off x="10428622" y="1042343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381074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211016" y="49162"/>
            <a:ext cx="0" cy="112087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3438421">
            <a:off x="11498682" y="6938924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7518421">
            <a:off x="15508407" y="4407845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6697" y="-1615475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1727" y="-3107032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744243" y="-603250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 txBox="1"/>
          <p:nvPr/>
        </p:nvSpPr>
        <p:spPr>
          <a:xfrm>
            <a:off x="527538" y="1371600"/>
            <a:ext cx="10615990" cy="9167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Одного подхода на все случаи нет. Поведение мастера зависит от задачи.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70DEDAB-7E47-408A-B46C-B9BEFA9F7323}"/>
              </a:ext>
            </a:extLst>
          </p:cNvPr>
          <p:cNvGrpSpPr/>
          <p:nvPr/>
        </p:nvGrpSpPr>
        <p:grpSpPr>
          <a:xfrm>
            <a:off x="563806" y="2371053"/>
            <a:ext cx="1802162" cy="3758866"/>
            <a:chOff x="563806" y="2371053"/>
            <a:chExt cx="1802162" cy="375886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3AC517A-3E0E-45A9-9664-5F35A4C91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850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DD8E58-F4D8-4AB2-8962-09179D81A68E}"/>
                </a:ext>
              </a:extLst>
            </p:cNvPr>
            <p:cNvSpPr txBox="1"/>
            <p:nvPr/>
          </p:nvSpPr>
          <p:spPr>
            <a:xfrm>
              <a:off x="72048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ПОСТАВИТЬ ЗАДАЧУ 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8632AB4-CB78-451D-A8EB-2CF0804184CC}"/>
                </a:ext>
              </a:extLst>
            </p:cNvPr>
            <p:cNvSpPr txBox="1"/>
            <p:nvPr/>
          </p:nvSpPr>
          <p:spPr>
            <a:xfrm>
              <a:off x="56380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5ABD59C-ED5C-413A-880C-13055AA577E5}"/>
              </a:ext>
            </a:extLst>
          </p:cNvPr>
          <p:cNvGrpSpPr/>
          <p:nvPr/>
        </p:nvGrpSpPr>
        <p:grpSpPr>
          <a:xfrm>
            <a:off x="2878264" y="2371053"/>
            <a:ext cx="1802162" cy="3758866"/>
            <a:chOff x="2661746" y="2371053"/>
            <a:chExt cx="1802162" cy="375886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5E46E145-8821-4CFF-B834-374084BC9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402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CF9AE5-0080-4639-A8D0-4CFC36456AFB}"/>
                </a:ext>
              </a:extLst>
            </p:cNvPr>
            <p:cNvSpPr txBox="1"/>
            <p:nvPr/>
          </p:nvSpPr>
          <p:spPr>
            <a:xfrm>
              <a:off x="281842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РАЗОБРАТЬ ОШИБКУ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BCE8C15-9BA8-4AE6-9177-34E6F1B73BB7}"/>
                </a:ext>
              </a:extLst>
            </p:cNvPr>
            <p:cNvSpPr txBox="1"/>
            <p:nvPr/>
          </p:nvSpPr>
          <p:spPr>
            <a:xfrm>
              <a:off x="266174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2A38B72-516A-438F-A053-E1688F3A996C}"/>
              </a:ext>
            </a:extLst>
          </p:cNvPr>
          <p:cNvGrpSpPr/>
          <p:nvPr/>
        </p:nvGrpSpPr>
        <p:grpSpPr>
          <a:xfrm>
            <a:off x="5192722" y="2371053"/>
            <a:ext cx="1802162" cy="3796027"/>
            <a:chOff x="5235353" y="2371053"/>
            <a:chExt cx="1802162" cy="3796027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081C4D6-D563-4D15-964F-801593BDC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6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B219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49F5EED-AB9F-401A-A81D-902423FFBA95}"/>
                </a:ext>
              </a:extLst>
            </p:cNvPr>
            <p:cNvSpPr txBox="1"/>
            <p:nvPr/>
          </p:nvSpPr>
          <p:spPr>
            <a:xfrm>
              <a:off x="5341425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ОБЕСПЕЧИТЬ СТРОГОСТЬ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B4FD41-EA45-47FB-AFF9-5DAC69F3747E}"/>
                </a:ext>
              </a:extLst>
            </p:cNvPr>
            <p:cNvSpPr txBox="1"/>
            <p:nvPr/>
          </p:nvSpPr>
          <p:spPr>
            <a:xfrm>
              <a:off x="5235353" y="4569620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41BE766-FEBE-41FA-B241-299BE7A01AED}"/>
              </a:ext>
            </a:extLst>
          </p:cNvPr>
          <p:cNvGrpSpPr/>
          <p:nvPr/>
        </p:nvGrpSpPr>
        <p:grpSpPr>
          <a:xfrm>
            <a:off x="7507180" y="2371053"/>
            <a:ext cx="1802162" cy="3758866"/>
            <a:chOff x="7728094" y="2371053"/>
            <a:chExt cx="1802162" cy="375886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B339B7B-7353-496B-8CCA-DCC6CBEEF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874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E05A0B5-0DDD-40A7-9B64-728490851CFD}"/>
                </a:ext>
              </a:extLst>
            </p:cNvPr>
            <p:cNvSpPr txBox="1"/>
            <p:nvPr/>
          </p:nvSpPr>
          <p:spPr>
            <a:xfrm>
              <a:off x="7946021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b="1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ПОДДЕРЖАТЬ НОВИЧКА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E61BEA3-6E94-4CE9-810B-2AAA9787CFCA}"/>
                </a:ext>
              </a:extLst>
            </p:cNvPr>
            <p:cNvSpPr txBox="1"/>
            <p:nvPr/>
          </p:nvSpPr>
          <p:spPr>
            <a:xfrm>
              <a:off x="7728094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E0EC0C5-2101-4231-B531-B49278CD7694}"/>
              </a:ext>
            </a:extLst>
          </p:cNvPr>
          <p:cNvGrpSpPr/>
          <p:nvPr/>
        </p:nvGrpSpPr>
        <p:grpSpPr>
          <a:xfrm>
            <a:off x="9821639" y="2371053"/>
            <a:ext cx="1802162" cy="3758866"/>
            <a:chOff x="9821639" y="2371053"/>
            <a:chExt cx="1802162" cy="375886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784A8850-1D14-4EDE-BE34-9F2B1DF5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29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8951281-57B5-4F4B-9BDE-C827FB81C047}"/>
                </a:ext>
              </a:extLst>
            </p:cNvPr>
            <p:cNvSpPr txBox="1"/>
            <p:nvPr/>
          </p:nvSpPr>
          <p:spPr>
            <a:xfrm>
              <a:off x="9978322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•</a:t>
              </a:r>
              <a:r>
                <a:rPr lang="ru-RU" sz="1600" b="1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СООБЩИТЬ О ПРОБЛЕМЕ РУКОВОДИТЕЛЮ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96C15E3-25BD-41BD-9228-5CEBD5D49BC5}"/>
                </a:ext>
              </a:extLst>
            </p:cNvPr>
            <p:cNvSpPr txBox="1"/>
            <p:nvPr/>
          </p:nvSpPr>
          <p:spPr>
            <a:xfrm>
              <a:off x="9821639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474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381074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211016" y="49162"/>
            <a:ext cx="0" cy="112087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3438421">
            <a:off x="6717514" y="-2733887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7518421">
            <a:off x="15508407" y="4407845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6697" y="-1615475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1727" y="-3107032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33186" y="-3396672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4068495" y="-1365647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 txBox="1"/>
          <p:nvPr/>
        </p:nvSpPr>
        <p:spPr>
          <a:xfrm>
            <a:off x="527538" y="1371600"/>
            <a:ext cx="10615990" cy="9167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Одного подхода на все случаи нет. Поведение мастера зависит от задачи.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70DEDAB-7E47-408A-B46C-B9BEFA9F7323}"/>
              </a:ext>
            </a:extLst>
          </p:cNvPr>
          <p:cNvGrpSpPr/>
          <p:nvPr/>
        </p:nvGrpSpPr>
        <p:grpSpPr>
          <a:xfrm>
            <a:off x="1108929" y="2371053"/>
            <a:ext cx="1802162" cy="3758866"/>
            <a:chOff x="563806" y="2371053"/>
            <a:chExt cx="1802162" cy="375886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3AC517A-3E0E-45A9-9664-5F35A4C91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850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7D8A5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DD8E58-F4D8-4AB2-8962-09179D81A68E}"/>
                </a:ext>
              </a:extLst>
            </p:cNvPr>
            <p:cNvSpPr txBox="1"/>
            <p:nvPr/>
          </p:nvSpPr>
          <p:spPr>
            <a:xfrm>
              <a:off x="72048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ПОСТАВИТЬ ЗАДАЧУ 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8632AB4-CB78-451D-A8EB-2CF0804184CC}"/>
                </a:ext>
              </a:extLst>
            </p:cNvPr>
            <p:cNvSpPr txBox="1"/>
            <p:nvPr/>
          </p:nvSpPr>
          <p:spPr>
            <a:xfrm>
              <a:off x="56380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5ABD59C-ED5C-413A-880C-13055AA577E5}"/>
              </a:ext>
            </a:extLst>
          </p:cNvPr>
          <p:cNvGrpSpPr/>
          <p:nvPr/>
        </p:nvGrpSpPr>
        <p:grpSpPr>
          <a:xfrm>
            <a:off x="3831456" y="2371053"/>
            <a:ext cx="1802162" cy="3758866"/>
            <a:chOff x="2661746" y="2371053"/>
            <a:chExt cx="1802162" cy="375886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5E46E145-8821-4CFF-B834-374084BC9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402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B219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CF9AE5-0080-4639-A8D0-4CFC36456AFB}"/>
                </a:ext>
              </a:extLst>
            </p:cNvPr>
            <p:cNvSpPr txBox="1"/>
            <p:nvPr/>
          </p:nvSpPr>
          <p:spPr>
            <a:xfrm>
              <a:off x="2818429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РАЗОБРАТЬ ОШИБКУ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BCE8C15-9BA8-4AE6-9177-34E6F1B73BB7}"/>
                </a:ext>
              </a:extLst>
            </p:cNvPr>
            <p:cNvSpPr txBox="1"/>
            <p:nvPr/>
          </p:nvSpPr>
          <p:spPr>
            <a:xfrm>
              <a:off x="2661746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41BE766-FEBE-41FA-B241-299BE7A01AED}"/>
              </a:ext>
            </a:extLst>
          </p:cNvPr>
          <p:cNvGrpSpPr/>
          <p:nvPr/>
        </p:nvGrpSpPr>
        <p:grpSpPr>
          <a:xfrm>
            <a:off x="6553983" y="2371053"/>
            <a:ext cx="1802162" cy="3758866"/>
            <a:chOff x="7728094" y="2371053"/>
            <a:chExt cx="1802162" cy="375886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B339B7B-7353-496B-8CCA-DCC6CBEEF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874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FD1C6"/>
            </a:solidFill>
            <a:ln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E05A0B5-0DDD-40A7-9B64-728490851CFD}"/>
                </a:ext>
              </a:extLst>
            </p:cNvPr>
            <p:cNvSpPr txBox="1"/>
            <p:nvPr/>
          </p:nvSpPr>
          <p:spPr>
            <a:xfrm>
              <a:off x="7946021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ПОДДЕРЖАТЬ НОВИЧКА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E61BEA3-6E94-4CE9-810B-2AAA9787CFCA}"/>
                </a:ext>
              </a:extLst>
            </p:cNvPr>
            <p:cNvSpPr txBox="1"/>
            <p:nvPr/>
          </p:nvSpPr>
          <p:spPr>
            <a:xfrm>
              <a:off x="7728094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E0EC0C5-2101-4231-B531-B49278CD7694}"/>
              </a:ext>
            </a:extLst>
          </p:cNvPr>
          <p:cNvGrpSpPr/>
          <p:nvPr/>
        </p:nvGrpSpPr>
        <p:grpSpPr>
          <a:xfrm>
            <a:off x="9276510" y="2371053"/>
            <a:ext cx="1802162" cy="3758866"/>
            <a:chOff x="9821639" y="2371053"/>
            <a:chExt cx="1802162" cy="375886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784A8850-1D14-4EDE-BE34-9F2B1DF5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295" y="2371053"/>
              <a:ext cx="1720850" cy="1965940"/>
            </a:xfrm>
            <a:custGeom>
              <a:avLst/>
              <a:gdLst>
                <a:gd name="T0" fmla="*/ 0 w 2737"/>
                <a:gd name="T1" fmla="*/ 853 h 3125"/>
                <a:gd name="T2" fmla="*/ 69 w 2737"/>
                <a:gd name="T3" fmla="*/ 733 h 3125"/>
                <a:gd name="T4" fmla="*/ 1299 w 2737"/>
                <a:gd name="T5" fmla="*/ 22 h 3125"/>
                <a:gd name="T6" fmla="*/ 1438 w 2737"/>
                <a:gd name="T7" fmla="*/ 22 h 3125"/>
                <a:gd name="T8" fmla="*/ 2668 w 2737"/>
                <a:gd name="T9" fmla="*/ 733 h 3125"/>
                <a:gd name="T10" fmla="*/ 2737 w 2737"/>
                <a:gd name="T11" fmla="*/ 853 h 3125"/>
                <a:gd name="T12" fmla="*/ 2737 w 2737"/>
                <a:gd name="T13" fmla="*/ 2273 h 3125"/>
                <a:gd name="T14" fmla="*/ 2668 w 2737"/>
                <a:gd name="T15" fmla="*/ 2393 h 3125"/>
                <a:gd name="T16" fmla="*/ 1438 w 2737"/>
                <a:gd name="T17" fmla="*/ 3103 h 3125"/>
                <a:gd name="T18" fmla="*/ 1299 w 2737"/>
                <a:gd name="T19" fmla="*/ 3103 h 3125"/>
                <a:gd name="T20" fmla="*/ 69 w 2737"/>
                <a:gd name="T21" fmla="*/ 2393 h 3125"/>
                <a:gd name="T22" fmla="*/ 0 w 2737"/>
                <a:gd name="T23" fmla="*/ 2273 h 3125"/>
                <a:gd name="T24" fmla="*/ 0 w 2737"/>
                <a:gd name="T25" fmla="*/ 853 h 3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37" h="3125">
                  <a:moveTo>
                    <a:pt x="0" y="853"/>
                  </a:moveTo>
                  <a:cubicBezTo>
                    <a:pt x="0" y="809"/>
                    <a:pt x="31" y="755"/>
                    <a:pt x="69" y="733"/>
                  </a:cubicBezTo>
                  <a:cubicBezTo>
                    <a:pt x="1299" y="22"/>
                    <a:pt x="1299" y="22"/>
                    <a:pt x="1299" y="22"/>
                  </a:cubicBezTo>
                  <a:cubicBezTo>
                    <a:pt x="1338" y="0"/>
                    <a:pt x="1400" y="0"/>
                    <a:pt x="1438" y="22"/>
                  </a:cubicBezTo>
                  <a:cubicBezTo>
                    <a:pt x="2668" y="733"/>
                    <a:pt x="2668" y="733"/>
                    <a:pt x="2668" y="733"/>
                  </a:cubicBezTo>
                  <a:cubicBezTo>
                    <a:pt x="2706" y="755"/>
                    <a:pt x="2737" y="809"/>
                    <a:pt x="2737" y="853"/>
                  </a:cubicBezTo>
                  <a:cubicBezTo>
                    <a:pt x="2737" y="2273"/>
                    <a:pt x="2737" y="2273"/>
                    <a:pt x="2737" y="2273"/>
                  </a:cubicBezTo>
                  <a:cubicBezTo>
                    <a:pt x="2737" y="2317"/>
                    <a:pt x="2706" y="2371"/>
                    <a:pt x="2668" y="2393"/>
                  </a:cubicBezTo>
                  <a:cubicBezTo>
                    <a:pt x="1438" y="3103"/>
                    <a:pt x="1438" y="3103"/>
                    <a:pt x="1438" y="3103"/>
                  </a:cubicBezTo>
                  <a:cubicBezTo>
                    <a:pt x="1400" y="3125"/>
                    <a:pt x="1338" y="3125"/>
                    <a:pt x="1299" y="3103"/>
                  </a:cubicBezTo>
                  <a:cubicBezTo>
                    <a:pt x="69" y="2393"/>
                    <a:pt x="69" y="2393"/>
                    <a:pt x="69" y="2393"/>
                  </a:cubicBezTo>
                  <a:cubicBezTo>
                    <a:pt x="31" y="2371"/>
                    <a:pt x="0" y="2317"/>
                    <a:pt x="0" y="2273"/>
                  </a:cubicBezTo>
                  <a:lnTo>
                    <a:pt x="0" y="853"/>
                  </a:lnTo>
                  <a:close/>
                </a:path>
              </a:pathLst>
            </a:custGeom>
            <a:solidFill>
              <a:srgbClr val="FA7E7E"/>
            </a:solidFill>
            <a:ln w="19050">
              <a:noFill/>
            </a:ln>
            <a:effectLst>
              <a:outerShdw blurRad="190500" dist="190500" dir="2700000" algn="t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8951281-57B5-4F4B-9BDE-C827FB81C047}"/>
                </a:ext>
              </a:extLst>
            </p:cNvPr>
            <p:cNvSpPr txBox="1"/>
            <p:nvPr/>
          </p:nvSpPr>
          <p:spPr>
            <a:xfrm>
              <a:off x="9978322" y="2907775"/>
              <a:ext cx="1488796" cy="100965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600" dirty="0">
                  <a:latin typeface="Bahnschrift Condensed" panose="020B0502040204020203" pitchFamily="34" charset="0"/>
                  <a:cs typeface="Sora" pitchFamily="2" charset="0"/>
                </a:rPr>
                <a:t>•</a:t>
              </a:r>
              <a:r>
                <a:rPr lang="ru-RU" sz="1600" dirty="0">
                  <a:effectLst/>
                  <a:latin typeface="Bahnschrift Condensed" panose="020B0502040204020203" pitchFamily="34" charset="0"/>
                  <a:ea typeface="Arial" panose="020B0604020202020204" pitchFamily="34" charset="0"/>
                  <a:cs typeface="Times New Roman" panose="02020603050405020304" pitchFamily="18" charset="0"/>
                </a:rPr>
                <a:t>СООБЩИТЬ О ПРОБЛЕМЕ РУКОВОДИТЕЛЮ</a:t>
              </a:r>
              <a:endParaRPr lang="en-GB" sz="1600" dirty="0">
                <a:latin typeface="Bahnschrift Condensed" panose="020B0502040204020203" pitchFamily="34" charset="0"/>
                <a:cs typeface="Sora" pitchFamily="2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96C15E3-25BD-41BD-9228-5CEBD5D49BC5}"/>
                </a:ext>
              </a:extLst>
            </p:cNvPr>
            <p:cNvSpPr txBox="1"/>
            <p:nvPr/>
          </p:nvSpPr>
          <p:spPr>
            <a:xfrm>
              <a:off x="9821639" y="4532459"/>
              <a:ext cx="1802162" cy="1597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ru-RU" sz="1600" dirty="0">
                  <a:effectLst/>
                  <a:latin typeface="Nunito" panose="00000500000000000000" pitchFamily="2" charset="-52"/>
                  <a:ea typeface="Arial" panose="020B0604020202020204" pitchFamily="34" charset="0"/>
                  <a:cs typeface="Times New Roman" panose="02020603050405020304" pitchFamily="18" charset="0"/>
                </a:rPr>
                <a:t>Спокойно и ясно объяснить, что нужно сделать, к какому сроку и какой результат принять. </a:t>
              </a:r>
              <a:endPara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79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337" y="1136104"/>
            <a:ext cx="7716933" cy="269398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КОМПЛЕКТНОСТИ ДО СБОРКИ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19895" y="1379761"/>
            <a:ext cx="6743006" cy="2006509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проверяют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Один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недостающий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останавливает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середине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заставляет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разбирать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уже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собранное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lang="en-US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 Один недостающий крепёж останавливает работу на середине и заставляет разбирать уже собранное.</a:t>
            </a:r>
            <a:endParaRPr lang="ru-RU" sz="1600" dirty="0">
              <a:solidFill>
                <a:srgbClr val="3F454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8195708-8A32-4C6F-B44A-6D34E01BD2F3}"/>
              </a:ext>
            </a:extLst>
          </p:cNvPr>
          <p:cNvSpPr>
            <a:spLocks noGrp="1"/>
          </p:cNvSpPr>
          <p:nvPr/>
        </p:nvSpPr>
        <p:spPr>
          <a:xfrm>
            <a:off x="3236066" y="4106275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r>
              <a:rPr sz="13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 </a:t>
            </a: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УЧАСТКА</a:t>
            </a:r>
            <a:endParaRPr sz="13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3236066" y="4420844"/>
            <a:ext cx="8131194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вентиляционных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секций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пересчитав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уголки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Нехватку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четырёх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штук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заметили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финальной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разобрали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полностью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потеряли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два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рабочего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времени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lang="en-US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 участке вентиляционных секций смена начала сборку, не пересчитав уголки. Нехватку четырёх штук заметили только на финальной затяжке — узел разобрали.</a:t>
            </a:r>
            <a:endParaRPr lang="ru-RU" sz="1600" dirty="0">
              <a:solidFill>
                <a:srgbClr val="3F454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620445" y="4172920"/>
            <a:ext cx="3061710" cy="306171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0577606" y="1784075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3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20445" y="417292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40" y="1133042"/>
            <a:ext cx="4931735" cy="5088797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170255" y="1305239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Цель мастера </a:t>
            </a:r>
            <a:r>
              <a:rPr lang="ru-RU" dirty="0">
                <a:solidFill>
                  <a:srgbClr val="3F454F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— чтобы участок сдавал план в срок, годным, безопасно и с разумным расходом ресурсов. 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rgbClr val="3F454F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Этот результат нужен </a:t>
            </a: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каждую смену.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31066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9313342" y="4383483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24998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6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40" y="3007283"/>
            <a:ext cx="4931735" cy="321455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76044" y="3083956"/>
            <a:ext cx="4028661" cy="3223783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4985" y="6331911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7645" y="-73058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48212" y="759244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 txBox="1"/>
          <p:nvPr/>
        </p:nvSpPr>
        <p:spPr>
          <a:xfrm>
            <a:off x="798407" y="1529168"/>
            <a:ext cx="5058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0191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808637" y="1130154"/>
            <a:ext cx="5151561" cy="2524819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32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</a:t>
            </a:r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 </a:t>
            </a:r>
            <a:r>
              <a:rPr lang="ru-RU" sz="24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24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2400" dirty="0">
              <a:solidFill>
                <a:srgbClr val="3F454F"/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4952" y="5951287"/>
            <a:ext cx="3104789" cy="3104789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91801" y="-690684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51" y="803510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7783" y="-2947696"/>
            <a:ext cx="4486257" cy="4486257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 txBox="1"/>
          <p:nvPr/>
        </p:nvSpPr>
        <p:spPr>
          <a:xfrm>
            <a:off x="698805" y="3654972"/>
            <a:ext cx="5058752" cy="251987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462BC84-2662-4CC7-AC84-80AE880709D5}"/>
              </a:ext>
            </a:extLst>
          </p:cNvPr>
          <p:cNvSpPr>
            <a:spLocks noGrp="1"/>
          </p:cNvSpPr>
          <p:nvPr/>
        </p:nvSpPr>
        <p:spPr>
          <a:xfrm>
            <a:off x="10048525" y="1407989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48847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34">
            <a:extLst>
              <a:ext uri="{FF2B5EF4-FFF2-40B4-BE49-F238E27FC236}">
                <a16:creationId xmlns:a16="http://schemas.microsoft.com/office/drawing/2014/main" id="{3C1E1BB6-B40A-4CEE-B30B-DFD1D9472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6533" y="2288381"/>
            <a:ext cx="4401845" cy="3829841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65606" y="7037770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497620" y="2513477"/>
            <a:ext cx="3871228" cy="3492425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На </a:t>
            </a:r>
            <a:r>
              <a:rPr lang="ru-RU" dirty="0">
                <a:solidFill>
                  <a:srgbClr val="21C535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КОНВЕЙЕРЕ</a:t>
            </a:r>
            <a:r>
              <a:rPr lang="ru-RU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одно и то же изделие идёт потоком. Темп и порядок операций задаёт линия, работа у каждого расписана заранее. Мастеру остаётся </a:t>
            </a:r>
            <a:r>
              <a:rPr lang="ru-RU" dirty="0">
                <a:solidFill>
                  <a:srgbClr val="21C535"/>
                </a:solidFill>
                <a:latin typeface="Nunito" panose="00000500000000000000" pitchFamily="2" charset="-52"/>
                <a:ea typeface="Nunito"/>
                <a:cs typeface="Nunito"/>
              </a:rPr>
              <a:t>меньше решений.</a:t>
            </a:r>
            <a:endParaRPr lang="ru-RU" sz="1600" dirty="0">
              <a:solidFill>
                <a:srgbClr val="21C535"/>
              </a:solidFill>
              <a:latin typeface="Nunito" panose="00000500000000000000" pitchFamily="2" charset="-52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65249" y="1126796"/>
            <a:ext cx="7690922" cy="98395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 мастера зависит от типа производства.</a:t>
            </a:r>
            <a:endParaRPr lang="ru-RU"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8525" y="8092707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95017" y="176753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210900" y="2827268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2809405" y="1973494"/>
            <a:ext cx="3714750" cy="371475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9688962" y="6892106"/>
            <a:ext cx="3676709" cy="3676709"/>
          </a:xfrm>
          <a:prstGeom prst="rect">
            <a:avLst/>
          </a:prstGeom>
        </p:spPr>
      </p:pic>
      <p:pic>
        <p:nvPicPr>
          <p:cNvPr id="27" name="Рисунок 34">
            <a:extLst>
              <a:ext uri="{FF2B5EF4-FFF2-40B4-BE49-F238E27FC236}">
                <a16:creationId xmlns:a16="http://schemas.microsoft.com/office/drawing/2014/main" id="{C51E24CA-C94E-4CAA-B1D4-B5D01E659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284" y="2303321"/>
            <a:ext cx="4401845" cy="3829841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8C22F5D8-2033-44C0-8651-4A110F4ACB86}"/>
              </a:ext>
            </a:extLst>
          </p:cNvPr>
          <p:cNvSpPr>
            <a:spLocks noGrp="1"/>
          </p:cNvSpPr>
          <p:nvPr/>
        </p:nvSpPr>
        <p:spPr>
          <a:xfrm>
            <a:off x="6728371" y="2463101"/>
            <a:ext cx="3871228" cy="3492425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ВЕЗА собирает </a:t>
            </a: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ОБОРУДОВАНИЕ ПОД ЗАКАЗ,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 часто поштучно под конкретную спецификацию. Почти</a:t>
            </a:r>
            <a:r>
              <a:rPr lang="ru-RU" sz="1600" dirty="0">
                <a:solidFill>
                  <a:srgbClr val="F5340B"/>
                </a:solidFill>
                <a:latin typeface="Nunito" panose="00000500000000000000" pitchFamily="2" charset="-52"/>
                <a:ea typeface="Nunito"/>
                <a:cs typeface="Nunito"/>
              </a:rPr>
              <a:t> 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каждый заказ отличается по составу, трудоёмкости и срокам. 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Сегодня нужна одна расстановка людей, завтра другая. Поэтому мастер </a:t>
            </a:r>
            <a:r>
              <a:rPr lang="ru-RU" sz="1600" dirty="0">
                <a:solidFill>
                  <a:srgbClr val="F5340B"/>
                </a:solidFill>
                <a:latin typeface="Nunito" panose="00000500000000000000" pitchFamily="2" charset="-52"/>
                <a:ea typeface="Nunito"/>
                <a:cs typeface="Nunito"/>
              </a:rPr>
              <a:t>каждую смену заново решает</a:t>
            </a:r>
            <a:r>
              <a:rPr lang="ru-RU" sz="1600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, кого поставить на каждую операцию и в каком порядке выполнять заказы.</a:t>
            </a:r>
            <a:endParaRPr sz="1600" dirty="0">
              <a:solidFill>
                <a:srgbClr val="3F454F"/>
              </a:solidFill>
              <a:latin typeface="Nunito" panose="00000500000000000000" pitchFamily="2" charset="-52"/>
            </a:endParaRPr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CD96AC81-AEFC-4372-979B-C43EE84A65CB}"/>
              </a:ext>
            </a:extLst>
          </p:cNvPr>
          <p:cNvSpPr>
            <a:spLocks noGrp="1"/>
          </p:cNvSpPr>
          <p:nvPr/>
        </p:nvSpPr>
        <p:spPr>
          <a:xfrm>
            <a:off x="6096000" y="2288381"/>
            <a:ext cx="0" cy="382984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6680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395054" y="746897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646" y="1206060"/>
            <a:ext cx="4931735" cy="5088797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7437221" y="1449735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1CAA2D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РЕШЕНИЕ</a:t>
            </a:r>
          </a:p>
          <a:p>
            <a:pPr>
              <a:lnSpc>
                <a:spcPct val="13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F5340B"/>
              </a:solidFill>
              <a:latin typeface="Nunito" panose="00000500000000000000" pitchFamily="2" charset="-52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</a:rPr>
              <a:t> 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26117" y="1206060"/>
            <a:ext cx="4507323" cy="4889712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FB4D4D"/>
                </a:solidFill>
                <a:latin typeface="Bahnschrift SemiBold Condensed" panose="020B0502040204020203" pitchFamily="34" charset="0"/>
              </a:rPr>
              <a:t>СИТУАЦИЯ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766" y="8355982"/>
            <a:ext cx="5346222" cy="5346222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265" y="755825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2951990" y="5239811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1666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97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395054" y="7468970"/>
            <a:ext cx="3061710" cy="3061710"/>
          </a:xfrm>
          <a:prstGeom prst="rect">
            <a:avLst/>
          </a:prstGeom>
        </p:spPr>
      </p:pic>
      <p:pic>
        <p:nvPicPr>
          <p:cNvPr id="28" name="Рисунок 34">
            <a:extLst>
              <a:ext uri="{FF2B5EF4-FFF2-40B4-BE49-F238E27FC236}">
                <a16:creationId xmlns:a16="http://schemas.microsoft.com/office/drawing/2014/main" id="{7F420B17-489B-466A-B046-50B483BB4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646" y="1206060"/>
            <a:ext cx="4931735" cy="5088797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7437221" y="1449735"/>
            <a:ext cx="4028661" cy="46546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rgbClr val="1CAA2D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СТАЛО</a:t>
            </a:r>
          </a:p>
          <a:p>
            <a:pPr>
              <a:lnSpc>
                <a:spcPct val="130000"/>
              </a:lnSpc>
            </a:pP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rgbClr val="F5340B"/>
              </a:solidFill>
              <a:latin typeface="Nunito" panose="00000500000000000000" pitchFamily="2" charset="-52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F5340B"/>
                </a:solidFill>
                <a:latin typeface="Bahnschrift Condensed" panose="020B0502040204020203" pitchFamily="34" charset="0"/>
              </a:rPr>
              <a:t> 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26117" y="1206060"/>
            <a:ext cx="4507323" cy="4889712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2800" dirty="0">
                <a:solidFill>
                  <a:schemeClr val="accent3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БЫЛО</a:t>
            </a: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>
            <a:pPr>
              <a:lnSpc>
                <a:spcPct val="130000"/>
              </a:lnSpc>
            </a:pPr>
            <a:endParaRPr lang="ru-RU" sz="1600" dirty="0">
              <a:solidFill>
                <a:schemeClr val="bg1">
                  <a:lumMod val="50000"/>
                </a:schemeClr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30000"/>
              </a:lnSpc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766" y="8355982"/>
            <a:ext cx="5346222" cy="5346222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1265" y="7558257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2951990" y="5239811"/>
            <a:ext cx="3676709" cy="3676709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A6341B48-1EB2-419B-B244-2ED940B5E7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1666" y="2535893"/>
            <a:ext cx="1172137" cy="1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765648"/>
            <a:ext cx="4116740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lang="ru-RU" sz="1800" dirty="0">
                <a:solidFill>
                  <a:srgbClr val="3F454F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Работа мастера зависит от типа производства.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2153613" y="309159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8427904" y="867959"/>
            <a:ext cx="3122963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 flipH="1">
            <a:off x="4785941" y="1475815"/>
            <a:ext cx="0" cy="486263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927" y="8462397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65" y="-960701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85854" y="7927664"/>
            <a:ext cx="2200915" cy="2200915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797425" y="5632017"/>
            <a:ext cx="3676709" cy="3676709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noGrp="1"/>
          </p:cNvSpPr>
          <p:nvPr/>
        </p:nvSpPr>
        <p:spPr>
          <a:xfrm rot="5400000">
            <a:off x="5447190" y="4491258"/>
            <a:ext cx="874729" cy="825500"/>
          </a:xfrm>
          <a:prstGeom prst="hexagon">
            <a:avLst/>
          </a:prstGeom>
          <a:solidFill>
            <a:srgbClr val="FFB219"/>
          </a:solidFill>
        </p:spPr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noGrp="1"/>
          </p:cNvSpPr>
          <p:nvPr/>
        </p:nvSpPr>
        <p:spPr>
          <a:xfrm rot="5400000">
            <a:off x="5447190" y="1961236"/>
            <a:ext cx="874729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 txBox="1"/>
          <p:nvPr/>
        </p:nvSpPr>
        <p:spPr>
          <a:xfrm>
            <a:off x="6720757" y="4560887"/>
            <a:ext cx="4269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 txBox="1"/>
          <p:nvPr/>
        </p:nvSpPr>
        <p:spPr>
          <a:xfrm>
            <a:off x="6720756" y="2014395"/>
            <a:ext cx="4269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 txBox="1"/>
          <p:nvPr/>
        </p:nvSpPr>
        <p:spPr>
          <a:xfrm>
            <a:off x="6694127" y="1607957"/>
            <a:ext cx="183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КОНВЕЙЕР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 txBox="1"/>
          <p:nvPr/>
        </p:nvSpPr>
        <p:spPr>
          <a:xfrm>
            <a:off x="6708008" y="4161715"/>
            <a:ext cx="294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Bahnschrift SemiBold Condensed" panose="020B0502040204020203" pitchFamily="34" charset="0"/>
              </a:rPr>
              <a:t>МЕЛКОСЕРИЙНОЕ 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51837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3237" y="5084694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5602" y="-86480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551112" y="832741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12222" y="6307739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-1206516" y="6236160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6096000" y="1163698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6765986" y="1217719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  <p:pic>
        <p:nvPicPr>
          <p:cNvPr id="30" name="Рисунок 34">
            <a:extLst>
              <a:ext uri="{FF2B5EF4-FFF2-40B4-BE49-F238E27FC236}">
                <a16:creationId xmlns:a16="http://schemas.microsoft.com/office/drawing/2014/main" id="{4A42A9C8-4A7D-453F-9369-17888013A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9040" y="3007283"/>
            <a:ext cx="4931735" cy="3214556"/>
          </a:xfrm>
          <a:prstGeom prst="rect">
            <a:avLst/>
          </a:prstGeom>
        </p:spPr>
      </p:pic>
      <p:sp>
        <p:nvSpPr>
          <p:cNvPr id="37" name="Text 2">
            <a:extLst>
              <a:ext uri="{FF2B5EF4-FFF2-40B4-BE49-F238E27FC236}">
                <a16:creationId xmlns:a16="http://schemas.microsoft.com/office/drawing/2014/main" id="{B7522D9B-3573-4C14-A875-44F3634F72F8}"/>
              </a:ext>
            </a:extLst>
          </p:cNvPr>
          <p:cNvSpPr>
            <a:spLocks noGrp="1"/>
          </p:cNvSpPr>
          <p:nvPr/>
        </p:nvSpPr>
        <p:spPr>
          <a:xfrm>
            <a:off x="1276044" y="3083956"/>
            <a:ext cx="4028661" cy="3223783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ru-RU" sz="2400" dirty="0">
                <a:solidFill>
                  <a:srgbClr val="F5340B"/>
                </a:solidFill>
                <a:latin typeface="Bahnschrift Condensed" panose="020B0502040204020203" pitchFamily="34" charset="0"/>
                <a:ea typeface="Nunito"/>
                <a:cs typeface="Nunito"/>
              </a:rPr>
              <a:t>Нормо-час </a:t>
            </a:r>
            <a:r>
              <a:rPr lang="ru-RU" dirty="0">
                <a:solidFill>
                  <a:srgbClr val="3F454F"/>
                </a:solidFill>
                <a:latin typeface="Nunito" panose="00000500000000000000" pitchFamily="2" charset="-52"/>
                <a:ea typeface="Nunito"/>
                <a:cs typeface="Nunito"/>
              </a:rPr>
              <a:t>—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>
            <a:pPr>
              <a:lnSpc>
                <a:spcPct val="130000"/>
              </a:lnSpc>
            </a:pP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E7EA51-052F-4067-B52D-93B4666E7CE7}"/>
              </a:ext>
            </a:extLst>
          </p:cNvPr>
          <p:cNvSpPr txBox="1"/>
          <p:nvPr/>
        </p:nvSpPr>
        <p:spPr>
          <a:xfrm>
            <a:off x="798407" y="1529168"/>
            <a:ext cx="5058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>
            <a:endParaRPr lang="ru-RU" sz="1600" dirty="0">
              <a:latin typeface="Nunit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04681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1" y="1020528"/>
            <a:ext cx="4681529" cy="493931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6096000" y="1163698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6765986" y="1217719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8988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1" y="1020528"/>
            <a:ext cx="7019157" cy="493931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noGrp="1"/>
          </p:cNvSpPr>
          <p:nvPr/>
        </p:nvSpPr>
        <p:spPr>
          <a:xfrm>
            <a:off x="8248357" y="1177763"/>
            <a:ext cx="0" cy="4994552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7808407" y="2260140"/>
            <a:ext cx="4994552" cy="2801668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8136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19" y="7363290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</a:rPr>
              <a:t>ЧЕКЛИСТ МАСТЕРА </a:t>
            </a:r>
            <a:endParaRPr lang="ru-RU" sz="3000" dirty="0">
              <a:solidFill>
                <a:srgbClr val="3F454F"/>
              </a:solidFill>
            </a:endParaRPr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770484" y="716315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0814981" y="5817541"/>
            <a:ext cx="3676709" cy="3676709"/>
          </a:xfrm>
          <a:prstGeom prst="rect">
            <a:avLst/>
          </a:prstGeom>
        </p:spPr>
      </p:pic>
      <p:pic>
        <p:nvPicPr>
          <p:cNvPr id="27" name="Google Shape;2443;p77">
            <a:extLst>
              <a:ext uri="{FF2B5EF4-FFF2-40B4-BE49-F238E27FC236}">
                <a16:creationId xmlns:a16="http://schemas.microsoft.com/office/drawing/2014/main" id="{F0E9A842-8F02-42E0-A019-BB2471C88483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 b="13801"/>
          <a:stretch/>
        </p:blipFill>
        <p:spPr>
          <a:xfrm rot="5400000">
            <a:off x="8199591" y="2651324"/>
            <a:ext cx="4994552" cy="201930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DB9F50-1F3C-4063-96F5-2E10541C0296}"/>
              </a:ext>
            </a:extLst>
          </p:cNvPr>
          <p:cNvGrpSpPr/>
          <p:nvPr/>
        </p:nvGrpSpPr>
        <p:grpSpPr>
          <a:xfrm>
            <a:off x="818790" y="1602399"/>
            <a:ext cx="3721566" cy="1066326"/>
            <a:chOff x="551504" y="1602399"/>
            <a:chExt cx="3721566" cy="10663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F6DACD-3EC6-46C0-A013-B48F0896C0ED}"/>
                </a:ext>
              </a:extLst>
            </p:cNvPr>
            <p:cNvSpPr txBox="1"/>
            <p:nvPr/>
          </p:nvSpPr>
          <p:spPr>
            <a:xfrm>
              <a:off x="1194549" y="1697305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DAC659AF-069D-4D09-92B8-0730411769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1602399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E426869-52D3-4A9E-9D05-F189F0EEEA10}"/>
              </a:ext>
            </a:extLst>
          </p:cNvPr>
          <p:cNvGrpSpPr/>
          <p:nvPr/>
        </p:nvGrpSpPr>
        <p:grpSpPr>
          <a:xfrm>
            <a:off x="818790" y="3192274"/>
            <a:ext cx="3721566" cy="1055219"/>
            <a:chOff x="551504" y="3361085"/>
            <a:chExt cx="3721566" cy="105521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20EE50-EE6B-4FFC-9744-1468598854B5}"/>
                </a:ext>
              </a:extLst>
            </p:cNvPr>
            <p:cNvSpPr txBox="1"/>
            <p:nvPr/>
          </p:nvSpPr>
          <p:spPr>
            <a:xfrm>
              <a:off x="1194549" y="3444884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EE331264-5BEE-45B5-BCEB-51BE668038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3361085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939B08C-365A-4A2B-B357-26107A6D56A2}"/>
              </a:ext>
            </a:extLst>
          </p:cNvPr>
          <p:cNvGrpSpPr/>
          <p:nvPr/>
        </p:nvGrpSpPr>
        <p:grpSpPr>
          <a:xfrm>
            <a:off x="818790" y="4885611"/>
            <a:ext cx="3721566" cy="1134120"/>
            <a:chOff x="551504" y="4547986"/>
            <a:chExt cx="3721566" cy="113412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5E6E13-AD0E-45F9-8437-2B2ECB5287AD}"/>
                </a:ext>
              </a:extLst>
            </p:cNvPr>
            <p:cNvSpPr txBox="1"/>
            <p:nvPr/>
          </p:nvSpPr>
          <p:spPr>
            <a:xfrm>
              <a:off x="1194549" y="4710686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F9D3FA11-9DB3-466B-95C3-8970B55B3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1504" y="4547986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8041D3-3893-43B8-80F0-37862A0CD933}"/>
              </a:ext>
            </a:extLst>
          </p:cNvPr>
          <p:cNvGrpSpPr/>
          <p:nvPr/>
        </p:nvGrpSpPr>
        <p:grpSpPr>
          <a:xfrm>
            <a:off x="4956422" y="1602399"/>
            <a:ext cx="3721566" cy="1066326"/>
            <a:chOff x="5111169" y="1602399"/>
            <a:chExt cx="3721566" cy="106632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AFF4064-B656-4C0E-99F9-B7DE13C71DD1}"/>
                </a:ext>
              </a:extLst>
            </p:cNvPr>
            <p:cNvSpPr txBox="1"/>
            <p:nvPr/>
          </p:nvSpPr>
          <p:spPr>
            <a:xfrm>
              <a:off x="5754214" y="1697305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79D0706C-5304-45B1-94E8-ABFE3F595E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1602399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E423F62-8EBF-49EB-B778-E2A4D8B539BA}"/>
              </a:ext>
            </a:extLst>
          </p:cNvPr>
          <p:cNvGrpSpPr/>
          <p:nvPr/>
        </p:nvGrpSpPr>
        <p:grpSpPr>
          <a:xfrm>
            <a:off x="4956422" y="3192274"/>
            <a:ext cx="3721566" cy="1055219"/>
            <a:chOff x="5111169" y="3361085"/>
            <a:chExt cx="3721566" cy="105521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9D3E43-9053-400D-86C3-B078B51A6CA3}"/>
                </a:ext>
              </a:extLst>
            </p:cNvPr>
            <p:cNvSpPr txBox="1"/>
            <p:nvPr/>
          </p:nvSpPr>
          <p:spPr>
            <a:xfrm>
              <a:off x="5754214" y="3444884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F33C7E69-39A9-4334-BAE0-FA1BD0F60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3361085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9A5C7A6-1C12-4D71-AC1F-78F767594D71}"/>
              </a:ext>
            </a:extLst>
          </p:cNvPr>
          <p:cNvGrpSpPr/>
          <p:nvPr/>
        </p:nvGrpSpPr>
        <p:grpSpPr>
          <a:xfrm>
            <a:off x="4956422" y="4885611"/>
            <a:ext cx="3721566" cy="1134120"/>
            <a:chOff x="5111169" y="4547986"/>
            <a:chExt cx="3721566" cy="113412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E96F739-5365-41A6-87B6-C02944C63D98}"/>
                </a:ext>
              </a:extLst>
            </p:cNvPr>
            <p:cNvSpPr txBox="1"/>
            <p:nvPr/>
          </p:nvSpPr>
          <p:spPr>
            <a:xfrm>
              <a:off x="5754214" y="4710686"/>
              <a:ext cx="3078521" cy="971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en-US" sz="16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Satisfied and well-taken-care-of customers can be the best brand ambassadors. On the other hand, neglected.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76E6D070-07C6-4441-911D-09DF0D89FA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1169" y="4547986"/>
              <a:ext cx="511492" cy="511492"/>
            </a:xfrm>
            <a:custGeom>
              <a:avLst/>
              <a:gdLst>
                <a:gd name="T0" fmla="*/ 2044 w 2060"/>
                <a:gd name="T1" fmla="*/ 952 h 2059"/>
                <a:gd name="T2" fmla="*/ 1476 w 2060"/>
                <a:gd name="T3" fmla="*/ 106 h 2059"/>
                <a:gd name="T4" fmla="*/ 1110 w 2060"/>
                <a:gd name="T5" fmla="*/ 4 h 2059"/>
                <a:gd name="T6" fmla="*/ 1100 w 2060"/>
                <a:gd name="T7" fmla="*/ 0 h 2059"/>
                <a:gd name="T8" fmla="*/ 944 w 2060"/>
                <a:gd name="T9" fmla="*/ 0 h 2059"/>
                <a:gd name="T10" fmla="*/ 878 w 2060"/>
                <a:gd name="T11" fmla="*/ 10 h 2059"/>
                <a:gd name="T12" fmla="*/ 84 w 2060"/>
                <a:gd name="T13" fmla="*/ 617 h 2059"/>
                <a:gd name="T14" fmla="*/ 4 w 2060"/>
                <a:gd name="T15" fmla="*/ 926 h 2059"/>
                <a:gd name="T16" fmla="*/ 0 w 2060"/>
                <a:gd name="T17" fmla="*/ 940 h 2059"/>
                <a:gd name="T18" fmla="*/ 0 w 2060"/>
                <a:gd name="T19" fmla="*/ 1104 h 2059"/>
                <a:gd name="T20" fmla="*/ 10 w 2060"/>
                <a:gd name="T21" fmla="*/ 1169 h 2059"/>
                <a:gd name="T22" fmla="*/ 617 w 2060"/>
                <a:gd name="T23" fmla="*/ 1963 h 2059"/>
                <a:gd name="T24" fmla="*/ 1096 w 2060"/>
                <a:gd name="T25" fmla="*/ 2044 h 2059"/>
                <a:gd name="T26" fmla="*/ 1942 w 2060"/>
                <a:gd name="T27" fmla="*/ 1474 h 2059"/>
                <a:gd name="T28" fmla="*/ 2044 w 2060"/>
                <a:gd name="T29" fmla="*/ 952 h 2059"/>
                <a:gd name="T30" fmla="*/ 1023 w 2060"/>
                <a:gd name="T31" fmla="*/ 1888 h 2059"/>
                <a:gd name="T32" fmla="*/ 160 w 2060"/>
                <a:gd name="T33" fmla="*/ 1023 h 2059"/>
                <a:gd name="T34" fmla="*/ 1024 w 2060"/>
                <a:gd name="T35" fmla="*/ 160 h 2059"/>
                <a:gd name="T36" fmla="*/ 1888 w 2060"/>
                <a:gd name="T37" fmla="*/ 1024 h 2059"/>
                <a:gd name="T38" fmla="*/ 1023 w 2060"/>
                <a:gd name="T39" fmla="*/ 1888 h 2059"/>
                <a:gd name="T40" fmla="*/ 1444 w 2060"/>
                <a:gd name="T41" fmla="*/ 680 h 2059"/>
                <a:gd name="T42" fmla="*/ 1356 w 2060"/>
                <a:gd name="T43" fmla="*/ 706 h 2059"/>
                <a:gd name="T44" fmla="*/ 898 w 2060"/>
                <a:gd name="T45" fmla="*/ 1165 h 2059"/>
                <a:gd name="T46" fmla="*/ 868 w 2060"/>
                <a:gd name="T47" fmla="*/ 1164 h 2059"/>
                <a:gd name="T48" fmla="*/ 763 w 2060"/>
                <a:gd name="T49" fmla="*/ 1059 h 2059"/>
                <a:gd name="T50" fmla="*/ 684 w 2060"/>
                <a:gd name="T51" fmla="*/ 980 h 2059"/>
                <a:gd name="T52" fmla="*/ 571 w 2060"/>
                <a:gd name="T53" fmla="*/ 981 h 2059"/>
                <a:gd name="T54" fmla="*/ 576 w 2060"/>
                <a:gd name="T55" fmla="*/ 1098 h 2059"/>
                <a:gd name="T56" fmla="*/ 816 w 2060"/>
                <a:gd name="T57" fmla="*/ 1338 h 2059"/>
                <a:gd name="T58" fmla="*/ 951 w 2060"/>
                <a:gd name="T59" fmla="*/ 1338 h 2059"/>
                <a:gd name="T60" fmla="*/ 1216 w 2060"/>
                <a:gd name="T61" fmla="*/ 1072 h 2059"/>
                <a:gd name="T62" fmla="*/ 1468 w 2060"/>
                <a:gd name="T63" fmla="*/ 821 h 2059"/>
                <a:gd name="T64" fmla="*/ 1500 w 2060"/>
                <a:gd name="T65" fmla="*/ 757 h 2059"/>
                <a:gd name="T66" fmla="*/ 1444 w 2060"/>
                <a:gd name="T67" fmla="*/ 68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60" h="2059">
                  <a:moveTo>
                    <a:pt x="2044" y="952"/>
                  </a:moveTo>
                  <a:cubicBezTo>
                    <a:pt x="2010" y="567"/>
                    <a:pt x="1818" y="285"/>
                    <a:pt x="1476" y="106"/>
                  </a:cubicBezTo>
                  <a:cubicBezTo>
                    <a:pt x="1362" y="46"/>
                    <a:pt x="1238" y="14"/>
                    <a:pt x="1110" y="4"/>
                  </a:cubicBezTo>
                  <a:cubicBezTo>
                    <a:pt x="1106" y="4"/>
                    <a:pt x="1101" y="6"/>
                    <a:pt x="1100" y="0"/>
                  </a:cubicBezTo>
                  <a:cubicBezTo>
                    <a:pt x="944" y="0"/>
                    <a:pt x="944" y="0"/>
                    <a:pt x="944" y="0"/>
                  </a:cubicBezTo>
                  <a:cubicBezTo>
                    <a:pt x="923" y="9"/>
                    <a:pt x="900" y="7"/>
                    <a:pt x="878" y="10"/>
                  </a:cubicBezTo>
                  <a:cubicBezTo>
                    <a:pt x="507" y="73"/>
                    <a:pt x="242" y="275"/>
                    <a:pt x="84" y="617"/>
                  </a:cubicBezTo>
                  <a:cubicBezTo>
                    <a:pt x="39" y="715"/>
                    <a:pt x="15" y="819"/>
                    <a:pt x="4" y="926"/>
                  </a:cubicBezTo>
                  <a:cubicBezTo>
                    <a:pt x="4" y="931"/>
                    <a:pt x="7" y="937"/>
                    <a:pt x="0" y="940"/>
                  </a:cubicBezTo>
                  <a:cubicBezTo>
                    <a:pt x="0" y="1104"/>
                    <a:pt x="0" y="1104"/>
                    <a:pt x="0" y="1104"/>
                  </a:cubicBezTo>
                  <a:cubicBezTo>
                    <a:pt x="9" y="1125"/>
                    <a:pt x="7" y="1148"/>
                    <a:pt x="10" y="1169"/>
                  </a:cubicBezTo>
                  <a:cubicBezTo>
                    <a:pt x="73" y="1541"/>
                    <a:pt x="275" y="1806"/>
                    <a:pt x="617" y="1963"/>
                  </a:cubicBezTo>
                  <a:cubicBezTo>
                    <a:pt x="768" y="2032"/>
                    <a:pt x="929" y="2059"/>
                    <a:pt x="1096" y="2044"/>
                  </a:cubicBezTo>
                  <a:cubicBezTo>
                    <a:pt x="1482" y="2009"/>
                    <a:pt x="1765" y="1818"/>
                    <a:pt x="1942" y="1474"/>
                  </a:cubicBezTo>
                  <a:cubicBezTo>
                    <a:pt x="2027" y="1311"/>
                    <a:pt x="2060" y="1135"/>
                    <a:pt x="2044" y="952"/>
                  </a:cubicBezTo>
                  <a:close/>
                  <a:moveTo>
                    <a:pt x="1023" y="1888"/>
                  </a:moveTo>
                  <a:cubicBezTo>
                    <a:pt x="546" y="1887"/>
                    <a:pt x="159" y="1500"/>
                    <a:pt x="160" y="1023"/>
                  </a:cubicBezTo>
                  <a:cubicBezTo>
                    <a:pt x="160" y="546"/>
                    <a:pt x="548" y="160"/>
                    <a:pt x="1024" y="160"/>
                  </a:cubicBezTo>
                  <a:cubicBezTo>
                    <a:pt x="1501" y="160"/>
                    <a:pt x="1888" y="548"/>
                    <a:pt x="1888" y="1024"/>
                  </a:cubicBezTo>
                  <a:cubicBezTo>
                    <a:pt x="1887" y="1501"/>
                    <a:pt x="1500" y="1888"/>
                    <a:pt x="1023" y="1888"/>
                  </a:cubicBezTo>
                  <a:close/>
                  <a:moveTo>
                    <a:pt x="1444" y="680"/>
                  </a:moveTo>
                  <a:cubicBezTo>
                    <a:pt x="1408" y="669"/>
                    <a:pt x="1380" y="681"/>
                    <a:pt x="1356" y="706"/>
                  </a:cubicBezTo>
                  <a:cubicBezTo>
                    <a:pt x="1203" y="859"/>
                    <a:pt x="1050" y="1011"/>
                    <a:pt x="898" y="1165"/>
                  </a:cubicBezTo>
                  <a:cubicBezTo>
                    <a:pt x="885" y="1178"/>
                    <a:pt x="879" y="1176"/>
                    <a:pt x="868" y="1164"/>
                  </a:cubicBezTo>
                  <a:cubicBezTo>
                    <a:pt x="834" y="1129"/>
                    <a:pt x="798" y="1094"/>
                    <a:pt x="763" y="1059"/>
                  </a:cubicBezTo>
                  <a:cubicBezTo>
                    <a:pt x="737" y="1033"/>
                    <a:pt x="711" y="1006"/>
                    <a:pt x="684" y="980"/>
                  </a:cubicBezTo>
                  <a:cubicBezTo>
                    <a:pt x="650" y="948"/>
                    <a:pt x="602" y="949"/>
                    <a:pt x="571" y="981"/>
                  </a:cubicBezTo>
                  <a:cubicBezTo>
                    <a:pt x="538" y="1014"/>
                    <a:pt x="540" y="1062"/>
                    <a:pt x="576" y="1098"/>
                  </a:cubicBezTo>
                  <a:cubicBezTo>
                    <a:pt x="656" y="1178"/>
                    <a:pt x="736" y="1258"/>
                    <a:pt x="816" y="1338"/>
                  </a:cubicBezTo>
                  <a:cubicBezTo>
                    <a:pt x="862" y="1384"/>
                    <a:pt x="905" y="1384"/>
                    <a:pt x="951" y="1338"/>
                  </a:cubicBezTo>
                  <a:cubicBezTo>
                    <a:pt x="1039" y="1249"/>
                    <a:pt x="1128" y="1161"/>
                    <a:pt x="1216" y="1072"/>
                  </a:cubicBezTo>
                  <a:cubicBezTo>
                    <a:pt x="1300" y="988"/>
                    <a:pt x="1384" y="904"/>
                    <a:pt x="1468" y="821"/>
                  </a:cubicBezTo>
                  <a:cubicBezTo>
                    <a:pt x="1486" y="803"/>
                    <a:pt x="1499" y="783"/>
                    <a:pt x="1500" y="757"/>
                  </a:cubicBezTo>
                  <a:cubicBezTo>
                    <a:pt x="1500" y="722"/>
                    <a:pt x="1477" y="690"/>
                    <a:pt x="1444" y="680"/>
                  </a:cubicBezTo>
                  <a:close/>
                </a:path>
              </a:pathLst>
            </a:custGeom>
            <a:solidFill>
              <a:srgbClr val="1CA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975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lang="ru-RU" sz="3000" dirty="0">
              <a:solidFill>
                <a:srgbClr val="F5340B"/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37640" y="1020528"/>
            <a:ext cx="7598050" cy="5169257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7247" y="431006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6259" y="4523230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31156" y="-262824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50195" y="2434736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31719" y="870077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34351" y="-2813049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35745" y="2937636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40595" y="1815611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231719" y="5891722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 rot="13438421">
            <a:off x="10310746" y="2917328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38" y="7696134"/>
            <a:ext cx="3061710" cy="306171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latin typeface="Bahnschrift SemiBold Condensed"/>
                <a:ea typeface="Bahnschrift SemiBold Condensed"/>
                <a:cs typeface="Bahnschrift SemiBold Condensed"/>
              </a:rPr>
              <a:t>ОТ РЕАКЦИИ МАСТЕРА ЗАВИСИТ, СООБЩАТ ЛИ ЕМУ О ПРОБЛЕМЕ</a:t>
            </a:r>
            <a:endParaRPr lang="ru-RU" sz="3000" dirty="0"/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08636" y="858223"/>
            <a:ext cx="8774743" cy="1267853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</a:pPr>
            <a:r>
              <a:rPr lang="ru-RU"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Состояние и поведение мастера влияют не только на настроение участка. От них зависит, решатся ли рабочие сообщать ему неприятные новости.</a:t>
            </a:r>
            <a:endParaRPr sz="1600" b="1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562" y="8264023"/>
            <a:ext cx="1857375" cy="1857375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6523" y="803700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081914" y="7655895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4924" y="6286493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7352" y="-2033388"/>
            <a:ext cx="1801446" cy="1801446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23513" y="-2840121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2024658" y="7400095"/>
            <a:ext cx="3676709" cy="3676709"/>
          </a:xfrm>
          <a:prstGeom prst="rect">
            <a:avLst/>
          </a:prstGeom>
        </p:spPr>
      </p:pic>
      <p:pic>
        <p:nvPicPr>
          <p:cNvPr id="28" name="Рисунок 8">
            <a:extLst>
              <a:ext uri="{FF2B5EF4-FFF2-40B4-BE49-F238E27FC236}">
                <a16:creationId xmlns:a16="http://schemas.microsoft.com/office/drawing/2014/main" id="{B75D40B0-F474-42B5-8EA5-ED275C0D4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805" y="2054824"/>
            <a:ext cx="6385027" cy="4324684"/>
          </a:xfrm>
          <a:prstGeom prst="rect">
            <a:avLst/>
          </a:prstGeom>
        </p:spPr>
      </p:pic>
      <p:pic>
        <p:nvPicPr>
          <p:cNvPr id="29" name="Image 7">
            <a:extLst>
              <a:ext uri="{FF2B5EF4-FFF2-40B4-BE49-F238E27FC236}">
                <a16:creationId xmlns:a16="http://schemas.microsoft.com/office/drawing/2014/main" id="{CCBDACF8-2925-4844-92BB-ACBC09B98D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9869" y="3217578"/>
            <a:ext cx="1172137" cy="1420088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29589" y="7983035"/>
            <a:ext cx="2419350" cy="24193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 txBox="1"/>
          <p:nvPr/>
        </p:nvSpPr>
        <p:spPr>
          <a:xfrm>
            <a:off x="1245051" y="2412088"/>
            <a:ext cx="5338766" cy="359830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В 1999 году профессор Гарвардской школы бизнеса Эми </a:t>
            </a:r>
            <a:r>
              <a:rPr lang="ru-RU" sz="1600" dirty="0" err="1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Эдмондсон</a:t>
            </a: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изучала медицинские команды. Она обнаружила парадокс: лучшие команды сообщали о большем количестве ошибок.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</a:p>
          <a:p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 txBox="1"/>
          <p:nvPr/>
        </p:nvSpPr>
        <p:spPr>
          <a:xfrm>
            <a:off x="8532006" y="2449110"/>
            <a:ext cx="3214517" cy="3336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 txBox="1"/>
          <p:nvPr/>
        </p:nvSpPr>
        <p:spPr>
          <a:xfrm>
            <a:off x="8723513" y="2054824"/>
            <a:ext cx="3214517" cy="432468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ru-RU" sz="2400" dirty="0">
                <a:solidFill>
                  <a:srgbClr val="F5340B"/>
                </a:solidFill>
                <a:effectLst/>
                <a:latin typeface="Bahnschrift Condensed" panose="020B0502040204020203" pitchFamily="34" charset="0"/>
                <a:ea typeface="Times New Roman" panose="02020603050405020304" pitchFamily="18" charset="0"/>
              </a:rPr>
              <a:t>Для мастера это означает: </a:t>
            </a:r>
            <a:r>
              <a:rPr lang="ru-RU" sz="18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брак и угрозу срыва невозможно обнаружить вовремя, если рабочий боится подойти и рассказать о проблеме.</a:t>
            </a:r>
          </a:p>
          <a:p>
            <a:pPr algn="l"/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45308"/>
            <a:ext cx="4554538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Google Shape;2028;p55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1545308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5485060" y="1283950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4" name="Google Shape;2028;p55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325680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Google Shape;2028;p55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496830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823046" y="3020509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6823046" y="4709808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88942" y="128738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88942" y="1668382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300380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338480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88942" y="481205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88942" y="5193052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22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206" y="1392874"/>
            <a:ext cx="2683470" cy="488562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409733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955932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3994927" y="1364971"/>
            <a:ext cx="0" cy="518202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44642" y="775381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9737" y="-481251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234763" y="501137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16002" y="6180734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241457" y="4909520"/>
            <a:ext cx="3314700" cy="3314700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84806" y="-214074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 txBox="1"/>
          <p:nvPr/>
        </p:nvSpPr>
        <p:spPr>
          <a:xfrm>
            <a:off x="4609260" y="1392874"/>
            <a:ext cx="6958530" cy="49542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хамит в ответ.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«Со мной так не разговаривают. Вернёмся к панели».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сыплет оправданиями.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«Стоп. Что конкретно мешало и когда ты это увидел?»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Рабочий третий раз делает одно и то же.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«Мы это обсуждали дважды. Сегодня пишешь объяснительную».</a:t>
            </a: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endParaRPr lang="ru-RU" sz="1600" dirty="0">
              <a:effectLst/>
              <a:latin typeface="Nunito" panose="00000500000000000000" pitchFamily="2" charset="-52"/>
              <a:ea typeface="Times New Roman" panose="02020603050405020304" pitchFamily="18" charset="0"/>
            </a:endParaRPr>
          </a:p>
          <a:p>
            <a:pPr marL="285750" indent="-285750" algn="l">
              <a:buClr>
                <a:srgbClr val="F5340B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Начальник производства давит при рабочих.</a:t>
            </a:r>
            <a:b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«Понял, разберусь. Подойду к Вам через двадцать минут с решением».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3878" y="889212"/>
            <a:ext cx="9431671" cy="114175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 algn="l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Google Shape;2028;p55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1085893" y="25324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Google Shape;2028;p55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1127213" y="3828982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Google Shape;2028;p55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1116183" y="506921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2423879" y="3571583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6823046" y="4977099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2340506" y="227455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2340506" y="265555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2340506" y="36111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2340506" y="3992153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2340506" y="4955164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2340506" y="5265826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646597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300394" y="7153647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Google Shape;2028;p55">
            <a:extLst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 txBox="1">
            <a:spLocks/>
          </p:cNvSpPr>
          <p:nvPr/>
        </p:nvSpPr>
        <p:spPr>
          <a:xfrm>
            <a:off x="6586886" y="25959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Google Shape;2028;p55">
            <a:extLst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 txBox="1">
            <a:spLocks/>
          </p:cNvSpPr>
          <p:nvPr/>
        </p:nvSpPr>
        <p:spPr>
          <a:xfrm>
            <a:off x="6628206" y="383621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5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Google Shape;2028;p55">
            <a:extLst>
              <a:ext uri="{FF2B5EF4-FFF2-40B4-BE49-F238E27FC236}">
                <a16:creationId xmlns:a16="http://schemas.microsoft.com/office/drawing/2014/main" id="{4AEDEB76-F001-487D-9C06-0E03F9E1C799}"/>
              </a:ext>
            </a:extLst>
          </p:cNvPr>
          <p:cNvSpPr txBox="1">
            <a:spLocks/>
          </p:cNvSpPr>
          <p:nvPr/>
        </p:nvSpPr>
        <p:spPr>
          <a:xfrm>
            <a:off x="6617176" y="507644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6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 txBox="1"/>
          <p:nvPr/>
        </p:nvSpPr>
        <p:spPr>
          <a:xfrm>
            <a:off x="7924872" y="3691355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noGrp="1"/>
          </p:cNvSpPr>
          <p:nvPr/>
        </p:nvSpPr>
        <p:spPr>
          <a:xfrm>
            <a:off x="7841499" y="230603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noGrp="1"/>
          </p:cNvSpPr>
          <p:nvPr/>
        </p:nvSpPr>
        <p:spPr>
          <a:xfrm>
            <a:off x="7841499" y="2662779"/>
            <a:ext cx="4256585" cy="97230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noGrp="1"/>
          </p:cNvSpPr>
          <p:nvPr/>
        </p:nvSpPr>
        <p:spPr>
          <a:xfrm>
            <a:off x="7841499" y="36746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noGrp="1"/>
          </p:cNvSpPr>
          <p:nvPr/>
        </p:nvSpPr>
        <p:spPr>
          <a:xfrm>
            <a:off x="7841499" y="399938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BD320A90-AABE-4D9D-BC41-B7C07EE97E7E}"/>
              </a:ext>
            </a:extLst>
          </p:cNvPr>
          <p:cNvSpPr>
            <a:spLocks noGrp="1"/>
          </p:cNvSpPr>
          <p:nvPr/>
        </p:nvSpPr>
        <p:spPr>
          <a:xfrm>
            <a:off x="7890768" y="496239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CB6F5268-F7A7-443C-8FE9-9F62378AB3EF}"/>
              </a:ext>
            </a:extLst>
          </p:cNvPr>
          <p:cNvSpPr>
            <a:spLocks noGrp="1"/>
          </p:cNvSpPr>
          <p:nvPr/>
        </p:nvSpPr>
        <p:spPr>
          <a:xfrm>
            <a:off x="7841499" y="527305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52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3878" y="889212"/>
            <a:ext cx="9431671" cy="1141757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 algn="l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Google Shape;2028;p55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1085893" y="253247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Google Shape;2028;p55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1127213" y="3828982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Google Shape;2028;p55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1116183" y="506921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2423879" y="3571583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2340506" y="227455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2340506" y="2655551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2340506" y="361115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2340506" y="3992153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2340506" y="4955164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2340506" y="5265826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646597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300394" y="7153647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Google Shape;2028;p55">
            <a:extLst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 txBox="1">
            <a:spLocks/>
          </p:cNvSpPr>
          <p:nvPr/>
        </p:nvSpPr>
        <p:spPr>
          <a:xfrm>
            <a:off x="6530614" y="3032076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1" name="Google Shape;2028;p55">
            <a:extLst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 txBox="1">
            <a:spLocks/>
          </p:cNvSpPr>
          <p:nvPr/>
        </p:nvSpPr>
        <p:spPr>
          <a:xfrm>
            <a:off x="6571934" y="4272309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5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 txBox="1"/>
          <p:nvPr/>
        </p:nvSpPr>
        <p:spPr>
          <a:xfrm>
            <a:off x="7868600" y="4127454"/>
            <a:ext cx="3930678" cy="14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noGrp="1"/>
          </p:cNvSpPr>
          <p:nvPr/>
        </p:nvSpPr>
        <p:spPr>
          <a:xfrm>
            <a:off x="7785227" y="2742131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noGrp="1"/>
          </p:cNvSpPr>
          <p:nvPr/>
        </p:nvSpPr>
        <p:spPr>
          <a:xfrm>
            <a:off x="7785227" y="3098878"/>
            <a:ext cx="4256585" cy="97230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noGrp="1"/>
          </p:cNvSpPr>
          <p:nvPr/>
        </p:nvSpPr>
        <p:spPr>
          <a:xfrm>
            <a:off x="7785227" y="4110752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noGrp="1"/>
          </p:cNvSpPr>
          <p:nvPr/>
        </p:nvSpPr>
        <p:spPr>
          <a:xfrm>
            <a:off x="7785227" y="4435480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695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545308"/>
            <a:ext cx="4554538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lang="ru-RU" sz="2000" dirty="0">
              <a:solidFill>
                <a:srgbClr val="21C535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Google Shape;2028;p55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95446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>
            <a:off x="5485060" y="735801"/>
            <a:ext cx="0" cy="573016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4" name="Google Shape;2028;p55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238546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Google Shape;2028;p55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381646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739673" y="1951362"/>
            <a:ext cx="3930678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39673" y="69653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39673" y="107753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215974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2540743"/>
            <a:ext cx="4256585" cy="110807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39673" y="3546502"/>
            <a:ext cx="4256585" cy="4082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39673" y="550909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7550" y="5622792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Google Shape;2028;p55">
            <a:extLst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 txBox="1">
            <a:spLocks/>
          </p:cNvSpPr>
          <p:nvPr/>
        </p:nvSpPr>
        <p:spPr>
          <a:xfrm>
            <a:off x="5578373" y="524747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noGrp="1"/>
          </p:cNvSpPr>
          <p:nvPr/>
        </p:nvSpPr>
        <p:spPr>
          <a:xfrm>
            <a:off x="6739673" y="5091215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B4D4D"/>
              </a:solidFill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noGrp="1"/>
          </p:cNvSpPr>
          <p:nvPr/>
        </p:nvSpPr>
        <p:spPr>
          <a:xfrm>
            <a:off x="6739673" y="4046858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8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20;p62">
            <a:extLst>
              <a:ext uri="{FF2B5EF4-FFF2-40B4-BE49-F238E27FC236}">
                <a16:creationId xmlns:a16="http://schemas.microsoft.com/office/drawing/2014/main" id="{21763EE4-6A69-4980-B5EC-9D2588F1EC46}"/>
              </a:ext>
            </a:extLst>
          </p:cNvPr>
          <p:cNvSpPr txBox="1">
            <a:spLocks/>
          </p:cNvSpPr>
          <p:nvPr/>
        </p:nvSpPr>
        <p:spPr>
          <a:xfrm>
            <a:off x="2218268" y="2792760"/>
            <a:ext cx="7680110" cy="247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2000" b="0" i="0" u="none" strike="noStrike" cap="none">
                <a:solidFill>
                  <a:schemeClr val="accent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 Condensed SemiBold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Bahnschrift Condensed" panose="020B0502040204020203" pitchFamily="34" charset="0"/>
                <a:sym typeface="Barlow Condensed SemiBold"/>
              </a:rPr>
              <a:t>SOMEONE FAMOUS</a:t>
            </a:r>
            <a:r>
              <a:rPr kumimoji="0" lang="ru-RU" sz="4000" b="0" i="0" u="none" strike="noStrike" kern="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Bahnschrift Condensed" panose="020B0502040204020203" pitchFamily="34" charset="0"/>
                <a:sym typeface="Barlow Condensed SemiBold"/>
              </a:rPr>
              <a:t> </a:t>
            </a:r>
            <a:r>
              <a:rPr lang="en" sz="4400" dirty="0">
                <a:solidFill>
                  <a:srgbClr val="F97A07"/>
                </a:solidFill>
              </a:rPr>
              <a:t>This is a quote, words full of wisdom that someone important said and can make the reader get inspired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F97A07"/>
              </a:solidFill>
              <a:effectLst/>
              <a:uLnTx/>
              <a:uFillTx/>
              <a:latin typeface="Bahnschrift Condensed" panose="020B0502040204020203" pitchFamily="34" charset="0"/>
              <a:sym typeface="Barlow Condensed SemiBold"/>
            </a:endParaRPr>
          </a:p>
        </p:txBody>
      </p:sp>
      <p:pic>
        <p:nvPicPr>
          <p:cNvPr id="6" name="Рисунок 12">
            <a:extLst>
              <a:ext uri="{FF2B5EF4-FFF2-40B4-BE49-F238E27FC236}">
                <a16:creationId xmlns:a16="http://schemas.microsoft.com/office/drawing/2014/main" id="{FB2A0074-D696-488A-BA10-A82ECF1DA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0004" y="7443964"/>
            <a:ext cx="3061710" cy="3061710"/>
          </a:xfrm>
          <a:prstGeom prst="rect">
            <a:avLst/>
          </a:prstGeom>
        </p:spPr>
      </p:pic>
      <p:pic>
        <p:nvPicPr>
          <p:cNvPr id="7" name="Рисунок 2">
            <a:extLst>
              <a:ext uri="{FF2B5EF4-FFF2-40B4-BE49-F238E27FC236}">
                <a16:creationId xmlns:a16="http://schemas.microsoft.com/office/drawing/2014/main" id="{B6FA8F08-C17B-486D-ABF3-495B4B422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43661" y="-794428"/>
            <a:ext cx="1857375" cy="1857375"/>
          </a:xfrm>
          <a:prstGeom prst="rect">
            <a:avLst/>
          </a:prstGeom>
        </p:spPr>
      </p:pic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78C19F81-0EFA-4274-92E3-49EC44810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70916" y="392245"/>
            <a:ext cx="6236178" cy="6236178"/>
          </a:xfrm>
          <a:prstGeom prst="rect">
            <a:avLst/>
          </a:prstGeom>
        </p:spPr>
      </p:pic>
      <p:pic>
        <p:nvPicPr>
          <p:cNvPr id="9" name="Рисунок 6">
            <a:extLst>
              <a:ext uri="{FF2B5EF4-FFF2-40B4-BE49-F238E27FC236}">
                <a16:creationId xmlns:a16="http://schemas.microsoft.com/office/drawing/2014/main" id="{9F81BE2F-33D1-4F32-9C11-2F0587A72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354501"/>
            <a:ext cx="1790700" cy="1790700"/>
          </a:xfrm>
          <a:prstGeom prst="rect">
            <a:avLst/>
          </a:prstGeom>
        </p:spPr>
      </p:pic>
      <p:pic>
        <p:nvPicPr>
          <p:cNvPr id="10" name="Рисунок 8">
            <a:extLst>
              <a:ext uri="{FF2B5EF4-FFF2-40B4-BE49-F238E27FC236}">
                <a16:creationId xmlns:a16="http://schemas.microsoft.com/office/drawing/2014/main" id="{1140A66E-35EB-4E21-95D8-7F720BA2F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881133"/>
            <a:ext cx="1257300" cy="12573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35D7CD-47B5-43B4-8D59-F42D31339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443964"/>
            <a:ext cx="2019300" cy="2019300"/>
          </a:xfrm>
          <a:prstGeom prst="rect">
            <a:avLst/>
          </a:prstGeom>
        </p:spPr>
      </p:pic>
      <p:pic>
        <p:nvPicPr>
          <p:cNvPr id="12" name="Рисунок 14">
            <a:extLst>
              <a:ext uri="{FF2B5EF4-FFF2-40B4-BE49-F238E27FC236}">
                <a16:creationId xmlns:a16="http://schemas.microsoft.com/office/drawing/2014/main" id="{7144A073-88EA-47ED-9BD0-0605AC89E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410250" y="7783893"/>
            <a:ext cx="3714750" cy="3714750"/>
          </a:xfrm>
          <a:prstGeom prst="rect">
            <a:avLst/>
          </a:prstGeom>
        </p:spPr>
      </p:pic>
      <p:pic>
        <p:nvPicPr>
          <p:cNvPr id="13" name="Рисунок 16">
            <a:extLst>
              <a:ext uri="{FF2B5EF4-FFF2-40B4-BE49-F238E27FC236}">
                <a16:creationId xmlns:a16="http://schemas.microsoft.com/office/drawing/2014/main" id="{9AE28668-49F7-4502-958A-20084C80D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3005863"/>
            <a:ext cx="2257425" cy="2257425"/>
          </a:xfrm>
          <a:prstGeom prst="rect">
            <a:avLst/>
          </a:prstGeom>
        </p:spPr>
      </p:pic>
      <p:pic>
        <p:nvPicPr>
          <p:cNvPr id="14" name="Рисунок 18">
            <a:extLst>
              <a:ext uri="{FF2B5EF4-FFF2-40B4-BE49-F238E27FC236}">
                <a16:creationId xmlns:a16="http://schemas.microsoft.com/office/drawing/2014/main" id="{7ACC452F-47C7-4BED-BAEB-F00A160352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534315" y="-1562101"/>
            <a:ext cx="4271433" cy="4271433"/>
          </a:xfrm>
          <a:prstGeom prst="rect">
            <a:avLst/>
          </a:prstGeom>
        </p:spPr>
      </p:pic>
      <p:pic>
        <p:nvPicPr>
          <p:cNvPr id="15" name="Рисунок 20">
            <a:extLst>
              <a:ext uri="{FF2B5EF4-FFF2-40B4-BE49-F238E27FC236}">
                <a16:creationId xmlns:a16="http://schemas.microsoft.com/office/drawing/2014/main" id="{75D98557-7CB1-42CD-B23F-0FE5612EC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410828"/>
            <a:ext cx="2019300" cy="2019300"/>
          </a:xfrm>
          <a:prstGeom prst="rect">
            <a:avLst/>
          </a:prstGeom>
        </p:spPr>
      </p:pic>
      <p:pic>
        <p:nvPicPr>
          <p:cNvPr id="16" name="Рисунок 22">
            <a:extLst>
              <a:ext uri="{FF2B5EF4-FFF2-40B4-BE49-F238E27FC236}">
                <a16:creationId xmlns:a16="http://schemas.microsoft.com/office/drawing/2014/main" id="{32AFBDD6-5FA2-49D3-8A94-6E1970682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834489"/>
            <a:ext cx="1238250" cy="1238250"/>
          </a:xfrm>
          <a:prstGeom prst="rect">
            <a:avLst/>
          </a:prstGeom>
        </p:spPr>
      </p:pic>
      <p:pic>
        <p:nvPicPr>
          <p:cNvPr id="17" name="Рисунок 24">
            <a:extLst>
              <a:ext uri="{FF2B5EF4-FFF2-40B4-BE49-F238E27FC236}">
                <a16:creationId xmlns:a16="http://schemas.microsoft.com/office/drawing/2014/main" id="{806B39CA-DCA2-463B-9C43-635653D96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4607684" y="328612"/>
            <a:ext cx="3314700" cy="33147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CF592E4-F510-4308-963D-3C474DF22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1991915"/>
            <a:ext cx="1609725" cy="16097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CB82685-6E72-4A48-9077-3BD0F8F27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1983643"/>
            <a:ext cx="2019300" cy="2019300"/>
          </a:xfrm>
          <a:prstGeom prst="rect">
            <a:avLst/>
          </a:prstGeom>
        </p:spPr>
      </p:pic>
      <p:pic>
        <p:nvPicPr>
          <p:cNvPr id="20" name="!!gear-07">
            <a:extLst>
              <a:ext uri="{FF2B5EF4-FFF2-40B4-BE49-F238E27FC236}">
                <a16:creationId xmlns:a16="http://schemas.microsoft.com/office/drawing/2014/main" id="{82002BF0-6BE7-4B59-BC7A-E8377A858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31971" y="7161486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89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2" name="Google Shape;2028;p55">
            <a:extLst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 txBox="1">
            <a:spLocks/>
          </p:cNvSpPr>
          <p:nvPr/>
        </p:nvSpPr>
        <p:spPr>
          <a:xfrm>
            <a:off x="5485060" y="954463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01</a:t>
            </a:r>
          </a:p>
        </p:txBody>
      </p:sp>
      <p:sp>
        <p:nvSpPr>
          <p:cNvPr id="24" name="Google Shape;2028;p55">
            <a:extLst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 txBox="1">
            <a:spLocks/>
          </p:cNvSpPr>
          <p:nvPr/>
        </p:nvSpPr>
        <p:spPr>
          <a:xfrm>
            <a:off x="5526380" y="2385465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02</a:t>
            </a:r>
          </a:p>
        </p:txBody>
      </p:sp>
      <p:sp>
        <p:nvSpPr>
          <p:cNvPr id="25" name="Google Shape;2028;p55">
            <a:extLst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 txBox="1">
            <a:spLocks/>
          </p:cNvSpPr>
          <p:nvPr/>
        </p:nvSpPr>
        <p:spPr>
          <a:xfrm>
            <a:off x="5515350" y="3816467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6739673" y="1951362"/>
            <a:ext cx="3930678" cy="31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6739673" y="696537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6739673" y="1077537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6739673" y="2159743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6739673" y="2540743"/>
            <a:ext cx="4256585" cy="110807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6739673" y="3546502"/>
            <a:ext cx="4256585" cy="4082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6739673" y="5509094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995" y="7363290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833296" y="7733334"/>
            <a:ext cx="3714750" cy="3714750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Google Shape;2028;p55">
            <a:extLst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 txBox="1">
            <a:spLocks/>
          </p:cNvSpPr>
          <p:nvPr/>
        </p:nvSpPr>
        <p:spPr>
          <a:xfrm>
            <a:off x="5578373" y="5247470"/>
            <a:ext cx="11613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rtl="0">
              <a:spcBef>
                <a:spcPts val="0"/>
              </a:spcBef>
            </a:pPr>
            <a:r>
              <a:rPr lang="en" dirty="0">
                <a:solidFill>
                  <a:srgbClr val="676C74"/>
                </a:solidFill>
                <a:latin typeface="Bahnschrift Condensed" panose="020B0502040204020203" pitchFamily="34" charset="0"/>
              </a:rPr>
              <a:t>0</a:t>
            </a:r>
            <a:r>
              <a:rPr lang="ru-RU" dirty="0">
                <a:solidFill>
                  <a:srgbClr val="676C74"/>
                </a:solidFill>
                <a:latin typeface="Bahnschrift Condensed" panose="020B0502040204020203" pitchFamily="34" charset="0"/>
              </a:rPr>
              <a:t>4</a:t>
            </a:r>
            <a:endParaRPr lang="en" dirty="0">
              <a:solidFill>
                <a:srgbClr val="676C74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noGrp="1"/>
          </p:cNvSpPr>
          <p:nvPr/>
        </p:nvSpPr>
        <p:spPr>
          <a:xfrm>
            <a:off x="6739673" y="5091215"/>
            <a:ext cx="4256585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B4D4D"/>
              </a:solidFill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noGrp="1"/>
          </p:cNvSpPr>
          <p:nvPr/>
        </p:nvSpPr>
        <p:spPr>
          <a:xfrm>
            <a:off x="6739673" y="4046858"/>
            <a:ext cx="4256585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51" name="Google Shape;2443;p77">
            <a:extLst>
              <a:ext uri="{FF2B5EF4-FFF2-40B4-BE49-F238E27FC236}">
                <a16:creationId xmlns:a16="http://schemas.microsoft.com/office/drawing/2014/main" id="{7BB8BA26-2CFF-4A7C-BE02-2173B9C3F174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 b="13801"/>
          <a:stretch/>
        </p:blipFill>
        <p:spPr>
          <a:xfrm rot="5400000">
            <a:off x="381587" y="1273871"/>
            <a:ext cx="4994552" cy="4886510"/>
          </a:xfrm>
          <a:prstGeom prst="triangle">
            <a:avLst>
              <a:gd name="adj" fmla="val 50053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4189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/>
          </p:cNvSpPr>
          <p:nvPr/>
        </p:nvSpPr>
        <p:spPr bwMode="auto">
          <a:xfrm>
            <a:off x="3073400" y="1008063"/>
            <a:ext cx="6016625" cy="1235075"/>
          </a:xfrm>
          <a:custGeom>
            <a:avLst/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/>
          <a:ln w="22225" cap="flat">
            <a:solidFill>
              <a:schemeClr val="tx2">
                <a:lumMod val="25000"/>
                <a:lumOff val="7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/>
          </p:cNvSpPr>
          <p:nvPr/>
        </p:nvSpPr>
        <p:spPr bwMode="auto">
          <a:xfrm>
            <a:off x="3230563" y="1146176"/>
            <a:ext cx="5702300" cy="958850"/>
          </a:xfrm>
          <a:custGeom>
            <a:avLst/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>
            <a:schemeClr val="accent2"/>
          </a:solidFill>
          <a:ln w="38100" cap="flat">
            <a:noFill/>
            <a:prstDash val="solid"/>
            <a:miter lim="800000"/>
            <a:headEnd/>
            <a:tailEnd/>
          </a:ln>
          <a:effectLst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 txBox="1"/>
          <p:nvPr/>
        </p:nvSpPr>
        <p:spPr>
          <a:xfrm>
            <a:off x="4705375" y="1310130"/>
            <a:ext cx="27526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500" dirty="0">
                <a:solidFill>
                  <a:schemeClr val="bg1"/>
                </a:solidFill>
                <a:latin typeface="Bahnschrift Condensed" panose="020B0502040204020203" pitchFamily="34" charset="0"/>
                <a:cs typeface="Sora Bold" pitchFamily="2" charset="0"/>
              </a:rPr>
              <a:t>COMPANY VALUES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9BD264EF-E41D-49C7-9A8E-D649ACA8E29F}"/>
              </a:ext>
            </a:extLst>
          </p:cNvPr>
          <p:cNvSpPr>
            <a:spLocks/>
          </p:cNvSpPr>
          <p:nvPr/>
        </p:nvSpPr>
        <p:spPr bwMode="auto">
          <a:xfrm>
            <a:off x="5677607" y="2166938"/>
            <a:ext cx="160338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9126A347-4B9E-4325-8127-1940D0B5ACAA}"/>
              </a:ext>
            </a:extLst>
          </p:cNvPr>
          <p:cNvSpPr>
            <a:spLocks/>
          </p:cNvSpPr>
          <p:nvPr/>
        </p:nvSpPr>
        <p:spPr bwMode="auto">
          <a:xfrm>
            <a:off x="6360699" y="2166938"/>
            <a:ext cx="161925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E482E295-7BFD-4F08-AF7C-A921CBFE8E18}"/>
              </a:ext>
            </a:extLst>
          </p:cNvPr>
          <p:cNvSpPr>
            <a:spLocks/>
          </p:cNvSpPr>
          <p:nvPr/>
        </p:nvSpPr>
        <p:spPr bwMode="auto">
          <a:xfrm>
            <a:off x="6022975" y="2166938"/>
            <a:ext cx="161925" cy="163513"/>
          </a:xfrm>
          <a:custGeom>
            <a:avLst/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FAF2DAC1-FF9D-4F9A-A863-8CCF5C64F8E6}"/>
              </a:ext>
            </a:extLst>
          </p:cNvPr>
          <p:cNvSpPr>
            <a:spLocks/>
          </p:cNvSpPr>
          <p:nvPr/>
        </p:nvSpPr>
        <p:spPr bwMode="auto">
          <a:xfrm>
            <a:off x="3045532" y="2330451"/>
            <a:ext cx="2713038" cy="1016000"/>
          </a:xfrm>
          <a:custGeom>
            <a:avLst/>
            <a:gdLst>
              <a:gd name="T0" fmla="*/ 0 w 844"/>
              <a:gd name="T1" fmla="*/ 316 h 316"/>
              <a:gd name="T2" fmla="*/ 0 w 844"/>
              <a:gd name="T3" fmla="*/ 229 h 316"/>
              <a:gd name="T4" fmla="*/ 84 w 844"/>
              <a:gd name="T5" fmla="*/ 145 h 316"/>
              <a:gd name="T6" fmla="*/ 393 w 844"/>
              <a:gd name="T7" fmla="*/ 145 h 316"/>
              <a:gd name="T8" fmla="*/ 443 w 844"/>
              <a:gd name="T9" fmla="*/ 145 h 316"/>
              <a:gd name="T10" fmla="*/ 760 w 844"/>
              <a:gd name="T11" fmla="*/ 145 h 316"/>
              <a:gd name="T12" fmla="*/ 844 w 844"/>
              <a:gd name="T13" fmla="*/ 61 h 316"/>
              <a:gd name="T14" fmla="*/ 844 w 844"/>
              <a:gd name="T1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4" h="316">
                <a:moveTo>
                  <a:pt x="0" y="316"/>
                </a:moveTo>
                <a:cubicBezTo>
                  <a:pt x="0" y="229"/>
                  <a:pt x="0" y="229"/>
                  <a:pt x="0" y="229"/>
                </a:cubicBezTo>
                <a:cubicBezTo>
                  <a:pt x="0" y="183"/>
                  <a:pt x="38" y="145"/>
                  <a:pt x="84" y="145"/>
                </a:cubicBezTo>
                <a:cubicBezTo>
                  <a:pt x="393" y="145"/>
                  <a:pt x="393" y="145"/>
                  <a:pt x="393" y="145"/>
                </a:cubicBezTo>
                <a:cubicBezTo>
                  <a:pt x="443" y="145"/>
                  <a:pt x="443" y="145"/>
                  <a:pt x="443" y="145"/>
                </a:cubicBezTo>
                <a:cubicBezTo>
                  <a:pt x="760" y="145"/>
                  <a:pt x="760" y="145"/>
                  <a:pt x="760" y="145"/>
                </a:cubicBezTo>
                <a:cubicBezTo>
                  <a:pt x="806" y="145"/>
                  <a:pt x="844" y="107"/>
                  <a:pt x="844" y="61"/>
                </a:cubicBezTo>
                <a:cubicBezTo>
                  <a:pt x="844" y="0"/>
                  <a:pt x="844" y="0"/>
                  <a:pt x="844" y="0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C1CE8069-36DE-49A8-84E1-44E1ED9ED66B}"/>
              </a:ext>
            </a:extLst>
          </p:cNvPr>
          <p:cNvSpPr>
            <a:spLocks/>
          </p:cNvSpPr>
          <p:nvPr/>
        </p:nvSpPr>
        <p:spPr bwMode="auto">
          <a:xfrm>
            <a:off x="6441662" y="2330451"/>
            <a:ext cx="2709863" cy="1016000"/>
          </a:xfrm>
          <a:custGeom>
            <a:avLst/>
            <a:gdLst>
              <a:gd name="T0" fmla="*/ 843 w 843"/>
              <a:gd name="T1" fmla="*/ 316 h 316"/>
              <a:gd name="T2" fmla="*/ 843 w 843"/>
              <a:gd name="T3" fmla="*/ 229 h 316"/>
              <a:gd name="T4" fmla="*/ 759 w 843"/>
              <a:gd name="T5" fmla="*/ 145 h 316"/>
              <a:gd name="T6" fmla="*/ 450 w 843"/>
              <a:gd name="T7" fmla="*/ 145 h 316"/>
              <a:gd name="T8" fmla="*/ 400 w 843"/>
              <a:gd name="T9" fmla="*/ 145 h 316"/>
              <a:gd name="T10" fmla="*/ 84 w 843"/>
              <a:gd name="T11" fmla="*/ 145 h 316"/>
              <a:gd name="T12" fmla="*/ 0 w 843"/>
              <a:gd name="T13" fmla="*/ 61 h 316"/>
              <a:gd name="T14" fmla="*/ 0 w 843"/>
              <a:gd name="T1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43" h="316">
                <a:moveTo>
                  <a:pt x="843" y="316"/>
                </a:moveTo>
                <a:cubicBezTo>
                  <a:pt x="843" y="229"/>
                  <a:pt x="843" y="229"/>
                  <a:pt x="843" y="229"/>
                </a:cubicBezTo>
                <a:cubicBezTo>
                  <a:pt x="843" y="183"/>
                  <a:pt x="805" y="145"/>
                  <a:pt x="759" y="145"/>
                </a:cubicBezTo>
                <a:cubicBezTo>
                  <a:pt x="450" y="145"/>
                  <a:pt x="450" y="145"/>
                  <a:pt x="450" y="145"/>
                </a:cubicBezTo>
                <a:cubicBezTo>
                  <a:pt x="400" y="145"/>
                  <a:pt x="400" y="145"/>
                  <a:pt x="400" y="145"/>
                </a:cubicBezTo>
                <a:cubicBezTo>
                  <a:pt x="84" y="145"/>
                  <a:pt x="84" y="145"/>
                  <a:pt x="84" y="145"/>
                </a:cubicBezTo>
                <a:cubicBezTo>
                  <a:pt x="37" y="145"/>
                  <a:pt x="0" y="107"/>
                  <a:pt x="0" y="6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8A1FD770-ABE3-4D34-A505-2A1B49159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565651"/>
            <a:ext cx="169863" cy="171450"/>
          </a:xfrm>
          <a:prstGeom prst="ellipse">
            <a:avLst/>
          </a:prstGeom>
          <a:noFill/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ABDB8703-276D-4CBB-A3D9-2CDB1877F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8" y="4565651"/>
            <a:ext cx="169863" cy="171450"/>
          </a:xfrm>
          <a:prstGeom prst="ellipse">
            <a:avLst/>
          </a:prstGeom>
          <a:noFill/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880332D3-D223-4A14-8B7B-CCC59763ED74}"/>
              </a:ext>
            </a:extLst>
          </p:cNvPr>
          <p:cNvSpPr>
            <a:spLocks/>
          </p:cNvSpPr>
          <p:nvPr/>
        </p:nvSpPr>
        <p:spPr bwMode="auto">
          <a:xfrm>
            <a:off x="1874838" y="4737101"/>
            <a:ext cx="2425700" cy="1116013"/>
          </a:xfrm>
          <a:custGeom>
            <a:avLst/>
            <a:gdLst>
              <a:gd name="T0" fmla="*/ 755 w 755"/>
              <a:gd name="T1" fmla="*/ 0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0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21">
            <a:extLst>
              <a:ext uri="{FF2B5EF4-FFF2-40B4-BE49-F238E27FC236}">
                <a16:creationId xmlns:a16="http://schemas.microsoft.com/office/drawing/2014/main" id="{0DA7A3FF-D8E2-4EB1-9312-61444F36687D}"/>
              </a:ext>
            </a:extLst>
          </p:cNvPr>
          <p:cNvSpPr>
            <a:spLocks/>
          </p:cNvSpPr>
          <p:nvPr/>
        </p:nvSpPr>
        <p:spPr bwMode="auto">
          <a:xfrm>
            <a:off x="1874838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317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317"/>
                  <a:pt x="755" y="317"/>
                  <a:pt x="755" y="317"/>
                </a:cubicBezTo>
              </a:path>
            </a:pathLst>
          </a:custGeom>
          <a:noFill/>
          <a:ln w="19050" cap="rnd">
            <a:solidFill>
              <a:srgbClr val="F5340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22">
            <a:extLst>
              <a:ext uri="{FF2B5EF4-FFF2-40B4-BE49-F238E27FC236}">
                <a16:creationId xmlns:a16="http://schemas.microsoft.com/office/drawing/2014/main" id="{8D896DBB-149C-464F-B8CF-E979A08CEF5F}"/>
              </a:ext>
            </a:extLst>
          </p:cNvPr>
          <p:cNvSpPr>
            <a:spLocks/>
          </p:cNvSpPr>
          <p:nvPr/>
        </p:nvSpPr>
        <p:spPr bwMode="auto">
          <a:xfrm>
            <a:off x="4285457" y="4632326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6AB897DA-23FC-480B-8635-622521046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4565651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24">
            <a:extLst>
              <a:ext uri="{FF2B5EF4-FFF2-40B4-BE49-F238E27FC236}">
                <a16:creationId xmlns:a16="http://schemas.microsoft.com/office/drawing/2014/main" id="{2566825F-E3CA-4FD5-AED3-FEBB6A290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4681538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1309CE2D-D3C5-4368-AFA9-66A832AF201A}"/>
              </a:ext>
            </a:extLst>
          </p:cNvPr>
          <p:cNvSpPr>
            <a:spLocks/>
          </p:cNvSpPr>
          <p:nvPr/>
        </p:nvSpPr>
        <p:spPr bwMode="auto">
          <a:xfrm>
            <a:off x="4883150" y="4737101"/>
            <a:ext cx="2425700" cy="1116013"/>
          </a:xfrm>
          <a:custGeom>
            <a:avLst/>
            <a:gdLst>
              <a:gd name="T0" fmla="*/ 755 w 755"/>
              <a:gd name="T1" fmla="*/ 36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36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6">
            <a:extLst>
              <a:ext uri="{FF2B5EF4-FFF2-40B4-BE49-F238E27FC236}">
                <a16:creationId xmlns:a16="http://schemas.microsoft.com/office/drawing/2014/main" id="{7E3FD2F7-289E-4848-8641-EC9AD927B3F7}"/>
              </a:ext>
            </a:extLst>
          </p:cNvPr>
          <p:cNvSpPr>
            <a:spLocks/>
          </p:cNvSpPr>
          <p:nvPr/>
        </p:nvSpPr>
        <p:spPr bwMode="auto">
          <a:xfrm>
            <a:off x="4883150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89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89"/>
                  <a:pt x="755" y="289"/>
                  <a:pt x="755" y="289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27">
            <a:extLst>
              <a:ext uri="{FF2B5EF4-FFF2-40B4-BE49-F238E27FC236}">
                <a16:creationId xmlns:a16="http://schemas.microsoft.com/office/drawing/2014/main" id="{35780136-49D8-4277-A0EF-82A06E6B9474}"/>
              </a:ext>
            </a:extLst>
          </p:cNvPr>
          <p:cNvSpPr>
            <a:spLocks/>
          </p:cNvSpPr>
          <p:nvPr/>
        </p:nvSpPr>
        <p:spPr bwMode="auto">
          <a:xfrm>
            <a:off x="7290594" y="4748213"/>
            <a:ext cx="34925" cy="38100"/>
          </a:xfrm>
          <a:custGeom>
            <a:avLst/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6E86E877-F74A-48D7-9F71-72A05205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5" y="4440238"/>
            <a:ext cx="169863" cy="171450"/>
          </a:xfrm>
          <a:prstGeom prst="ellips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30917850-7A65-44D5-9C8A-63B55973E185}"/>
              </a:ext>
            </a:extLst>
          </p:cNvPr>
          <p:cNvSpPr>
            <a:spLocks/>
          </p:cNvSpPr>
          <p:nvPr/>
        </p:nvSpPr>
        <p:spPr bwMode="auto">
          <a:xfrm>
            <a:off x="7290594" y="4506913"/>
            <a:ext cx="34925" cy="38100"/>
          </a:xfrm>
          <a:custGeom>
            <a:avLst/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1D95CEE5-9E63-4D50-9EB1-88B114A59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611688"/>
            <a:ext cx="0" cy="69850"/>
          </a:xfrm>
          <a:prstGeom prst="line">
            <a:avLst/>
          </a:prstGeom>
          <a:noFill/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31F848A7-A3E7-459A-9752-9AD52EAA7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4565651"/>
            <a:ext cx="169863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32">
            <a:extLst>
              <a:ext uri="{FF2B5EF4-FFF2-40B4-BE49-F238E27FC236}">
                <a16:creationId xmlns:a16="http://schemas.microsoft.com/office/drawing/2014/main" id="{40D3E6F7-8005-4C01-8FE9-0CDA7B696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797426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33">
            <a:extLst>
              <a:ext uri="{FF2B5EF4-FFF2-40B4-BE49-F238E27FC236}">
                <a16:creationId xmlns:a16="http://schemas.microsoft.com/office/drawing/2014/main" id="{C7A7D8F3-DD00-49A8-9A3E-4B54B4CB8C59}"/>
              </a:ext>
            </a:extLst>
          </p:cNvPr>
          <p:cNvSpPr>
            <a:spLocks/>
          </p:cNvSpPr>
          <p:nvPr/>
        </p:nvSpPr>
        <p:spPr bwMode="auto">
          <a:xfrm>
            <a:off x="7881938" y="4737101"/>
            <a:ext cx="2425700" cy="1116013"/>
          </a:xfrm>
          <a:custGeom>
            <a:avLst/>
            <a:gdLst>
              <a:gd name="T0" fmla="*/ 755 w 755"/>
              <a:gd name="T1" fmla="*/ 72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47">
                <a:moveTo>
                  <a:pt x="755" y="72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CB83A579-A031-43AE-8712-D01BC74C16C4}"/>
              </a:ext>
            </a:extLst>
          </p:cNvPr>
          <p:cNvSpPr>
            <a:spLocks/>
          </p:cNvSpPr>
          <p:nvPr/>
        </p:nvSpPr>
        <p:spPr bwMode="auto">
          <a:xfrm>
            <a:off x="7881938" y="3430588"/>
            <a:ext cx="2425700" cy="1022350"/>
          </a:xfrm>
          <a:custGeom>
            <a:avLst/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41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41"/>
                  <a:pt x="755" y="241"/>
                  <a:pt x="755" y="241"/>
                </a:cubicBezTo>
              </a:path>
            </a:pathLst>
          </a:custGeom>
          <a:noFill/>
          <a:ln w="19050" cap="rnd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F26DAAE6-D5B5-44EB-A95E-12B69E868BAA}"/>
              </a:ext>
            </a:extLst>
          </p:cNvPr>
          <p:cNvSpPr>
            <a:spLocks/>
          </p:cNvSpPr>
          <p:nvPr/>
        </p:nvSpPr>
        <p:spPr bwMode="auto">
          <a:xfrm>
            <a:off x="10291763" y="4864101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36">
            <a:extLst>
              <a:ext uri="{FF2B5EF4-FFF2-40B4-BE49-F238E27FC236}">
                <a16:creationId xmlns:a16="http://schemas.microsoft.com/office/drawing/2014/main" id="{0E306A5D-A651-4A7E-AA09-B391D5FD8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556126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01C662C6-CFC3-42FC-A54B-37141CB333DA}"/>
              </a:ext>
            </a:extLst>
          </p:cNvPr>
          <p:cNvSpPr>
            <a:spLocks/>
          </p:cNvSpPr>
          <p:nvPr/>
        </p:nvSpPr>
        <p:spPr bwMode="auto">
          <a:xfrm>
            <a:off x="10291763" y="4622801"/>
            <a:ext cx="34925" cy="38100"/>
          </a:xfrm>
          <a:custGeom>
            <a:avLst/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81BB2546-1F0F-4F3D-AD0B-CB2E600B9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07638" y="4727576"/>
            <a:ext cx="0" cy="69850"/>
          </a:xfrm>
          <a:prstGeom prst="lin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Oval 39">
            <a:extLst>
              <a:ext uri="{FF2B5EF4-FFF2-40B4-BE49-F238E27FC236}">
                <a16:creationId xmlns:a16="http://schemas.microsoft.com/office/drawing/2014/main" id="{A63E17F7-A2BA-4ABC-8E40-12E4CB53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0" y="4311651"/>
            <a:ext cx="171450" cy="171450"/>
          </a:xfrm>
          <a:prstGeom prst="ellips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8CCEB834-BEA0-4FDB-9FFE-6BC61A34E8A5}"/>
              </a:ext>
            </a:extLst>
          </p:cNvPr>
          <p:cNvSpPr>
            <a:spLocks/>
          </p:cNvSpPr>
          <p:nvPr/>
        </p:nvSpPr>
        <p:spPr bwMode="auto">
          <a:xfrm>
            <a:off x="10291763" y="4379914"/>
            <a:ext cx="34925" cy="34925"/>
          </a:xfrm>
          <a:custGeom>
            <a:avLst/>
            <a:gdLst>
              <a:gd name="T0" fmla="*/ 11 w 11"/>
              <a:gd name="T1" fmla="*/ 6 h 11"/>
              <a:gd name="T2" fmla="*/ 5 w 11"/>
              <a:gd name="T3" fmla="*/ 11 h 11"/>
              <a:gd name="T4" fmla="*/ 5 w 11"/>
              <a:gd name="T5" fmla="*/ 11 h 11"/>
              <a:gd name="T6" fmla="*/ 0 w 11"/>
              <a:gd name="T7" fmla="*/ 6 h 11"/>
              <a:gd name="T8" fmla="*/ 0 w 11"/>
              <a:gd name="T9" fmla="*/ 6 h 11"/>
              <a:gd name="T10" fmla="*/ 5 w 11"/>
              <a:gd name="T11" fmla="*/ 0 h 11"/>
              <a:gd name="T12" fmla="*/ 5 w 11"/>
              <a:gd name="T13" fmla="*/ 0 h 11"/>
              <a:gd name="T14" fmla="*/ 11 w 11"/>
              <a:gd name="T15" fmla="*/ 6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1">
                <a:moveTo>
                  <a:pt x="11" y="6"/>
                </a:moveTo>
                <a:cubicBezTo>
                  <a:pt x="11" y="9"/>
                  <a:pt x="8" y="11"/>
                  <a:pt x="5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41">
            <a:extLst>
              <a:ext uri="{FF2B5EF4-FFF2-40B4-BE49-F238E27FC236}">
                <a16:creationId xmlns:a16="http://schemas.microsoft.com/office/drawing/2014/main" id="{7AE5A7CC-DD0A-44ED-BEDE-1F9B7C2A1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07638" y="4483101"/>
            <a:ext cx="0" cy="73025"/>
          </a:xfrm>
          <a:prstGeom prst="line">
            <a:avLst/>
          </a:prstGeom>
          <a:noFill/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CB6583FE-BA61-465C-BC7D-A71EE2A1C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938" y="2330451"/>
            <a:ext cx="0" cy="1016000"/>
          </a:xfrm>
          <a:prstGeom prst="line">
            <a:avLst/>
          </a:prstGeom>
          <a:noFill/>
          <a:ln w="19050" cap="rnd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23579-0B2B-4EAE-9891-DF0D2163B5DB}"/>
              </a:ext>
            </a:extLst>
          </p:cNvPr>
          <p:cNvSpPr txBox="1"/>
          <p:nvPr/>
        </p:nvSpPr>
        <p:spPr>
          <a:xfrm>
            <a:off x="8457944" y="3866536"/>
            <a:ext cx="12682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latin typeface="Bahnschrift Condensed" panose="020B0502040204020203" pitchFamily="34" charset="0"/>
                <a:cs typeface="Sora" pitchFamily="2" charset="0"/>
              </a:rPr>
              <a:t>TALENT ACQUISITION</a:t>
            </a:r>
          </a:p>
        </p:txBody>
      </p:sp>
      <p:cxnSp>
        <p:nvCxnSpPr>
          <p:cNvPr id="36" name="Straight Connector 69">
            <a:extLst>
              <a:ext uri="{FF2B5EF4-FFF2-40B4-BE49-F238E27FC236}">
                <a16:creationId xmlns:a16="http://schemas.microsoft.com/office/drawing/2014/main" id="{A97541C0-1576-4253-AD27-DE664FBF408B}"/>
              </a:ext>
            </a:extLst>
          </p:cNvPr>
          <p:cNvCxnSpPr>
            <a:cxnSpLocks/>
          </p:cNvCxnSpPr>
          <p:nvPr/>
        </p:nvCxnSpPr>
        <p:spPr>
          <a:xfrm>
            <a:off x="8960727" y="4371977"/>
            <a:ext cx="262731" cy="0"/>
          </a:xfrm>
          <a:prstGeom prst="line">
            <a:avLst/>
          </a:prstGeom>
          <a:ln w="2222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13">
            <a:extLst>
              <a:ext uri="{FF2B5EF4-FFF2-40B4-BE49-F238E27FC236}">
                <a16:creationId xmlns:a16="http://schemas.microsoft.com/office/drawing/2014/main" id="{57234EC1-8953-4189-9BDD-4825143491C3}"/>
              </a:ext>
            </a:extLst>
          </p:cNvPr>
          <p:cNvSpPr>
            <a:spLocks/>
          </p:cNvSpPr>
          <p:nvPr/>
        </p:nvSpPr>
        <p:spPr bwMode="auto">
          <a:xfrm>
            <a:off x="6022975" y="3346451"/>
            <a:ext cx="161925" cy="161925"/>
          </a:xfrm>
          <a:custGeom>
            <a:avLst/>
            <a:gdLst>
              <a:gd name="T0" fmla="*/ 50 w 50"/>
              <a:gd name="T1" fmla="*/ 25 h 50"/>
              <a:gd name="T2" fmla="*/ 25 w 50"/>
              <a:gd name="T3" fmla="*/ 50 h 50"/>
              <a:gd name="T4" fmla="*/ 25 w 50"/>
              <a:gd name="T5" fmla="*/ 50 h 50"/>
              <a:gd name="T6" fmla="*/ 0 w 50"/>
              <a:gd name="T7" fmla="*/ 25 h 50"/>
              <a:gd name="T8" fmla="*/ 0 w 50"/>
              <a:gd name="T9" fmla="*/ 25 h 50"/>
              <a:gd name="T10" fmla="*/ 25 w 50"/>
              <a:gd name="T11" fmla="*/ 0 h 50"/>
              <a:gd name="T12" fmla="*/ 25 w 50"/>
              <a:gd name="T13" fmla="*/ 0 h 50"/>
              <a:gd name="T14" fmla="*/ 50 w 50"/>
              <a:gd name="T15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0" h="50">
                <a:moveTo>
                  <a:pt x="50" y="25"/>
                </a:moveTo>
                <a:cubicBezTo>
                  <a:pt x="50" y="39"/>
                  <a:pt x="39" y="50"/>
                  <a:pt x="25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lose/>
              </a:path>
            </a:pathLst>
          </a:custGeom>
          <a:solidFill>
            <a:schemeClr val="bg1"/>
          </a:solidFill>
          <a:ln w="1905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16">
            <a:extLst>
              <a:ext uri="{FF2B5EF4-FFF2-40B4-BE49-F238E27FC236}">
                <a16:creationId xmlns:a16="http://schemas.microsoft.com/office/drawing/2014/main" id="{2C756080-8C36-4FE3-A36B-AAA318F55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395" y="3346451"/>
            <a:ext cx="171450" cy="171450"/>
          </a:xfrm>
          <a:prstGeom prst="ellipse">
            <a:avLst/>
          </a:prstGeom>
          <a:solidFill>
            <a:schemeClr val="bg1"/>
          </a:solidFill>
          <a:ln w="19050" cap="flat">
            <a:solidFill>
              <a:srgbClr val="F5340B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17">
            <a:extLst>
              <a:ext uri="{FF2B5EF4-FFF2-40B4-BE49-F238E27FC236}">
                <a16:creationId xmlns:a16="http://schemas.microsoft.com/office/drawing/2014/main" id="{70DC02A2-3BC9-42FA-9E69-7BED8670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212" y="3346451"/>
            <a:ext cx="169863" cy="171450"/>
          </a:xfrm>
          <a:prstGeom prst="ellipse">
            <a:avLst/>
          </a:prstGeom>
          <a:solidFill>
            <a:schemeClr val="bg1"/>
          </a:solidFill>
          <a:ln w="19050" cap="flat">
            <a:solidFill>
              <a:schemeClr val="tx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54A808-455F-46F7-8DFE-093CE1894EEF}"/>
              </a:ext>
            </a:extLst>
          </p:cNvPr>
          <p:cNvSpPr txBox="1"/>
          <p:nvPr/>
        </p:nvSpPr>
        <p:spPr>
          <a:xfrm>
            <a:off x="5413099" y="3866536"/>
            <a:ext cx="133722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latin typeface="Bahnschrift Condensed" panose="020B0502040204020203" pitchFamily="34" charset="0"/>
                <a:cs typeface="Sora" pitchFamily="2" charset="0"/>
              </a:rPr>
              <a:t>EMPLOYEE RETENTION</a:t>
            </a:r>
          </a:p>
        </p:txBody>
      </p:sp>
      <p:cxnSp>
        <p:nvCxnSpPr>
          <p:cNvPr id="41" name="Straight Connector 75">
            <a:extLst>
              <a:ext uri="{FF2B5EF4-FFF2-40B4-BE49-F238E27FC236}">
                <a16:creationId xmlns:a16="http://schemas.microsoft.com/office/drawing/2014/main" id="{D8005445-7DFC-46B0-A0EA-F2E0600FB841}"/>
              </a:ext>
            </a:extLst>
          </p:cNvPr>
          <p:cNvCxnSpPr>
            <a:cxnSpLocks/>
          </p:cNvCxnSpPr>
          <p:nvPr/>
        </p:nvCxnSpPr>
        <p:spPr>
          <a:xfrm>
            <a:off x="5950347" y="4371977"/>
            <a:ext cx="262731" cy="0"/>
          </a:xfrm>
          <a:prstGeom prst="line">
            <a:avLst/>
          </a:prstGeom>
          <a:ln w="222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C89352D-CACA-4352-A3F9-A216BFC112BB}"/>
              </a:ext>
            </a:extLst>
          </p:cNvPr>
          <p:cNvSpPr txBox="1"/>
          <p:nvPr/>
        </p:nvSpPr>
        <p:spPr>
          <a:xfrm>
            <a:off x="2326899" y="3866536"/>
            <a:ext cx="14734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i="0" dirty="0">
                <a:effectLst/>
                <a:latin typeface="Bahnschrift Condensed" panose="020B0502040204020203" pitchFamily="34" charset="0"/>
                <a:cs typeface="Sora" pitchFamily="2" charset="0"/>
              </a:rPr>
              <a:t>EMPLOYEE ENGAGEMENT</a:t>
            </a:r>
          </a:p>
        </p:txBody>
      </p:sp>
      <p:cxnSp>
        <p:nvCxnSpPr>
          <p:cNvPr id="43" name="Straight Connector 79">
            <a:extLst>
              <a:ext uri="{FF2B5EF4-FFF2-40B4-BE49-F238E27FC236}">
                <a16:creationId xmlns:a16="http://schemas.microsoft.com/office/drawing/2014/main" id="{070843E1-CE46-42DF-94EA-0E27D4CEF382}"/>
              </a:ext>
            </a:extLst>
          </p:cNvPr>
          <p:cNvCxnSpPr>
            <a:cxnSpLocks/>
          </p:cNvCxnSpPr>
          <p:nvPr/>
        </p:nvCxnSpPr>
        <p:spPr>
          <a:xfrm>
            <a:off x="2932274" y="4371977"/>
            <a:ext cx="262731" cy="0"/>
          </a:xfrm>
          <a:prstGeom prst="line">
            <a:avLst/>
          </a:prstGeom>
          <a:ln w="22225" cap="rnd">
            <a:solidFill>
              <a:srgbClr val="F534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FDD0E9C-EF22-4EAC-A7D4-2D8BD5B979B9}"/>
              </a:ext>
            </a:extLst>
          </p:cNvPr>
          <p:cNvSpPr txBox="1"/>
          <p:nvPr/>
        </p:nvSpPr>
        <p:spPr>
          <a:xfrm>
            <a:off x="1860871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8836C9-08CD-4E52-8D94-308C060C7EAD}"/>
              </a:ext>
            </a:extLst>
          </p:cNvPr>
          <p:cNvSpPr txBox="1"/>
          <p:nvPr/>
        </p:nvSpPr>
        <p:spPr>
          <a:xfrm>
            <a:off x="4878944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254869-7BD7-4F5B-A0EF-F804F0362FE1}"/>
              </a:ext>
            </a:extLst>
          </p:cNvPr>
          <p:cNvSpPr txBox="1"/>
          <p:nvPr/>
        </p:nvSpPr>
        <p:spPr>
          <a:xfrm>
            <a:off x="7889324" y="4565651"/>
            <a:ext cx="2405536" cy="89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Every employer desires to</a:t>
            </a:r>
          </a:p>
          <a:p>
            <a:pPr algn="ctr">
              <a:lnSpc>
                <a:spcPts val="1560"/>
              </a:lnSpc>
            </a:pP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performance-driven company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culture. However, cultivating the</a:t>
            </a:r>
          </a:p>
          <a:p>
            <a:pPr algn="ctr">
              <a:lnSpc>
                <a:spcPts val="1560"/>
              </a:lnSpc>
            </a:pP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same within organization</a:t>
            </a:r>
          </a:p>
        </p:txBody>
      </p:sp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61B41F66-9A24-4572-B667-7A06B20FA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0595" y="6871496"/>
            <a:ext cx="3061710" cy="3061710"/>
          </a:xfrm>
          <a:prstGeom prst="rect">
            <a:avLst/>
          </a:prstGeom>
        </p:spPr>
      </p:pic>
      <p:pic>
        <p:nvPicPr>
          <p:cNvPr id="48" name="Рисунок 2">
            <a:extLst>
              <a:ext uri="{FF2B5EF4-FFF2-40B4-BE49-F238E27FC236}">
                <a16:creationId xmlns:a16="http://schemas.microsoft.com/office/drawing/2014/main" id="{21CDCC02-A23B-4C5C-872A-49C664743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9" name="Рисунок 4">
            <a:extLst>
              <a:ext uri="{FF2B5EF4-FFF2-40B4-BE49-F238E27FC236}">
                <a16:creationId xmlns:a16="http://schemas.microsoft.com/office/drawing/2014/main" id="{1AFFB547-9289-4865-83B5-5F60D91D0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64212" y="-1629261"/>
            <a:ext cx="2419350" cy="2419350"/>
          </a:xfrm>
          <a:prstGeom prst="rect">
            <a:avLst/>
          </a:prstGeom>
        </p:spPr>
      </p:pic>
      <p:pic>
        <p:nvPicPr>
          <p:cNvPr id="50" name="Рисунок 6">
            <a:extLst>
              <a:ext uri="{FF2B5EF4-FFF2-40B4-BE49-F238E27FC236}">
                <a16:creationId xmlns:a16="http://schemas.microsoft.com/office/drawing/2014/main" id="{E0EE46C6-F60B-4656-B76F-3EA9A8823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1" name="Рисунок 8">
            <a:extLst>
              <a:ext uri="{FF2B5EF4-FFF2-40B4-BE49-F238E27FC236}">
                <a16:creationId xmlns:a16="http://schemas.microsoft.com/office/drawing/2014/main" id="{8941E3E1-5832-4640-9CF4-8CCAE564B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52" name="Рисунок 10">
            <a:extLst>
              <a:ext uri="{FF2B5EF4-FFF2-40B4-BE49-F238E27FC236}">
                <a16:creationId xmlns:a16="http://schemas.microsoft.com/office/drawing/2014/main" id="{AE3725B7-798A-49B9-AF15-5772FA96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3" name="Рисунок 14">
            <a:extLst>
              <a:ext uri="{FF2B5EF4-FFF2-40B4-BE49-F238E27FC236}">
                <a16:creationId xmlns:a16="http://schemas.microsoft.com/office/drawing/2014/main" id="{7090C3E4-C45D-41A5-A847-591CF6CBD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551112" y="7439445"/>
            <a:ext cx="3714750" cy="3714750"/>
          </a:xfrm>
          <a:prstGeom prst="rect">
            <a:avLst/>
          </a:prstGeom>
        </p:spPr>
      </p:pic>
      <p:pic>
        <p:nvPicPr>
          <p:cNvPr id="54" name="Рисунок 16">
            <a:extLst>
              <a:ext uri="{FF2B5EF4-FFF2-40B4-BE49-F238E27FC236}">
                <a16:creationId xmlns:a16="http://schemas.microsoft.com/office/drawing/2014/main" id="{F13BE766-A2F5-46E7-94C3-64F9B41A6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5" name="Рисунок 18">
            <a:extLst>
              <a:ext uri="{FF2B5EF4-FFF2-40B4-BE49-F238E27FC236}">
                <a16:creationId xmlns:a16="http://schemas.microsoft.com/office/drawing/2014/main" id="{B1B0E74B-6176-4D41-BB80-39C40CA47E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873933" y="-1089583"/>
            <a:ext cx="4436033" cy="4436033"/>
          </a:xfrm>
          <a:prstGeom prst="rect">
            <a:avLst/>
          </a:prstGeom>
        </p:spPr>
      </p:pic>
      <p:pic>
        <p:nvPicPr>
          <p:cNvPr id="56" name="Рисунок 20">
            <a:extLst>
              <a:ext uri="{FF2B5EF4-FFF2-40B4-BE49-F238E27FC236}">
                <a16:creationId xmlns:a16="http://schemas.microsoft.com/office/drawing/2014/main" id="{737E59C5-6912-461C-843F-CB0CA352F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7" name="Рисунок 22">
            <a:extLst>
              <a:ext uri="{FF2B5EF4-FFF2-40B4-BE49-F238E27FC236}">
                <a16:creationId xmlns:a16="http://schemas.microsoft.com/office/drawing/2014/main" id="{B4A192CF-AA05-48DD-8282-8AF0E94CC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8" name="Рисунок 24">
            <a:extLst>
              <a:ext uri="{FF2B5EF4-FFF2-40B4-BE49-F238E27FC236}">
                <a16:creationId xmlns:a16="http://schemas.microsoft.com/office/drawing/2014/main" id="{618050CF-8785-4365-A3CD-9BFDEBE56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5377534" y="-723850"/>
            <a:ext cx="3314700" cy="33147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8EBE0D10-C164-4CFA-8B16-CFD697C26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16F4AE20-2F0A-4601-93C8-58CEDDD5E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61" name="!!gear-07">
            <a:extLst>
              <a:ext uri="{FF2B5EF4-FFF2-40B4-BE49-F238E27FC236}">
                <a16:creationId xmlns:a16="http://schemas.microsoft.com/office/drawing/2014/main" id="{684BBA3D-E0D7-492B-B3B3-C10F4CA5E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07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/>
          </p:cNvSpPr>
          <p:nvPr/>
        </p:nvSpPr>
        <p:spPr bwMode="auto">
          <a:xfrm>
            <a:off x="3073400" y="1008063"/>
            <a:ext cx="6016625" cy="1235075"/>
          </a:xfrm>
          <a:custGeom>
            <a:avLst/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/>
          <a:ln w="22225" cap="flat">
            <a:solidFill>
              <a:schemeClr val="tx2">
                <a:lumMod val="25000"/>
                <a:lumOff val="7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/>
          </p:cNvSpPr>
          <p:nvPr/>
        </p:nvSpPr>
        <p:spPr bwMode="auto">
          <a:xfrm>
            <a:off x="3230563" y="1146176"/>
            <a:ext cx="5702300" cy="958850"/>
          </a:xfrm>
          <a:custGeom>
            <a:avLst/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>
            <a:schemeClr val="accent2"/>
          </a:solidFill>
          <a:ln w="38100" cap="flat">
            <a:noFill/>
            <a:prstDash val="solid"/>
            <a:miter lim="800000"/>
            <a:headEnd/>
            <a:tailEnd/>
          </a:ln>
          <a:effectLst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 txBox="1"/>
          <p:nvPr/>
        </p:nvSpPr>
        <p:spPr>
          <a:xfrm>
            <a:off x="4705375" y="1310130"/>
            <a:ext cx="27526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500" dirty="0">
                <a:solidFill>
                  <a:schemeClr val="bg1"/>
                </a:solidFill>
                <a:latin typeface="Bahnschrift Condensed" panose="020B0502040204020203" pitchFamily="34" charset="0"/>
                <a:cs typeface="Sora Bold" pitchFamily="2" charset="0"/>
              </a:rPr>
              <a:t>COMPANY VALUES</a:t>
            </a: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ED00015D-82CB-4F0C-A570-95D42A4480B3}"/>
              </a:ext>
            </a:extLst>
          </p:cNvPr>
          <p:cNvGrpSpPr/>
          <p:nvPr/>
        </p:nvGrpSpPr>
        <p:grpSpPr>
          <a:xfrm>
            <a:off x="459212" y="2166938"/>
            <a:ext cx="4047245" cy="3686176"/>
            <a:chOff x="459212" y="2166938"/>
            <a:chExt cx="4047245" cy="3686176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BD264EF-E41D-49C7-9A8E-D649ACA8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119" y="2166938"/>
              <a:ext cx="160338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FAF2DAC1-FF9D-4F9A-A863-8CCF5C64F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044" y="2330451"/>
              <a:ext cx="2713038" cy="1016000"/>
            </a:xfrm>
            <a:custGeom>
              <a:avLst/>
              <a:gdLst>
                <a:gd name="T0" fmla="*/ 0 w 844"/>
                <a:gd name="T1" fmla="*/ 316 h 316"/>
                <a:gd name="T2" fmla="*/ 0 w 844"/>
                <a:gd name="T3" fmla="*/ 229 h 316"/>
                <a:gd name="T4" fmla="*/ 84 w 844"/>
                <a:gd name="T5" fmla="*/ 145 h 316"/>
                <a:gd name="T6" fmla="*/ 393 w 844"/>
                <a:gd name="T7" fmla="*/ 145 h 316"/>
                <a:gd name="T8" fmla="*/ 443 w 844"/>
                <a:gd name="T9" fmla="*/ 145 h 316"/>
                <a:gd name="T10" fmla="*/ 760 w 844"/>
                <a:gd name="T11" fmla="*/ 145 h 316"/>
                <a:gd name="T12" fmla="*/ 844 w 844"/>
                <a:gd name="T13" fmla="*/ 61 h 316"/>
                <a:gd name="T14" fmla="*/ 844 w 844"/>
                <a:gd name="T1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4" h="316">
                  <a:moveTo>
                    <a:pt x="0" y="316"/>
                  </a:moveTo>
                  <a:cubicBezTo>
                    <a:pt x="0" y="229"/>
                    <a:pt x="0" y="229"/>
                    <a:pt x="0" y="229"/>
                  </a:cubicBezTo>
                  <a:cubicBezTo>
                    <a:pt x="0" y="183"/>
                    <a:pt x="38" y="145"/>
                    <a:pt x="84" y="145"/>
                  </a:cubicBezTo>
                  <a:cubicBezTo>
                    <a:pt x="393" y="145"/>
                    <a:pt x="393" y="145"/>
                    <a:pt x="393" y="145"/>
                  </a:cubicBezTo>
                  <a:cubicBezTo>
                    <a:pt x="443" y="145"/>
                    <a:pt x="443" y="145"/>
                    <a:pt x="443" y="145"/>
                  </a:cubicBezTo>
                  <a:cubicBezTo>
                    <a:pt x="760" y="145"/>
                    <a:pt x="760" y="145"/>
                    <a:pt x="760" y="145"/>
                  </a:cubicBezTo>
                  <a:cubicBezTo>
                    <a:pt x="806" y="145"/>
                    <a:pt x="844" y="107"/>
                    <a:pt x="844" y="61"/>
                  </a:cubicBezTo>
                  <a:cubicBezTo>
                    <a:pt x="844" y="0"/>
                    <a:pt x="844" y="0"/>
                    <a:pt x="844" y="0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18">
              <a:extLst>
                <a:ext uri="{FF2B5EF4-FFF2-40B4-BE49-F238E27FC236}">
                  <a16:creationId xmlns:a16="http://schemas.microsoft.com/office/drawing/2014/main" id="{8A1FD770-ABE3-4D34-A505-2A1B49159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12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Oval 19">
              <a:extLst>
                <a:ext uri="{FF2B5EF4-FFF2-40B4-BE49-F238E27FC236}">
                  <a16:creationId xmlns:a16="http://schemas.microsoft.com/office/drawing/2014/main" id="{ABDB8703-276D-4CBB-A3D9-2CDB1877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500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880332D3-D223-4A14-8B7B-CCC59763E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350" y="4737101"/>
              <a:ext cx="2425700" cy="1116013"/>
            </a:xfrm>
            <a:custGeom>
              <a:avLst/>
              <a:gdLst>
                <a:gd name="T0" fmla="*/ 755 w 755"/>
                <a:gd name="T1" fmla="*/ 0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0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0DA7A3FF-D8E2-4EB1-9312-61444F366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3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31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317"/>
                    <a:pt x="755" y="317"/>
                    <a:pt x="755" y="317"/>
                  </a:cubicBezTo>
                </a:path>
              </a:pathLst>
            </a:custGeom>
            <a:noFill/>
            <a:ln w="19050" cap="rnd">
              <a:solidFill>
                <a:srgbClr val="F5340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8D896DBB-149C-464F-B8CF-E979A08CE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969" y="4632326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2C756080-8C36-4FE3-A36B-AAA318F55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907" y="3346451"/>
              <a:ext cx="171450" cy="171450"/>
            </a:xfrm>
            <a:prstGeom prst="ellipse">
              <a:avLst/>
            </a:prstGeom>
            <a:solidFill>
              <a:schemeClr val="bg1"/>
            </a:solidFill>
            <a:ln w="19050" cap="flat">
              <a:solidFill>
                <a:srgbClr val="F5340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89352D-CACA-4352-A3F9-A216BFC112BB}"/>
                </a:ext>
              </a:extLst>
            </p:cNvPr>
            <p:cNvSpPr txBox="1"/>
            <p:nvPr/>
          </p:nvSpPr>
          <p:spPr>
            <a:xfrm>
              <a:off x="995411" y="3866536"/>
              <a:ext cx="14734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i="0" dirty="0">
                  <a:effectLst/>
                  <a:latin typeface="Bahnschrift Condensed" panose="020B0502040204020203" pitchFamily="34" charset="0"/>
                  <a:cs typeface="Sora" pitchFamily="2" charset="0"/>
                </a:rPr>
                <a:t>EMPLOYEE ENGAGEMENT</a:t>
              </a:r>
            </a:p>
          </p:txBody>
        </p:sp>
        <p:cxnSp>
          <p:nvCxnSpPr>
            <p:cNvPr id="43" name="Straight Connector 79">
              <a:extLst>
                <a:ext uri="{FF2B5EF4-FFF2-40B4-BE49-F238E27FC236}">
                  <a16:creationId xmlns:a16="http://schemas.microsoft.com/office/drawing/2014/main" id="{070843E1-CE46-42DF-94EA-0E27D4CEF382}"/>
                </a:ext>
              </a:extLst>
            </p:cNvPr>
            <p:cNvCxnSpPr>
              <a:cxnSpLocks/>
            </p:cNvCxnSpPr>
            <p:nvPr/>
          </p:nvCxnSpPr>
          <p:spPr>
            <a:xfrm>
              <a:off x="1600786" y="4371977"/>
              <a:ext cx="262731" cy="0"/>
            </a:xfrm>
            <a:prstGeom prst="line">
              <a:avLst/>
            </a:prstGeom>
            <a:ln w="22225" cap="rnd">
              <a:solidFill>
                <a:srgbClr val="F5340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DD0E9C-EF22-4EAC-A7D4-2D8BD5B979B9}"/>
                </a:ext>
              </a:extLst>
            </p:cNvPr>
            <p:cNvSpPr txBox="1"/>
            <p:nvPr/>
          </p:nvSpPr>
          <p:spPr>
            <a:xfrm>
              <a:off x="529383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BACC7504-3E4E-40CF-A739-159D4D85C195}"/>
              </a:ext>
            </a:extLst>
          </p:cNvPr>
          <p:cNvGrpSpPr/>
          <p:nvPr/>
        </p:nvGrpSpPr>
        <p:grpSpPr>
          <a:xfrm>
            <a:off x="3371267" y="2166938"/>
            <a:ext cx="2593975" cy="3686176"/>
            <a:chOff x="4799013" y="2166938"/>
            <a:chExt cx="2593975" cy="3686176"/>
          </a:xfrm>
        </p:grpSpPr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E482E295-7BFD-4F08-AF7C-A921CBFE8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6AB897DA-23FC-480B-8635-622521046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2566825F-E3CA-4FD5-AED3-FEBB6A290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681538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1309CE2D-D3C5-4368-AFA9-66A832AF2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4737101"/>
              <a:ext cx="2425700" cy="1116013"/>
            </a:xfrm>
            <a:custGeom>
              <a:avLst/>
              <a:gdLst>
                <a:gd name="T0" fmla="*/ 755 w 755"/>
                <a:gd name="T1" fmla="*/ 36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36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7E3FD2F7-289E-4848-8641-EC9AD927B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89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89"/>
                    <a:pt x="755" y="289"/>
                    <a:pt x="755" y="289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35780136-49D8-4277-A0EF-82A06E6B9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7482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28">
              <a:extLst>
                <a:ext uri="{FF2B5EF4-FFF2-40B4-BE49-F238E27FC236}">
                  <a16:creationId xmlns:a16="http://schemas.microsoft.com/office/drawing/2014/main" id="{6E86E877-F74A-48D7-9F71-72A052054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440238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30917850-7A65-44D5-9C8A-63B55973E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5069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1D95CEE5-9E63-4D50-9EB1-88B114A5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50" y="4611688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42">
              <a:extLst>
                <a:ext uri="{FF2B5EF4-FFF2-40B4-BE49-F238E27FC236}">
                  <a16:creationId xmlns:a16="http://schemas.microsoft.com/office/drawing/2014/main" id="{CB6583FE-BA61-465C-BC7D-A71EE2A1C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938" y="2330451"/>
              <a:ext cx="0" cy="1016000"/>
            </a:xfrm>
            <a:prstGeom prst="line">
              <a:avLst/>
            </a:prstGeom>
            <a:noFill/>
            <a:ln w="1905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57234EC1-8953-4189-9BDD-482514349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3346451"/>
              <a:ext cx="161925" cy="161925"/>
            </a:xfrm>
            <a:custGeom>
              <a:avLst/>
              <a:gdLst>
                <a:gd name="T0" fmla="*/ 50 w 50"/>
                <a:gd name="T1" fmla="*/ 25 h 50"/>
                <a:gd name="T2" fmla="*/ 25 w 50"/>
                <a:gd name="T3" fmla="*/ 50 h 50"/>
                <a:gd name="T4" fmla="*/ 25 w 50"/>
                <a:gd name="T5" fmla="*/ 50 h 50"/>
                <a:gd name="T6" fmla="*/ 0 w 50"/>
                <a:gd name="T7" fmla="*/ 25 h 50"/>
                <a:gd name="T8" fmla="*/ 0 w 50"/>
                <a:gd name="T9" fmla="*/ 25 h 50"/>
                <a:gd name="T10" fmla="*/ 25 w 50"/>
                <a:gd name="T11" fmla="*/ 0 h 50"/>
                <a:gd name="T12" fmla="*/ 25 w 50"/>
                <a:gd name="T13" fmla="*/ 0 h 50"/>
                <a:gd name="T14" fmla="*/ 50 w 50"/>
                <a:gd name="T15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39"/>
                    <a:pt x="39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54A808-455F-46F7-8DFE-093CE1894EEF}"/>
                </a:ext>
              </a:extLst>
            </p:cNvPr>
            <p:cNvSpPr txBox="1"/>
            <p:nvPr/>
          </p:nvSpPr>
          <p:spPr>
            <a:xfrm>
              <a:off x="5413099" y="3866536"/>
              <a:ext cx="133722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EMPLOYEE RETENTION</a:t>
              </a:r>
            </a:p>
          </p:txBody>
        </p:sp>
        <p:cxnSp>
          <p:nvCxnSpPr>
            <p:cNvPr id="41" name="Straight Connector 75">
              <a:extLst>
                <a:ext uri="{FF2B5EF4-FFF2-40B4-BE49-F238E27FC236}">
                  <a16:creationId xmlns:a16="http://schemas.microsoft.com/office/drawing/2014/main" id="{D8005445-7DFC-46B0-A0EA-F2E0600FB841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47" y="4371977"/>
              <a:ext cx="262731" cy="0"/>
            </a:xfrm>
            <a:prstGeom prst="line">
              <a:avLst/>
            </a:prstGeom>
            <a:ln w="2222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68836C9-08CD-4E52-8D94-308C060C7EAD}"/>
                </a:ext>
              </a:extLst>
            </p:cNvPr>
            <p:cNvSpPr txBox="1"/>
            <p:nvPr/>
          </p:nvSpPr>
          <p:spPr>
            <a:xfrm>
              <a:off x="487894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7A8D593B-A184-48DC-A20F-31738EA86DC3}"/>
              </a:ext>
            </a:extLst>
          </p:cNvPr>
          <p:cNvGrpSpPr/>
          <p:nvPr/>
        </p:nvGrpSpPr>
        <p:grpSpPr>
          <a:xfrm>
            <a:off x="7660109" y="2166938"/>
            <a:ext cx="4034251" cy="3686176"/>
            <a:chOff x="6360699" y="2166938"/>
            <a:chExt cx="4034251" cy="3686176"/>
          </a:xfrm>
        </p:grpSpPr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126A347-4B9E-4325-8127-1940D0B5A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0699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C1CE8069-36DE-49A8-84E1-44E1ED9E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1662" y="2330451"/>
              <a:ext cx="2709863" cy="1016000"/>
            </a:xfrm>
            <a:custGeom>
              <a:avLst/>
              <a:gdLst>
                <a:gd name="T0" fmla="*/ 843 w 843"/>
                <a:gd name="T1" fmla="*/ 316 h 316"/>
                <a:gd name="T2" fmla="*/ 843 w 843"/>
                <a:gd name="T3" fmla="*/ 229 h 316"/>
                <a:gd name="T4" fmla="*/ 759 w 843"/>
                <a:gd name="T5" fmla="*/ 145 h 316"/>
                <a:gd name="T6" fmla="*/ 450 w 843"/>
                <a:gd name="T7" fmla="*/ 145 h 316"/>
                <a:gd name="T8" fmla="*/ 400 w 843"/>
                <a:gd name="T9" fmla="*/ 145 h 316"/>
                <a:gd name="T10" fmla="*/ 84 w 843"/>
                <a:gd name="T11" fmla="*/ 145 h 316"/>
                <a:gd name="T12" fmla="*/ 0 w 843"/>
                <a:gd name="T13" fmla="*/ 61 h 316"/>
                <a:gd name="T14" fmla="*/ 0 w 843"/>
                <a:gd name="T1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3" h="316">
                  <a:moveTo>
                    <a:pt x="843" y="316"/>
                  </a:moveTo>
                  <a:cubicBezTo>
                    <a:pt x="843" y="229"/>
                    <a:pt x="843" y="229"/>
                    <a:pt x="843" y="229"/>
                  </a:cubicBezTo>
                  <a:cubicBezTo>
                    <a:pt x="843" y="183"/>
                    <a:pt x="805" y="145"/>
                    <a:pt x="759" y="145"/>
                  </a:cubicBezTo>
                  <a:cubicBezTo>
                    <a:pt x="450" y="145"/>
                    <a:pt x="450" y="145"/>
                    <a:pt x="450" y="145"/>
                  </a:cubicBezTo>
                  <a:cubicBezTo>
                    <a:pt x="400" y="145"/>
                    <a:pt x="400" y="145"/>
                    <a:pt x="400" y="145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37" y="145"/>
                    <a:pt x="0" y="107"/>
                    <a:pt x="0" y="6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31">
              <a:extLst>
                <a:ext uri="{FF2B5EF4-FFF2-40B4-BE49-F238E27FC236}">
                  <a16:creationId xmlns:a16="http://schemas.microsoft.com/office/drawing/2014/main" id="{31F848A7-A3E7-459A-9752-9AD52EAA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Oval 32">
              <a:extLst>
                <a:ext uri="{FF2B5EF4-FFF2-40B4-BE49-F238E27FC236}">
                  <a16:creationId xmlns:a16="http://schemas.microsoft.com/office/drawing/2014/main" id="{40D3E6F7-8005-4C01-8FE9-0CDA7B696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797426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33">
              <a:extLst>
                <a:ext uri="{FF2B5EF4-FFF2-40B4-BE49-F238E27FC236}">
                  <a16:creationId xmlns:a16="http://schemas.microsoft.com/office/drawing/2014/main" id="{C7A7D8F3-DD00-49A8-9A3E-4B54B4CB8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1938" y="4737101"/>
              <a:ext cx="2425700" cy="1116013"/>
            </a:xfrm>
            <a:custGeom>
              <a:avLst/>
              <a:gdLst>
                <a:gd name="T0" fmla="*/ 755 w 755"/>
                <a:gd name="T1" fmla="*/ 72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72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34">
              <a:extLst>
                <a:ext uri="{FF2B5EF4-FFF2-40B4-BE49-F238E27FC236}">
                  <a16:creationId xmlns:a16="http://schemas.microsoft.com/office/drawing/2014/main" id="{CB83A579-A031-43AE-8712-D01BC74C1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1938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41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41"/>
                    <a:pt x="755" y="241"/>
                    <a:pt x="755" y="241"/>
                  </a:cubicBezTo>
                </a:path>
              </a:pathLst>
            </a:custGeom>
            <a:noFill/>
            <a:ln w="190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35">
              <a:extLst>
                <a:ext uri="{FF2B5EF4-FFF2-40B4-BE49-F238E27FC236}">
                  <a16:creationId xmlns:a16="http://schemas.microsoft.com/office/drawing/2014/main" id="{F26DAAE6-D5B5-44EB-A95E-12B69E86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864101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36">
              <a:extLst>
                <a:ext uri="{FF2B5EF4-FFF2-40B4-BE49-F238E27FC236}">
                  <a16:creationId xmlns:a16="http://schemas.microsoft.com/office/drawing/2014/main" id="{0E306A5D-A651-4A7E-AA09-B391D5FD8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556126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01C662C6-CFC3-42FC-A54B-37141CB33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622801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5 w 11"/>
                <a:gd name="T3" fmla="*/ 12 h 12"/>
                <a:gd name="T4" fmla="*/ 5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5 w 11"/>
                <a:gd name="T11" fmla="*/ 0 h 12"/>
                <a:gd name="T12" fmla="*/ 5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8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38">
              <a:extLst>
                <a:ext uri="{FF2B5EF4-FFF2-40B4-BE49-F238E27FC236}">
                  <a16:creationId xmlns:a16="http://schemas.microsoft.com/office/drawing/2014/main" id="{81BB2546-1F0F-4F3D-AD0B-CB2E600B9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7638" y="4727576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39">
              <a:extLst>
                <a:ext uri="{FF2B5EF4-FFF2-40B4-BE49-F238E27FC236}">
                  <a16:creationId xmlns:a16="http://schemas.microsoft.com/office/drawing/2014/main" id="{A63E17F7-A2BA-4ABC-8E40-12E4CB538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3500" y="4311651"/>
              <a:ext cx="171450" cy="171450"/>
            </a:xfrm>
            <a:prstGeom prst="ellips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0">
              <a:extLst>
                <a:ext uri="{FF2B5EF4-FFF2-40B4-BE49-F238E27FC236}">
                  <a16:creationId xmlns:a16="http://schemas.microsoft.com/office/drawing/2014/main" id="{8CCEB834-BEA0-4FDB-9FFE-6BC61A34E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4379914"/>
              <a:ext cx="34925" cy="34925"/>
            </a:xfrm>
            <a:custGeom>
              <a:avLst/>
              <a:gdLst>
                <a:gd name="T0" fmla="*/ 11 w 11"/>
                <a:gd name="T1" fmla="*/ 6 h 11"/>
                <a:gd name="T2" fmla="*/ 5 w 11"/>
                <a:gd name="T3" fmla="*/ 11 h 11"/>
                <a:gd name="T4" fmla="*/ 5 w 11"/>
                <a:gd name="T5" fmla="*/ 11 h 11"/>
                <a:gd name="T6" fmla="*/ 0 w 11"/>
                <a:gd name="T7" fmla="*/ 6 h 11"/>
                <a:gd name="T8" fmla="*/ 0 w 11"/>
                <a:gd name="T9" fmla="*/ 6 h 11"/>
                <a:gd name="T10" fmla="*/ 5 w 11"/>
                <a:gd name="T11" fmla="*/ 0 h 11"/>
                <a:gd name="T12" fmla="*/ 5 w 11"/>
                <a:gd name="T13" fmla="*/ 0 h 11"/>
                <a:gd name="T14" fmla="*/ 11 w 11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1">
                  <a:moveTo>
                    <a:pt x="11" y="6"/>
                  </a:moveTo>
                  <a:cubicBezTo>
                    <a:pt x="11" y="9"/>
                    <a:pt x="8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41">
              <a:extLst>
                <a:ext uri="{FF2B5EF4-FFF2-40B4-BE49-F238E27FC236}">
                  <a16:creationId xmlns:a16="http://schemas.microsoft.com/office/drawing/2014/main" id="{7AE5A7CC-DD0A-44ED-BEDE-1F9B7C2A1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7638" y="4483101"/>
              <a:ext cx="0" cy="73025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D023579-0B2B-4EAE-9891-DF0D2163B5DB}"/>
                </a:ext>
              </a:extLst>
            </p:cNvPr>
            <p:cNvSpPr txBox="1"/>
            <p:nvPr/>
          </p:nvSpPr>
          <p:spPr>
            <a:xfrm>
              <a:off x="8457944" y="3866536"/>
              <a:ext cx="12682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TALENT ACQUISITION</a:t>
              </a:r>
            </a:p>
          </p:txBody>
        </p:sp>
        <p:cxnSp>
          <p:nvCxnSpPr>
            <p:cNvPr id="36" name="Straight Connector 69">
              <a:extLst>
                <a:ext uri="{FF2B5EF4-FFF2-40B4-BE49-F238E27FC236}">
                  <a16:creationId xmlns:a16="http://schemas.microsoft.com/office/drawing/2014/main" id="{A97541C0-1576-4253-AD27-DE664FBF408B}"/>
                </a:ext>
              </a:extLst>
            </p:cNvPr>
            <p:cNvCxnSpPr>
              <a:cxnSpLocks/>
            </p:cNvCxnSpPr>
            <p:nvPr/>
          </p:nvCxnSpPr>
          <p:spPr>
            <a:xfrm>
              <a:off x="8960727" y="4371977"/>
              <a:ext cx="262731" cy="0"/>
            </a:xfrm>
            <a:prstGeom prst="line">
              <a:avLst/>
            </a:prstGeom>
            <a:ln w="22225" cap="rnd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70DC02A2-3BC9-42FA-9E69-7BED8670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212" y="3346451"/>
              <a:ext cx="169863" cy="171450"/>
            </a:xfrm>
            <a:prstGeom prst="ellipse">
              <a:avLst/>
            </a:prstGeom>
            <a:solidFill>
              <a:schemeClr val="bg1"/>
            </a:solidFill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5254869-7BD7-4F5B-A0EF-F804F0362FE1}"/>
                </a:ext>
              </a:extLst>
            </p:cNvPr>
            <p:cNvSpPr txBox="1"/>
            <p:nvPr/>
          </p:nvSpPr>
          <p:spPr>
            <a:xfrm>
              <a:off x="788932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5172F500-C87E-4545-9AEA-CBE42FAA9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049" y="7655895"/>
            <a:ext cx="3061710" cy="3061710"/>
          </a:xfrm>
          <a:prstGeom prst="rect">
            <a:avLst/>
          </a:prstGeom>
        </p:spPr>
      </p:pic>
      <p:pic>
        <p:nvPicPr>
          <p:cNvPr id="48" name="Рисунок 2">
            <a:extLst>
              <a:ext uri="{FF2B5EF4-FFF2-40B4-BE49-F238E27FC236}">
                <a16:creationId xmlns:a16="http://schemas.microsoft.com/office/drawing/2014/main" id="{CA01DE05-A40F-4C45-A584-7C9CF5048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9" name="Рисунок 4">
            <a:extLst>
              <a:ext uri="{FF2B5EF4-FFF2-40B4-BE49-F238E27FC236}">
                <a16:creationId xmlns:a16="http://schemas.microsoft.com/office/drawing/2014/main" id="{274C93AD-FB1B-4892-B479-71813D579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50" name="Рисунок 6">
            <a:extLst>
              <a:ext uri="{FF2B5EF4-FFF2-40B4-BE49-F238E27FC236}">
                <a16:creationId xmlns:a16="http://schemas.microsoft.com/office/drawing/2014/main" id="{456F6CF7-16F2-4EFD-BFD7-5B43F1036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1" name="Рисунок 8">
            <a:extLst>
              <a:ext uri="{FF2B5EF4-FFF2-40B4-BE49-F238E27FC236}">
                <a16:creationId xmlns:a16="http://schemas.microsoft.com/office/drawing/2014/main" id="{3579F1FD-EEBC-4590-BBE9-8BB398858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52" name="Рисунок 10">
            <a:extLst>
              <a:ext uri="{FF2B5EF4-FFF2-40B4-BE49-F238E27FC236}">
                <a16:creationId xmlns:a16="http://schemas.microsoft.com/office/drawing/2014/main" id="{6E75DF2A-6E32-4209-9D3A-CF4C184EA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3" name="Рисунок 14">
            <a:extLst>
              <a:ext uri="{FF2B5EF4-FFF2-40B4-BE49-F238E27FC236}">
                <a16:creationId xmlns:a16="http://schemas.microsoft.com/office/drawing/2014/main" id="{72039BDB-7664-42D1-9E56-BCAD9E4B2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352145" y="7427295"/>
            <a:ext cx="3714750" cy="3714750"/>
          </a:xfrm>
          <a:prstGeom prst="rect">
            <a:avLst/>
          </a:prstGeom>
        </p:spPr>
      </p:pic>
      <p:pic>
        <p:nvPicPr>
          <p:cNvPr id="54" name="Рисунок 16">
            <a:extLst>
              <a:ext uri="{FF2B5EF4-FFF2-40B4-BE49-F238E27FC236}">
                <a16:creationId xmlns:a16="http://schemas.microsoft.com/office/drawing/2014/main" id="{A6F7297B-22F4-4C35-9F9E-8D1F51EBE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5" name="Рисунок 18">
            <a:extLst>
              <a:ext uri="{FF2B5EF4-FFF2-40B4-BE49-F238E27FC236}">
                <a16:creationId xmlns:a16="http://schemas.microsoft.com/office/drawing/2014/main" id="{5FD0DD03-5F3B-4368-9799-00D120927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6" name="Рисунок 20">
            <a:extLst>
              <a:ext uri="{FF2B5EF4-FFF2-40B4-BE49-F238E27FC236}">
                <a16:creationId xmlns:a16="http://schemas.microsoft.com/office/drawing/2014/main" id="{6DDA7410-53F2-48AB-9863-4884D146D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7" name="Рисунок 22">
            <a:extLst>
              <a:ext uri="{FF2B5EF4-FFF2-40B4-BE49-F238E27FC236}">
                <a16:creationId xmlns:a16="http://schemas.microsoft.com/office/drawing/2014/main" id="{1269888D-248B-4AE8-976C-703EBAFF4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8" name="Рисунок 24">
            <a:extLst>
              <a:ext uri="{FF2B5EF4-FFF2-40B4-BE49-F238E27FC236}">
                <a16:creationId xmlns:a16="http://schemas.microsoft.com/office/drawing/2014/main" id="{71D5733F-402B-4D78-9D4E-7FAD61D55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5FCEFC57-7C34-41D7-97B9-9E26765C5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9877D342-2B18-4AB9-8D43-6B13182A1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61" name="!!gear-07">
            <a:extLst>
              <a:ext uri="{FF2B5EF4-FFF2-40B4-BE49-F238E27FC236}">
                <a16:creationId xmlns:a16="http://schemas.microsoft.com/office/drawing/2014/main" id="{47EEF440-AC75-4124-BCC0-8E54B256A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8E4EAA3E-4EB4-452D-B1B0-7A1FF8852D4F}"/>
              </a:ext>
            </a:extLst>
          </p:cNvPr>
          <p:cNvGrpSpPr/>
          <p:nvPr/>
        </p:nvGrpSpPr>
        <p:grpSpPr>
          <a:xfrm>
            <a:off x="6197408" y="2169642"/>
            <a:ext cx="2593975" cy="3686176"/>
            <a:chOff x="4799013" y="2166938"/>
            <a:chExt cx="2593975" cy="3686176"/>
          </a:xfrm>
        </p:grpSpPr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F28CF14A-90D0-4865-BD28-F4D4CE587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2166938"/>
              <a:ext cx="161925" cy="163513"/>
            </a:xfrm>
            <a:custGeom>
              <a:avLst/>
              <a:gdLst>
                <a:gd name="T0" fmla="*/ 50 w 50"/>
                <a:gd name="T1" fmla="*/ 25 h 51"/>
                <a:gd name="T2" fmla="*/ 25 w 50"/>
                <a:gd name="T3" fmla="*/ 51 h 51"/>
                <a:gd name="T4" fmla="*/ 25 w 50"/>
                <a:gd name="T5" fmla="*/ 51 h 51"/>
                <a:gd name="T6" fmla="*/ 0 w 50"/>
                <a:gd name="T7" fmla="*/ 25 h 51"/>
                <a:gd name="T8" fmla="*/ 0 w 50"/>
                <a:gd name="T9" fmla="*/ 25 h 51"/>
                <a:gd name="T10" fmla="*/ 25 w 50"/>
                <a:gd name="T11" fmla="*/ 0 h 51"/>
                <a:gd name="T12" fmla="*/ 25 w 50"/>
                <a:gd name="T13" fmla="*/ 0 h 51"/>
                <a:gd name="T14" fmla="*/ 50 w 50"/>
                <a:gd name="T1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1">
                  <a:moveTo>
                    <a:pt x="50" y="25"/>
                  </a:moveTo>
                  <a:cubicBezTo>
                    <a:pt x="50" y="39"/>
                    <a:pt x="39" y="51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11" y="51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2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23">
              <a:extLst>
                <a:ext uri="{FF2B5EF4-FFF2-40B4-BE49-F238E27FC236}">
                  <a16:creationId xmlns:a16="http://schemas.microsoft.com/office/drawing/2014/main" id="{12DFD16D-E60D-4B0D-9CC5-375EBAF36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13" y="4565651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24">
              <a:extLst>
                <a:ext uri="{FF2B5EF4-FFF2-40B4-BE49-F238E27FC236}">
                  <a16:creationId xmlns:a16="http://schemas.microsoft.com/office/drawing/2014/main" id="{42A13F75-B2C0-4C27-81DB-0BF0C62AB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681538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5">
              <a:extLst>
                <a:ext uri="{FF2B5EF4-FFF2-40B4-BE49-F238E27FC236}">
                  <a16:creationId xmlns:a16="http://schemas.microsoft.com/office/drawing/2014/main" id="{EB1F1485-2EC8-46F6-A5A1-853AD5AF5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4737101"/>
              <a:ext cx="2425700" cy="1116013"/>
            </a:xfrm>
            <a:custGeom>
              <a:avLst/>
              <a:gdLst>
                <a:gd name="T0" fmla="*/ 755 w 755"/>
                <a:gd name="T1" fmla="*/ 36 h 347"/>
                <a:gd name="T2" fmla="*/ 755 w 755"/>
                <a:gd name="T3" fmla="*/ 231 h 347"/>
                <a:gd name="T4" fmla="*/ 639 w 755"/>
                <a:gd name="T5" fmla="*/ 347 h 347"/>
                <a:gd name="T6" fmla="*/ 116 w 755"/>
                <a:gd name="T7" fmla="*/ 347 h 347"/>
                <a:gd name="T8" fmla="*/ 0 w 755"/>
                <a:gd name="T9" fmla="*/ 231 h 347"/>
                <a:gd name="T10" fmla="*/ 0 w 755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47">
                  <a:moveTo>
                    <a:pt x="755" y="36"/>
                  </a:moveTo>
                  <a:cubicBezTo>
                    <a:pt x="755" y="231"/>
                    <a:pt x="755" y="231"/>
                    <a:pt x="755" y="231"/>
                  </a:cubicBezTo>
                  <a:cubicBezTo>
                    <a:pt x="755" y="295"/>
                    <a:pt x="703" y="347"/>
                    <a:pt x="639" y="347"/>
                  </a:cubicBezTo>
                  <a:cubicBezTo>
                    <a:pt x="116" y="347"/>
                    <a:pt x="116" y="347"/>
                    <a:pt x="116" y="347"/>
                  </a:cubicBezTo>
                  <a:cubicBezTo>
                    <a:pt x="52" y="347"/>
                    <a:pt x="0" y="295"/>
                    <a:pt x="0" y="23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6">
              <a:extLst>
                <a:ext uri="{FF2B5EF4-FFF2-40B4-BE49-F238E27FC236}">
                  <a16:creationId xmlns:a16="http://schemas.microsoft.com/office/drawing/2014/main" id="{0FA3FAD6-F0BA-4864-A994-A1B8D2D4C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3430588"/>
              <a:ext cx="2425700" cy="1022350"/>
            </a:xfrm>
            <a:custGeom>
              <a:avLst/>
              <a:gdLst>
                <a:gd name="T0" fmla="*/ 0 w 755"/>
                <a:gd name="T1" fmla="*/ 318 h 318"/>
                <a:gd name="T2" fmla="*/ 0 w 755"/>
                <a:gd name="T3" fmla="*/ 116 h 318"/>
                <a:gd name="T4" fmla="*/ 116 w 755"/>
                <a:gd name="T5" fmla="*/ 0 h 318"/>
                <a:gd name="T6" fmla="*/ 639 w 755"/>
                <a:gd name="T7" fmla="*/ 0 h 318"/>
                <a:gd name="T8" fmla="*/ 755 w 755"/>
                <a:gd name="T9" fmla="*/ 116 h 318"/>
                <a:gd name="T10" fmla="*/ 755 w 755"/>
                <a:gd name="T11" fmla="*/ 289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5" h="318">
                  <a:moveTo>
                    <a:pt x="0" y="318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639" y="0"/>
                    <a:pt x="639" y="0"/>
                    <a:pt x="639" y="0"/>
                  </a:cubicBezTo>
                  <a:cubicBezTo>
                    <a:pt x="703" y="0"/>
                    <a:pt x="755" y="52"/>
                    <a:pt x="755" y="116"/>
                  </a:cubicBezTo>
                  <a:cubicBezTo>
                    <a:pt x="755" y="289"/>
                    <a:pt x="755" y="289"/>
                    <a:pt x="755" y="289"/>
                  </a:cubicBezTo>
                </a:path>
              </a:pathLst>
            </a:cu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DE49B2C1-4490-44AA-AD3B-604BA610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7482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28">
              <a:extLst>
                <a:ext uri="{FF2B5EF4-FFF2-40B4-BE49-F238E27FC236}">
                  <a16:creationId xmlns:a16="http://schemas.microsoft.com/office/drawing/2014/main" id="{F7C511B2-9DAA-423B-96ED-62E7C65C7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125" y="4440238"/>
              <a:ext cx="169863" cy="171450"/>
            </a:xfrm>
            <a:prstGeom prst="ellipse">
              <a:avLst/>
            </a:prstGeom>
            <a:noFill/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AF2028D3-3F0B-4D97-AB34-37E33B8EC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594" y="4506913"/>
              <a:ext cx="34925" cy="38100"/>
            </a:xfrm>
            <a:custGeom>
              <a:avLst/>
              <a:gdLst>
                <a:gd name="T0" fmla="*/ 11 w 11"/>
                <a:gd name="T1" fmla="*/ 6 h 12"/>
                <a:gd name="T2" fmla="*/ 6 w 11"/>
                <a:gd name="T3" fmla="*/ 12 h 12"/>
                <a:gd name="T4" fmla="*/ 6 w 11"/>
                <a:gd name="T5" fmla="*/ 12 h 12"/>
                <a:gd name="T6" fmla="*/ 0 w 11"/>
                <a:gd name="T7" fmla="*/ 6 h 12"/>
                <a:gd name="T8" fmla="*/ 0 w 11"/>
                <a:gd name="T9" fmla="*/ 6 h 12"/>
                <a:gd name="T10" fmla="*/ 6 w 11"/>
                <a:gd name="T11" fmla="*/ 0 h 12"/>
                <a:gd name="T12" fmla="*/ 6 w 11"/>
                <a:gd name="T13" fmla="*/ 0 h 12"/>
                <a:gd name="T14" fmla="*/ 11 w 11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9"/>
                    <a:pt x="9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0"/>
                    <a:pt x="11" y="3"/>
                    <a:pt x="11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30">
              <a:extLst>
                <a:ext uri="{FF2B5EF4-FFF2-40B4-BE49-F238E27FC236}">
                  <a16:creationId xmlns:a16="http://schemas.microsoft.com/office/drawing/2014/main" id="{76CF125E-D7AF-4138-9653-AFA46C56D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50" y="4611688"/>
              <a:ext cx="0" cy="69850"/>
            </a:xfrm>
            <a:prstGeom prst="line">
              <a:avLst/>
            </a:prstGeom>
            <a:noFill/>
            <a:ln w="19050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42">
              <a:extLst>
                <a:ext uri="{FF2B5EF4-FFF2-40B4-BE49-F238E27FC236}">
                  <a16:creationId xmlns:a16="http://schemas.microsoft.com/office/drawing/2014/main" id="{6470D773-DAF5-4EA0-BE12-DBBAF1899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938" y="2330451"/>
              <a:ext cx="0" cy="1016000"/>
            </a:xfrm>
            <a:prstGeom prst="line">
              <a:avLst/>
            </a:prstGeom>
            <a:noFill/>
            <a:ln w="19050" cap="rnd">
              <a:solidFill>
                <a:srgbClr val="FB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62F0D57B-BBDF-4199-A616-81053247A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3346451"/>
              <a:ext cx="161925" cy="161925"/>
            </a:xfrm>
            <a:custGeom>
              <a:avLst/>
              <a:gdLst>
                <a:gd name="T0" fmla="*/ 50 w 50"/>
                <a:gd name="T1" fmla="*/ 25 h 50"/>
                <a:gd name="T2" fmla="*/ 25 w 50"/>
                <a:gd name="T3" fmla="*/ 50 h 50"/>
                <a:gd name="T4" fmla="*/ 25 w 50"/>
                <a:gd name="T5" fmla="*/ 50 h 50"/>
                <a:gd name="T6" fmla="*/ 0 w 50"/>
                <a:gd name="T7" fmla="*/ 25 h 50"/>
                <a:gd name="T8" fmla="*/ 0 w 50"/>
                <a:gd name="T9" fmla="*/ 25 h 50"/>
                <a:gd name="T10" fmla="*/ 25 w 50"/>
                <a:gd name="T11" fmla="*/ 0 h 50"/>
                <a:gd name="T12" fmla="*/ 25 w 50"/>
                <a:gd name="T13" fmla="*/ 0 h 50"/>
                <a:gd name="T14" fmla="*/ 50 w 50"/>
                <a:gd name="T15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39"/>
                    <a:pt x="39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rgbClr val="FB4D4D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472770B-A222-4230-BDA1-2B47A0270968}"/>
                </a:ext>
              </a:extLst>
            </p:cNvPr>
            <p:cNvSpPr txBox="1"/>
            <p:nvPr/>
          </p:nvSpPr>
          <p:spPr>
            <a:xfrm>
              <a:off x="5413099" y="3866536"/>
              <a:ext cx="133722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>
                  <a:latin typeface="Bahnschrift Condensed" panose="020B0502040204020203" pitchFamily="34" charset="0"/>
                  <a:cs typeface="Sora" pitchFamily="2" charset="0"/>
                </a:rPr>
                <a:t>EMPLOYEE RETENTION</a:t>
              </a:r>
            </a:p>
          </p:txBody>
        </p:sp>
        <p:cxnSp>
          <p:nvCxnSpPr>
            <p:cNvPr id="78" name="Straight Connector 75">
              <a:extLst>
                <a:ext uri="{FF2B5EF4-FFF2-40B4-BE49-F238E27FC236}">
                  <a16:creationId xmlns:a16="http://schemas.microsoft.com/office/drawing/2014/main" id="{EEFA59FE-2438-47C2-BDA6-A665527D94FA}"/>
                </a:ext>
              </a:extLst>
            </p:cNvPr>
            <p:cNvCxnSpPr>
              <a:cxnSpLocks/>
            </p:cNvCxnSpPr>
            <p:nvPr/>
          </p:nvCxnSpPr>
          <p:spPr>
            <a:xfrm>
              <a:off x="5950347" y="4371977"/>
              <a:ext cx="262731" cy="0"/>
            </a:xfrm>
            <a:prstGeom prst="line">
              <a:avLst/>
            </a:prstGeom>
            <a:ln w="22225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F4975AD-4FA8-472A-91A9-83594BAA9A07}"/>
                </a:ext>
              </a:extLst>
            </p:cNvPr>
            <p:cNvSpPr txBox="1"/>
            <p:nvPr/>
          </p:nvSpPr>
          <p:spPr>
            <a:xfrm>
              <a:off x="4878944" y="4565651"/>
              <a:ext cx="2405536" cy="894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sz="10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Every employer desires to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Have</a:t>
              </a:r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performance-driven company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culture. However, cultivating the</a:t>
              </a:r>
            </a:p>
            <a:p>
              <a:pPr algn="ctr">
                <a:lnSpc>
                  <a:spcPts val="1560"/>
                </a:lnSpc>
              </a:pPr>
              <a:r>
                <a:rPr lang="en-US" sz="1000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Nunito" panose="00000500000000000000" pitchFamily="2" charset="-52"/>
                  <a:ea typeface="Open Sans" panose="020B0606030504020204" pitchFamily="34" charset="0"/>
                  <a:cs typeface="Open Sans" panose="020B0606030504020204" pitchFamily="34" charset="0"/>
                </a:rPr>
                <a:t>same within organization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4345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91744" y="189602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735801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 txBox="1"/>
          <p:nvPr/>
        </p:nvSpPr>
        <p:spPr>
          <a:xfrm>
            <a:off x="8891655" y="3020509"/>
            <a:ext cx="278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 txBox="1"/>
          <p:nvPr/>
        </p:nvSpPr>
        <p:spPr>
          <a:xfrm>
            <a:off x="8891655" y="4709808"/>
            <a:ext cx="278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noGrp="1"/>
          </p:cNvSpPr>
          <p:nvPr/>
        </p:nvSpPr>
        <p:spPr>
          <a:xfrm>
            <a:off x="8660581" y="1287382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noGrp="1"/>
          </p:cNvSpPr>
          <p:nvPr/>
        </p:nvSpPr>
        <p:spPr>
          <a:xfrm>
            <a:off x="8660581" y="1668382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noGrp="1"/>
          </p:cNvSpPr>
          <p:nvPr/>
        </p:nvSpPr>
        <p:spPr>
          <a:xfrm>
            <a:off x="8660581" y="3003807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noGrp="1"/>
          </p:cNvSpPr>
          <p:nvPr/>
        </p:nvSpPr>
        <p:spPr>
          <a:xfrm>
            <a:off x="8660581" y="3384807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noGrp="1"/>
          </p:cNvSpPr>
          <p:nvPr/>
        </p:nvSpPr>
        <p:spPr>
          <a:xfrm>
            <a:off x="8660581" y="4812052"/>
            <a:ext cx="3017992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noGrp="1"/>
          </p:cNvSpPr>
          <p:nvPr/>
        </p:nvSpPr>
        <p:spPr>
          <a:xfrm>
            <a:off x="8660581" y="5193052"/>
            <a:ext cx="3017992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7424066B-2583-42A7-AE22-149C79CED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727" y="7655895"/>
            <a:ext cx="3061710" cy="3061710"/>
          </a:xfrm>
          <a:prstGeom prst="rect">
            <a:avLst/>
          </a:prstGeom>
        </p:spPr>
      </p:pic>
      <p:pic>
        <p:nvPicPr>
          <p:cNvPr id="36" name="Рисунок 2">
            <a:extLst>
              <a:ext uri="{FF2B5EF4-FFF2-40B4-BE49-F238E27FC236}">
                <a16:creationId xmlns:a16="http://schemas.microsoft.com/office/drawing/2014/main" id="{4F3C88A0-6FD2-4031-9749-B339E376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37" name="Рисунок 4">
            <a:extLst>
              <a:ext uri="{FF2B5EF4-FFF2-40B4-BE49-F238E27FC236}">
                <a16:creationId xmlns:a16="http://schemas.microsoft.com/office/drawing/2014/main" id="{C5FA9263-D527-4DD7-BEB4-11BDFEF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8" name="Рисунок 6">
            <a:extLst>
              <a:ext uri="{FF2B5EF4-FFF2-40B4-BE49-F238E27FC236}">
                <a16:creationId xmlns:a16="http://schemas.microsoft.com/office/drawing/2014/main" id="{48C866A3-6BBC-451A-890C-073DE222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E09758D9-2A95-4F25-8EFD-57A3CC4C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0" name="Рисунок 10">
            <a:extLst>
              <a:ext uri="{FF2B5EF4-FFF2-40B4-BE49-F238E27FC236}">
                <a16:creationId xmlns:a16="http://schemas.microsoft.com/office/drawing/2014/main" id="{2E069C1C-65D4-4AE4-8BAE-589E234F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1" name="Рисунок 14">
            <a:extLst>
              <a:ext uri="{FF2B5EF4-FFF2-40B4-BE49-F238E27FC236}">
                <a16:creationId xmlns:a16="http://schemas.microsoft.com/office/drawing/2014/main" id="{3518A30E-E80F-488C-A2DF-DFFF845873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04453" y="927792"/>
            <a:ext cx="4924098" cy="4924098"/>
          </a:xfrm>
          <a:prstGeom prst="rect">
            <a:avLst/>
          </a:prstGeom>
        </p:spPr>
      </p:pic>
      <p:pic>
        <p:nvPicPr>
          <p:cNvPr id="42" name="Рисунок 16">
            <a:extLst>
              <a:ext uri="{FF2B5EF4-FFF2-40B4-BE49-F238E27FC236}">
                <a16:creationId xmlns:a16="http://schemas.microsoft.com/office/drawing/2014/main" id="{5B962F31-33F3-4172-BF15-8D7603AD0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43" name="Рисунок 18">
            <a:extLst>
              <a:ext uri="{FF2B5EF4-FFF2-40B4-BE49-F238E27FC236}">
                <a16:creationId xmlns:a16="http://schemas.microsoft.com/office/drawing/2014/main" id="{9DCCC423-6BBD-4E7B-A006-32BFD0D8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4CB9CACB-1F89-44B7-8B2A-94D27067D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45" name="Рисунок 22">
            <a:extLst>
              <a:ext uri="{FF2B5EF4-FFF2-40B4-BE49-F238E27FC236}">
                <a16:creationId xmlns:a16="http://schemas.microsoft.com/office/drawing/2014/main" id="{3953895A-5344-4792-9E06-B775E92E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6" name="Рисунок 24">
            <a:extLst>
              <a:ext uri="{FF2B5EF4-FFF2-40B4-BE49-F238E27FC236}">
                <a16:creationId xmlns:a16="http://schemas.microsoft.com/office/drawing/2014/main" id="{D11BC8B0-3D9B-4534-94DA-D981EB3F2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0A3C89E-327A-47C8-84C5-8D84E8695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AC0566B-0C22-44EC-AD4D-D56B98CAF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9" name="!!gear-07">
            <a:extLst>
              <a:ext uri="{FF2B5EF4-FFF2-40B4-BE49-F238E27FC236}">
                <a16:creationId xmlns:a16="http://schemas.microsoft.com/office/drawing/2014/main" id="{EFA9A84E-6B86-4F16-B3AE-6CA56AE9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>
          <a:xfrm rot="13438421">
            <a:off x="11331971" y="6982892"/>
            <a:ext cx="3676709" cy="367670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A8CA1AF-70DB-4C08-B88D-41B9C3879914}"/>
              </a:ext>
            </a:extLst>
          </p:cNvPr>
          <p:cNvSpPr txBox="1"/>
          <p:nvPr/>
        </p:nvSpPr>
        <p:spPr>
          <a:xfrm>
            <a:off x="459981" y="2949361"/>
            <a:ext cx="282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26BFCE-8182-4584-8BB2-EF600BF7F00B}"/>
              </a:ext>
            </a:extLst>
          </p:cNvPr>
          <p:cNvSpPr txBox="1"/>
          <p:nvPr/>
        </p:nvSpPr>
        <p:spPr>
          <a:xfrm>
            <a:off x="459981" y="4638660"/>
            <a:ext cx="282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ru-RU" dirty="0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B167DAB7-5D5C-40F9-96D1-5AC17E5158C5}"/>
              </a:ext>
            </a:extLst>
          </p:cNvPr>
          <p:cNvSpPr>
            <a:spLocks noGrp="1"/>
          </p:cNvSpPr>
          <p:nvPr/>
        </p:nvSpPr>
        <p:spPr>
          <a:xfrm>
            <a:off x="459981" y="1216234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7E4C27D6-523F-48EE-A933-AC3B0B865189}"/>
              </a:ext>
            </a:extLst>
          </p:cNvPr>
          <p:cNvSpPr>
            <a:spLocks noGrp="1"/>
          </p:cNvSpPr>
          <p:nvPr/>
        </p:nvSpPr>
        <p:spPr>
          <a:xfrm>
            <a:off x="459981" y="1597234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C8A1CA77-100B-4D62-A244-E15C45691BE2}"/>
              </a:ext>
            </a:extLst>
          </p:cNvPr>
          <p:cNvSpPr>
            <a:spLocks noGrp="1"/>
          </p:cNvSpPr>
          <p:nvPr/>
        </p:nvSpPr>
        <p:spPr>
          <a:xfrm>
            <a:off x="459981" y="2932659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lang="ru-RU" sz="1700" dirty="0">
              <a:solidFill>
                <a:srgbClr val="00B050"/>
              </a:solidFill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324D2A13-9622-4508-9E7B-F7303CD0E89E}"/>
              </a:ext>
            </a:extLst>
          </p:cNvPr>
          <p:cNvSpPr>
            <a:spLocks noGrp="1"/>
          </p:cNvSpPr>
          <p:nvPr/>
        </p:nvSpPr>
        <p:spPr>
          <a:xfrm>
            <a:off x="459981" y="3313659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88737FE9-72EB-41F3-B554-096D8854FBB3}"/>
              </a:ext>
            </a:extLst>
          </p:cNvPr>
          <p:cNvSpPr>
            <a:spLocks noGrp="1"/>
          </p:cNvSpPr>
          <p:nvPr/>
        </p:nvSpPr>
        <p:spPr>
          <a:xfrm>
            <a:off x="459981" y="4740904"/>
            <a:ext cx="3061711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lang="ru-RU"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lang="ru-RU" sz="1700" dirty="0">
              <a:solidFill>
                <a:srgbClr val="FD6D01"/>
              </a:solidFill>
            </a:endParaRPr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502CC410-63E9-430C-A98C-EADB7EBED6AA}"/>
              </a:ext>
            </a:extLst>
          </p:cNvPr>
          <p:cNvSpPr>
            <a:spLocks noGrp="1"/>
          </p:cNvSpPr>
          <p:nvPr/>
        </p:nvSpPr>
        <p:spPr>
          <a:xfrm>
            <a:off x="459981" y="5121904"/>
            <a:ext cx="3061711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ru-RU"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lang="ru-RU" sz="1450" dirty="0">
              <a:solidFill>
                <a:srgbClr val="3F454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D39C4-81E0-4E9E-8F06-B05A083F375B}"/>
              </a:ext>
            </a:extLst>
          </p:cNvPr>
          <p:cNvSpPr txBox="1"/>
          <p:nvPr/>
        </p:nvSpPr>
        <p:spPr>
          <a:xfrm>
            <a:off x="4632411" y="2089138"/>
            <a:ext cx="2864202" cy="2322042"/>
          </a:xfrm>
          <a:prstGeom prst="rect">
            <a:avLst/>
          </a:prstGeom>
          <a:solidFill>
            <a:srgbClr val="EEF0F3"/>
          </a:solidFill>
        </p:spPr>
        <p:txBody>
          <a:bodyPr wrap="square" rtlCol="0" anchor="ctr">
            <a:noAutofit/>
          </a:bodyPr>
          <a:lstStyle/>
          <a:p>
            <a:pPr algn="l"/>
            <a:r>
              <a:rPr lang="ru-RU" dirty="0">
                <a:solidFill>
                  <a:srgbClr val="F5340B"/>
                </a:solidFill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Поддерживать</a:t>
            </a:r>
            <a:r>
              <a:rPr lang="ru-RU" dirty="0">
                <a:effectLst/>
                <a:latin typeface="Nunito" panose="00000500000000000000" pitchFamily="2" charset="-52"/>
                <a:ea typeface="Times New Roman" panose="02020603050405020304" pitchFamily="18" charset="0"/>
              </a:rPr>
              <a:t> — значит замечать не только результат работы, но и состояние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79854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250DF-60BB-41C5-9A75-7ECCCC144E96}"/>
              </a:ext>
            </a:extLst>
          </p:cNvPr>
          <p:cNvSpPr/>
          <p:nvPr/>
        </p:nvSpPr>
        <p:spPr>
          <a:xfrm>
            <a:off x="571500" y="1932631"/>
            <a:ext cx="11049000" cy="4466117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904B7-A56C-424E-9F0B-73D944C5CAC2}"/>
              </a:ext>
            </a:extLst>
          </p:cNvPr>
          <p:cNvSpPr txBox="1"/>
          <p:nvPr/>
        </p:nvSpPr>
        <p:spPr>
          <a:xfrm>
            <a:off x="3466914" y="386905"/>
            <a:ext cx="525817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5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  <a:cs typeface="Sora Bold" pitchFamily="2" charset="0"/>
              </a:rPr>
              <a:t>ТРИ ОПОРЫ КАЧЕСТВА НА УЧАСТКЕ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8F7D434-49F0-4CAF-9EDF-956E52C43D2B}"/>
              </a:ext>
            </a:extLst>
          </p:cNvPr>
          <p:cNvSpPr txBox="1">
            <a:spLocks/>
          </p:cNvSpPr>
          <p:nvPr/>
        </p:nvSpPr>
        <p:spPr>
          <a:xfrm>
            <a:off x="2266950" y="993078"/>
            <a:ext cx="7658100" cy="602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5340B"/>
                </a:solidFill>
                <a:effectLst/>
                <a:uLnTx/>
                <a:uFillTx/>
                <a:latin typeface="Nunito" panose="00000500000000000000" pitchFamily="2" charset="-52"/>
                <a:ea typeface="Times New Roman" panose="02020603050405020304" pitchFamily="18" charset="0"/>
                <a:cs typeface="+mn-cs"/>
              </a:rPr>
              <a:t>Поддерживать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F454F"/>
                </a:solidFill>
                <a:effectLst/>
                <a:uLnTx/>
                <a:uFillTx/>
                <a:latin typeface="Nunito" panose="00000500000000000000" pitchFamily="2" charset="-52"/>
                <a:ea typeface="Times New Roman" panose="02020603050405020304" pitchFamily="18" charset="0"/>
                <a:cs typeface="+mn-cs"/>
              </a:rPr>
              <a:t> — значит замечать не только результат работы, но и состояние человека.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7D02126-2C06-486D-A984-10D2F1937C8F}"/>
              </a:ext>
            </a:extLst>
          </p:cNvPr>
          <p:cNvSpPr>
            <a:spLocks/>
          </p:cNvSpPr>
          <p:nvPr/>
        </p:nvSpPr>
        <p:spPr bwMode="auto">
          <a:xfrm>
            <a:off x="3356337" y="2239058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2FDF3B9-AC16-46B8-88A2-C2C3A77190A5}"/>
              </a:ext>
            </a:extLst>
          </p:cNvPr>
          <p:cNvSpPr>
            <a:spLocks/>
          </p:cNvSpPr>
          <p:nvPr/>
        </p:nvSpPr>
        <p:spPr bwMode="auto">
          <a:xfrm>
            <a:off x="3356337" y="3679835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BE87D2-B369-4CD0-83F7-6A3A87E21031}"/>
              </a:ext>
            </a:extLst>
          </p:cNvPr>
          <p:cNvSpPr txBox="1"/>
          <p:nvPr/>
        </p:nvSpPr>
        <p:spPr>
          <a:xfrm>
            <a:off x="996230" y="2396250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89B63-D7B6-4A33-A0F9-711E596CFA18}"/>
              </a:ext>
            </a:extLst>
          </p:cNvPr>
          <p:cNvSpPr txBox="1"/>
          <p:nvPr/>
        </p:nvSpPr>
        <p:spPr>
          <a:xfrm>
            <a:off x="996230" y="3837027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23" name="Rectangle 58">
            <a:extLst>
              <a:ext uri="{FF2B5EF4-FFF2-40B4-BE49-F238E27FC236}">
                <a16:creationId xmlns:a16="http://schemas.microsoft.com/office/drawing/2014/main" id="{56599F78-EF92-4474-9F93-1723A0B71750}"/>
              </a:ext>
            </a:extLst>
          </p:cNvPr>
          <p:cNvSpPr/>
          <p:nvPr/>
        </p:nvSpPr>
        <p:spPr>
          <a:xfrm>
            <a:off x="3681413" y="1860287"/>
            <a:ext cx="4829175" cy="723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675AE479-9609-4165-A95A-340C528BFC43}"/>
              </a:ext>
            </a:extLst>
          </p:cNvPr>
          <p:cNvSpPr>
            <a:spLocks noEditPoints="1"/>
          </p:cNvSpPr>
          <p:nvPr/>
        </p:nvSpPr>
        <p:spPr bwMode="auto">
          <a:xfrm>
            <a:off x="3518678" y="2351192"/>
            <a:ext cx="334212" cy="313442"/>
          </a:xfrm>
          <a:custGeom>
            <a:avLst/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7580BDA9-EC45-4A5F-82C7-953990639D4B}"/>
              </a:ext>
            </a:extLst>
          </p:cNvPr>
          <p:cNvSpPr>
            <a:spLocks noEditPoints="1"/>
          </p:cNvSpPr>
          <p:nvPr/>
        </p:nvSpPr>
        <p:spPr bwMode="auto">
          <a:xfrm>
            <a:off x="3520566" y="3791169"/>
            <a:ext cx="330436" cy="348376"/>
          </a:xfrm>
          <a:custGeom>
            <a:avLst/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2851EF9-36FF-4544-82EA-C63B00F814B9}"/>
              </a:ext>
            </a:extLst>
          </p:cNvPr>
          <p:cNvSpPr>
            <a:spLocks/>
          </p:cNvSpPr>
          <p:nvPr/>
        </p:nvSpPr>
        <p:spPr bwMode="auto">
          <a:xfrm>
            <a:off x="3356337" y="5168921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400">
              <a:latin typeface="Nunito" panose="000005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7D48B1-4ECE-40AF-A733-AAE58BE51976}"/>
              </a:ext>
            </a:extLst>
          </p:cNvPr>
          <p:cNvSpPr txBox="1"/>
          <p:nvPr/>
        </p:nvSpPr>
        <p:spPr>
          <a:xfrm>
            <a:off x="996230" y="5326113"/>
            <a:ext cx="2205012" cy="90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5FCB8F40-5F3D-4543-BB91-1F4C4685A342}"/>
              </a:ext>
            </a:extLst>
          </p:cNvPr>
          <p:cNvSpPr>
            <a:spLocks noEditPoints="1"/>
          </p:cNvSpPr>
          <p:nvPr/>
        </p:nvSpPr>
        <p:spPr bwMode="auto">
          <a:xfrm>
            <a:off x="3451313" y="5281199"/>
            <a:ext cx="349318" cy="346486"/>
          </a:xfrm>
          <a:custGeom>
            <a:avLst/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400">
              <a:latin typeface="Nunito" panose="00000500000000000000" pitchFamily="2" charset="-52"/>
            </a:endParaRP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11F513D-A21B-43C6-A2DC-D3C0AB5A406D}"/>
              </a:ext>
            </a:extLst>
          </p:cNvPr>
          <p:cNvGrpSpPr/>
          <p:nvPr/>
        </p:nvGrpSpPr>
        <p:grpSpPr>
          <a:xfrm>
            <a:off x="4441153" y="2538046"/>
            <a:ext cx="3250224" cy="2816860"/>
            <a:chOff x="4470888" y="2397452"/>
            <a:chExt cx="3250224" cy="2816860"/>
          </a:xfrm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2A6E1FB0-5A67-4D77-9C6D-4B7800BFD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88" y="2397452"/>
              <a:ext cx="3250224" cy="2816860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7176473-3685-496D-B3AD-ACE1B2084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424" y="2658783"/>
              <a:ext cx="2647152" cy="2294200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081F6148-2C1B-4404-AAC0-16C37D2BD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3445" y="2928335"/>
              <a:ext cx="2025109" cy="1755096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CE8341AD-3B39-45E8-92BE-8DB7BF7C0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229" y="3160414"/>
              <a:ext cx="1489543" cy="1290938"/>
            </a:xfrm>
            <a:custGeom>
              <a:avLst/>
              <a:gdLst>
                <a:gd name="T0" fmla="*/ 398 w 1590"/>
                <a:gd name="T1" fmla="*/ 1378 h 1378"/>
                <a:gd name="T2" fmla="*/ 0 w 1590"/>
                <a:gd name="T3" fmla="*/ 689 h 1378"/>
                <a:gd name="T4" fmla="*/ 398 w 1590"/>
                <a:gd name="T5" fmla="*/ 0 h 1378"/>
                <a:gd name="T6" fmla="*/ 1192 w 1590"/>
                <a:gd name="T7" fmla="*/ 0 h 1378"/>
                <a:gd name="T8" fmla="*/ 1590 w 1590"/>
                <a:gd name="T9" fmla="*/ 689 h 1378"/>
                <a:gd name="T10" fmla="*/ 1192 w 1590"/>
                <a:gd name="T11" fmla="*/ 1378 h 1378"/>
                <a:gd name="T12" fmla="*/ 398 w 1590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8">
                  <a:moveTo>
                    <a:pt x="398" y="1378"/>
                  </a:moveTo>
                  <a:lnTo>
                    <a:pt x="0" y="689"/>
                  </a:lnTo>
                  <a:lnTo>
                    <a:pt x="398" y="0"/>
                  </a:lnTo>
                  <a:lnTo>
                    <a:pt x="1192" y="0"/>
                  </a:lnTo>
                  <a:lnTo>
                    <a:pt x="1590" y="689"/>
                  </a:lnTo>
                  <a:lnTo>
                    <a:pt x="1192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E4754224-3B47-4B78-9FBA-12BCBF551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9656" y="3415159"/>
              <a:ext cx="592690" cy="737934"/>
            </a:xfrm>
            <a:custGeom>
              <a:avLst/>
              <a:gdLst>
                <a:gd name="T0" fmla="*/ 620 w 1158"/>
                <a:gd name="T1" fmla="*/ 919 h 1442"/>
                <a:gd name="T2" fmla="*/ 740 w 1158"/>
                <a:gd name="T3" fmla="*/ 1322 h 1442"/>
                <a:gd name="T4" fmla="*/ 724 w 1158"/>
                <a:gd name="T5" fmla="*/ 1274 h 1442"/>
                <a:gd name="T6" fmla="*/ 724 w 1158"/>
                <a:gd name="T7" fmla="*/ 1274 h 1442"/>
                <a:gd name="T8" fmla="*/ 862 w 1158"/>
                <a:gd name="T9" fmla="*/ 156 h 1442"/>
                <a:gd name="T10" fmla="*/ 751 w 1158"/>
                <a:gd name="T11" fmla="*/ 29 h 1442"/>
                <a:gd name="T12" fmla="*/ 408 w 1158"/>
                <a:gd name="T13" fmla="*/ 83 h 1442"/>
                <a:gd name="T14" fmla="*/ 125 w 1158"/>
                <a:gd name="T15" fmla="*/ 156 h 1442"/>
                <a:gd name="T16" fmla="*/ 131 w 1158"/>
                <a:gd name="T17" fmla="*/ 1442 h 1442"/>
                <a:gd name="T18" fmla="*/ 1158 w 1158"/>
                <a:gd name="T19" fmla="*/ 280 h 1442"/>
                <a:gd name="T20" fmla="*/ 455 w 1158"/>
                <a:gd name="T21" fmla="*/ 107 h 1442"/>
                <a:gd name="T22" fmla="*/ 728 w 1158"/>
                <a:gd name="T23" fmla="*/ 131 h 1442"/>
                <a:gd name="T24" fmla="*/ 357 w 1158"/>
                <a:gd name="T25" fmla="*/ 169 h 1442"/>
                <a:gd name="T26" fmla="*/ 47 w 1158"/>
                <a:gd name="T27" fmla="*/ 1316 h 1442"/>
                <a:gd name="T28" fmla="*/ 308 w 1158"/>
                <a:gd name="T29" fmla="*/ 203 h 1442"/>
                <a:gd name="T30" fmla="*/ 817 w 1158"/>
                <a:gd name="T31" fmla="*/ 290 h 1442"/>
                <a:gd name="T32" fmla="*/ 862 w 1158"/>
                <a:gd name="T33" fmla="*/ 203 h 1442"/>
                <a:gd name="T34" fmla="*/ 508 w 1158"/>
                <a:gd name="T35" fmla="*/ 966 h 1442"/>
                <a:gd name="T36" fmla="*/ 413 w 1158"/>
                <a:gd name="T37" fmla="*/ 1322 h 1442"/>
                <a:gd name="T38" fmla="*/ 536 w 1158"/>
                <a:gd name="T39" fmla="*/ 995 h 1442"/>
                <a:gd name="T40" fmla="*/ 432 w 1158"/>
                <a:gd name="T41" fmla="*/ 1014 h 1442"/>
                <a:gd name="T42" fmla="*/ 982 w 1158"/>
                <a:gd name="T43" fmla="*/ 415 h 1442"/>
                <a:gd name="T44" fmla="*/ 655 w 1158"/>
                <a:gd name="T45" fmla="*/ 368 h 1442"/>
                <a:gd name="T46" fmla="*/ 889 w 1158"/>
                <a:gd name="T47" fmla="*/ 539 h 1442"/>
                <a:gd name="T48" fmla="*/ 818 w 1158"/>
                <a:gd name="T49" fmla="*/ 491 h 1442"/>
                <a:gd name="T50" fmla="*/ 893 w 1158"/>
                <a:gd name="T51" fmla="*/ 721 h 1442"/>
                <a:gd name="T52" fmla="*/ 867 w 1158"/>
                <a:gd name="T53" fmla="*/ 656 h 1442"/>
                <a:gd name="T54" fmla="*/ 669 w 1158"/>
                <a:gd name="T55" fmla="*/ 685 h 1442"/>
                <a:gd name="T56" fmla="*/ 512 w 1158"/>
                <a:gd name="T57" fmla="*/ 789 h 1442"/>
                <a:gd name="T58" fmla="*/ 280 w 1158"/>
                <a:gd name="T59" fmla="*/ 908 h 1442"/>
                <a:gd name="T60" fmla="*/ 284 w 1158"/>
                <a:gd name="T61" fmla="*/ 973 h 1442"/>
                <a:gd name="T62" fmla="*/ 534 w 1158"/>
                <a:gd name="T63" fmla="*/ 849 h 1442"/>
                <a:gd name="T64" fmla="*/ 766 w 1158"/>
                <a:gd name="T65" fmla="*/ 763 h 1442"/>
                <a:gd name="T66" fmla="*/ 940 w 1158"/>
                <a:gd name="T67" fmla="*/ 641 h 1442"/>
                <a:gd name="T68" fmla="*/ 940 w 1158"/>
                <a:gd name="T69" fmla="*/ 641 h 1442"/>
                <a:gd name="T70" fmla="*/ 239 w 1158"/>
                <a:gd name="T71" fmla="*/ 946 h 1442"/>
                <a:gd name="T72" fmla="*/ 463 w 1158"/>
                <a:gd name="T73" fmla="*/ 815 h 1442"/>
                <a:gd name="T74" fmla="*/ 670 w 1158"/>
                <a:gd name="T75" fmla="*/ 751 h 1442"/>
                <a:gd name="T76" fmla="*/ 265 w 1158"/>
                <a:gd name="T77" fmla="*/ 1059 h 1442"/>
                <a:gd name="T78" fmla="*/ 140 w 1158"/>
                <a:gd name="T79" fmla="*/ 1295 h 1442"/>
                <a:gd name="T80" fmla="*/ 292 w 1158"/>
                <a:gd name="T81" fmla="*/ 1087 h 1442"/>
                <a:gd name="T82" fmla="*/ 189 w 1158"/>
                <a:gd name="T83" fmla="*/ 1107 h 1442"/>
                <a:gd name="T84" fmla="*/ 895 w 1158"/>
                <a:gd name="T85" fmla="*/ 794 h 1442"/>
                <a:gd name="T86" fmla="*/ 897 w 1158"/>
                <a:gd name="T87" fmla="*/ 1325 h 1442"/>
                <a:gd name="T88" fmla="*/ 1016 w 1158"/>
                <a:gd name="T89" fmla="*/ 826 h 1442"/>
                <a:gd name="T90" fmla="*/ 912 w 1158"/>
                <a:gd name="T91" fmla="*/ 842 h 1442"/>
                <a:gd name="T92" fmla="*/ 502 w 1158"/>
                <a:gd name="T93" fmla="*/ 534 h 1442"/>
                <a:gd name="T94" fmla="*/ 345 w 1158"/>
                <a:gd name="T95" fmla="*/ 520 h 1442"/>
                <a:gd name="T96" fmla="*/ 345 w 1158"/>
                <a:gd name="T97" fmla="*/ 520 h 1442"/>
                <a:gd name="T98" fmla="*/ 304 w 1158"/>
                <a:gd name="T99" fmla="*/ 558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58" h="1442">
                  <a:moveTo>
                    <a:pt x="772" y="920"/>
                  </a:moveTo>
                  <a:cubicBezTo>
                    <a:pt x="772" y="897"/>
                    <a:pt x="765" y="890"/>
                    <a:pt x="743" y="890"/>
                  </a:cubicBezTo>
                  <a:cubicBezTo>
                    <a:pt x="711" y="890"/>
                    <a:pt x="680" y="890"/>
                    <a:pt x="648" y="890"/>
                  </a:cubicBezTo>
                  <a:cubicBezTo>
                    <a:pt x="627" y="890"/>
                    <a:pt x="620" y="897"/>
                    <a:pt x="620" y="919"/>
                  </a:cubicBezTo>
                  <a:cubicBezTo>
                    <a:pt x="620" y="981"/>
                    <a:pt x="620" y="1043"/>
                    <a:pt x="620" y="1105"/>
                  </a:cubicBezTo>
                  <a:cubicBezTo>
                    <a:pt x="620" y="1168"/>
                    <a:pt x="620" y="1232"/>
                    <a:pt x="620" y="1295"/>
                  </a:cubicBezTo>
                  <a:cubicBezTo>
                    <a:pt x="620" y="1315"/>
                    <a:pt x="627" y="1322"/>
                    <a:pt x="647" y="1322"/>
                  </a:cubicBezTo>
                  <a:cubicBezTo>
                    <a:pt x="678" y="1323"/>
                    <a:pt x="709" y="1323"/>
                    <a:pt x="740" y="1322"/>
                  </a:cubicBezTo>
                  <a:cubicBezTo>
                    <a:pt x="765" y="1322"/>
                    <a:pt x="772" y="1316"/>
                    <a:pt x="772" y="1291"/>
                  </a:cubicBezTo>
                  <a:cubicBezTo>
                    <a:pt x="772" y="1239"/>
                    <a:pt x="772" y="1188"/>
                    <a:pt x="772" y="1136"/>
                  </a:cubicBezTo>
                  <a:cubicBezTo>
                    <a:pt x="772" y="1064"/>
                    <a:pt x="772" y="992"/>
                    <a:pt x="772" y="920"/>
                  </a:cubicBezTo>
                  <a:close/>
                  <a:moveTo>
                    <a:pt x="724" y="1274"/>
                  </a:moveTo>
                  <a:cubicBezTo>
                    <a:pt x="669" y="1274"/>
                    <a:pt x="669" y="1274"/>
                    <a:pt x="669" y="1274"/>
                  </a:cubicBezTo>
                  <a:cubicBezTo>
                    <a:pt x="669" y="938"/>
                    <a:pt x="669" y="938"/>
                    <a:pt x="669" y="938"/>
                  </a:cubicBezTo>
                  <a:cubicBezTo>
                    <a:pt x="724" y="938"/>
                    <a:pt x="724" y="938"/>
                    <a:pt x="724" y="938"/>
                  </a:cubicBezTo>
                  <a:lnTo>
                    <a:pt x="724" y="1274"/>
                  </a:lnTo>
                  <a:close/>
                  <a:moveTo>
                    <a:pt x="1158" y="280"/>
                  </a:moveTo>
                  <a:cubicBezTo>
                    <a:pt x="1158" y="270"/>
                    <a:pt x="1157" y="260"/>
                    <a:pt x="1156" y="251"/>
                  </a:cubicBezTo>
                  <a:cubicBezTo>
                    <a:pt x="1143" y="192"/>
                    <a:pt x="1098" y="156"/>
                    <a:pt x="1033" y="156"/>
                  </a:cubicBezTo>
                  <a:cubicBezTo>
                    <a:pt x="976" y="155"/>
                    <a:pt x="919" y="156"/>
                    <a:pt x="862" y="156"/>
                  </a:cubicBezTo>
                  <a:cubicBezTo>
                    <a:pt x="851" y="156"/>
                    <a:pt x="845" y="154"/>
                    <a:pt x="840" y="142"/>
                  </a:cubicBezTo>
                  <a:cubicBezTo>
                    <a:pt x="829" y="113"/>
                    <a:pt x="807" y="95"/>
                    <a:pt x="777" y="87"/>
                  </a:cubicBezTo>
                  <a:cubicBezTo>
                    <a:pt x="769" y="85"/>
                    <a:pt x="761" y="84"/>
                    <a:pt x="751" y="83"/>
                  </a:cubicBezTo>
                  <a:cubicBezTo>
                    <a:pt x="751" y="64"/>
                    <a:pt x="751" y="46"/>
                    <a:pt x="751" y="29"/>
                  </a:cubicBezTo>
                  <a:cubicBezTo>
                    <a:pt x="750" y="8"/>
                    <a:pt x="743" y="0"/>
                    <a:pt x="722" y="0"/>
                  </a:cubicBezTo>
                  <a:cubicBezTo>
                    <a:pt x="627" y="0"/>
                    <a:pt x="531" y="0"/>
                    <a:pt x="436" y="0"/>
                  </a:cubicBezTo>
                  <a:cubicBezTo>
                    <a:pt x="416" y="0"/>
                    <a:pt x="408" y="9"/>
                    <a:pt x="408" y="29"/>
                  </a:cubicBezTo>
                  <a:cubicBezTo>
                    <a:pt x="407" y="47"/>
                    <a:pt x="408" y="64"/>
                    <a:pt x="408" y="83"/>
                  </a:cubicBezTo>
                  <a:cubicBezTo>
                    <a:pt x="400" y="84"/>
                    <a:pt x="394" y="85"/>
                    <a:pt x="387" y="86"/>
                  </a:cubicBezTo>
                  <a:cubicBezTo>
                    <a:pt x="353" y="92"/>
                    <a:pt x="328" y="111"/>
                    <a:pt x="316" y="143"/>
                  </a:cubicBezTo>
                  <a:cubicBezTo>
                    <a:pt x="311" y="154"/>
                    <a:pt x="306" y="156"/>
                    <a:pt x="295" y="156"/>
                  </a:cubicBezTo>
                  <a:cubicBezTo>
                    <a:pt x="238" y="156"/>
                    <a:pt x="182" y="155"/>
                    <a:pt x="125" y="156"/>
                  </a:cubicBezTo>
                  <a:cubicBezTo>
                    <a:pt x="62" y="156"/>
                    <a:pt x="18" y="190"/>
                    <a:pt x="4" y="247"/>
                  </a:cubicBezTo>
                  <a:cubicBezTo>
                    <a:pt x="1" y="259"/>
                    <a:pt x="1" y="273"/>
                    <a:pt x="1" y="285"/>
                  </a:cubicBezTo>
                  <a:cubicBezTo>
                    <a:pt x="0" y="628"/>
                    <a:pt x="0" y="970"/>
                    <a:pt x="0" y="1312"/>
                  </a:cubicBezTo>
                  <a:cubicBezTo>
                    <a:pt x="0" y="1394"/>
                    <a:pt x="48" y="1442"/>
                    <a:pt x="131" y="1442"/>
                  </a:cubicBezTo>
                  <a:cubicBezTo>
                    <a:pt x="430" y="1442"/>
                    <a:pt x="729" y="1442"/>
                    <a:pt x="1028" y="1442"/>
                  </a:cubicBezTo>
                  <a:cubicBezTo>
                    <a:pt x="1042" y="1442"/>
                    <a:pt x="1057" y="1441"/>
                    <a:pt x="1071" y="1437"/>
                  </a:cubicBezTo>
                  <a:cubicBezTo>
                    <a:pt x="1125" y="1424"/>
                    <a:pt x="1158" y="1379"/>
                    <a:pt x="1158" y="1318"/>
                  </a:cubicBezTo>
                  <a:cubicBezTo>
                    <a:pt x="1158" y="972"/>
                    <a:pt x="1158" y="626"/>
                    <a:pt x="1158" y="280"/>
                  </a:cubicBezTo>
                  <a:close/>
                  <a:moveTo>
                    <a:pt x="357" y="169"/>
                  </a:moveTo>
                  <a:cubicBezTo>
                    <a:pt x="359" y="149"/>
                    <a:pt x="381" y="132"/>
                    <a:pt x="403" y="131"/>
                  </a:cubicBezTo>
                  <a:cubicBezTo>
                    <a:pt x="412" y="131"/>
                    <a:pt x="422" y="131"/>
                    <a:pt x="431" y="131"/>
                  </a:cubicBezTo>
                  <a:cubicBezTo>
                    <a:pt x="446" y="130"/>
                    <a:pt x="454" y="122"/>
                    <a:pt x="455" y="107"/>
                  </a:cubicBezTo>
                  <a:cubicBezTo>
                    <a:pt x="455" y="88"/>
                    <a:pt x="455" y="69"/>
                    <a:pt x="455" y="48"/>
                  </a:cubicBezTo>
                  <a:cubicBezTo>
                    <a:pt x="702" y="48"/>
                    <a:pt x="702" y="48"/>
                    <a:pt x="702" y="48"/>
                  </a:cubicBezTo>
                  <a:cubicBezTo>
                    <a:pt x="702" y="65"/>
                    <a:pt x="704" y="83"/>
                    <a:pt x="702" y="100"/>
                  </a:cubicBezTo>
                  <a:cubicBezTo>
                    <a:pt x="700" y="120"/>
                    <a:pt x="708" y="131"/>
                    <a:pt x="728" y="131"/>
                  </a:cubicBezTo>
                  <a:cubicBezTo>
                    <a:pt x="790" y="132"/>
                    <a:pt x="801" y="144"/>
                    <a:pt x="801" y="206"/>
                  </a:cubicBezTo>
                  <a:cubicBezTo>
                    <a:pt x="801" y="241"/>
                    <a:pt x="801" y="241"/>
                    <a:pt x="801" y="241"/>
                  </a:cubicBezTo>
                  <a:cubicBezTo>
                    <a:pt x="356" y="241"/>
                    <a:pt x="356" y="241"/>
                    <a:pt x="356" y="241"/>
                  </a:cubicBezTo>
                  <a:cubicBezTo>
                    <a:pt x="356" y="217"/>
                    <a:pt x="355" y="193"/>
                    <a:pt x="357" y="169"/>
                  </a:cubicBezTo>
                  <a:close/>
                  <a:moveTo>
                    <a:pt x="1111" y="1316"/>
                  </a:moveTo>
                  <a:cubicBezTo>
                    <a:pt x="1111" y="1365"/>
                    <a:pt x="1081" y="1394"/>
                    <a:pt x="1032" y="1394"/>
                  </a:cubicBezTo>
                  <a:cubicBezTo>
                    <a:pt x="730" y="1394"/>
                    <a:pt x="428" y="1394"/>
                    <a:pt x="126" y="1394"/>
                  </a:cubicBezTo>
                  <a:cubicBezTo>
                    <a:pt x="78" y="1394"/>
                    <a:pt x="47" y="1365"/>
                    <a:pt x="47" y="1316"/>
                  </a:cubicBezTo>
                  <a:cubicBezTo>
                    <a:pt x="47" y="971"/>
                    <a:pt x="47" y="626"/>
                    <a:pt x="47" y="281"/>
                  </a:cubicBezTo>
                  <a:cubicBezTo>
                    <a:pt x="47" y="234"/>
                    <a:pt x="78" y="203"/>
                    <a:pt x="125" y="203"/>
                  </a:cubicBezTo>
                  <a:cubicBezTo>
                    <a:pt x="182" y="203"/>
                    <a:pt x="238" y="203"/>
                    <a:pt x="295" y="203"/>
                  </a:cubicBezTo>
                  <a:cubicBezTo>
                    <a:pt x="308" y="203"/>
                    <a:pt x="308" y="203"/>
                    <a:pt x="308" y="203"/>
                  </a:cubicBezTo>
                  <a:cubicBezTo>
                    <a:pt x="308" y="223"/>
                    <a:pt x="308" y="241"/>
                    <a:pt x="308" y="259"/>
                  </a:cubicBezTo>
                  <a:cubicBezTo>
                    <a:pt x="308" y="283"/>
                    <a:pt x="315" y="290"/>
                    <a:pt x="338" y="290"/>
                  </a:cubicBezTo>
                  <a:cubicBezTo>
                    <a:pt x="444" y="290"/>
                    <a:pt x="551" y="290"/>
                    <a:pt x="657" y="290"/>
                  </a:cubicBezTo>
                  <a:cubicBezTo>
                    <a:pt x="710" y="290"/>
                    <a:pt x="764" y="290"/>
                    <a:pt x="817" y="290"/>
                  </a:cubicBezTo>
                  <a:cubicBezTo>
                    <a:pt x="841" y="290"/>
                    <a:pt x="848" y="283"/>
                    <a:pt x="848" y="258"/>
                  </a:cubicBezTo>
                  <a:cubicBezTo>
                    <a:pt x="848" y="241"/>
                    <a:pt x="848" y="224"/>
                    <a:pt x="848" y="207"/>
                  </a:cubicBezTo>
                  <a:cubicBezTo>
                    <a:pt x="848" y="207"/>
                    <a:pt x="849" y="206"/>
                    <a:pt x="850" y="204"/>
                  </a:cubicBezTo>
                  <a:cubicBezTo>
                    <a:pt x="854" y="204"/>
                    <a:pt x="858" y="203"/>
                    <a:pt x="862" y="203"/>
                  </a:cubicBezTo>
                  <a:cubicBezTo>
                    <a:pt x="919" y="203"/>
                    <a:pt x="975" y="203"/>
                    <a:pt x="1032" y="203"/>
                  </a:cubicBezTo>
                  <a:cubicBezTo>
                    <a:pt x="1081" y="203"/>
                    <a:pt x="1111" y="232"/>
                    <a:pt x="1111" y="281"/>
                  </a:cubicBezTo>
                  <a:cubicBezTo>
                    <a:pt x="1111" y="626"/>
                    <a:pt x="1111" y="971"/>
                    <a:pt x="1111" y="1316"/>
                  </a:cubicBezTo>
                  <a:close/>
                  <a:moveTo>
                    <a:pt x="508" y="966"/>
                  </a:moveTo>
                  <a:cubicBezTo>
                    <a:pt x="476" y="966"/>
                    <a:pt x="445" y="966"/>
                    <a:pt x="413" y="966"/>
                  </a:cubicBezTo>
                  <a:cubicBezTo>
                    <a:pt x="393" y="966"/>
                    <a:pt x="385" y="974"/>
                    <a:pt x="385" y="994"/>
                  </a:cubicBezTo>
                  <a:cubicBezTo>
                    <a:pt x="384" y="1094"/>
                    <a:pt x="384" y="1195"/>
                    <a:pt x="385" y="1295"/>
                  </a:cubicBezTo>
                  <a:cubicBezTo>
                    <a:pt x="385" y="1316"/>
                    <a:pt x="392" y="1322"/>
                    <a:pt x="413" y="1322"/>
                  </a:cubicBezTo>
                  <a:cubicBezTo>
                    <a:pt x="445" y="1323"/>
                    <a:pt x="476" y="1323"/>
                    <a:pt x="508" y="1322"/>
                  </a:cubicBezTo>
                  <a:cubicBezTo>
                    <a:pt x="529" y="1322"/>
                    <a:pt x="536" y="1316"/>
                    <a:pt x="536" y="1294"/>
                  </a:cubicBezTo>
                  <a:cubicBezTo>
                    <a:pt x="536" y="1244"/>
                    <a:pt x="536" y="1195"/>
                    <a:pt x="536" y="1145"/>
                  </a:cubicBezTo>
                  <a:cubicBezTo>
                    <a:pt x="536" y="1095"/>
                    <a:pt x="536" y="1045"/>
                    <a:pt x="536" y="995"/>
                  </a:cubicBezTo>
                  <a:cubicBezTo>
                    <a:pt x="536" y="974"/>
                    <a:pt x="529" y="966"/>
                    <a:pt x="508" y="966"/>
                  </a:cubicBezTo>
                  <a:close/>
                  <a:moveTo>
                    <a:pt x="488" y="1275"/>
                  </a:moveTo>
                  <a:cubicBezTo>
                    <a:pt x="432" y="1275"/>
                    <a:pt x="432" y="1275"/>
                    <a:pt x="432" y="1275"/>
                  </a:cubicBezTo>
                  <a:cubicBezTo>
                    <a:pt x="432" y="1014"/>
                    <a:pt x="432" y="1014"/>
                    <a:pt x="432" y="1014"/>
                  </a:cubicBezTo>
                  <a:cubicBezTo>
                    <a:pt x="488" y="1014"/>
                    <a:pt x="488" y="1014"/>
                    <a:pt x="488" y="1014"/>
                  </a:cubicBezTo>
                  <a:lnTo>
                    <a:pt x="488" y="1275"/>
                  </a:lnTo>
                  <a:close/>
                  <a:moveTo>
                    <a:pt x="656" y="415"/>
                  </a:moveTo>
                  <a:cubicBezTo>
                    <a:pt x="765" y="416"/>
                    <a:pt x="874" y="416"/>
                    <a:pt x="982" y="415"/>
                  </a:cubicBezTo>
                  <a:cubicBezTo>
                    <a:pt x="1002" y="415"/>
                    <a:pt x="1011" y="407"/>
                    <a:pt x="1011" y="391"/>
                  </a:cubicBezTo>
                  <a:cubicBezTo>
                    <a:pt x="1010" y="375"/>
                    <a:pt x="1001" y="368"/>
                    <a:pt x="982" y="368"/>
                  </a:cubicBezTo>
                  <a:cubicBezTo>
                    <a:pt x="928" y="368"/>
                    <a:pt x="873" y="368"/>
                    <a:pt x="819" y="368"/>
                  </a:cubicBezTo>
                  <a:cubicBezTo>
                    <a:pt x="764" y="368"/>
                    <a:pt x="710" y="368"/>
                    <a:pt x="655" y="368"/>
                  </a:cubicBezTo>
                  <a:cubicBezTo>
                    <a:pt x="637" y="368"/>
                    <a:pt x="627" y="376"/>
                    <a:pt x="627" y="391"/>
                  </a:cubicBezTo>
                  <a:cubicBezTo>
                    <a:pt x="626" y="406"/>
                    <a:pt x="637" y="415"/>
                    <a:pt x="656" y="415"/>
                  </a:cubicBezTo>
                  <a:close/>
                  <a:moveTo>
                    <a:pt x="655" y="539"/>
                  </a:moveTo>
                  <a:cubicBezTo>
                    <a:pt x="733" y="539"/>
                    <a:pt x="811" y="539"/>
                    <a:pt x="889" y="539"/>
                  </a:cubicBezTo>
                  <a:cubicBezTo>
                    <a:pt x="921" y="539"/>
                    <a:pt x="953" y="539"/>
                    <a:pt x="985" y="539"/>
                  </a:cubicBezTo>
                  <a:cubicBezTo>
                    <a:pt x="998" y="539"/>
                    <a:pt x="1008" y="534"/>
                    <a:pt x="1010" y="519"/>
                  </a:cubicBezTo>
                  <a:cubicBezTo>
                    <a:pt x="1013" y="502"/>
                    <a:pt x="1003" y="491"/>
                    <a:pt x="984" y="491"/>
                  </a:cubicBezTo>
                  <a:cubicBezTo>
                    <a:pt x="929" y="491"/>
                    <a:pt x="873" y="491"/>
                    <a:pt x="818" y="491"/>
                  </a:cubicBezTo>
                  <a:cubicBezTo>
                    <a:pt x="764" y="491"/>
                    <a:pt x="709" y="491"/>
                    <a:pt x="655" y="491"/>
                  </a:cubicBezTo>
                  <a:cubicBezTo>
                    <a:pt x="640" y="491"/>
                    <a:pt x="630" y="496"/>
                    <a:pt x="627" y="511"/>
                  </a:cubicBezTo>
                  <a:cubicBezTo>
                    <a:pt x="624" y="527"/>
                    <a:pt x="635" y="539"/>
                    <a:pt x="655" y="539"/>
                  </a:cubicBezTo>
                  <a:close/>
                  <a:moveTo>
                    <a:pt x="893" y="721"/>
                  </a:moveTo>
                  <a:cubicBezTo>
                    <a:pt x="918" y="744"/>
                    <a:pt x="954" y="744"/>
                    <a:pt x="981" y="725"/>
                  </a:cubicBezTo>
                  <a:cubicBezTo>
                    <a:pt x="1007" y="706"/>
                    <a:pt x="1018" y="671"/>
                    <a:pt x="1007" y="641"/>
                  </a:cubicBezTo>
                  <a:cubicBezTo>
                    <a:pt x="995" y="612"/>
                    <a:pt x="965" y="592"/>
                    <a:pt x="935" y="594"/>
                  </a:cubicBezTo>
                  <a:cubicBezTo>
                    <a:pt x="901" y="596"/>
                    <a:pt x="874" y="620"/>
                    <a:pt x="867" y="656"/>
                  </a:cubicBezTo>
                  <a:cubicBezTo>
                    <a:pt x="866" y="665"/>
                    <a:pt x="862" y="668"/>
                    <a:pt x="855" y="671"/>
                  </a:cubicBezTo>
                  <a:cubicBezTo>
                    <a:pt x="823" y="681"/>
                    <a:pt x="792" y="692"/>
                    <a:pt x="761" y="703"/>
                  </a:cubicBezTo>
                  <a:cubicBezTo>
                    <a:pt x="754" y="706"/>
                    <a:pt x="749" y="705"/>
                    <a:pt x="743" y="699"/>
                  </a:cubicBezTo>
                  <a:cubicBezTo>
                    <a:pt x="722" y="680"/>
                    <a:pt x="696" y="674"/>
                    <a:pt x="669" y="685"/>
                  </a:cubicBezTo>
                  <a:cubicBezTo>
                    <a:pt x="642" y="695"/>
                    <a:pt x="626" y="716"/>
                    <a:pt x="622" y="745"/>
                  </a:cubicBezTo>
                  <a:cubicBezTo>
                    <a:pt x="622" y="750"/>
                    <a:pt x="617" y="757"/>
                    <a:pt x="612" y="759"/>
                  </a:cubicBezTo>
                  <a:cubicBezTo>
                    <a:pt x="584" y="771"/>
                    <a:pt x="556" y="782"/>
                    <a:pt x="527" y="792"/>
                  </a:cubicBezTo>
                  <a:cubicBezTo>
                    <a:pt x="523" y="793"/>
                    <a:pt x="515" y="792"/>
                    <a:pt x="512" y="789"/>
                  </a:cubicBezTo>
                  <a:cubicBezTo>
                    <a:pt x="489" y="769"/>
                    <a:pt x="464" y="763"/>
                    <a:pt x="436" y="774"/>
                  </a:cubicBezTo>
                  <a:cubicBezTo>
                    <a:pt x="407" y="785"/>
                    <a:pt x="392" y="807"/>
                    <a:pt x="389" y="838"/>
                  </a:cubicBezTo>
                  <a:cubicBezTo>
                    <a:pt x="389" y="842"/>
                    <a:pt x="387" y="847"/>
                    <a:pt x="384" y="849"/>
                  </a:cubicBezTo>
                  <a:cubicBezTo>
                    <a:pt x="350" y="869"/>
                    <a:pt x="315" y="889"/>
                    <a:pt x="280" y="908"/>
                  </a:cubicBezTo>
                  <a:cubicBezTo>
                    <a:pt x="253" y="876"/>
                    <a:pt x="226" y="866"/>
                    <a:pt x="194" y="877"/>
                  </a:cubicBezTo>
                  <a:cubicBezTo>
                    <a:pt x="162" y="888"/>
                    <a:pt x="143" y="918"/>
                    <a:pt x="146" y="953"/>
                  </a:cubicBezTo>
                  <a:cubicBezTo>
                    <a:pt x="148" y="986"/>
                    <a:pt x="174" y="1012"/>
                    <a:pt x="208" y="1017"/>
                  </a:cubicBezTo>
                  <a:cubicBezTo>
                    <a:pt x="239" y="1022"/>
                    <a:pt x="271" y="1003"/>
                    <a:pt x="284" y="973"/>
                  </a:cubicBezTo>
                  <a:cubicBezTo>
                    <a:pt x="287" y="967"/>
                    <a:pt x="291" y="959"/>
                    <a:pt x="296" y="956"/>
                  </a:cubicBezTo>
                  <a:cubicBezTo>
                    <a:pt x="333" y="934"/>
                    <a:pt x="371" y="913"/>
                    <a:pt x="408" y="891"/>
                  </a:cubicBezTo>
                  <a:cubicBezTo>
                    <a:pt x="411" y="893"/>
                    <a:pt x="412" y="894"/>
                    <a:pt x="413" y="894"/>
                  </a:cubicBezTo>
                  <a:cubicBezTo>
                    <a:pt x="465" y="938"/>
                    <a:pt x="530" y="899"/>
                    <a:pt x="534" y="849"/>
                  </a:cubicBezTo>
                  <a:cubicBezTo>
                    <a:pt x="534" y="845"/>
                    <a:pt x="539" y="839"/>
                    <a:pt x="543" y="838"/>
                  </a:cubicBezTo>
                  <a:cubicBezTo>
                    <a:pt x="572" y="826"/>
                    <a:pt x="601" y="814"/>
                    <a:pt x="631" y="804"/>
                  </a:cubicBezTo>
                  <a:cubicBezTo>
                    <a:pt x="635" y="802"/>
                    <a:pt x="643" y="804"/>
                    <a:pt x="646" y="806"/>
                  </a:cubicBezTo>
                  <a:cubicBezTo>
                    <a:pt x="693" y="843"/>
                    <a:pt x="756" y="821"/>
                    <a:pt x="766" y="763"/>
                  </a:cubicBezTo>
                  <a:cubicBezTo>
                    <a:pt x="768" y="753"/>
                    <a:pt x="772" y="749"/>
                    <a:pt x="780" y="747"/>
                  </a:cubicBezTo>
                  <a:cubicBezTo>
                    <a:pt x="809" y="737"/>
                    <a:pt x="838" y="727"/>
                    <a:pt x="866" y="717"/>
                  </a:cubicBezTo>
                  <a:cubicBezTo>
                    <a:pt x="876" y="713"/>
                    <a:pt x="883" y="713"/>
                    <a:pt x="893" y="721"/>
                  </a:cubicBezTo>
                  <a:close/>
                  <a:moveTo>
                    <a:pt x="940" y="641"/>
                  </a:moveTo>
                  <a:cubicBezTo>
                    <a:pt x="953" y="642"/>
                    <a:pt x="964" y="654"/>
                    <a:pt x="964" y="667"/>
                  </a:cubicBezTo>
                  <a:cubicBezTo>
                    <a:pt x="964" y="680"/>
                    <a:pt x="952" y="692"/>
                    <a:pt x="939" y="692"/>
                  </a:cubicBezTo>
                  <a:cubicBezTo>
                    <a:pt x="927" y="692"/>
                    <a:pt x="914" y="678"/>
                    <a:pt x="914" y="663"/>
                  </a:cubicBezTo>
                  <a:cubicBezTo>
                    <a:pt x="914" y="652"/>
                    <a:pt x="927" y="640"/>
                    <a:pt x="940" y="641"/>
                  </a:cubicBezTo>
                  <a:close/>
                  <a:moveTo>
                    <a:pt x="217" y="971"/>
                  </a:moveTo>
                  <a:cubicBezTo>
                    <a:pt x="204" y="971"/>
                    <a:pt x="192" y="959"/>
                    <a:pt x="192" y="946"/>
                  </a:cubicBezTo>
                  <a:cubicBezTo>
                    <a:pt x="192" y="933"/>
                    <a:pt x="203" y="921"/>
                    <a:pt x="217" y="920"/>
                  </a:cubicBezTo>
                  <a:cubicBezTo>
                    <a:pt x="231" y="920"/>
                    <a:pt x="239" y="929"/>
                    <a:pt x="239" y="946"/>
                  </a:cubicBezTo>
                  <a:cubicBezTo>
                    <a:pt x="239" y="962"/>
                    <a:pt x="230" y="971"/>
                    <a:pt x="217" y="971"/>
                  </a:cubicBezTo>
                  <a:close/>
                  <a:moveTo>
                    <a:pt x="461" y="866"/>
                  </a:moveTo>
                  <a:cubicBezTo>
                    <a:pt x="447" y="865"/>
                    <a:pt x="437" y="854"/>
                    <a:pt x="437" y="840"/>
                  </a:cubicBezTo>
                  <a:cubicBezTo>
                    <a:pt x="437" y="827"/>
                    <a:pt x="449" y="815"/>
                    <a:pt x="463" y="815"/>
                  </a:cubicBezTo>
                  <a:cubicBezTo>
                    <a:pt x="476" y="816"/>
                    <a:pt x="487" y="829"/>
                    <a:pt x="487" y="843"/>
                  </a:cubicBezTo>
                  <a:cubicBezTo>
                    <a:pt x="486" y="856"/>
                    <a:pt x="474" y="867"/>
                    <a:pt x="461" y="866"/>
                  </a:cubicBezTo>
                  <a:close/>
                  <a:moveTo>
                    <a:pt x="695" y="777"/>
                  </a:moveTo>
                  <a:cubicBezTo>
                    <a:pt x="681" y="777"/>
                    <a:pt x="670" y="766"/>
                    <a:pt x="670" y="751"/>
                  </a:cubicBezTo>
                  <a:cubicBezTo>
                    <a:pt x="669" y="739"/>
                    <a:pt x="681" y="728"/>
                    <a:pt x="694" y="728"/>
                  </a:cubicBezTo>
                  <a:cubicBezTo>
                    <a:pt x="708" y="727"/>
                    <a:pt x="719" y="737"/>
                    <a:pt x="719" y="751"/>
                  </a:cubicBezTo>
                  <a:cubicBezTo>
                    <a:pt x="720" y="765"/>
                    <a:pt x="709" y="777"/>
                    <a:pt x="695" y="777"/>
                  </a:cubicBezTo>
                  <a:close/>
                  <a:moveTo>
                    <a:pt x="265" y="1059"/>
                  </a:moveTo>
                  <a:cubicBezTo>
                    <a:pt x="233" y="1059"/>
                    <a:pt x="200" y="1059"/>
                    <a:pt x="168" y="1059"/>
                  </a:cubicBezTo>
                  <a:cubicBezTo>
                    <a:pt x="148" y="1059"/>
                    <a:pt x="140" y="1068"/>
                    <a:pt x="140" y="1088"/>
                  </a:cubicBezTo>
                  <a:cubicBezTo>
                    <a:pt x="140" y="1122"/>
                    <a:pt x="140" y="1156"/>
                    <a:pt x="140" y="1190"/>
                  </a:cubicBezTo>
                  <a:cubicBezTo>
                    <a:pt x="140" y="1225"/>
                    <a:pt x="140" y="1260"/>
                    <a:pt x="140" y="1295"/>
                  </a:cubicBezTo>
                  <a:cubicBezTo>
                    <a:pt x="140" y="1315"/>
                    <a:pt x="148" y="1322"/>
                    <a:pt x="167" y="1322"/>
                  </a:cubicBezTo>
                  <a:cubicBezTo>
                    <a:pt x="200" y="1323"/>
                    <a:pt x="232" y="1323"/>
                    <a:pt x="265" y="1322"/>
                  </a:cubicBezTo>
                  <a:cubicBezTo>
                    <a:pt x="284" y="1322"/>
                    <a:pt x="292" y="1315"/>
                    <a:pt x="292" y="1295"/>
                  </a:cubicBezTo>
                  <a:cubicBezTo>
                    <a:pt x="293" y="1226"/>
                    <a:pt x="293" y="1157"/>
                    <a:pt x="292" y="1087"/>
                  </a:cubicBezTo>
                  <a:cubicBezTo>
                    <a:pt x="292" y="1068"/>
                    <a:pt x="284" y="1059"/>
                    <a:pt x="265" y="1059"/>
                  </a:cubicBezTo>
                  <a:close/>
                  <a:moveTo>
                    <a:pt x="244" y="1275"/>
                  </a:moveTo>
                  <a:cubicBezTo>
                    <a:pt x="189" y="1275"/>
                    <a:pt x="189" y="1275"/>
                    <a:pt x="189" y="1275"/>
                  </a:cubicBezTo>
                  <a:cubicBezTo>
                    <a:pt x="189" y="1107"/>
                    <a:pt x="189" y="1107"/>
                    <a:pt x="189" y="1107"/>
                  </a:cubicBezTo>
                  <a:cubicBezTo>
                    <a:pt x="244" y="1107"/>
                    <a:pt x="244" y="1107"/>
                    <a:pt x="244" y="1107"/>
                  </a:cubicBezTo>
                  <a:lnTo>
                    <a:pt x="244" y="1275"/>
                  </a:lnTo>
                  <a:close/>
                  <a:moveTo>
                    <a:pt x="984" y="794"/>
                  </a:moveTo>
                  <a:cubicBezTo>
                    <a:pt x="954" y="794"/>
                    <a:pt x="925" y="794"/>
                    <a:pt x="895" y="794"/>
                  </a:cubicBezTo>
                  <a:cubicBezTo>
                    <a:pt x="871" y="794"/>
                    <a:pt x="864" y="801"/>
                    <a:pt x="864" y="826"/>
                  </a:cubicBezTo>
                  <a:cubicBezTo>
                    <a:pt x="864" y="884"/>
                    <a:pt x="864" y="942"/>
                    <a:pt x="864" y="1000"/>
                  </a:cubicBezTo>
                  <a:cubicBezTo>
                    <a:pt x="864" y="1097"/>
                    <a:pt x="864" y="1194"/>
                    <a:pt x="864" y="1291"/>
                  </a:cubicBezTo>
                  <a:cubicBezTo>
                    <a:pt x="864" y="1319"/>
                    <a:pt x="870" y="1325"/>
                    <a:pt x="897" y="1325"/>
                  </a:cubicBezTo>
                  <a:cubicBezTo>
                    <a:pt x="926" y="1325"/>
                    <a:pt x="955" y="1325"/>
                    <a:pt x="984" y="1325"/>
                  </a:cubicBezTo>
                  <a:cubicBezTo>
                    <a:pt x="1009" y="1325"/>
                    <a:pt x="1016" y="1319"/>
                    <a:pt x="1016" y="1294"/>
                  </a:cubicBezTo>
                  <a:cubicBezTo>
                    <a:pt x="1016" y="1216"/>
                    <a:pt x="1016" y="1138"/>
                    <a:pt x="1016" y="1060"/>
                  </a:cubicBezTo>
                  <a:cubicBezTo>
                    <a:pt x="1016" y="982"/>
                    <a:pt x="1016" y="904"/>
                    <a:pt x="1016" y="826"/>
                  </a:cubicBezTo>
                  <a:cubicBezTo>
                    <a:pt x="1016" y="801"/>
                    <a:pt x="1010" y="794"/>
                    <a:pt x="984" y="794"/>
                  </a:cubicBezTo>
                  <a:close/>
                  <a:moveTo>
                    <a:pt x="967" y="1277"/>
                  </a:moveTo>
                  <a:cubicBezTo>
                    <a:pt x="912" y="1277"/>
                    <a:pt x="912" y="1277"/>
                    <a:pt x="912" y="1277"/>
                  </a:cubicBezTo>
                  <a:cubicBezTo>
                    <a:pt x="912" y="842"/>
                    <a:pt x="912" y="842"/>
                    <a:pt x="912" y="842"/>
                  </a:cubicBezTo>
                  <a:cubicBezTo>
                    <a:pt x="967" y="842"/>
                    <a:pt x="967" y="842"/>
                    <a:pt x="967" y="842"/>
                  </a:cubicBezTo>
                  <a:lnTo>
                    <a:pt x="967" y="1277"/>
                  </a:lnTo>
                  <a:close/>
                  <a:moveTo>
                    <a:pt x="315" y="722"/>
                  </a:moveTo>
                  <a:cubicBezTo>
                    <a:pt x="418" y="722"/>
                    <a:pt x="502" y="638"/>
                    <a:pt x="502" y="534"/>
                  </a:cubicBezTo>
                  <a:cubicBezTo>
                    <a:pt x="502" y="431"/>
                    <a:pt x="419" y="344"/>
                    <a:pt x="312" y="344"/>
                  </a:cubicBezTo>
                  <a:cubicBezTo>
                    <a:pt x="208" y="345"/>
                    <a:pt x="124" y="430"/>
                    <a:pt x="124" y="534"/>
                  </a:cubicBezTo>
                  <a:cubicBezTo>
                    <a:pt x="125" y="640"/>
                    <a:pt x="208" y="722"/>
                    <a:pt x="315" y="722"/>
                  </a:cubicBezTo>
                  <a:close/>
                  <a:moveTo>
                    <a:pt x="345" y="520"/>
                  </a:moveTo>
                  <a:cubicBezTo>
                    <a:pt x="356" y="484"/>
                    <a:pt x="368" y="447"/>
                    <a:pt x="379" y="409"/>
                  </a:cubicBezTo>
                  <a:cubicBezTo>
                    <a:pt x="454" y="445"/>
                    <a:pt x="478" y="552"/>
                    <a:pt x="426" y="617"/>
                  </a:cubicBezTo>
                  <a:cubicBezTo>
                    <a:pt x="400" y="588"/>
                    <a:pt x="373" y="559"/>
                    <a:pt x="347" y="530"/>
                  </a:cubicBezTo>
                  <a:cubicBezTo>
                    <a:pt x="345" y="528"/>
                    <a:pt x="344" y="523"/>
                    <a:pt x="345" y="520"/>
                  </a:cubicBezTo>
                  <a:close/>
                  <a:moveTo>
                    <a:pt x="182" y="478"/>
                  </a:moveTo>
                  <a:cubicBezTo>
                    <a:pt x="206" y="420"/>
                    <a:pt x="271" y="383"/>
                    <a:pt x="332" y="394"/>
                  </a:cubicBezTo>
                  <a:cubicBezTo>
                    <a:pt x="320" y="436"/>
                    <a:pt x="308" y="476"/>
                    <a:pt x="294" y="516"/>
                  </a:cubicBezTo>
                  <a:cubicBezTo>
                    <a:pt x="289" y="533"/>
                    <a:pt x="292" y="546"/>
                    <a:pt x="304" y="558"/>
                  </a:cubicBezTo>
                  <a:cubicBezTo>
                    <a:pt x="333" y="589"/>
                    <a:pt x="361" y="620"/>
                    <a:pt x="389" y="651"/>
                  </a:cubicBezTo>
                  <a:cubicBezTo>
                    <a:pt x="358" y="679"/>
                    <a:pt x="283" y="687"/>
                    <a:pt x="232" y="650"/>
                  </a:cubicBezTo>
                  <a:cubicBezTo>
                    <a:pt x="177" y="611"/>
                    <a:pt x="156" y="541"/>
                    <a:pt x="182" y="4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Text 9">
            <a:extLst>
              <a:ext uri="{FF2B5EF4-FFF2-40B4-BE49-F238E27FC236}">
                <a16:creationId xmlns:a16="http://schemas.microsoft.com/office/drawing/2014/main" id="{28F51D65-D7AC-4750-8630-38BADBC6A901}"/>
              </a:ext>
            </a:extLst>
          </p:cNvPr>
          <p:cNvSpPr>
            <a:spLocks noGrp="1"/>
          </p:cNvSpPr>
          <p:nvPr/>
        </p:nvSpPr>
        <p:spPr>
          <a:xfrm>
            <a:off x="2053475" y="2117158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C39DB1F2-8097-4408-AB38-596B3AA6C4C2}"/>
              </a:ext>
            </a:extLst>
          </p:cNvPr>
          <p:cNvSpPr>
            <a:spLocks noGrp="1"/>
          </p:cNvSpPr>
          <p:nvPr/>
        </p:nvSpPr>
        <p:spPr>
          <a:xfrm>
            <a:off x="2054429" y="5018172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2DF0F9B2-40C1-48ED-84C3-F779620F50CA}"/>
              </a:ext>
            </a:extLst>
          </p:cNvPr>
          <p:cNvSpPr>
            <a:spLocks noGrp="1"/>
          </p:cNvSpPr>
          <p:nvPr/>
        </p:nvSpPr>
        <p:spPr>
          <a:xfrm>
            <a:off x="2054429" y="3503858"/>
            <a:ext cx="1130818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207853F8-81F3-4245-BCB5-1056635ADB89}"/>
              </a:ext>
            </a:extLst>
          </p:cNvPr>
          <p:cNvSpPr>
            <a:spLocks/>
          </p:cNvSpPr>
          <p:nvPr/>
        </p:nvSpPr>
        <p:spPr bwMode="auto">
          <a:xfrm>
            <a:off x="8156122" y="2239058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4EA9E8C4-7256-430B-A411-12CCB9379774}"/>
              </a:ext>
            </a:extLst>
          </p:cNvPr>
          <p:cNvSpPr>
            <a:spLocks/>
          </p:cNvSpPr>
          <p:nvPr/>
        </p:nvSpPr>
        <p:spPr bwMode="auto">
          <a:xfrm>
            <a:off x="8156122" y="3679835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78E7BF-269D-4830-9A59-7A3545EE90BC}"/>
              </a:ext>
            </a:extLst>
          </p:cNvPr>
          <p:cNvSpPr txBox="1"/>
          <p:nvPr/>
        </p:nvSpPr>
        <p:spPr>
          <a:xfrm>
            <a:off x="8975011" y="2396250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4A7C88-5986-42F5-BEA6-1524584E673A}"/>
              </a:ext>
            </a:extLst>
          </p:cNvPr>
          <p:cNvSpPr txBox="1"/>
          <p:nvPr/>
        </p:nvSpPr>
        <p:spPr>
          <a:xfrm>
            <a:off x="8964500" y="3837027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46" name="Freeform 9">
            <a:extLst>
              <a:ext uri="{FF2B5EF4-FFF2-40B4-BE49-F238E27FC236}">
                <a16:creationId xmlns:a16="http://schemas.microsoft.com/office/drawing/2014/main" id="{263EDBEB-DA06-4519-9EFF-7898EF0D0CBC}"/>
              </a:ext>
            </a:extLst>
          </p:cNvPr>
          <p:cNvSpPr>
            <a:spLocks noEditPoints="1"/>
          </p:cNvSpPr>
          <p:nvPr/>
        </p:nvSpPr>
        <p:spPr bwMode="auto">
          <a:xfrm>
            <a:off x="8318463" y="2351192"/>
            <a:ext cx="334212" cy="313442"/>
          </a:xfrm>
          <a:custGeom>
            <a:avLst/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10">
            <a:extLst>
              <a:ext uri="{FF2B5EF4-FFF2-40B4-BE49-F238E27FC236}">
                <a16:creationId xmlns:a16="http://schemas.microsoft.com/office/drawing/2014/main" id="{DF671AE2-435C-4A1F-A723-513BF4B9EE5E}"/>
              </a:ext>
            </a:extLst>
          </p:cNvPr>
          <p:cNvSpPr>
            <a:spLocks noEditPoints="1"/>
          </p:cNvSpPr>
          <p:nvPr/>
        </p:nvSpPr>
        <p:spPr bwMode="auto">
          <a:xfrm>
            <a:off x="8320351" y="3791169"/>
            <a:ext cx="330436" cy="348376"/>
          </a:xfrm>
          <a:custGeom>
            <a:avLst/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838AC655-FFA7-48E7-92B2-85A70BAB835C}"/>
              </a:ext>
            </a:extLst>
          </p:cNvPr>
          <p:cNvSpPr>
            <a:spLocks/>
          </p:cNvSpPr>
          <p:nvPr/>
        </p:nvSpPr>
        <p:spPr bwMode="auto">
          <a:xfrm>
            <a:off x="8183723" y="5173500"/>
            <a:ext cx="658894" cy="571042"/>
          </a:xfrm>
          <a:custGeom>
            <a:avLst/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57E763-7784-401F-9BD4-A71C2FB2A87C}"/>
              </a:ext>
            </a:extLst>
          </p:cNvPr>
          <p:cNvSpPr txBox="1"/>
          <p:nvPr/>
        </p:nvSpPr>
        <p:spPr>
          <a:xfrm>
            <a:off x="8997712" y="5298834"/>
            <a:ext cx="2205012" cy="10301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chemeClr val="bg1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visual form commonly use  dolor demonstrate.</a:t>
            </a:r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2D59C18A-3E6E-47AB-BD1C-9EB88F90A9F8}"/>
              </a:ext>
            </a:extLst>
          </p:cNvPr>
          <p:cNvSpPr>
            <a:spLocks noEditPoints="1"/>
          </p:cNvSpPr>
          <p:nvPr/>
        </p:nvSpPr>
        <p:spPr bwMode="auto">
          <a:xfrm>
            <a:off x="8278699" y="5285778"/>
            <a:ext cx="349318" cy="346486"/>
          </a:xfrm>
          <a:custGeom>
            <a:avLst/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8F31271B-2708-4E9B-A2CD-1131C1147F91}"/>
              </a:ext>
            </a:extLst>
          </p:cNvPr>
          <p:cNvSpPr>
            <a:spLocks noGrp="1"/>
          </p:cNvSpPr>
          <p:nvPr/>
        </p:nvSpPr>
        <p:spPr>
          <a:xfrm>
            <a:off x="8964500" y="2121423"/>
            <a:ext cx="2042249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7454D5EF-E603-4E8F-BA0B-A7B3AC7DDF76}"/>
              </a:ext>
            </a:extLst>
          </p:cNvPr>
          <p:cNvSpPr>
            <a:spLocks noGrp="1"/>
          </p:cNvSpPr>
          <p:nvPr/>
        </p:nvSpPr>
        <p:spPr>
          <a:xfrm>
            <a:off x="8997712" y="5032730"/>
            <a:ext cx="1953910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887621F1-E66F-4A27-B6EC-1C4AB6F72010}"/>
              </a:ext>
            </a:extLst>
          </p:cNvPr>
          <p:cNvSpPr>
            <a:spLocks noGrp="1"/>
          </p:cNvSpPr>
          <p:nvPr/>
        </p:nvSpPr>
        <p:spPr>
          <a:xfrm>
            <a:off x="8986433" y="3528850"/>
            <a:ext cx="1960549" cy="373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02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918" y="2592754"/>
            <a:ext cx="3501418" cy="2487246"/>
          </a:xfrm>
          <a:prstGeom prst="rect">
            <a:avLst/>
          </a:prstGeom>
        </p:spPr>
      </p:pic>
      <p:pic>
        <p:nvPicPr>
          <p:cNvPr id="52" name="Рисунок 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582" y="2592754"/>
            <a:ext cx="3501418" cy="2487246"/>
          </a:xfrm>
          <a:prstGeom prst="rect">
            <a:avLst/>
          </a:prstGeom>
        </p:spPr>
      </p:pic>
      <p:pic>
        <p:nvPicPr>
          <p:cNvPr id="53" name="Рисунок 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2567355"/>
            <a:ext cx="3501418" cy="24872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851878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58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63600" y="1790700"/>
            <a:ext cx="889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1104900" y="2941253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1104900" y="3322253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50" y="2940050"/>
            <a:ext cx="266700" cy="266700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477520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4775200" y="3321050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650" y="2940050"/>
            <a:ext cx="266700" cy="266700"/>
          </a:xfrm>
          <a:prstGeom prst="rect">
            <a:avLst/>
          </a:prstGeom>
        </p:spPr>
      </p:pic>
      <p:sp>
        <p:nvSpPr>
          <p:cNvPr id="34" name="Text 25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850265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8502650" y="3321050"/>
            <a:ext cx="29464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141067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2650" y="-255008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3600" y="4953970"/>
            <a:ext cx="6642100" cy="66421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35127" y="-2893219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71876" y="-1117600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8">
            <a:extLst>
              <a:ext uri="{FF2B5EF4-FFF2-40B4-BE49-F238E27FC236}">
                <a16:creationId xmlns:a16="http://schemas.microsoft.com/office/drawing/2014/main" id="{0004D1BD-34A9-4686-94C7-78ED5C30F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3902651"/>
            <a:ext cx="3677603" cy="1897362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693BD533-DD69-41A0-97E3-DC0EB703E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9837" y="1755977"/>
            <a:ext cx="3677603" cy="1897362"/>
          </a:xfrm>
          <a:prstGeom prst="rect">
            <a:avLst/>
          </a:prstGeom>
        </p:spPr>
      </p:pic>
      <p:pic>
        <p:nvPicPr>
          <p:cNvPr id="38" name="Рисунок 8">
            <a:extLst>
              <a:ext uri="{FF2B5EF4-FFF2-40B4-BE49-F238E27FC236}">
                <a16:creationId xmlns:a16="http://schemas.microsoft.com/office/drawing/2014/main" id="{2E8A0FE2-BCFF-40E2-9BBE-4A00F074C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1737249"/>
            <a:ext cx="3677603" cy="189736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5" y="1669946"/>
            <a:ext cx="2419350" cy="4130067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4424876" y="1942446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4424876" y="2323446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226" y="1941243"/>
            <a:ext cx="266700" cy="266700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8292123" y="1941243"/>
            <a:ext cx="3166803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8292123" y="2322243"/>
            <a:ext cx="3166803" cy="110675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284" y="4064670"/>
            <a:ext cx="266700" cy="266700"/>
          </a:xfrm>
          <a:prstGeom prst="rect">
            <a:avLst/>
          </a:prstGeom>
        </p:spPr>
      </p:pic>
      <p:sp>
        <p:nvSpPr>
          <p:cNvPr id="34" name="Text 25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4471461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4471460" y="4445670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36592" y="-4586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43686" y="6841067"/>
            <a:ext cx="2019300" cy="20193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76936" y="-3268599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3329" y="5919516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16397" y="-1584262"/>
            <a:ext cx="2412274" cy="2412274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2974552" y="4110554"/>
            <a:ext cx="5399570" cy="539957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2" name="Рисунок 8">
            <a:extLst>
              <a:ext uri="{FF2B5EF4-FFF2-40B4-BE49-F238E27FC236}">
                <a16:creationId xmlns:a16="http://schemas.microsoft.com/office/drawing/2014/main" id="{D56C395E-2B6A-4489-9AAB-57A1C96DB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6870" y="3902651"/>
            <a:ext cx="3677603" cy="1897362"/>
          </a:xfrm>
          <a:prstGeom prst="rect">
            <a:avLst/>
          </a:prstGeom>
        </p:spPr>
      </p:pic>
      <p:pic>
        <p:nvPicPr>
          <p:cNvPr id="43" name="Image 6">
            <a:extLst>
              <a:ext uri="{FF2B5EF4-FFF2-40B4-BE49-F238E27FC236}">
                <a16:creationId xmlns:a16="http://schemas.microsoft.com/office/drawing/2014/main" id="{0467CF4B-7A28-4857-83A9-FBFACB9A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717" y="4064670"/>
            <a:ext cx="266700" cy="266700"/>
          </a:xfrm>
          <a:prstGeom prst="rect">
            <a:avLst/>
          </a:prstGeom>
        </p:spPr>
      </p:pic>
      <p:sp>
        <p:nvSpPr>
          <p:cNvPr id="44" name="Text 25">
            <a:extLst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noGrp="1"/>
          </p:cNvSpPr>
          <p:nvPr/>
        </p:nvSpPr>
        <p:spPr>
          <a:xfrm>
            <a:off x="8272138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noGrp="1"/>
          </p:cNvSpPr>
          <p:nvPr/>
        </p:nvSpPr>
        <p:spPr>
          <a:xfrm>
            <a:off x="8286207" y="4445670"/>
            <a:ext cx="3172720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/>
          <p:nvPr/>
        </p:nvSpPr>
        <p:spPr>
          <a:xfrm>
            <a:off x="12192000" y="4580885"/>
            <a:ext cx="373406" cy="595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75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8">
            <a:extLst>
              <a:ext uri="{FF2B5EF4-FFF2-40B4-BE49-F238E27FC236}">
                <a16:creationId xmlns:a16="http://schemas.microsoft.com/office/drawing/2014/main" id="{0004D1BD-34A9-4686-94C7-78ED5C30F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3902651"/>
            <a:ext cx="3677603" cy="1897362"/>
          </a:xfrm>
          <a:prstGeom prst="rect">
            <a:avLst/>
          </a:prstGeom>
        </p:spPr>
      </p:pic>
      <p:pic>
        <p:nvPicPr>
          <p:cNvPr id="39" name="Рисунок 8">
            <a:extLst>
              <a:ext uri="{FF2B5EF4-FFF2-40B4-BE49-F238E27FC236}">
                <a16:creationId xmlns:a16="http://schemas.microsoft.com/office/drawing/2014/main" id="{693BD533-DD69-41A0-97E3-DC0EB703E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9837" y="1755977"/>
            <a:ext cx="3677603" cy="1897362"/>
          </a:xfrm>
          <a:prstGeom prst="rect">
            <a:avLst/>
          </a:prstGeom>
        </p:spPr>
      </p:pic>
      <p:pic>
        <p:nvPicPr>
          <p:cNvPr id="38" name="Рисунок 8">
            <a:extLst>
              <a:ext uri="{FF2B5EF4-FFF2-40B4-BE49-F238E27FC236}">
                <a16:creationId xmlns:a16="http://schemas.microsoft.com/office/drawing/2014/main" id="{2E8A0FE2-BCFF-40E2-9BBE-4A00F074C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37" y="1737249"/>
            <a:ext cx="3677603" cy="189736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4" y="841002"/>
            <a:ext cx="6321521" cy="73011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4424876" y="1942446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4424876" y="2323446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226" y="1941243"/>
            <a:ext cx="266700" cy="266700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8292123" y="1941243"/>
            <a:ext cx="3166803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 dirty="0">
              <a:solidFill>
                <a:srgbClr val="00B050"/>
              </a:solidFill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8292123" y="2322243"/>
            <a:ext cx="3166803" cy="1106757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284" y="4064670"/>
            <a:ext cx="266700" cy="266700"/>
          </a:xfrm>
          <a:prstGeom prst="rect">
            <a:avLst/>
          </a:prstGeom>
        </p:spPr>
      </p:pic>
      <p:sp>
        <p:nvSpPr>
          <p:cNvPr id="34" name="Text 25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4471461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4471460" y="4445670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6400" y="5848350"/>
            <a:ext cx="2019300" cy="20193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0800" y="-1643183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42" name="Рисунок 8">
            <a:extLst>
              <a:ext uri="{FF2B5EF4-FFF2-40B4-BE49-F238E27FC236}">
                <a16:creationId xmlns:a16="http://schemas.microsoft.com/office/drawing/2014/main" id="{D56C395E-2B6A-4489-9AAB-57A1C96DB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6870" y="3902651"/>
            <a:ext cx="3677603" cy="1897362"/>
          </a:xfrm>
          <a:prstGeom prst="rect">
            <a:avLst/>
          </a:prstGeom>
        </p:spPr>
      </p:pic>
      <p:pic>
        <p:nvPicPr>
          <p:cNvPr id="43" name="Image 6">
            <a:extLst>
              <a:ext uri="{FF2B5EF4-FFF2-40B4-BE49-F238E27FC236}">
                <a16:creationId xmlns:a16="http://schemas.microsoft.com/office/drawing/2014/main" id="{0467CF4B-7A28-4857-83A9-FBFACB9A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717" y="4064670"/>
            <a:ext cx="266700" cy="266700"/>
          </a:xfrm>
          <a:prstGeom prst="rect">
            <a:avLst/>
          </a:prstGeom>
        </p:spPr>
      </p:pic>
      <p:sp>
        <p:nvSpPr>
          <p:cNvPr id="44" name="Text 25">
            <a:extLst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noGrp="1"/>
          </p:cNvSpPr>
          <p:nvPr/>
        </p:nvSpPr>
        <p:spPr>
          <a:xfrm>
            <a:off x="8272138" y="406467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noGrp="1"/>
          </p:cNvSpPr>
          <p:nvPr/>
        </p:nvSpPr>
        <p:spPr>
          <a:xfrm>
            <a:off x="8286207" y="4445670"/>
            <a:ext cx="3172720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/>
          <p:nvPr/>
        </p:nvSpPr>
        <p:spPr>
          <a:xfrm>
            <a:off x="12192000" y="4580885"/>
            <a:ext cx="373406" cy="595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6" name="Рисунок 8">
            <a:extLst>
              <a:ext uri="{FF2B5EF4-FFF2-40B4-BE49-F238E27FC236}">
                <a16:creationId xmlns:a16="http://schemas.microsoft.com/office/drawing/2014/main" id="{E5D486CD-B0C4-4EDF-BA3A-7C718659E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54" y="3921379"/>
            <a:ext cx="3677603" cy="1897362"/>
          </a:xfrm>
          <a:prstGeom prst="rect">
            <a:avLst/>
          </a:prstGeom>
        </p:spPr>
      </p:pic>
      <p:pic>
        <p:nvPicPr>
          <p:cNvPr id="47" name="Рисунок 8">
            <a:extLst>
              <a:ext uri="{FF2B5EF4-FFF2-40B4-BE49-F238E27FC236}">
                <a16:creationId xmlns:a16="http://schemas.microsoft.com/office/drawing/2014/main" id="{08D1DC5D-86D3-4161-8BAE-B06C0CB9B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54" y="1755977"/>
            <a:ext cx="3677603" cy="1897362"/>
          </a:xfrm>
          <a:prstGeom prst="rect">
            <a:avLst/>
          </a:prstGeom>
        </p:spPr>
      </p:pic>
      <p:sp>
        <p:nvSpPr>
          <p:cNvPr id="48" name="Text 9">
            <a:extLst>
              <a:ext uri="{FF2B5EF4-FFF2-40B4-BE49-F238E27FC236}">
                <a16:creationId xmlns:a16="http://schemas.microsoft.com/office/drawing/2014/main" id="{FF0DB1F4-DE57-498C-80D4-9EA47E9E5203}"/>
              </a:ext>
            </a:extLst>
          </p:cNvPr>
          <p:cNvSpPr>
            <a:spLocks noGrp="1"/>
          </p:cNvSpPr>
          <p:nvPr/>
        </p:nvSpPr>
        <p:spPr>
          <a:xfrm>
            <a:off x="665893" y="1961174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 dirty="0">
              <a:solidFill>
                <a:srgbClr val="DE4A42"/>
              </a:solidFill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FE9FA756-A9ED-4411-97C3-B64661C358FC}"/>
              </a:ext>
            </a:extLst>
          </p:cNvPr>
          <p:cNvSpPr>
            <a:spLocks noGrp="1"/>
          </p:cNvSpPr>
          <p:nvPr/>
        </p:nvSpPr>
        <p:spPr>
          <a:xfrm>
            <a:off x="665893" y="2342174"/>
            <a:ext cx="3169134" cy="110555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  <p:pic>
        <p:nvPicPr>
          <p:cNvPr id="50" name="Image 6">
            <a:extLst>
              <a:ext uri="{FF2B5EF4-FFF2-40B4-BE49-F238E27FC236}">
                <a16:creationId xmlns:a16="http://schemas.microsoft.com/office/drawing/2014/main" id="{FCC9A088-346F-4D4A-A37D-A4EE4671D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01" y="4083398"/>
            <a:ext cx="266700" cy="266700"/>
          </a:xfrm>
          <a:prstGeom prst="rect">
            <a:avLst/>
          </a:prstGeom>
        </p:spPr>
      </p:pic>
      <p:sp>
        <p:nvSpPr>
          <p:cNvPr id="51" name="Text 25">
            <a:extLst>
              <a:ext uri="{FF2B5EF4-FFF2-40B4-BE49-F238E27FC236}">
                <a16:creationId xmlns:a16="http://schemas.microsoft.com/office/drawing/2014/main" id="{C4B44AD1-D22A-4F3E-97AE-AB9B20303B3E}"/>
              </a:ext>
            </a:extLst>
          </p:cNvPr>
          <p:cNvSpPr>
            <a:spLocks noGrp="1"/>
          </p:cNvSpPr>
          <p:nvPr/>
        </p:nvSpPr>
        <p:spPr>
          <a:xfrm>
            <a:off x="712478" y="4083398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 dirty="0">
              <a:solidFill>
                <a:srgbClr val="FD6D01"/>
              </a:solidFill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795776DB-57BB-4194-82A7-E1EC709A3A0C}"/>
              </a:ext>
            </a:extLst>
          </p:cNvPr>
          <p:cNvSpPr>
            <a:spLocks noGrp="1"/>
          </p:cNvSpPr>
          <p:nvPr/>
        </p:nvSpPr>
        <p:spPr>
          <a:xfrm>
            <a:off x="712477" y="4464398"/>
            <a:ext cx="3199339" cy="118821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21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3302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lang="ru-RU"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ОПОЗДАНИЯ</a:t>
            </a:r>
            <a:endParaRPr lang="ru-RU" sz="3000" dirty="0">
              <a:solidFill>
                <a:srgbClr val="3F454F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33854" y="841002"/>
            <a:ext cx="6321521" cy="73011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889001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8128166"/>
            <a:ext cx="2019300" cy="201930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81" name="Freeform 5">
            <a:extLst>
              <a:ext uri="{FF2B5EF4-FFF2-40B4-BE49-F238E27FC236}">
                <a16:creationId xmlns:a16="http://schemas.microsoft.com/office/drawing/2014/main" id="{E30ADEC7-B8A3-4ADD-A1C7-198C31611078}"/>
              </a:ext>
            </a:extLst>
          </p:cNvPr>
          <p:cNvSpPr>
            <a:spLocks/>
          </p:cNvSpPr>
          <p:nvPr/>
        </p:nvSpPr>
        <p:spPr bwMode="auto">
          <a:xfrm>
            <a:off x="6999335" y="2472909"/>
            <a:ext cx="2730880" cy="2729237"/>
          </a:xfrm>
          <a:custGeom>
            <a:avLst/>
            <a:gdLst>
              <a:gd name="T0" fmla="*/ 1485 w 1485"/>
              <a:gd name="T1" fmla="*/ 800 h 1483"/>
              <a:gd name="T2" fmla="*/ 1371 w 1485"/>
              <a:gd name="T3" fmla="*/ 741 h 1483"/>
              <a:gd name="T4" fmla="*/ 1477 w 1485"/>
              <a:gd name="T5" fmla="*/ 635 h 1483"/>
              <a:gd name="T6" fmla="*/ 1339 w 1485"/>
              <a:gd name="T7" fmla="*/ 541 h 1483"/>
              <a:gd name="T8" fmla="*/ 1396 w 1485"/>
              <a:gd name="T9" fmla="*/ 391 h 1483"/>
              <a:gd name="T10" fmla="*/ 1234 w 1485"/>
              <a:gd name="T11" fmla="*/ 349 h 1483"/>
              <a:gd name="T12" fmla="*/ 1237 w 1485"/>
              <a:gd name="T13" fmla="*/ 188 h 1483"/>
              <a:gd name="T14" fmla="*/ 1070 w 1485"/>
              <a:gd name="T15" fmla="*/ 205 h 1483"/>
              <a:gd name="T16" fmla="*/ 1018 w 1485"/>
              <a:gd name="T17" fmla="*/ 53 h 1483"/>
              <a:gd name="T18" fmla="*/ 867 w 1485"/>
              <a:gd name="T19" fmla="*/ 125 h 1483"/>
              <a:gd name="T20" fmla="*/ 766 w 1485"/>
              <a:gd name="T21" fmla="*/ 0 h 1483"/>
              <a:gd name="T22" fmla="*/ 648 w 1485"/>
              <a:gd name="T23" fmla="*/ 120 h 1483"/>
              <a:gd name="T24" fmla="*/ 511 w 1485"/>
              <a:gd name="T25" fmla="*/ 37 h 1483"/>
              <a:gd name="T26" fmla="*/ 441 w 1485"/>
              <a:gd name="T27" fmla="*/ 190 h 1483"/>
              <a:gd name="T28" fmla="*/ 284 w 1485"/>
              <a:gd name="T29" fmla="*/ 159 h 1483"/>
              <a:gd name="T30" fmla="*/ 271 w 1485"/>
              <a:gd name="T31" fmla="*/ 326 h 1483"/>
              <a:gd name="T32" fmla="*/ 112 w 1485"/>
              <a:gd name="T33" fmla="*/ 351 h 1483"/>
              <a:gd name="T34" fmla="*/ 157 w 1485"/>
              <a:gd name="T35" fmla="*/ 512 h 1483"/>
              <a:gd name="T36" fmla="*/ 16 w 1485"/>
              <a:gd name="T37" fmla="*/ 590 h 1483"/>
              <a:gd name="T38" fmla="*/ 114 w 1485"/>
              <a:gd name="T39" fmla="*/ 726 h 1483"/>
              <a:gd name="T40" fmla="*/ 117 w 1485"/>
              <a:gd name="T41" fmla="*/ 806 h 1483"/>
              <a:gd name="T42" fmla="*/ 25 w 1485"/>
              <a:gd name="T43" fmla="*/ 940 h 1483"/>
              <a:gd name="T44" fmla="*/ 177 w 1485"/>
              <a:gd name="T45" fmla="*/ 1016 h 1483"/>
              <a:gd name="T46" fmla="*/ 136 w 1485"/>
              <a:gd name="T47" fmla="*/ 1174 h 1483"/>
              <a:gd name="T48" fmla="*/ 305 w 1485"/>
              <a:gd name="T49" fmla="*/ 1193 h 1483"/>
              <a:gd name="T50" fmla="*/ 320 w 1485"/>
              <a:gd name="T51" fmla="*/ 1355 h 1483"/>
              <a:gd name="T52" fmla="*/ 486 w 1485"/>
              <a:gd name="T53" fmla="*/ 1315 h 1483"/>
              <a:gd name="T54" fmla="*/ 556 w 1485"/>
              <a:gd name="T55" fmla="*/ 1462 h 1483"/>
              <a:gd name="T56" fmla="*/ 697 w 1485"/>
              <a:gd name="T57" fmla="*/ 1369 h 1483"/>
              <a:gd name="T58" fmla="*/ 814 w 1485"/>
              <a:gd name="T59" fmla="*/ 1483 h 1483"/>
              <a:gd name="T60" fmla="*/ 915 w 1485"/>
              <a:gd name="T61" fmla="*/ 1346 h 1483"/>
              <a:gd name="T62" fmla="*/ 1063 w 1485"/>
              <a:gd name="T63" fmla="*/ 1414 h 1483"/>
              <a:gd name="T64" fmla="*/ 1111 w 1485"/>
              <a:gd name="T65" fmla="*/ 1251 h 1483"/>
              <a:gd name="T66" fmla="*/ 1274 w 1485"/>
              <a:gd name="T67" fmla="*/ 1264 h 1483"/>
              <a:gd name="T68" fmla="*/ 1263 w 1485"/>
              <a:gd name="T69" fmla="*/ 1094 h 1483"/>
              <a:gd name="T70" fmla="*/ 1420 w 1485"/>
              <a:gd name="T71" fmla="*/ 1051 h 1483"/>
              <a:gd name="T72" fmla="*/ 1352 w 1485"/>
              <a:gd name="T73" fmla="*/ 895 h 1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5" h="1483">
                <a:moveTo>
                  <a:pt x="1469" y="893"/>
                </a:moveTo>
                <a:cubicBezTo>
                  <a:pt x="1485" y="800"/>
                  <a:pt x="1485" y="800"/>
                  <a:pt x="1485" y="800"/>
                </a:cubicBezTo>
                <a:cubicBezTo>
                  <a:pt x="1371" y="757"/>
                  <a:pt x="1371" y="757"/>
                  <a:pt x="1371" y="757"/>
                </a:cubicBezTo>
                <a:cubicBezTo>
                  <a:pt x="1371" y="752"/>
                  <a:pt x="1371" y="747"/>
                  <a:pt x="1371" y="741"/>
                </a:cubicBezTo>
                <a:cubicBezTo>
                  <a:pt x="1371" y="720"/>
                  <a:pt x="1370" y="698"/>
                  <a:pt x="1368" y="677"/>
                </a:cubicBezTo>
                <a:cubicBezTo>
                  <a:pt x="1477" y="635"/>
                  <a:pt x="1477" y="635"/>
                  <a:pt x="1477" y="635"/>
                </a:cubicBezTo>
                <a:cubicBezTo>
                  <a:pt x="1461" y="543"/>
                  <a:pt x="1461" y="543"/>
                  <a:pt x="1461" y="543"/>
                </a:cubicBezTo>
                <a:cubicBezTo>
                  <a:pt x="1339" y="541"/>
                  <a:pt x="1339" y="541"/>
                  <a:pt x="1339" y="541"/>
                </a:cubicBezTo>
                <a:cubicBezTo>
                  <a:pt x="1330" y="515"/>
                  <a:pt x="1320" y="491"/>
                  <a:pt x="1309" y="467"/>
                </a:cubicBezTo>
                <a:cubicBezTo>
                  <a:pt x="1396" y="391"/>
                  <a:pt x="1396" y="391"/>
                  <a:pt x="1396" y="391"/>
                </a:cubicBezTo>
                <a:cubicBezTo>
                  <a:pt x="1349" y="309"/>
                  <a:pt x="1349" y="309"/>
                  <a:pt x="1349" y="309"/>
                </a:cubicBezTo>
                <a:cubicBezTo>
                  <a:pt x="1234" y="349"/>
                  <a:pt x="1234" y="349"/>
                  <a:pt x="1234" y="349"/>
                </a:cubicBezTo>
                <a:cubicBezTo>
                  <a:pt x="1217" y="328"/>
                  <a:pt x="1199" y="309"/>
                  <a:pt x="1180" y="290"/>
                </a:cubicBezTo>
                <a:cubicBezTo>
                  <a:pt x="1237" y="188"/>
                  <a:pt x="1237" y="188"/>
                  <a:pt x="1237" y="188"/>
                </a:cubicBezTo>
                <a:cubicBezTo>
                  <a:pt x="1165" y="128"/>
                  <a:pt x="1165" y="128"/>
                  <a:pt x="1165" y="128"/>
                </a:cubicBezTo>
                <a:cubicBezTo>
                  <a:pt x="1070" y="205"/>
                  <a:pt x="1070" y="205"/>
                  <a:pt x="1070" y="205"/>
                </a:cubicBezTo>
                <a:cubicBezTo>
                  <a:pt x="1047" y="191"/>
                  <a:pt x="1024" y="179"/>
                  <a:pt x="1000" y="168"/>
                </a:cubicBezTo>
                <a:cubicBezTo>
                  <a:pt x="1018" y="53"/>
                  <a:pt x="1018" y="53"/>
                  <a:pt x="1018" y="53"/>
                </a:cubicBezTo>
                <a:cubicBezTo>
                  <a:pt x="930" y="20"/>
                  <a:pt x="930" y="20"/>
                  <a:pt x="930" y="20"/>
                </a:cubicBezTo>
                <a:cubicBezTo>
                  <a:pt x="867" y="125"/>
                  <a:pt x="867" y="125"/>
                  <a:pt x="867" y="125"/>
                </a:cubicBezTo>
                <a:cubicBezTo>
                  <a:pt x="841" y="120"/>
                  <a:pt x="815" y="116"/>
                  <a:pt x="788" y="114"/>
                </a:cubicBezTo>
                <a:cubicBezTo>
                  <a:pt x="766" y="0"/>
                  <a:pt x="766" y="0"/>
                  <a:pt x="766" y="0"/>
                </a:cubicBezTo>
                <a:cubicBezTo>
                  <a:pt x="672" y="0"/>
                  <a:pt x="672" y="0"/>
                  <a:pt x="672" y="0"/>
                </a:cubicBezTo>
                <a:cubicBezTo>
                  <a:pt x="648" y="120"/>
                  <a:pt x="648" y="120"/>
                  <a:pt x="648" y="120"/>
                </a:cubicBezTo>
                <a:cubicBezTo>
                  <a:pt x="622" y="124"/>
                  <a:pt x="596" y="129"/>
                  <a:pt x="571" y="137"/>
                </a:cubicBezTo>
                <a:cubicBezTo>
                  <a:pt x="511" y="37"/>
                  <a:pt x="511" y="37"/>
                  <a:pt x="511" y="37"/>
                </a:cubicBezTo>
                <a:cubicBezTo>
                  <a:pt x="422" y="69"/>
                  <a:pt x="422" y="69"/>
                  <a:pt x="422" y="69"/>
                </a:cubicBezTo>
                <a:cubicBezTo>
                  <a:pt x="441" y="190"/>
                  <a:pt x="441" y="190"/>
                  <a:pt x="441" y="190"/>
                </a:cubicBezTo>
                <a:cubicBezTo>
                  <a:pt x="418" y="202"/>
                  <a:pt x="396" y="216"/>
                  <a:pt x="374" y="232"/>
                </a:cubicBezTo>
                <a:cubicBezTo>
                  <a:pt x="284" y="159"/>
                  <a:pt x="284" y="159"/>
                  <a:pt x="284" y="159"/>
                </a:cubicBezTo>
                <a:cubicBezTo>
                  <a:pt x="212" y="219"/>
                  <a:pt x="212" y="219"/>
                  <a:pt x="212" y="219"/>
                </a:cubicBezTo>
                <a:cubicBezTo>
                  <a:pt x="271" y="326"/>
                  <a:pt x="271" y="326"/>
                  <a:pt x="271" y="326"/>
                </a:cubicBezTo>
                <a:cubicBezTo>
                  <a:pt x="253" y="346"/>
                  <a:pt x="237" y="367"/>
                  <a:pt x="222" y="389"/>
                </a:cubicBezTo>
                <a:cubicBezTo>
                  <a:pt x="112" y="351"/>
                  <a:pt x="112" y="351"/>
                  <a:pt x="112" y="351"/>
                </a:cubicBezTo>
                <a:cubicBezTo>
                  <a:pt x="65" y="432"/>
                  <a:pt x="65" y="432"/>
                  <a:pt x="65" y="432"/>
                </a:cubicBezTo>
                <a:cubicBezTo>
                  <a:pt x="157" y="512"/>
                  <a:pt x="157" y="512"/>
                  <a:pt x="157" y="512"/>
                </a:cubicBezTo>
                <a:cubicBezTo>
                  <a:pt x="147" y="537"/>
                  <a:pt x="139" y="562"/>
                  <a:pt x="133" y="588"/>
                </a:cubicBezTo>
                <a:cubicBezTo>
                  <a:pt x="16" y="590"/>
                  <a:pt x="16" y="590"/>
                  <a:pt x="16" y="590"/>
                </a:cubicBezTo>
                <a:cubicBezTo>
                  <a:pt x="0" y="683"/>
                  <a:pt x="0" y="683"/>
                  <a:pt x="0" y="683"/>
                </a:cubicBezTo>
                <a:cubicBezTo>
                  <a:pt x="114" y="726"/>
                  <a:pt x="114" y="726"/>
                  <a:pt x="114" y="726"/>
                </a:cubicBezTo>
                <a:cubicBezTo>
                  <a:pt x="114" y="731"/>
                  <a:pt x="114" y="736"/>
                  <a:pt x="114" y="741"/>
                </a:cubicBezTo>
                <a:cubicBezTo>
                  <a:pt x="114" y="763"/>
                  <a:pt x="115" y="785"/>
                  <a:pt x="117" y="806"/>
                </a:cubicBezTo>
                <a:cubicBezTo>
                  <a:pt x="8" y="848"/>
                  <a:pt x="8" y="848"/>
                  <a:pt x="8" y="848"/>
                </a:cubicBezTo>
                <a:cubicBezTo>
                  <a:pt x="25" y="940"/>
                  <a:pt x="25" y="940"/>
                  <a:pt x="25" y="940"/>
                </a:cubicBezTo>
                <a:cubicBezTo>
                  <a:pt x="147" y="942"/>
                  <a:pt x="147" y="942"/>
                  <a:pt x="147" y="942"/>
                </a:cubicBezTo>
                <a:cubicBezTo>
                  <a:pt x="155" y="968"/>
                  <a:pt x="165" y="992"/>
                  <a:pt x="177" y="1016"/>
                </a:cubicBezTo>
                <a:cubicBezTo>
                  <a:pt x="89" y="1092"/>
                  <a:pt x="89" y="1092"/>
                  <a:pt x="89" y="1092"/>
                </a:cubicBezTo>
                <a:cubicBezTo>
                  <a:pt x="136" y="1174"/>
                  <a:pt x="136" y="1174"/>
                  <a:pt x="136" y="1174"/>
                </a:cubicBezTo>
                <a:cubicBezTo>
                  <a:pt x="252" y="1134"/>
                  <a:pt x="252" y="1134"/>
                  <a:pt x="252" y="1134"/>
                </a:cubicBezTo>
                <a:cubicBezTo>
                  <a:pt x="268" y="1155"/>
                  <a:pt x="286" y="1174"/>
                  <a:pt x="305" y="1193"/>
                </a:cubicBezTo>
                <a:cubicBezTo>
                  <a:pt x="248" y="1295"/>
                  <a:pt x="248" y="1295"/>
                  <a:pt x="248" y="1295"/>
                </a:cubicBezTo>
                <a:cubicBezTo>
                  <a:pt x="320" y="1355"/>
                  <a:pt x="320" y="1355"/>
                  <a:pt x="320" y="1355"/>
                </a:cubicBezTo>
                <a:cubicBezTo>
                  <a:pt x="415" y="1278"/>
                  <a:pt x="415" y="1278"/>
                  <a:pt x="415" y="1278"/>
                </a:cubicBezTo>
                <a:cubicBezTo>
                  <a:pt x="438" y="1292"/>
                  <a:pt x="461" y="1304"/>
                  <a:pt x="486" y="1315"/>
                </a:cubicBezTo>
                <a:cubicBezTo>
                  <a:pt x="467" y="1430"/>
                  <a:pt x="467" y="1430"/>
                  <a:pt x="467" y="1430"/>
                </a:cubicBezTo>
                <a:cubicBezTo>
                  <a:pt x="556" y="1462"/>
                  <a:pt x="556" y="1462"/>
                  <a:pt x="556" y="1462"/>
                </a:cubicBezTo>
                <a:cubicBezTo>
                  <a:pt x="619" y="1358"/>
                  <a:pt x="619" y="1358"/>
                  <a:pt x="619" y="1358"/>
                </a:cubicBezTo>
                <a:cubicBezTo>
                  <a:pt x="644" y="1363"/>
                  <a:pt x="671" y="1367"/>
                  <a:pt x="697" y="1369"/>
                </a:cubicBezTo>
                <a:cubicBezTo>
                  <a:pt x="720" y="1483"/>
                  <a:pt x="720" y="1483"/>
                  <a:pt x="720" y="1483"/>
                </a:cubicBezTo>
                <a:cubicBezTo>
                  <a:pt x="814" y="1483"/>
                  <a:pt x="814" y="1483"/>
                  <a:pt x="814" y="1483"/>
                </a:cubicBezTo>
                <a:cubicBezTo>
                  <a:pt x="837" y="1363"/>
                  <a:pt x="837" y="1363"/>
                  <a:pt x="837" y="1363"/>
                </a:cubicBezTo>
                <a:cubicBezTo>
                  <a:pt x="863" y="1359"/>
                  <a:pt x="889" y="1354"/>
                  <a:pt x="915" y="1346"/>
                </a:cubicBezTo>
                <a:cubicBezTo>
                  <a:pt x="975" y="1446"/>
                  <a:pt x="975" y="1446"/>
                  <a:pt x="975" y="1446"/>
                </a:cubicBezTo>
                <a:cubicBezTo>
                  <a:pt x="1063" y="1414"/>
                  <a:pt x="1063" y="1414"/>
                  <a:pt x="1063" y="1414"/>
                </a:cubicBezTo>
                <a:cubicBezTo>
                  <a:pt x="1044" y="1293"/>
                  <a:pt x="1044" y="1293"/>
                  <a:pt x="1044" y="1293"/>
                </a:cubicBezTo>
                <a:cubicBezTo>
                  <a:pt x="1067" y="1281"/>
                  <a:pt x="1090" y="1266"/>
                  <a:pt x="1111" y="1251"/>
                </a:cubicBezTo>
                <a:cubicBezTo>
                  <a:pt x="1202" y="1324"/>
                  <a:pt x="1202" y="1324"/>
                  <a:pt x="1202" y="1324"/>
                </a:cubicBezTo>
                <a:cubicBezTo>
                  <a:pt x="1274" y="1264"/>
                  <a:pt x="1274" y="1264"/>
                  <a:pt x="1274" y="1264"/>
                </a:cubicBezTo>
                <a:cubicBezTo>
                  <a:pt x="1214" y="1157"/>
                  <a:pt x="1214" y="1157"/>
                  <a:pt x="1214" y="1157"/>
                </a:cubicBezTo>
                <a:cubicBezTo>
                  <a:pt x="1232" y="1137"/>
                  <a:pt x="1248" y="1116"/>
                  <a:pt x="1263" y="1094"/>
                </a:cubicBezTo>
                <a:cubicBezTo>
                  <a:pt x="1373" y="1132"/>
                  <a:pt x="1373" y="1132"/>
                  <a:pt x="1373" y="1132"/>
                </a:cubicBezTo>
                <a:cubicBezTo>
                  <a:pt x="1420" y="1051"/>
                  <a:pt x="1420" y="1051"/>
                  <a:pt x="1420" y="1051"/>
                </a:cubicBezTo>
                <a:cubicBezTo>
                  <a:pt x="1328" y="971"/>
                  <a:pt x="1328" y="971"/>
                  <a:pt x="1328" y="971"/>
                </a:cubicBezTo>
                <a:cubicBezTo>
                  <a:pt x="1338" y="946"/>
                  <a:pt x="1346" y="921"/>
                  <a:pt x="1352" y="895"/>
                </a:cubicBezTo>
                <a:lnTo>
                  <a:pt x="1469" y="893"/>
                </a:lnTo>
                <a:close/>
              </a:path>
            </a:pathLst>
          </a:custGeom>
          <a:solidFill>
            <a:srgbClr val="232323">
              <a:lumMod val="50000"/>
              <a:lumOff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val 6">
            <a:extLst>
              <a:ext uri="{FF2B5EF4-FFF2-40B4-BE49-F238E27FC236}">
                <a16:creationId xmlns:a16="http://schemas.microsoft.com/office/drawing/2014/main" id="{853815FB-473C-439B-8CAA-E5730873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880" y="2858813"/>
            <a:ext cx="1954147" cy="1957431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Freeform 7">
            <a:extLst>
              <a:ext uri="{FF2B5EF4-FFF2-40B4-BE49-F238E27FC236}">
                <a16:creationId xmlns:a16="http://schemas.microsoft.com/office/drawing/2014/main" id="{59BE6F65-D62F-4869-AE0F-FC199999D000}"/>
              </a:ext>
            </a:extLst>
          </p:cNvPr>
          <p:cNvSpPr>
            <a:spLocks/>
          </p:cNvSpPr>
          <p:nvPr/>
        </p:nvSpPr>
        <p:spPr bwMode="auto">
          <a:xfrm>
            <a:off x="3031721" y="2693876"/>
            <a:ext cx="1563317" cy="1566602"/>
          </a:xfrm>
          <a:custGeom>
            <a:avLst/>
            <a:gdLst>
              <a:gd name="T0" fmla="*/ 778 w 850"/>
              <a:gd name="T1" fmla="*/ 400 h 851"/>
              <a:gd name="T2" fmla="*/ 778 w 850"/>
              <a:gd name="T3" fmla="*/ 391 h 851"/>
              <a:gd name="T4" fmla="*/ 849 w 850"/>
              <a:gd name="T5" fmla="*/ 340 h 851"/>
              <a:gd name="T6" fmla="*/ 829 w 850"/>
              <a:gd name="T7" fmla="*/ 275 h 851"/>
              <a:gd name="T8" fmla="*/ 746 w 850"/>
              <a:gd name="T9" fmla="*/ 274 h 851"/>
              <a:gd name="T10" fmla="*/ 713 w 850"/>
              <a:gd name="T11" fmla="*/ 219 h 851"/>
              <a:gd name="T12" fmla="*/ 749 w 850"/>
              <a:gd name="T13" fmla="*/ 140 h 851"/>
              <a:gd name="T14" fmla="*/ 700 w 850"/>
              <a:gd name="T15" fmla="*/ 93 h 851"/>
              <a:gd name="T16" fmla="*/ 627 w 850"/>
              <a:gd name="T17" fmla="*/ 134 h 851"/>
              <a:gd name="T18" fmla="*/ 572 w 850"/>
              <a:gd name="T19" fmla="*/ 103 h 851"/>
              <a:gd name="T20" fmla="*/ 563 w 850"/>
              <a:gd name="T21" fmla="*/ 16 h 851"/>
              <a:gd name="T22" fmla="*/ 497 w 850"/>
              <a:gd name="T23" fmla="*/ 0 h 851"/>
              <a:gd name="T24" fmla="*/ 455 w 850"/>
              <a:gd name="T25" fmla="*/ 72 h 851"/>
              <a:gd name="T26" fmla="*/ 399 w 850"/>
              <a:gd name="T27" fmla="*/ 72 h 851"/>
              <a:gd name="T28" fmla="*/ 391 w 850"/>
              <a:gd name="T29" fmla="*/ 73 h 851"/>
              <a:gd name="T30" fmla="*/ 340 w 850"/>
              <a:gd name="T31" fmla="*/ 1 h 851"/>
              <a:gd name="T32" fmla="*/ 274 w 850"/>
              <a:gd name="T33" fmla="*/ 21 h 851"/>
              <a:gd name="T34" fmla="*/ 274 w 850"/>
              <a:gd name="T35" fmla="*/ 105 h 851"/>
              <a:gd name="T36" fmla="*/ 219 w 850"/>
              <a:gd name="T37" fmla="*/ 137 h 851"/>
              <a:gd name="T38" fmla="*/ 140 w 850"/>
              <a:gd name="T39" fmla="*/ 101 h 851"/>
              <a:gd name="T40" fmla="*/ 92 w 850"/>
              <a:gd name="T41" fmla="*/ 150 h 851"/>
              <a:gd name="T42" fmla="*/ 134 w 850"/>
              <a:gd name="T43" fmla="*/ 223 h 851"/>
              <a:gd name="T44" fmla="*/ 103 w 850"/>
              <a:gd name="T45" fmla="*/ 278 h 851"/>
              <a:gd name="T46" fmla="*/ 16 w 850"/>
              <a:gd name="T47" fmla="*/ 287 h 851"/>
              <a:gd name="T48" fmla="*/ 0 w 850"/>
              <a:gd name="T49" fmla="*/ 353 h 851"/>
              <a:gd name="T50" fmla="*/ 72 w 850"/>
              <a:gd name="T51" fmla="*/ 395 h 851"/>
              <a:gd name="T52" fmla="*/ 72 w 850"/>
              <a:gd name="T53" fmla="*/ 451 h 851"/>
              <a:gd name="T54" fmla="*/ 72 w 850"/>
              <a:gd name="T55" fmla="*/ 459 h 851"/>
              <a:gd name="T56" fmla="*/ 1 w 850"/>
              <a:gd name="T57" fmla="*/ 510 h 851"/>
              <a:gd name="T58" fmla="*/ 21 w 850"/>
              <a:gd name="T59" fmla="*/ 576 h 851"/>
              <a:gd name="T60" fmla="*/ 104 w 850"/>
              <a:gd name="T61" fmla="*/ 576 h 851"/>
              <a:gd name="T62" fmla="*/ 137 w 850"/>
              <a:gd name="T63" fmla="*/ 631 h 851"/>
              <a:gd name="T64" fmla="*/ 101 w 850"/>
              <a:gd name="T65" fmla="*/ 710 h 851"/>
              <a:gd name="T66" fmla="*/ 150 w 850"/>
              <a:gd name="T67" fmla="*/ 758 h 851"/>
              <a:gd name="T68" fmla="*/ 223 w 850"/>
              <a:gd name="T69" fmla="*/ 716 h 851"/>
              <a:gd name="T70" fmla="*/ 278 w 850"/>
              <a:gd name="T71" fmla="*/ 747 h 851"/>
              <a:gd name="T72" fmla="*/ 287 w 850"/>
              <a:gd name="T73" fmla="*/ 834 h 851"/>
              <a:gd name="T74" fmla="*/ 353 w 850"/>
              <a:gd name="T75" fmla="*/ 851 h 851"/>
              <a:gd name="T76" fmla="*/ 395 w 850"/>
              <a:gd name="T77" fmla="*/ 778 h 851"/>
              <a:gd name="T78" fmla="*/ 451 w 850"/>
              <a:gd name="T79" fmla="*/ 778 h 851"/>
              <a:gd name="T80" fmla="*/ 459 w 850"/>
              <a:gd name="T81" fmla="*/ 778 h 851"/>
              <a:gd name="T82" fmla="*/ 510 w 850"/>
              <a:gd name="T83" fmla="*/ 849 h 851"/>
              <a:gd name="T84" fmla="*/ 576 w 850"/>
              <a:gd name="T85" fmla="*/ 829 h 851"/>
              <a:gd name="T86" fmla="*/ 576 w 850"/>
              <a:gd name="T87" fmla="*/ 746 h 851"/>
              <a:gd name="T88" fmla="*/ 631 w 850"/>
              <a:gd name="T89" fmla="*/ 713 h 851"/>
              <a:gd name="T90" fmla="*/ 710 w 850"/>
              <a:gd name="T91" fmla="*/ 750 h 851"/>
              <a:gd name="T92" fmla="*/ 758 w 850"/>
              <a:gd name="T93" fmla="*/ 700 h 851"/>
              <a:gd name="T94" fmla="*/ 716 w 850"/>
              <a:gd name="T95" fmla="*/ 627 h 851"/>
              <a:gd name="T96" fmla="*/ 747 w 850"/>
              <a:gd name="T97" fmla="*/ 572 h 851"/>
              <a:gd name="T98" fmla="*/ 834 w 850"/>
              <a:gd name="T99" fmla="*/ 563 h 851"/>
              <a:gd name="T100" fmla="*/ 850 w 850"/>
              <a:gd name="T101" fmla="*/ 497 h 851"/>
              <a:gd name="T102" fmla="*/ 778 w 850"/>
              <a:gd name="T103" fmla="*/ 455 h 851"/>
              <a:gd name="T104" fmla="*/ 778 w 850"/>
              <a:gd name="T105" fmla="*/ 400 h 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50" h="851">
                <a:moveTo>
                  <a:pt x="778" y="400"/>
                </a:moveTo>
                <a:cubicBezTo>
                  <a:pt x="778" y="397"/>
                  <a:pt x="778" y="394"/>
                  <a:pt x="778" y="391"/>
                </a:cubicBezTo>
                <a:cubicBezTo>
                  <a:pt x="849" y="340"/>
                  <a:pt x="849" y="340"/>
                  <a:pt x="849" y="340"/>
                </a:cubicBezTo>
                <a:cubicBezTo>
                  <a:pt x="829" y="275"/>
                  <a:pt x="829" y="275"/>
                  <a:pt x="829" y="275"/>
                </a:cubicBezTo>
                <a:cubicBezTo>
                  <a:pt x="746" y="274"/>
                  <a:pt x="746" y="274"/>
                  <a:pt x="746" y="274"/>
                </a:cubicBezTo>
                <a:cubicBezTo>
                  <a:pt x="736" y="255"/>
                  <a:pt x="726" y="237"/>
                  <a:pt x="713" y="219"/>
                </a:cubicBezTo>
                <a:cubicBezTo>
                  <a:pt x="749" y="140"/>
                  <a:pt x="749" y="140"/>
                  <a:pt x="749" y="140"/>
                </a:cubicBezTo>
                <a:cubicBezTo>
                  <a:pt x="700" y="93"/>
                  <a:pt x="700" y="93"/>
                  <a:pt x="700" y="93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10" y="122"/>
                  <a:pt x="591" y="112"/>
                  <a:pt x="572" y="103"/>
                </a:cubicBezTo>
                <a:cubicBezTo>
                  <a:pt x="563" y="16"/>
                  <a:pt x="563" y="16"/>
                  <a:pt x="563" y="16"/>
                </a:cubicBezTo>
                <a:cubicBezTo>
                  <a:pt x="497" y="0"/>
                  <a:pt x="497" y="0"/>
                  <a:pt x="497" y="0"/>
                </a:cubicBezTo>
                <a:cubicBezTo>
                  <a:pt x="455" y="72"/>
                  <a:pt x="455" y="72"/>
                  <a:pt x="455" y="72"/>
                </a:cubicBezTo>
                <a:cubicBezTo>
                  <a:pt x="437" y="71"/>
                  <a:pt x="418" y="71"/>
                  <a:pt x="399" y="72"/>
                </a:cubicBezTo>
                <a:cubicBezTo>
                  <a:pt x="397" y="72"/>
                  <a:pt x="394" y="72"/>
                  <a:pt x="391" y="73"/>
                </a:cubicBezTo>
                <a:cubicBezTo>
                  <a:pt x="340" y="1"/>
                  <a:pt x="340" y="1"/>
                  <a:pt x="340" y="1"/>
                </a:cubicBezTo>
                <a:cubicBezTo>
                  <a:pt x="274" y="21"/>
                  <a:pt x="274" y="21"/>
                  <a:pt x="274" y="21"/>
                </a:cubicBezTo>
                <a:cubicBezTo>
                  <a:pt x="274" y="105"/>
                  <a:pt x="274" y="105"/>
                  <a:pt x="274" y="105"/>
                </a:cubicBezTo>
                <a:cubicBezTo>
                  <a:pt x="255" y="114"/>
                  <a:pt x="236" y="124"/>
                  <a:pt x="219" y="137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92" y="150"/>
                  <a:pt x="92" y="150"/>
                  <a:pt x="92" y="150"/>
                </a:cubicBezTo>
                <a:cubicBezTo>
                  <a:pt x="134" y="223"/>
                  <a:pt x="134" y="223"/>
                  <a:pt x="134" y="223"/>
                </a:cubicBezTo>
                <a:cubicBezTo>
                  <a:pt x="122" y="240"/>
                  <a:pt x="112" y="259"/>
                  <a:pt x="103" y="278"/>
                </a:cubicBezTo>
                <a:cubicBezTo>
                  <a:pt x="16" y="287"/>
                  <a:pt x="16" y="287"/>
                  <a:pt x="16" y="287"/>
                </a:cubicBezTo>
                <a:cubicBezTo>
                  <a:pt x="0" y="353"/>
                  <a:pt x="0" y="353"/>
                  <a:pt x="0" y="353"/>
                </a:cubicBezTo>
                <a:cubicBezTo>
                  <a:pt x="72" y="395"/>
                  <a:pt x="72" y="395"/>
                  <a:pt x="72" y="395"/>
                </a:cubicBezTo>
                <a:cubicBezTo>
                  <a:pt x="71" y="414"/>
                  <a:pt x="70" y="432"/>
                  <a:pt x="72" y="451"/>
                </a:cubicBezTo>
                <a:cubicBezTo>
                  <a:pt x="72" y="454"/>
                  <a:pt x="72" y="456"/>
                  <a:pt x="72" y="459"/>
                </a:cubicBezTo>
                <a:cubicBezTo>
                  <a:pt x="1" y="510"/>
                  <a:pt x="1" y="510"/>
                  <a:pt x="1" y="510"/>
                </a:cubicBezTo>
                <a:cubicBezTo>
                  <a:pt x="21" y="576"/>
                  <a:pt x="21" y="576"/>
                  <a:pt x="21" y="576"/>
                </a:cubicBezTo>
                <a:cubicBezTo>
                  <a:pt x="104" y="576"/>
                  <a:pt x="104" y="576"/>
                  <a:pt x="104" y="576"/>
                </a:cubicBezTo>
                <a:cubicBezTo>
                  <a:pt x="114" y="595"/>
                  <a:pt x="124" y="614"/>
                  <a:pt x="137" y="631"/>
                </a:cubicBezTo>
                <a:cubicBezTo>
                  <a:pt x="101" y="710"/>
                  <a:pt x="101" y="710"/>
                  <a:pt x="101" y="710"/>
                </a:cubicBezTo>
                <a:cubicBezTo>
                  <a:pt x="150" y="758"/>
                  <a:pt x="150" y="758"/>
                  <a:pt x="150" y="758"/>
                </a:cubicBezTo>
                <a:cubicBezTo>
                  <a:pt x="223" y="716"/>
                  <a:pt x="223" y="716"/>
                  <a:pt x="223" y="716"/>
                </a:cubicBezTo>
                <a:cubicBezTo>
                  <a:pt x="240" y="728"/>
                  <a:pt x="259" y="739"/>
                  <a:pt x="278" y="747"/>
                </a:cubicBezTo>
                <a:cubicBezTo>
                  <a:pt x="287" y="834"/>
                  <a:pt x="287" y="834"/>
                  <a:pt x="287" y="834"/>
                </a:cubicBezTo>
                <a:cubicBezTo>
                  <a:pt x="353" y="851"/>
                  <a:pt x="353" y="851"/>
                  <a:pt x="353" y="851"/>
                </a:cubicBezTo>
                <a:cubicBezTo>
                  <a:pt x="395" y="778"/>
                  <a:pt x="395" y="778"/>
                  <a:pt x="395" y="778"/>
                </a:cubicBezTo>
                <a:cubicBezTo>
                  <a:pt x="413" y="780"/>
                  <a:pt x="432" y="780"/>
                  <a:pt x="451" y="778"/>
                </a:cubicBezTo>
                <a:cubicBezTo>
                  <a:pt x="453" y="778"/>
                  <a:pt x="456" y="778"/>
                  <a:pt x="459" y="778"/>
                </a:cubicBezTo>
                <a:cubicBezTo>
                  <a:pt x="510" y="849"/>
                  <a:pt x="510" y="849"/>
                  <a:pt x="510" y="849"/>
                </a:cubicBezTo>
                <a:cubicBezTo>
                  <a:pt x="576" y="829"/>
                  <a:pt x="576" y="829"/>
                  <a:pt x="576" y="829"/>
                </a:cubicBezTo>
                <a:cubicBezTo>
                  <a:pt x="576" y="746"/>
                  <a:pt x="576" y="746"/>
                  <a:pt x="576" y="746"/>
                </a:cubicBezTo>
                <a:cubicBezTo>
                  <a:pt x="595" y="737"/>
                  <a:pt x="614" y="726"/>
                  <a:pt x="631" y="713"/>
                </a:cubicBezTo>
                <a:cubicBezTo>
                  <a:pt x="710" y="750"/>
                  <a:pt x="710" y="750"/>
                  <a:pt x="710" y="750"/>
                </a:cubicBezTo>
                <a:cubicBezTo>
                  <a:pt x="758" y="700"/>
                  <a:pt x="758" y="700"/>
                  <a:pt x="758" y="700"/>
                </a:cubicBezTo>
                <a:cubicBezTo>
                  <a:pt x="716" y="627"/>
                  <a:pt x="716" y="627"/>
                  <a:pt x="716" y="627"/>
                </a:cubicBezTo>
                <a:cubicBezTo>
                  <a:pt x="728" y="610"/>
                  <a:pt x="739" y="591"/>
                  <a:pt x="747" y="572"/>
                </a:cubicBezTo>
                <a:cubicBezTo>
                  <a:pt x="834" y="563"/>
                  <a:pt x="834" y="563"/>
                  <a:pt x="834" y="563"/>
                </a:cubicBezTo>
                <a:cubicBezTo>
                  <a:pt x="850" y="497"/>
                  <a:pt x="850" y="497"/>
                  <a:pt x="850" y="497"/>
                </a:cubicBezTo>
                <a:cubicBezTo>
                  <a:pt x="778" y="455"/>
                  <a:pt x="778" y="455"/>
                  <a:pt x="778" y="455"/>
                </a:cubicBezTo>
                <a:cubicBezTo>
                  <a:pt x="779" y="437"/>
                  <a:pt x="780" y="418"/>
                  <a:pt x="778" y="400"/>
                </a:cubicBezTo>
                <a:close/>
              </a:path>
            </a:pathLst>
          </a:custGeom>
          <a:solidFill>
            <a:srgbClr val="FDB91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289A3CA1-5F67-448D-B82E-71A759E16F4D}"/>
              </a:ext>
            </a:extLst>
          </p:cNvPr>
          <p:cNvSpPr>
            <a:spLocks/>
          </p:cNvSpPr>
          <p:nvPr/>
        </p:nvSpPr>
        <p:spPr bwMode="auto">
          <a:xfrm>
            <a:off x="4101224" y="3707584"/>
            <a:ext cx="1576454" cy="1579739"/>
          </a:xfrm>
          <a:custGeom>
            <a:avLst/>
            <a:gdLst>
              <a:gd name="T0" fmla="*/ 857 w 857"/>
              <a:gd name="T1" fmla="*/ 430 h 858"/>
              <a:gd name="T2" fmla="*/ 857 w 857"/>
              <a:gd name="T3" fmla="*/ 363 h 858"/>
              <a:gd name="T4" fmla="*/ 772 w 857"/>
              <a:gd name="T5" fmla="*/ 340 h 858"/>
              <a:gd name="T6" fmla="*/ 752 w 857"/>
              <a:gd name="T7" fmla="*/ 282 h 858"/>
              <a:gd name="T8" fmla="*/ 801 w 857"/>
              <a:gd name="T9" fmla="*/ 216 h 858"/>
              <a:gd name="T10" fmla="*/ 767 w 857"/>
              <a:gd name="T11" fmla="*/ 157 h 858"/>
              <a:gd name="T12" fmla="*/ 681 w 857"/>
              <a:gd name="T13" fmla="*/ 180 h 858"/>
              <a:gd name="T14" fmla="*/ 635 w 857"/>
              <a:gd name="T15" fmla="*/ 140 h 858"/>
              <a:gd name="T16" fmla="*/ 644 w 857"/>
              <a:gd name="T17" fmla="*/ 58 h 858"/>
              <a:gd name="T18" fmla="*/ 586 w 857"/>
              <a:gd name="T19" fmla="*/ 25 h 858"/>
              <a:gd name="T20" fmla="*/ 523 w 857"/>
              <a:gd name="T21" fmla="*/ 87 h 858"/>
              <a:gd name="T22" fmla="*/ 463 w 857"/>
              <a:gd name="T23" fmla="*/ 76 h 858"/>
              <a:gd name="T24" fmla="*/ 430 w 857"/>
              <a:gd name="T25" fmla="*/ 0 h 858"/>
              <a:gd name="T26" fmla="*/ 362 w 857"/>
              <a:gd name="T27" fmla="*/ 0 h 858"/>
              <a:gd name="T28" fmla="*/ 339 w 857"/>
              <a:gd name="T29" fmla="*/ 86 h 858"/>
              <a:gd name="T30" fmla="*/ 282 w 857"/>
              <a:gd name="T31" fmla="*/ 106 h 858"/>
              <a:gd name="T32" fmla="*/ 216 w 857"/>
              <a:gd name="T33" fmla="*/ 57 h 858"/>
              <a:gd name="T34" fmla="*/ 157 w 857"/>
              <a:gd name="T35" fmla="*/ 91 h 858"/>
              <a:gd name="T36" fmla="*/ 180 w 857"/>
              <a:gd name="T37" fmla="*/ 176 h 858"/>
              <a:gd name="T38" fmla="*/ 140 w 857"/>
              <a:gd name="T39" fmla="*/ 223 h 858"/>
              <a:gd name="T40" fmla="*/ 58 w 857"/>
              <a:gd name="T41" fmla="*/ 213 h 858"/>
              <a:gd name="T42" fmla="*/ 24 w 857"/>
              <a:gd name="T43" fmla="*/ 272 h 858"/>
              <a:gd name="T44" fmla="*/ 87 w 857"/>
              <a:gd name="T45" fmla="*/ 335 h 858"/>
              <a:gd name="T46" fmla="*/ 76 w 857"/>
              <a:gd name="T47" fmla="*/ 395 h 858"/>
              <a:gd name="T48" fmla="*/ 0 w 857"/>
              <a:gd name="T49" fmla="*/ 428 h 858"/>
              <a:gd name="T50" fmla="*/ 0 w 857"/>
              <a:gd name="T51" fmla="*/ 495 h 858"/>
              <a:gd name="T52" fmla="*/ 85 w 857"/>
              <a:gd name="T53" fmla="*/ 518 h 858"/>
              <a:gd name="T54" fmla="*/ 106 w 857"/>
              <a:gd name="T55" fmla="*/ 576 h 858"/>
              <a:gd name="T56" fmla="*/ 57 w 857"/>
              <a:gd name="T57" fmla="*/ 642 h 858"/>
              <a:gd name="T58" fmla="*/ 91 w 857"/>
              <a:gd name="T59" fmla="*/ 701 h 858"/>
              <a:gd name="T60" fmla="*/ 176 w 857"/>
              <a:gd name="T61" fmla="*/ 678 h 858"/>
              <a:gd name="T62" fmla="*/ 222 w 857"/>
              <a:gd name="T63" fmla="*/ 718 h 858"/>
              <a:gd name="T64" fmla="*/ 213 w 857"/>
              <a:gd name="T65" fmla="*/ 799 h 858"/>
              <a:gd name="T66" fmla="*/ 272 w 857"/>
              <a:gd name="T67" fmla="*/ 833 h 858"/>
              <a:gd name="T68" fmla="*/ 334 w 857"/>
              <a:gd name="T69" fmla="*/ 771 h 858"/>
              <a:gd name="T70" fmla="*/ 394 w 857"/>
              <a:gd name="T71" fmla="*/ 782 h 858"/>
              <a:gd name="T72" fmla="*/ 427 w 857"/>
              <a:gd name="T73" fmla="*/ 858 h 858"/>
              <a:gd name="T74" fmla="*/ 495 w 857"/>
              <a:gd name="T75" fmla="*/ 858 h 858"/>
              <a:gd name="T76" fmla="*/ 518 w 857"/>
              <a:gd name="T77" fmla="*/ 772 h 858"/>
              <a:gd name="T78" fmla="*/ 576 w 857"/>
              <a:gd name="T79" fmla="*/ 752 h 858"/>
              <a:gd name="T80" fmla="*/ 642 w 857"/>
              <a:gd name="T81" fmla="*/ 801 h 858"/>
              <a:gd name="T82" fmla="*/ 700 w 857"/>
              <a:gd name="T83" fmla="*/ 767 h 858"/>
              <a:gd name="T84" fmla="*/ 678 w 857"/>
              <a:gd name="T85" fmla="*/ 682 h 858"/>
              <a:gd name="T86" fmla="*/ 717 w 857"/>
              <a:gd name="T87" fmla="*/ 635 h 858"/>
              <a:gd name="T88" fmla="*/ 799 w 857"/>
              <a:gd name="T89" fmla="*/ 645 h 858"/>
              <a:gd name="T90" fmla="*/ 833 w 857"/>
              <a:gd name="T91" fmla="*/ 586 h 858"/>
              <a:gd name="T92" fmla="*/ 771 w 857"/>
              <a:gd name="T93" fmla="*/ 523 h 858"/>
              <a:gd name="T94" fmla="*/ 782 w 857"/>
              <a:gd name="T95" fmla="*/ 463 h 858"/>
              <a:gd name="T96" fmla="*/ 857 w 857"/>
              <a:gd name="T97" fmla="*/ 430 h 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7" h="858">
                <a:moveTo>
                  <a:pt x="857" y="430"/>
                </a:moveTo>
                <a:cubicBezTo>
                  <a:pt x="857" y="363"/>
                  <a:pt x="857" y="363"/>
                  <a:pt x="857" y="363"/>
                </a:cubicBezTo>
                <a:cubicBezTo>
                  <a:pt x="772" y="340"/>
                  <a:pt x="772" y="340"/>
                  <a:pt x="772" y="340"/>
                </a:cubicBezTo>
                <a:cubicBezTo>
                  <a:pt x="767" y="320"/>
                  <a:pt x="760" y="300"/>
                  <a:pt x="752" y="282"/>
                </a:cubicBezTo>
                <a:cubicBezTo>
                  <a:pt x="801" y="216"/>
                  <a:pt x="801" y="216"/>
                  <a:pt x="801" y="216"/>
                </a:cubicBezTo>
                <a:cubicBezTo>
                  <a:pt x="767" y="157"/>
                  <a:pt x="767" y="157"/>
                  <a:pt x="767" y="157"/>
                </a:cubicBezTo>
                <a:cubicBezTo>
                  <a:pt x="681" y="180"/>
                  <a:pt x="681" y="180"/>
                  <a:pt x="681" y="180"/>
                </a:cubicBezTo>
                <a:cubicBezTo>
                  <a:pt x="667" y="165"/>
                  <a:pt x="651" y="152"/>
                  <a:pt x="635" y="140"/>
                </a:cubicBezTo>
                <a:cubicBezTo>
                  <a:pt x="644" y="58"/>
                  <a:pt x="644" y="58"/>
                  <a:pt x="644" y="58"/>
                </a:cubicBezTo>
                <a:cubicBezTo>
                  <a:pt x="586" y="25"/>
                  <a:pt x="586" y="25"/>
                  <a:pt x="586" y="25"/>
                </a:cubicBezTo>
                <a:cubicBezTo>
                  <a:pt x="523" y="87"/>
                  <a:pt x="523" y="87"/>
                  <a:pt x="523" y="87"/>
                </a:cubicBezTo>
                <a:cubicBezTo>
                  <a:pt x="504" y="82"/>
                  <a:pt x="484" y="78"/>
                  <a:pt x="463" y="76"/>
                </a:cubicBezTo>
                <a:cubicBezTo>
                  <a:pt x="430" y="0"/>
                  <a:pt x="430" y="0"/>
                  <a:pt x="430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339" y="86"/>
                  <a:pt x="339" y="86"/>
                  <a:pt x="339" y="86"/>
                </a:cubicBezTo>
                <a:cubicBezTo>
                  <a:pt x="319" y="91"/>
                  <a:pt x="300" y="98"/>
                  <a:pt x="282" y="106"/>
                </a:cubicBezTo>
                <a:cubicBezTo>
                  <a:pt x="216" y="57"/>
                  <a:pt x="216" y="57"/>
                  <a:pt x="216" y="57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80" y="176"/>
                  <a:pt x="180" y="176"/>
                  <a:pt x="180" y="176"/>
                </a:cubicBezTo>
                <a:cubicBezTo>
                  <a:pt x="165" y="191"/>
                  <a:pt x="152" y="206"/>
                  <a:pt x="140" y="223"/>
                </a:cubicBezTo>
                <a:cubicBezTo>
                  <a:pt x="58" y="213"/>
                  <a:pt x="58" y="213"/>
                  <a:pt x="58" y="213"/>
                </a:cubicBezTo>
                <a:cubicBezTo>
                  <a:pt x="24" y="272"/>
                  <a:pt x="24" y="272"/>
                  <a:pt x="24" y="272"/>
                </a:cubicBezTo>
                <a:cubicBezTo>
                  <a:pt x="87" y="335"/>
                  <a:pt x="87" y="335"/>
                  <a:pt x="87" y="335"/>
                </a:cubicBezTo>
                <a:cubicBezTo>
                  <a:pt x="81" y="354"/>
                  <a:pt x="78" y="374"/>
                  <a:pt x="76" y="395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95"/>
                  <a:pt x="0" y="495"/>
                  <a:pt x="0" y="495"/>
                </a:cubicBezTo>
                <a:cubicBezTo>
                  <a:pt x="85" y="518"/>
                  <a:pt x="85" y="518"/>
                  <a:pt x="85" y="518"/>
                </a:cubicBezTo>
                <a:cubicBezTo>
                  <a:pt x="90" y="538"/>
                  <a:pt x="97" y="557"/>
                  <a:pt x="106" y="576"/>
                </a:cubicBezTo>
                <a:cubicBezTo>
                  <a:pt x="57" y="642"/>
                  <a:pt x="57" y="642"/>
                  <a:pt x="57" y="642"/>
                </a:cubicBezTo>
                <a:cubicBezTo>
                  <a:pt x="91" y="701"/>
                  <a:pt x="91" y="701"/>
                  <a:pt x="91" y="701"/>
                </a:cubicBezTo>
                <a:cubicBezTo>
                  <a:pt x="176" y="678"/>
                  <a:pt x="176" y="678"/>
                  <a:pt x="176" y="678"/>
                </a:cubicBezTo>
                <a:cubicBezTo>
                  <a:pt x="190" y="692"/>
                  <a:pt x="206" y="706"/>
                  <a:pt x="222" y="718"/>
                </a:cubicBezTo>
                <a:cubicBezTo>
                  <a:pt x="213" y="799"/>
                  <a:pt x="213" y="799"/>
                  <a:pt x="213" y="799"/>
                </a:cubicBezTo>
                <a:cubicBezTo>
                  <a:pt x="272" y="833"/>
                  <a:pt x="272" y="833"/>
                  <a:pt x="272" y="833"/>
                </a:cubicBezTo>
                <a:cubicBezTo>
                  <a:pt x="334" y="771"/>
                  <a:pt x="334" y="771"/>
                  <a:pt x="334" y="771"/>
                </a:cubicBezTo>
                <a:cubicBezTo>
                  <a:pt x="354" y="776"/>
                  <a:pt x="374" y="780"/>
                  <a:pt x="394" y="782"/>
                </a:cubicBezTo>
                <a:cubicBezTo>
                  <a:pt x="427" y="858"/>
                  <a:pt x="427" y="858"/>
                  <a:pt x="427" y="858"/>
                </a:cubicBezTo>
                <a:cubicBezTo>
                  <a:pt x="495" y="858"/>
                  <a:pt x="495" y="858"/>
                  <a:pt x="495" y="858"/>
                </a:cubicBezTo>
                <a:cubicBezTo>
                  <a:pt x="518" y="772"/>
                  <a:pt x="518" y="772"/>
                  <a:pt x="518" y="772"/>
                </a:cubicBezTo>
                <a:cubicBezTo>
                  <a:pt x="538" y="767"/>
                  <a:pt x="557" y="760"/>
                  <a:pt x="576" y="752"/>
                </a:cubicBezTo>
                <a:cubicBezTo>
                  <a:pt x="642" y="801"/>
                  <a:pt x="642" y="801"/>
                  <a:pt x="642" y="801"/>
                </a:cubicBezTo>
                <a:cubicBezTo>
                  <a:pt x="700" y="767"/>
                  <a:pt x="700" y="767"/>
                  <a:pt x="700" y="767"/>
                </a:cubicBezTo>
                <a:cubicBezTo>
                  <a:pt x="678" y="682"/>
                  <a:pt x="678" y="682"/>
                  <a:pt x="678" y="682"/>
                </a:cubicBezTo>
                <a:cubicBezTo>
                  <a:pt x="692" y="667"/>
                  <a:pt x="705" y="652"/>
                  <a:pt x="717" y="635"/>
                </a:cubicBezTo>
                <a:cubicBezTo>
                  <a:pt x="799" y="645"/>
                  <a:pt x="799" y="645"/>
                  <a:pt x="799" y="645"/>
                </a:cubicBezTo>
                <a:cubicBezTo>
                  <a:pt x="833" y="586"/>
                  <a:pt x="833" y="586"/>
                  <a:pt x="833" y="586"/>
                </a:cubicBezTo>
                <a:cubicBezTo>
                  <a:pt x="771" y="523"/>
                  <a:pt x="771" y="523"/>
                  <a:pt x="771" y="523"/>
                </a:cubicBezTo>
                <a:cubicBezTo>
                  <a:pt x="776" y="504"/>
                  <a:pt x="780" y="484"/>
                  <a:pt x="782" y="463"/>
                </a:cubicBezTo>
                <a:lnTo>
                  <a:pt x="857" y="430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val 10">
            <a:extLst>
              <a:ext uri="{FF2B5EF4-FFF2-40B4-BE49-F238E27FC236}">
                <a16:creationId xmlns:a16="http://schemas.microsoft.com/office/drawing/2014/main" id="{7859EBD2-284F-4F56-A3AE-21A82D925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409" y="4021233"/>
            <a:ext cx="954084" cy="952442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Freeform 11">
            <a:extLst>
              <a:ext uri="{FF2B5EF4-FFF2-40B4-BE49-F238E27FC236}">
                <a16:creationId xmlns:a16="http://schemas.microsoft.com/office/drawing/2014/main" id="{ED335327-56A6-4B02-A912-8CA735CF5908}"/>
              </a:ext>
            </a:extLst>
          </p:cNvPr>
          <p:cNvSpPr>
            <a:spLocks/>
          </p:cNvSpPr>
          <p:nvPr/>
        </p:nvSpPr>
        <p:spPr bwMode="auto">
          <a:xfrm>
            <a:off x="5572954" y="3708787"/>
            <a:ext cx="1561676" cy="1564960"/>
          </a:xfrm>
          <a:custGeom>
            <a:avLst/>
            <a:gdLst>
              <a:gd name="T0" fmla="*/ 850 w 850"/>
              <a:gd name="T1" fmla="*/ 369 h 850"/>
              <a:gd name="T2" fmla="*/ 841 w 850"/>
              <a:gd name="T3" fmla="*/ 302 h 850"/>
              <a:gd name="T4" fmla="*/ 753 w 850"/>
              <a:gd name="T5" fmla="*/ 290 h 850"/>
              <a:gd name="T6" fmla="*/ 725 w 850"/>
              <a:gd name="T7" fmla="*/ 236 h 850"/>
              <a:gd name="T8" fmla="*/ 765 w 850"/>
              <a:gd name="T9" fmla="*/ 164 h 850"/>
              <a:gd name="T10" fmla="*/ 724 w 850"/>
              <a:gd name="T11" fmla="*/ 110 h 850"/>
              <a:gd name="T12" fmla="*/ 642 w 850"/>
              <a:gd name="T13" fmla="*/ 144 h 850"/>
              <a:gd name="T14" fmla="*/ 591 w 850"/>
              <a:gd name="T15" fmla="*/ 111 h 850"/>
              <a:gd name="T16" fmla="*/ 589 w 850"/>
              <a:gd name="T17" fmla="*/ 29 h 850"/>
              <a:gd name="T18" fmla="*/ 526 w 850"/>
              <a:gd name="T19" fmla="*/ 3 h 850"/>
              <a:gd name="T20" fmla="*/ 473 w 850"/>
              <a:gd name="T21" fmla="*/ 73 h 850"/>
              <a:gd name="T22" fmla="*/ 412 w 850"/>
              <a:gd name="T23" fmla="*/ 71 h 850"/>
              <a:gd name="T24" fmla="*/ 369 w 850"/>
              <a:gd name="T25" fmla="*/ 0 h 850"/>
              <a:gd name="T26" fmla="*/ 302 w 850"/>
              <a:gd name="T27" fmla="*/ 9 h 850"/>
              <a:gd name="T28" fmla="*/ 291 w 850"/>
              <a:gd name="T29" fmla="*/ 97 h 850"/>
              <a:gd name="T30" fmla="*/ 236 w 850"/>
              <a:gd name="T31" fmla="*/ 125 h 850"/>
              <a:gd name="T32" fmla="*/ 164 w 850"/>
              <a:gd name="T33" fmla="*/ 85 h 850"/>
              <a:gd name="T34" fmla="*/ 111 w 850"/>
              <a:gd name="T35" fmla="*/ 127 h 850"/>
              <a:gd name="T36" fmla="*/ 145 w 850"/>
              <a:gd name="T37" fmla="*/ 208 h 850"/>
              <a:gd name="T38" fmla="*/ 112 w 850"/>
              <a:gd name="T39" fmla="*/ 260 h 850"/>
              <a:gd name="T40" fmla="*/ 29 w 850"/>
              <a:gd name="T41" fmla="*/ 261 h 850"/>
              <a:gd name="T42" fmla="*/ 3 w 850"/>
              <a:gd name="T43" fmla="*/ 324 h 850"/>
              <a:gd name="T44" fmla="*/ 74 w 850"/>
              <a:gd name="T45" fmla="*/ 378 h 850"/>
              <a:gd name="T46" fmla="*/ 71 w 850"/>
              <a:gd name="T47" fmla="*/ 439 h 850"/>
              <a:gd name="T48" fmla="*/ 0 w 850"/>
              <a:gd name="T49" fmla="*/ 481 h 850"/>
              <a:gd name="T50" fmla="*/ 9 w 850"/>
              <a:gd name="T51" fmla="*/ 548 h 850"/>
              <a:gd name="T52" fmla="*/ 97 w 850"/>
              <a:gd name="T53" fmla="*/ 560 h 850"/>
              <a:gd name="T54" fmla="*/ 125 w 850"/>
              <a:gd name="T55" fmla="*/ 614 h 850"/>
              <a:gd name="T56" fmla="*/ 85 w 850"/>
              <a:gd name="T57" fmla="*/ 686 h 850"/>
              <a:gd name="T58" fmla="*/ 127 w 850"/>
              <a:gd name="T59" fmla="*/ 740 h 850"/>
              <a:gd name="T60" fmla="*/ 209 w 850"/>
              <a:gd name="T61" fmla="*/ 706 h 850"/>
              <a:gd name="T62" fmla="*/ 260 w 850"/>
              <a:gd name="T63" fmla="*/ 739 h 850"/>
              <a:gd name="T64" fmla="*/ 262 w 850"/>
              <a:gd name="T65" fmla="*/ 821 h 850"/>
              <a:gd name="T66" fmla="*/ 324 w 850"/>
              <a:gd name="T67" fmla="*/ 847 h 850"/>
              <a:gd name="T68" fmla="*/ 378 w 850"/>
              <a:gd name="T69" fmla="*/ 777 h 850"/>
              <a:gd name="T70" fmla="*/ 439 w 850"/>
              <a:gd name="T71" fmla="*/ 779 h 850"/>
              <a:gd name="T72" fmla="*/ 482 w 850"/>
              <a:gd name="T73" fmla="*/ 850 h 850"/>
              <a:gd name="T74" fmla="*/ 549 w 850"/>
              <a:gd name="T75" fmla="*/ 841 h 850"/>
              <a:gd name="T76" fmla="*/ 560 w 850"/>
              <a:gd name="T77" fmla="*/ 753 h 850"/>
              <a:gd name="T78" fmla="*/ 614 w 850"/>
              <a:gd name="T79" fmla="*/ 725 h 850"/>
              <a:gd name="T80" fmla="*/ 687 w 850"/>
              <a:gd name="T81" fmla="*/ 765 h 850"/>
              <a:gd name="T82" fmla="*/ 740 w 850"/>
              <a:gd name="T83" fmla="*/ 723 h 850"/>
              <a:gd name="T84" fmla="*/ 706 w 850"/>
              <a:gd name="T85" fmla="*/ 642 h 850"/>
              <a:gd name="T86" fmla="*/ 739 w 850"/>
              <a:gd name="T87" fmla="*/ 590 h 850"/>
              <a:gd name="T88" fmla="*/ 822 w 850"/>
              <a:gd name="T89" fmla="*/ 589 h 850"/>
              <a:gd name="T90" fmla="*/ 847 w 850"/>
              <a:gd name="T91" fmla="*/ 526 h 850"/>
              <a:gd name="T92" fmla="*/ 777 w 850"/>
              <a:gd name="T93" fmla="*/ 472 h 850"/>
              <a:gd name="T94" fmla="*/ 780 w 850"/>
              <a:gd name="T95" fmla="*/ 411 h 850"/>
              <a:gd name="T96" fmla="*/ 850 w 850"/>
              <a:gd name="T97" fmla="*/ 369 h 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0" h="850">
                <a:moveTo>
                  <a:pt x="850" y="369"/>
                </a:moveTo>
                <a:cubicBezTo>
                  <a:pt x="841" y="302"/>
                  <a:pt x="841" y="302"/>
                  <a:pt x="841" y="302"/>
                </a:cubicBezTo>
                <a:cubicBezTo>
                  <a:pt x="753" y="290"/>
                  <a:pt x="753" y="290"/>
                  <a:pt x="753" y="290"/>
                </a:cubicBezTo>
                <a:cubicBezTo>
                  <a:pt x="746" y="271"/>
                  <a:pt x="736" y="253"/>
                  <a:pt x="725" y="236"/>
                </a:cubicBezTo>
                <a:cubicBezTo>
                  <a:pt x="765" y="164"/>
                  <a:pt x="765" y="164"/>
                  <a:pt x="765" y="164"/>
                </a:cubicBezTo>
                <a:cubicBezTo>
                  <a:pt x="724" y="110"/>
                  <a:pt x="724" y="110"/>
                  <a:pt x="724" y="110"/>
                </a:cubicBezTo>
                <a:cubicBezTo>
                  <a:pt x="642" y="144"/>
                  <a:pt x="642" y="144"/>
                  <a:pt x="642" y="144"/>
                </a:cubicBezTo>
                <a:cubicBezTo>
                  <a:pt x="626" y="132"/>
                  <a:pt x="609" y="121"/>
                  <a:pt x="591" y="111"/>
                </a:cubicBezTo>
                <a:cubicBezTo>
                  <a:pt x="589" y="29"/>
                  <a:pt x="589" y="29"/>
                  <a:pt x="589" y="29"/>
                </a:cubicBezTo>
                <a:cubicBezTo>
                  <a:pt x="526" y="3"/>
                  <a:pt x="526" y="3"/>
                  <a:pt x="526" y="3"/>
                </a:cubicBezTo>
                <a:cubicBezTo>
                  <a:pt x="473" y="73"/>
                  <a:pt x="473" y="73"/>
                  <a:pt x="473" y="73"/>
                </a:cubicBezTo>
                <a:cubicBezTo>
                  <a:pt x="453" y="71"/>
                  <a:pt x="432" y="70"/>
                  <a:pt x="412" y="71"/>
                </a:cubicBezTo>
                <a:cubicBezTo>
                  <a:pt x="369" y="0"/>
                  <a:pt x="369" y="0"/>
                  <a:pt x="369" y="0"/>
                </a:cubicBezTo>
                <a:cubicBezTo>
                  <a:pt x="302" y="9"/>
                  <a:pt x="302" y="9"/>
                  <a:pt x="302" y="9"/>
                </a:cubicBezTo>
                <a:cubicBezTo>
                  <a:pt x="291" y="97"/>
                  <a:pt x="291" y="97"/>
                  <a:pt x="291" y="97"/>
                </a:cubicBezTo>
                <a:cubicBezTo>
                  <a:pt x="272" y="105"/>
                  <a:pt x="253" y="114"/>
                  <a:pt x="236" y="125"/>
                </a:cubicBezTo>
                <a:cubicBezTo>
                  <a:pt x="164" y="85"/>
                  <a:pt x="164" y="85"/>
                  <a:pt x="164" y="85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45" y="208"/>
                  <a:pt x="145" y="208"/>
                  <a:pt x="145" y="208"/>
                </a:cubicBezTo>
                <a:cubicBezTo>
                  <a:pt x="132" y="224"/>
                  <a:pt x="121" y="242"/>
                  <a:pt x="112" y="260"/>
                </a:cubicBezTo>
                <a:cubicBezTo>
                  <a:pt x="29" y="261"/>
                  <a:pt x="29" y="261"/>
                  <a:pt x="29" y="261"/>
                </a:cubicBezTo>
                <a:cubicBezTo>
                  <a:pt x="3" y="324"/>
                  <a:pt x="3" y="324"/>
                  <a:pt x="3" y="324"/>
                </a:cubicBezTo>
                <a:cubicBezTo>
                  <a:pt x="74" y="378"/>
                  <a:pt x="74" y="378"/>
                  <a:pt x="74" y="378"/>
                </a:cubicBezTo>
                <a:cubicBezTo>
                  <a:pt x="71" y="398"/>
                  <a:pt x="70" y="418"/>
                  <a:pt x="71" y="439"/>
                </a:cubicBezTo>
                <a:cubicBezTo>
                  <a:pt x="0" y="481"/>
                  <a:pt x="0" y="481"/>
                  <a:pt x="0" y="481"/>
                </a:cubicBezTo>
                <a:cubicBezTo>
                  <a:pt x="9" y="548"/>
                  <a:pt x="9" y="548"/>
                  <a:pt x="9" y="548"/>
                </a:cubicBezTo>
                <a:cubicBezTo>
                  <a:pt x="97" y="560"/>
                  <a:pt x="97" y="560"/>
                  <a:pt x="97" y="560"/>
                </a:cubicBezTo>
                <a:cubicBezTo>
                  <a:pt x="105" y="579"/>
                  <a:pt x="114" y="597"/>
                  <a:pt x="125" y="614"/>
                </a:cubicBezTo>
                <a:cubicBezTo>
                  <a:pt x="85" y="686"/>
                  <a:pt x="85" y="686"/>
                  <a:pt x="85" y="686"/>
                </a:cubicBezTo>
                <a:cubicBezTo>
                  <a:pt x="127" y="740"/>
                  <a:pt x="127" y="740"/>
                  <a:pt x="127" y="740"/>
                </a:cubicBezTo>
                <a:cubicBezTo>
                  <a:pt x="209" y="706"/>
                  <a:pt x="209" y="706"/>
                  <a:pt x="209" y="706"/>
                </a:cubicBezTo>
                <a:cubicBezTo>
                  <a:pt x="225" y="718"/>
                  <a:pt x="242" y="729"/>
                  <a:pt x="260" y="739"/>
                </a:cubicBezTo>
                <a:cubicBezTo>
                  <a:pt x="262" y="821"/>
                  <a:pt x="262" y="821"/>
                  <a:pt x="262" y="821"/>
                </a:cubicBezTo>
                <a:cubicBezTo>
                  <a:pt x="324" y="847"/>
                  <a:pt x="324" y="847"/>
                  <a:pt x="324" y="847"/>
                </a:cubicBezTo>
                <a:cubicBezTo>
                  <a:pt x="378" y="777"/>
                  <a:pt x="378" y="777"/>
                  <a:pt x="378" y="777"/>
                </a:cubicBezTo>
                <a:cubicBezTo>
                  <a:pt x="398" y="779"/>
                  <a:pt x="418" y="780"/>
                  <a:pt x="439" y="779"/>
                </a:cubicBezTo>
                <a:cubicBezTo>
                  <a:pt x="482" y="850"/>
                  <a:pt x="482" y="850"/>
                  <a:pt x="482" y="850"/>
                </a:cubicBezTo>
                <a:cubicBezTo>
                  <a:pt x="549" y="841"/>
                  <a:pt x="549" y="841"/>
                  <a:pt x="549" y="841"/>
                </a:cubicBezTo>
                <a:cubicBezTo>
                  <a:pt x="560" y="753"/>
                  <a:pt x="560" y="753"/>
                  <a:pt x="560" y="753"/>
                </a:cubicBezTo>
                <a:cubicBezTo>
                  <a:pt x="579" y="745"/>
                  <a:pt x="597" y="736"/>
                  <a:pt x="614" y="725"/>
                </a:cubicBezTo>
                <a:cubicBezTo>
                  <a:pt x="687" y="765"/>
                  <a:pt x="687" y="765"/>
                  <a:pt x="687" y="765"/>
                </a:cubicBezTo>
                <a:cubicBezTo>
                  <a:pt x="740" y="723"/>
                  <a:pt x="740" y="723"/>
                  <a:pt x="740" y="723"/>
                </a:cubicBezTo>
                <a:cubicBezTo>
                  <a:pt x="706" y="642"/>
                  <a:pt x="706" y="642"/>
                  <a:pt x="706" y="642"/>
                </a:cubicBezTo>
                <a:cubicBezTo>
                  <a:pt x="718" y="626"/>
                  <a:pt x="730" y="608"/>
                  <a:pt x="739" y="590"/>
                </a:cubicBezTo>
                <a:cubicBezTo>
                  <a:pt x="822" y="589"/>
                  <a:pt x="822" y="589"/>
                  <a:pt x="822" y="589"/>
                </a:cubicBezTo>
                <a:cubicBezTo>
                  <a:pt x="847" y="526"/>
                  <a:pt x="847" y="526"/>
                  <a:pt x="847" y="526"/>
                </a:cubicBezTo>
                <a:cubicBezTo>
                  <a:pt x="777" y="472"/>
                  <a:pt x="777" y="472"/>
                  <a:pt x="777" y="472"/>
                </a:cubicBezTo>
                <a:cubicBezTo>
                  <a:pt x="780" y="452"/>
                  <a:pt x="781" y="432"/>
                  <a:pt x="780" y="411"/>
                </a:cubicBezTo>
                <a:lnTo>
                  <a:pt x="850" y="369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Freeform 13">
            <a:extLst>
              <a:ext uri="{FF2B5EF4-FFF2-40B4-BE49-F238E27FC236}">
                <a16:creationId xmlns:a16="http://schemas.microsoft.com/office/drawing/2014/main" id="{A19BC2B5-B37A-41F4-AA79-2086EE54BF0D}"/>
              </a:ext>
            </a:extLst>
          </p:cNvPr>
          <p:cNvSpPr>
            <a:spLocks/>
          </p:cNvSpPr>
          <p:nvPr/>
        </p:nvSpPr>
        <p:spPr bwMode="auto">
          <a:xfrm>
            <a:off x="1882641" y="2843818"/>
            <a:ext cx="1211899" cy="1197121"/>
          </a:xfrm>
          <a:custGeom>
            <a:avLst/>
            <a:gdLst>
              <a:gd name="T0" fmla="*/ 648 w 659"/>
              <a:gd name="T1" fmla="*/ 396 h 650"/>
              <a:gd name="T2" fmla="*/ 659 w 659"/>
              <a:gd name="T3" fmla="*/ 323 h 650"/>
              <a:gd name="T4" fmla="*/ 599 w 659"/>
              <a:gd name="T5" fmla="*/ 304 h 650"/>
              <a:gd name="T6" fmla="*/ 587 w 659"/>
              <a:gd name="T7" fmla="*/ 243 h 650"/>
              <a:gd name="T8" fmla="*/ 629 w 659"/>
              <a:gd name="T9" fmla="*/ 195 h 650"/>
              <a:gd name="T10" fmla="*/ 595 w 659"/>
              <a:gd name="T11" fmla="*/ 130 h 650"/>
              <a:gd name="T12" fmla="*/ 535 w 659"/>
              <a:gd name="T13" fmla="*/ 149 h 650"/>
              <a:gd name="T14" fmla="*/ 490 w 659"/>
              <a:gd name="T15" fmla="*/ 107 h 650"/>
              <a:gd name="T16" fmla="*/ 495 w 659"/>
              <a:gd name="T17" fmla="*/ 44 h 650"/>
              <a:gd name="T18" fmla="*/ 430 w 659"/>
              <a:gd name="T19" fmla="*/ 11 h 650"/>
              <a:gd name="T20" fmla="*/ 393 w 659"/>
              <a:gd name="T21" fmla="*/ 62 h 650"/>
              <a:gd name="T22" fmla="*/ 331 w 659"/>
              <a:gd name="T23" fmla="*/ 54 h 650"/>
              <a:gd name="T24" fmla="*/ 298 w 659"/>
              <a:gd name="T25" fmla="*/ 0 h 650"/>
              <a:gd name="T26" fmla="*/ 226 w 659"/>
              <a:gd name="T27" fmla="*/ 12 h 650"/>
              <a:gd name="T28" fmla="*/ 226 w 659"/>
              <a:gd name="T29" fmla="*/ 75 h 650"/>
              <a:gd name="T30" fmla="*/ 172 w 659"/>
              <a:gd name="T31" fmla="*/ 105 h 650"/>
              <a:gd name="T32" fmla="*/ 113 w 659"/>
              <a:gd name="T33" fmla="*/ 81 h 650"/>
              <a:gd name="T34" fmla="*/ 62 w 659"/>
              <a:gd name="T35" fmla="*/ 132 h 650"/>
              <a:gd name="T36" fmla="*/ 99 w 659"/>
              <a:gd name="T37" fmla="*/ 184 h 650"/>
              <a:gd name="T38" fmla="*/ 73 w 659"/>
              <a:gd name="T39" fmla="*/ 240 h 650"/>
              <a:gd name="T40" fmla="*/ 11 w 659"/>
              <a:gd name="T41" fmla="*/ 254 h 650"/>
              <a:gd name="T42" fmla="*/ 0 w 659"/>
              <a:gd name="T43" fmla="*/ 327 h 650"/>
              <a:gd name="T44" fmla="*/ 60 w 659"/>
              <a:gd name="T45" fmla="*/ 346 h 650"/>
              <a:gd name="T46" fmla="*/ 72 w 659"/>
              <a:gd name="T47" fmla="*/ 407 h 650"/>
              <a:gd name="T48" fmla="*/ 30 w 659"/>
              <a:gd name="T49" fmla="*/ 455 h 650"/>
              <a:gd name="T50" fmla="*/ 64 w 659"/>
              <a:gd name="T51" fmla="*/ 520 h 650"/>
              <a:gd name="T52" fmla="*/ 124 w 659"/>
              <a:gd name="T53" fmla="*/ 501 h 650"/>
              <a:gd name="T54" fmla="*/ 169 w 659"/>
              <a:gd name="T55" fmla="*/ 543 h 650"/>
              <a:gd name="T56" fmla="*/ 164 w 659"/>
              <a:gd name="T57" fmla="*/ 606 h 650"/>
              <a:gd name="T58" fmla="*/ 229 w 659"/>
              <a:gd name="T59" fmla="*/ 639 h 650"/>
              <a:gd name="T60" fmla="*/ 266 w 659"/>
              <a:gd name="T61" fmla="*/ 588 h 650"/>
              <a:gd name="T62" fmla="*/ 328 w 659"/>
              <a:gd name="T63" fmla="*/ 595 h 650"/>
              <a:gd name="T64" fmla="*/ 361 w 659"/>
              <a:gd name="T65" fmla="*/ 650 h 650"/>
              <a:gd name="T66" fmla="*/ 433 w 659"/>
              <a:gd name="T67" fmla="*/ 638 h 650"/>
              <a:gd name="T68" fmla="*/ 433 w 659"/>
              <a:gd name="T69" fmla="*/ 575 h 650"/>
              <a:gd name="T70" fmla="*/ 487 w 659"/>
              <a:gd name="T71" fmla="*/ 545 h 650"/>
              <a:gd name="T72" fmla="*/ 546 w 659"/>
              <a:gd name="T73" fmla="*/ 569 h 650"/>
              <a:gd name="T74" fmla="*/ 597 w 659"/>
              <a:gd name="T75" fmla="*/ 517 h 650"/>
              <a:gd name="T76" fmla="*/ 560 w 659"/>
              <a:gd name="T77" fmla="*/ 466 h 650"/>
              <a:gd name="T78" fmla="*/ 586 w 659"/>
              <a:gd name="T79" fmla="*/ 410 h 650"/>
              <a:gd name="T80" fmla="*/ 648 w 659"/>
              <a:gd name="T81" fmla="*/ 396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59" h="650">
                <a:moveTo>
                  <a:pt x="648" y="396"/>
                </a:moveTo>
                <a:cubicBezTo>
                  <a:pt x="659" y="323"/>
                  <a:pt x="659" y="323"/>
                  <a:pt x="659" y="323"/>
                </a:cubicBezTo>
                <a:cubicBezTo>
                  <a:pt x="599" y="304"/>
                  <a:pt x="599" y="304"/>
                  <a:pt x="599" y="304"/>
                </a:cubicBezTo>
                <a:cubicBezTo>
                  <a:pt x="597" y="283"/>
                  <a:pt x="593" y="262"/>
                  <a:pt x="587" y="243"/>
                </a:cubicBezTo>
                <a:cubicBezTo>
                  <a:pt x="629" y="195"/>
                  <a:pt x="629" y="195"/>
                  <a:pt x="629" y="195"/>
                </a:cubicBezTo>
                <a:cubicBezTo>
                  <a:pt x="595" y="130"/>
                  <a:pt x="595" y="130"/>
                  <a:pt x="595" y="130"/>
                </a:cubicBezTo>
                <a:cubicBezTo>
                  <a:pt x="535" y="149"/>
                  <a:pt x="535" y="149"/>
                  <a:pt x="535" y="149"/>
                </a:cubicBezTo>
                <a:cubicBezTo>
                  <a:pt x="522" y="134"/>
                  <a:pt x="506" y="119"/>
                  <a:pt x="490" y="107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430" y="11"/>
                  <a:pt x="430" y="11"/>
                  <a:pt x="430" y="11"/>
                </a:cubicBezTo>
                <a:cubicBezTo>
                  <a:pt x="393" y="62"/>
                  <a:pt x="393" y="62"/>
                  <a:pt x="393" y="62"/>
                </a:cubicBezTo>
                <a:cubicBezTo>
                  <a:pt x="373" y="57"/>
                  <a:pt x="352" y="55"/>
                  <a:pt x="331" y="54"/>
                </a:cubicBezTo>
                <a:cubicBezTo>
                  <a:pt x="298" y="0"/>
                  <a:pt x="298" y="0"/>
                  <a:pt x="298" y="0"/>
                </a:cubicBezTo>
                <a:cubicBezTo>
                  <a:pt x="226" y="12"/>
                  <a:pt x="226" y="12"/>
                  <a:pt x="226" y="12"/>
                </a:cubicBezTo>
                <a:cubicBezTo>
                  <a:pt x="226" y="75"/>
                  <a:pt x="226" y="75"/>
                  <a:pt x="226" y="75"/>
                </a:cubicBezTo>
                <a:cubicBezTo>
                  <a:pt x="207" y="83"/>
                  <a:pt x="188" y="93"/>
                  <a:pt x="172" y="105"/>
                </a:cubicBezTo>
                <a:cubicBezTo>
                  <a:pt x="113" y="81"/>
                  <a:pt x="113" y="81"/>
                  <a:pt x="113" y="81"/>
                </a:cubicBezTo>
                <a:cubicBezTo>
                  <a:pt x="62" y="132"/>
                  <a:pt x="62" y="132"/>
                  <a:pt x="62" y="132"/>
                </a:cubicBezTo>
                <a:cubicBezTo>
                  <a:pt x="99" y="184"/>
                  <a:pt x="99" y="184"/>
                  <a:pt x="99" y="184"/>
                </a:cubicBezTo>
                <a:cubicBezTo>
                  <a:pt x="88" y="201"/>
                  <a:pt x="79" y="220"/>
                  <a:pt x="73" y="240"/>
                </a:cubicBezTo>
                <a:cubicBezTo>
                  <a:pt x="11" y="254"/>
                  <a:pt x="11" y="254"/>
                  <a:pt x="11" y="254"/>
                </a:cubicBezTo>
                <a:cubicBezTo>
                  <a:pt x="0" y="327"/>
                  <a:pt x="0" y="327"/>
                  <a:pt x="0" y="327"/>
                </a:cubicBezTo>
                <a:cubicBezTo>
                  <a:pt x="60" y="346"/>
                  <a:pt x="60" y="346"/>
                  <a:pt x="60" y="346"/>
                </a:cubicBezTo>
                <a:cubicBezTo>
                  <a:pt x="62" y="367"/>
                  <a:pt x="66" y="388"/>
                  <a:pt x="72" y="407"/>
                </a:cubicBezTo>
                <a:cubicBezTo>
                  <a:pt x="30" y="455"/>
                  <a:pt x="30" y="455"/>
                  <a:pt x="30" y="455"/>
                </a:cubicBezTo>
                <a:cubicBezTo>
                  <a:pt x="64" y="520"/>
                  <a:pt x="64" y="520"/>
                  <a:pt x="64" y="520"/>
                </a:cubicBezTo>
                <a:cubicBezTo>
                  <a:pt x="124" y="501"/>
                  <a:pt x="124" y="501"/>
                  <a:pt x="124" y="501"/>
                </a:cubicBezTo>
                <a:cubicBezTo>
                  <a:pt x="137" y="516"/>
                  <a:pt x="153" y="531"/>
                  <a:pt x="169" y="543"/>
                </a:cubicBezTo>
                <a:cubicBezTo>
                  <a:pt x="164" y="606"/>
                  <a:pt x="164" y="606"/>
                  <a:pt x="164" y="606"/>
                </a:cubicBezTo>
                <a:cubicBezTo>
                  <a:pt x="229" y="639"/>
                  <a:pt x="229" y="639"/>
                  <a:pt x="229" y="639"/>
                </a:cubicBezTo>
                <a:cubicBezTo>
                  <a:pt x="266" y="588"/>
                  <a:pt x="266" y="588"/>
                  <a:pt x="266" y="588"/>
                </a:cubicBezTo>
                <a:cubicBezTo>
                  <a:pt x="286" y="593"/>
                  <a:pt x="307" y="595"/>
                  <a:pt x="328" y="595"/>
                </a:cubicBezTo>
                <a:cubicBezTo>
                  <a:pt x="361" y="650"/>
                  <a:pt x="361" y="650"/>
                  <a:pt x="361" y="650"/>
                </a:cubicBezTo>
                <a:cubicBezTo>
                  <a:pt x="433" y="638"/>
                  <a:pt x="433" y="638"/>
                  <a:pt x="433" y="638"/>
                </a:cubicBezTo>
                <a:cubicBezTo>
                  <a:pt x="433" y="575"/>
                  <a:pt x="433" y="575"/>
                  <a:pt x="433" y="575"/>
                </a:cubicBezTo>
                <a:cubicBezTo>
                  <a:pt x="452" y="567"/>
                  <a:pt x="471" y="557"/>
                  <a:pt x="487" y="54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97" y="517"/>
                  <a:pt x="597" y="517"/>
                  <a:pt x="597" y="517"/>
                </a:cubicBezTo>
                <a:cubicBezTo>
                  <a:pt x="560" y="466"/>
                  <a:pt x="560" y="466"/>
                  <a:pt x="560" y="466"/>
                </a:cubicBezTo>
                <a:cubicBezTo>
                  <a:pt x="571" y="449"/>
                  <a:pt x="580" y="430"/>
                  <a:pt x="586" y="410"/>
                </a:cubicBezTo>
                <a:lnTo>
                  <a:pt x="648" y="396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8" name="Oval 14">
            <a:extLst>
              <a:ext uri="{FF2B5EF4-FFF2-40B4-BE49-F238E27FC236}">
                <a16:creationId xmlns:a16="http://schemas.microsoft.com/office/drawing/2014/main" id="{06536D3C-FE9E-4134-B91D-8EEDD4A38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38" y="4036524"/>
            <a:ext cx="853466" cy="894608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9" name="Freeform 15">
            <a:extLst>
              <a:ext uri="{FF2B5EF4-FFF2-40B4-BE49-F238E27FC236}">
                <a16:creationId xmlns:a16="http://schemas.microsoft.com/office/drawing/2014/main" id="{84D2993C-EEF4-4A4D-8A5A-1ED31E10D067}"/>
              </a:ext>
            </a:extLst>
          </p:cNvPr>
          <p:cNvSpPr>
            <a:spLocks/>
          </p:cNvSpPr>
          <p:nvPr/>
        </p:nvSpPr>
        <p:spPr bwMode="auto">
          <a:xfrm>
            <a:off x="403073" y="2853671"/>
            <a:ext cx="1571529" cy="1573170"/>
          </a:xfrm>
          <a:custGeom>
            <a:avLst/>
            <a:gdLst>
              <a:gd name="T0" fmla="*/ 855 w 855"/>
              <a:gd name="T1" fmla="*/ 419 h 855"/>
              <a:gd name="T2" fmla="*/ 853 w 855"/>
              <a:gd name="T3" fmla="*/ 347 h 855"/>
              <a:gd name="T4" fmla="*/ 763 w 855"/>
              <a:gd name="T5" fmla="*/ 326 h 855"/>
              <a:gd name="T6" fmla="*/ 743 w 855"/>
              <a:gd name="T7" fmla="*/ 276 h 855"/>
              <a:gd name="T8" fmla="*/ 794 w 855"/>
              <a:gd name="T9" fmla="*/ 207 h 855"/>
              <a:gd name="T10" fmla="*/ 756 w 855"/>
              <a:gd name="T11" fmla="*/ 145 h 855"/>
              <a:gd name="T12" fmla="*/ 667 w 855"/>
              <a:gd name="T13" fmla="*/ 172 h 855"/>
              <a:gd name="T14" fmla="*/ 625 w 855"/>
              <a:gd name="T15" fmla="*/ 139 h 855"/>
              <a:gd name="T16" fmla="*/ 634 w 855"/>
              <a:gd name="T17" fmla="*/ 53 h 855"/>
              <a:gd name="T18" fmla="*/ 571 w 855"/>
              <a:gd name="T19" fmla="*/ 18 h 855"/>
              <a:gd name="T20" fmla="*/ 508 w 855"/>
              <a:gd name="T21" fmla="*/ 86 h 855"/>
              <a:gd name="T22" fmla="*/ 454 w 855"/>
              <a:gd name="T23" fmla="*/ 78 h 855"/>
              <a:gd name="T24" fmla="*/ 419 w 855"/>
              <a:gd name="T25" fmla="*/ 0 h 855"/>
              <a:gd name="T26" fmla="*/ 347 w 855"/>
              <a:gd name="T27" fmla="*/ 1 h 855"/>
              <a:gd name="T28" fmla="*/ 326 w 855"/>
              <a:gd name="T29" fmla="*/ 92 h 855"/>
              <a:gd name="T30" fmla="*/ 276 w 855"/>
              <a:gd name="T31" fmla="*/ 111 h 855"/>
              <a:gd name="T32" fmla="*/ 207 w 855"/>
              <a:gd name="T33" fmla="*/ 61 h 855"/>
              <a:gd name="T34" fmla="*/ 145 w 855"/>
              <a:gd name="T35" fmla="*/ 99 h 855"/>
              <a:gd name="T36" fmla="*/ 172 w 855"/>
              <a:gd name="T37" fmla="*/ 187 h 855"/>
              <a:gd name="T38" fmla="*/ 139 w 855"/>
              <a:gd name="T39" fmla="*/ 229 h 855"/>
              <a:gd name="T40" fmla="*/ 53 w 855"/>
              <a:gd name="T41" fmla="*/ 220 h 855"/>
              <a:gd name="T42" fmla="*/ 18 w 855"/>
              <a:gd name="T43" fmla="*/ 284 h 855"/>
              <a:gd name="T44" fmla="*/ 86 w 855"/>
              <a:gd name="T45" fmla="*/ 347 h 855"/>
              <a:gd name="T46" fmla="*/ 78 w 855"/>
              <a:gd name="T47" fmla="*/ 400 h 855"/>
              <a:gd name="T48" fmla="*/ 0 w 855"/>
              <a:gd name="T49" fmla="*/ 435 h 855"/>
              <a:gd name="T50" fmla="*/ 1 w 855"/>
              <a:gd name="T51" fmla="*/ 508 h 855"/>
              <a:gd name="T52" fmla="*/ 92 w 855"/>
              <a:gd name="T53" fmla="*/ 528 h 855"/>
              <a:gd name="T54" fmla="*/ 111 w 855"/>
              <a:gd name="T55" fmla="*/ 578 h 855"/>
              <a:gd name="T56" fmla="*/ 61 w 855"/>
              <a:gd name="T57" fmla="*/ 648 h 855"/>
              <a:gd name="T58" fmla="*/ 99 w 855"/>
              <a:gd name="T59" fmla="*/ 710 h 855"/>
              <a:gd name="T60" fmla="*/ 187 w 855"/>
              <a:gd name="T61" fmla="*/ 682 h 855"/>
              <a:gd name="T62" fmla="*/ 229 w 855"/>
              <a:gd name="T63" fmla="*/ 716 h 855"/>
              <a:gd name="T64" fmla="*/ 220 w 855"/>
              <a:gd name="T65" fmla="*/ 802 h 855"/>
              <a:gd name="T66" fmla="*/ 284 w 855"/>
              <a:gd name="T67" fmla="*/ 836 h 855"/>
              <a:gd name="T68" fmla="*/ 347 w 855"/>
              <a:gd name="T69" fmla="*/ 768 h 855"/>
              <a:gd name="T70" fmla="*/ 400 w 855"/>
              <a:gd name="T71" fmla="*/ 776 h 855"/>
              <a:gd name="T72" fmla="*/ 435 w 855"/>
              <a:gd name="T73" fmla="*/ 855 h 855"/>
              <a:gd name="T74" fmla="*/ 508 w 855"/>
              <a:gd name="T75" fmla="*/ 853 h 855"/>
              <a:gd name="T76" fmla="*/ 528 w 855"/>
              <a:gd name="T77" fmla="*/ 763 h 855"/>
              <a:gd name="T78" fmla="*/ 578 w 855"/>
              <a:gd name="T79" fmla="*/ 743 h 855"/>
              <a:gd name="T80" fmla="*/ 648 w 855"/>
              <a:gd name="T81" fmla="*/ 794 h 855"/>
              <a:gd name="T82" fmla="*/ 710 w 855"/>
              <a:gd name="T83" fmla="*/ 756 h 855"/>
              <a:gd name="T84" fmla="*/ 682 w 855"/>
              <a:gd name="T85" fmla="*/ 667 h 855"/>
              <a:gd name="T86" fmla="*/ 716 w 855"/>
              <a:gd name="T87" fmla="*/ 625 h 855"/>
              <a:gd name="T88" fmla="*/ 802 w 855"/>
              <a:gd name="T89" fmla="*/ 634 h 855"/>
              <a:gd name="T90" fmla="*/ 836 w 855"/>
              <a:gd name="T91" fmla="*/ 571 h 855"/>
              <a:gd name="T92" fmla="*/ 768 w 855"/>
              <a:gd name="T93" fmla="*/ 508 h 855"/>
              <a:gd name="T94" fmla="*/ 776 w 855"/>
              <a:gd name="T95" fmla="*/ 454 h 855"/>
              <a:gd name="T96" fmla="*/ 855 w 855"/>
              <a:gd name="T97" fmla="*/ 419 h 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5" h="855">
                <a:moveTo>
                  <a:pt x="855" y="419"/>
                </a:moveTo>
                <a:cubicBezTo>
                  <a:pt x="853" y="347"/>
                  <a:pt x="853" y="347"/>
                  <a:pt x="853" y="347"/>
                </a:cubicBezTo>
                <a:cubicBezTo>
                  <a:pt x="763" y="326"/>
                  <a:pt x="763" y="326"/>
                  <a:pt x="763" y="326"/>
                </a:cubicBezTo>
                <a:cubicBezTo>
                  <a:pt x="757" y="309"/>
                  <a:pt x="751" y="292"/>
                  <a:pt x="743" y="276"/>
                </a:cubicBezTo>
                <a:cubicBezTo>
                  <a:pt x="794" y="207"/>
                  <a:pt x="794" y="207"/>
                  <a:pt x="794" y="207"/>
                </a:cubicBezTo>
                <a:cubicBezTo>
                  <a:pt x="756" y="145"/>
                  <a:pt x="756" y="145"/>
                  <a:pt x="756" y="145"/>
                </a:cubicBezTo>
                <a:cubicBezTo>
                  <a:pt x="667" y="172"/>
                  <a:pt x="667" y="172"/>
                  <a:pt x="667" y="172"/>
                </a:cubicBezTo>
                <a:cubicBezTo>
                  <a:pt x="654" y="160"/>
                  <a:pt x="640" y="149"/>
                  <a:pt x="625" y="139"/>
                </a:cubicBezTo>
                <a:cubicBezTo>
                  <a:pt x="634" y="53"/>
                  <a:pt x="634" y="53"/>
                  <a:pt x="634" y="53"/>
                </a:cubicBezTo>
                <a:cubicBezTo>
                  <a:pt x="571" y="18"/>
                  <a:pt x="571" y="18"/>
                  <a:pt x="571" y="18"/>
                </a:cubicBezTo>
                <a:cubicBezTo>
                  <a:pt x="508" y="86"/>
                  <a:pt x="508" y="86"/>
                  <a:pt x="508" y="86"/>
                </a:cubicBezTo>
                <a:cubicBezTo>
                  <a:pt x="490" y="82"/>
                  <a:pt x="473" y="80"/>
                  <a:pt x="454" y="78"/>
                </a:cubicBezTo>
                <a:cubicBezTo>
                  <a:pt x="419" y="0"/>
                  <a:pt x="419" y="0"/>
                  <a:pt x="419" y="0"/>
                </a:cubicBezTo>
                <a:cubicBezTo>
                  <a:pt x="347" y="1"/>
                  <a:pt x="347" y="1"/>
                  <a:pt x="347" y="1"/>
                </a:cubicBezTo>
                <a:cubicBezTo>
                  <a:pt x="326" y="92"/>
                  <a:pt x="326" y="92"/>
                  <a:pt x="326" y="92"/>
                </a:cubicBezTo>
                <a:cubicBezTo>
                  <a:pt x="309" y="97"/>
                  <a:pt x="292" y="104"/>
                  <a:pt x="276" y="111"/>
                </a:cubicBezTo>
                <a:cubicBezTo>
                  <a:pt x="207" y="61"/>
                  <a:pt x="207" y="61"/>
                  <a:pt x="207" y="61"/>
                </a:cubicBezTo>
                <a:cubicBezTo>
                  <a:pt x="145" y="99"/>
                  <a:pt x="145" y="99"/>
                  <a:pt x="145" y="99"/>
                </a:cubicBezTo>
                <a:cubicBezTo>
                  <a:pt x="172" y="187"/>
                  <a:pt x="172" y="187"/>
                  <a:pt x="172" y="187"/>
                </a:cubicBezTo>
                <a:cubicBezTo>
                  <a:pt x="160" y="200"/>
                  <a:pt x="149" y="214"/>
                  <a:pt x="139" y="229"/>
                </a:cubicBezTo>
                <a:cubicBezTo>
                  <a:pt x="53" y="220"/>
                  <a:pt x="53" y="220"/>
                  <a:pt x="53" y="220"/>
                </a:cubicBezTo>
                <a:cubicBezTo>
                  <a:pt x="18" y="284"/>
                  <a:pt x="18" y="284"/>
                  <a:pt x="18" y="284"/>
                </a:cubicBezTo>
                <a:cubicBezTo>
                  <a:pt x="86" y="347"/>
                  <a:pt x="86" y="347"/>
                  <a:pt x="86" y="347"/>
                </a:cubicBezTo>
                <a:cubicBezTo>
                  <a:pt x="82" y="364"/>
                  <a:pt x="80" y="382"/>
                  <a:pt x="78" y="400"/>
                </a:cubicBezTo>
                <a:cubicBezTo>
                  <a:pt x="0" y="435"/>
                  <a:pt x="0" y="435"/>
                  <a:pt x="0" y="435"/>
                </a:cubicBezTo>
                <a:cubicBezTo>
                  <a:pt x="1" y="508"/>
                  <a:pt x="1" y="508"/>
                  <a:pt x="1" y="508"/>
                </a:cubicBezTo>
                <a:cubicBezTo>
                  <a:pt x="92" y="528"/>
                  <a:pt x="92" y="528"/>
                  <a:pt x="92" y="528"/>
                </a:cubicBezTo>
                <a:cubicBezTo>
                  <a:pt x="97" y="545"/>
                  <a:pt x="104" y="562"/>
                  <a:pt x="111" y="578"/>
                </a:cubicBezTo>
                <a:cubicBezTo>
                  <a:pt x="61" y="648"/>
                  <a:pt x="61" y="648"/>
                  <a:pt x="61" y="648"/>
                </a:cubicBezTo>
                <a:cubicBezTo>
                  <a:pt x="99" y="710"/>
                  <a:pt x="99" y="710"/>
                  <a:pt x="99" y="710"/>
                </a:cubicBezTo>
                <a:cubicBezTo>
                  <a:pt x="187" y="682"/>
                  <a:pt x="187" y="682"/>
                  <a:pt x="187" y="682"/>
                </a:cubicBezTo>
                <a:cubicBezTo>
                  <a:pt x="200" y="694"/>
                  <a:pt x="214" y="706"/>
                  <a:pt x="229" y="716"/>
                </a:cubicBezTo>
                <a:cubicBezTo>
                  <a:pt x="220" y="802"/>
                  <a:pt x="220" y="802"/>
                  <a:pt x="220" y="802"/>
                </a:cubicBezTo>
                <a:cubicBezTo>
                  <a:pt x="284" y="836"/>
                  <a:pt x="284" y="836"/>
                  <a:pt x="284" y="836"/>
                </a:cubicBezTo>
                <a:cubicBezTo>
                  <a:pt x="347" y="768"/>
                  <a:pt x="347" y="768"/>
                  <a:pt x="347" y="768"/>
                </a:cubicBezTo>
                <a:cubicBezTo>
                  <a:pt x="364" y="772"/>
                  <a:pt x="382" y="775"/>
                  <a:pt x="400" y="776"/>
                </a:cubicBezTo>
                <a:cubicBezTo>
                  <a:pt x="435" y="855"/>
                  <a:pt x="435" y="855"/>
                  <a:pt x="435" y="855"/>
                </a:cubicBezTo>
                <a:cubicBezTo>
                  <a:pt x="508" y="853"/>
                  <a:pt x="508" y="853"/>
                  <a:pt x="508" y="853"/>
                </a:cubicBezTo>
                <a:cubicBezTo>
                  <a:pt x="528" y="763"/>
                  <a:pt x="528" y="763"/>
                  <a:pt x="528" y="763"/>
                </a:cubicBezTo>
                <a:cubicBezTo>
                  <a:pt x="545" y="757"/>
                  <a:pt x="562" y="751"/>
                  <a:pt x="578" y="743"/>
                </a:cubicBezTo>
                <a:cubicBezTo>
                  <a:pt x="648" y="794"/>
                  <a:pt x="648" y="794"/>
                  <a:pt x="648" y="794"/>
                </a:cubicBezTo>
                <a:cubicBezTo>
                  <a:pt x="710" y="756"/>
                  <a:pt x="710" y="756"/>
                  <a:pt x="710" y="756"/>
                </a:cubicBezTo>
                <a:cubicBezTo>
                  <a:pt x="682" y="667"/>
                  <a:pt x="682" y="667"/>
                  <a:pt x="682" y="667"/>
                </a:cubicBezTo>
                <a:cubicBezTo>
                  <a:pt x="694" y="654"/>
                  <a:pt x="706" y="640"/>
                  <a:pt x="716" y="625"/>
                </a:cubicBezTo>
                <a:cubicBezTo>
                  <a:pt x="802" y="634"/>
                  <a:pt x="802" y="634"/>
                  <a:pt x="802" y="634"/>
                </a:cubicBezTo>
                <a:cubicBezTo>
                  <a:pt x="836" y="571"/>
                  <a:pt x="836" y="571"/>
                  <a:pt x="836" y="571"/>
                </a:cubicBezTo>
                <a:cubicBezTo>
                  <a:pt x="768" y="508"/>
                  <a:pt x="768" y="508"/>
                  <a:pt x="768" y="508"/>
                </a:cubicBezTo>
                <a:cubicBezTo>
                  <a:pt x="772" y="490"/>
                  <a:pt x="775" y="473"/>
                  <a:pt x="776" y="454"/>
                </a:cubicBezTo>
                <a:lnTo>
                  <a:pt x="855" y="41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0" name="Freeform 16">
            <a:extLst>
              <a:ext uri="{FF2B5EF4-FFF2-40B4-BE49-F238E27FC236}">
                <a16:creationId xmlns:a16="http://schemas.microsoft.com/office/drawing/2014/main" id="{89A29284-CB31-4AE7-8CA5-E2BC3168434C}"/>
              </a:ext>
            </a:extLst>
          </p:cNvPr>
          <p:cNvSpPr>
            <a:spLocks/>
          </p:cNvSpPr>
          <p:nvPr/>
        </p:nvSpPr>
        <p:spPr bwMode="auto">
          <a:xfrm>
            <a:off x="699283" y="3143588"/>
            <a:ext cx="962294" cy="962294"/>
          </a:xfrm>
          <a:custGeom>
            <a:avLst/>
            <a:gdLst>
              <a:gd name="T0" fmla="*/ 519 w 523"/>
              <a:gd name="T1" fmla="*/ 255 h 523"/>
              <a:gd name="T2" fmla="*/ 268 w 523"/>
              <a:gd name="T3" fmla="*/ 519 h 523"/>
              <a:gd name="T4" fmla="*/ 4 w 523"/>
              <a:gd name="T5" fmla="*/ 268 h 523"/>
              <a:gd name="T6" fmla="*/ 255 w 523"/>
              <a:gd name="T7" fmla="*/ 4 h 523"/>
              <a:gd name="T8" fmla="*/ 519 w 523"/>
              <a:gd name="T9" fmla="*/ 255 h 5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3" h="523">
                <a:moveTo>
                  <a:pt x="519" y="255"/>
                </a:moveTo>
                <a:cubicBezTo>
                  <a:pt x="523" y="397"/>
                  <a:pt x="410" y="515"/>
                  <a:pt x="268" y="519"/>
                </a:cubicBezTo>
                <a:cubicBezTo>
                  <a:pt x="126" y="523"/>
                  <a:pt x="7" y="410"/>
                  <a:pt x="4" y="268"/>
                </a:cubicBezTo>
                <a:cubicBezTo>
                  <a:pt x="0" y="126"/>
                  <a:pt x="112" y="7"/>
                  <a:pt x="255" y="4"/>
                </a:cubicBezTo>
                <a:cubicBezTo>
                  <a:pt x="397" y="0"/>
                  <a:pt x="515" y="112"/>
                  <a:pt x="519" y="25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1" name="Freeform 17">
            <a:extLst>
              <a:ext uri="{FF2B5EF4-FFF2-40B4-BE49-F238E27FC236}">
                <a16:creationId xmlns:a16="http://schemas.microsoft.com/office/drawing/2014/main" id="{A491BA3A-F31D-49D5-AD51-98C9B6C91FDB}"/>
              </a:ext>
            </a:extLst>
          </p:cNvPr>
          <p:cNvSpPr>
            <a:spLocks/>
          </p:cNvSpPr>
          <p:nvPr/>
        </p:nvSpPr>
        <p:spPr bwMode="auto">
          <a:xfrm rot="18900000">
            <a:off x="9695124" y="2686172"/>
            <a:ext cx="1752164" cy="1747237"/>
          </a:xfrm>
          <a:custGeom>
            <a:avLst/>
            <a:gdLst>
              <a:gd name="T0" fmla="*/ 953 w 953"/>
              <a:gd name="T1" fmla="*/ 525 h 949"/>
              <a:gd name="T2" fmla="*/ 880 w 953"/>
              <a:gd name="T3" fmla="*/ 482 h 949"/>
              <a:gd name="T4" fmla="*/ 880 w 953"/>
              <a:gd name="T5" fmla="*/ 477 h 949"/>
              <a:gd name="T6" fmla="*/ 875 w 953"/>
              <a:gd name="T7" fmla="*/ 409 h 949"/>
              <a:gd name="T8" fmla="*/ 936 w 953"/>
              <a:gd name="T9" fmla="*/ 341 h 949"/>
              <a:gd name="T10" fmla="*/ 886 w 953"/>
              <a:gd name="T11" fmla="*/ 253 h 949"/>
              <a:gd name="T12" fmla="*/ 823 w 953"/>
              <a:gd name="T13" fmla="*/ 270 h 949"/>
              <a:gd name="T14" fmla="*/ 765 w 953"/>
              <a:gd name="T15" fmla="*/ 195 h 949"/>
              <a:gd name="T16" fmla="*/ 791 w 953"/>
              <a:gd name="T17" fmla="*/ 121 h 949"/>
              <a:gd name="T18" fmla="*/ 712 w 953"/>
              <a:gd name="T19" fmla="*/ 59 h 949"/>
              <a:gd name="T20" fmla="*/ 645 w 953"/>
              <a:gd name="T21" fmla="*/ 110 h 949"/>
              <a:gd name="T22" fmla="*/ 566 w 953"/>
              <a:gd name="T23" fmla="*/ 83 h 949"/>
              <a:gd name="T24" fmla="*/ 546 w 953"/>
              <a:gd name="T25" fmla="*/ 6 h 949"/>
              <a:gd name="T26" fmla="*/ 446 w 953"/>
              <a:gd name="T27" fmla="*/ 0 h 949"/>
              <a:gd name="T28" fmla="*/ 420 w 953"/>
              <a:gd name="T29" fmla="*/ 77 h 949"/>
              <a:gd name="T30" fmla="*/ 337 w 953"/>
              <a:gd name="T31" fmla="*/ 98 h 949"/>
              <a:gd name="T32" fmla="*/ 278 w 953"/>
              <a:gd name="T33" fmla="*/ 44 h 949"/>
              <a:gd name="T34" fmla="*/ 191 w 953"/>
              <a:gd name="T35" fmla="*/ 94 h 949"/>
              <a:gd name="T36" fmla="*/ 211 w 953"/>
              <a:gd name="T37" fmla="*/ 173 h 949"/>
              <a:gd name="T38" fmla="*/ 153 w 953"/>
              <a:gd name="T39" fmla="*/ 235 h 949"/>
              <a:gd name="T40" fmla="*/ 74 w 953"/>
              <a:gd name="T41" fmla="*/ 222 h 949"/>
              <a:gd name="T42" fmla="*/ 28 w 953"/>
              <a:gd name="T43" fmla="*/ 311 h 949"/>
              <a:gd name="T44" fmla="*/ 88 w 953"/>
              <a:gd name="T45" fmla="*/ 366 h 949"/>
              <a:gd name="T46" fmla="*/ 73 w 953"/>
              <a:gd name="T47" fmla="*/ 450 h 949"/>
              <a:gd name="T48" fmla="*/ 0 w 953"/>
              <a:gd name="T49" fmla="*/ 483 h 949"/>
              <a:gd name="T50" fmla="*/ 9 w 953"/>
              <a:gd name="T51" fmla="*/ 582 h 949"/>
              <a:gd name="T52" fmla="*/ 90 w 953"/>
              <a:gd name="T53" fmla="*/ 596 h 949"/>
              <a:gd name="T54" fmla="*/ 115 w 953"/>
              <a:gd name="T55" fmla="*/ 660 h 949"/>
              <a:gd name="T56" fmla="*/ 69 w 953"/>
              <a:gd name="T57" fmla="*/ 726 h 949"/>
              <a:gd name="T58" fmla="*/ 128 w 953"/>
              <a:gd name="T59" fmla="*/ 807 h 949"/>
              <a:gd name="T60" fmla="*/ 205 w 953"/>
              <a:gd name="T61" fmla="*/ 777 h 949"/>
              <a:gd name="T62" fmla="*/ 269 w 953"/>
              <a:gd name="T63" fmla="*/ 825 h 949"/>
              <a:gd name="T64" fmla="*/ 266 w 953"/>
              <a:gd name="T65" fmla="*/ 903 h 949"/>
              <a:gd name="T66" fmla="*/ 360 w 953"/>
              <a:gd name="T67" fmla="*/ 939 h 949"/>
              <a:gd name="T68" fmla="*/ 406 w 953"/>
              <a:gd name="T69" fmla="*/ 875 h 949"/>
              <a:gd name="T70" fmla="*/ 476 w 953"/>
              <a:gd name="T71" fmla="*/ 882 h 949"/>
              <a:gd name="T72" fmla="*/ 494 w 953"/>
              <a:gd name="T73" fmla="*/ 881 h 949"/>
              <a:gd name="T74" fmla="*/ 533 w 953"/>
              <a:gd name="T75" fmla="*/ 949 h 949"/>
              <a:gd name="T76" fmla="*/ 631 w 953"/>
              <a:gd name="T77" fmla="*/ 929 h 949"/>
              <a:gd name="T78" fmla="*/ 636 w 953"/>
              <a:gd name="T79" fmla="*/ 849 h 949"/>
              <a:gd name="T80" fmla="*/ 853 w 953"/>
              <a:gd name="T81" fmla="*/ 625 h 949"/>
              <a:gd name="T82" fmla="*/ 926 w 953"/>
              <a:gd name="T83" fmla="*/ 621 h 949"/>
              <a:gd name="T84" fmla="*/ 953 w 953"/>
              <a:gd name="T85" fmla="*/ 525 h 9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53" h="949">
                <a:moveTo>
                  <a:pt x="953" y="525"/>
                </a:moveTo>
                <a:cubicBezTo>
                  <a:pt x="880" y="482"/>
                  <a:pt x="880" y="482"/>
                  <a:pt x="880" y="482"/>
                </a:cubicBezTo>
                <a:cubicBezTo>
                  <a:pt x="880" y="480"/>
                  <a:pt x="880" y="479"/>
                  <a:pt x="880" y="477"/>
                </a:cubicBezTo>
                <a:cubicBezTo>
                  <a:pt x="880" y="454"/>
                  <a:pt x="878" y="431"/>
                  <a:pt x="875" y="409"/>
                </a:cubicBezTo>
                <a:cubicBezTo>
                  <a:pt x="936" y="341"/>
                  <a:pt x="936" y="341"/>
                  <a:pt x="936" y="341"/>
                </a:cubicBezTo>
                <a:cubicBezTo>
                  <a:pt x="886" y="253"/>
                  <a:pt x="886" y="253"/>
                  <a:pt x="886" y="253"/>
                </a:cubicBezTo>
                <a:cubicBezTo>
                  <a:pt x="823" y="270"/>
                  <a:pt x="823" y="270"/>
                  <a:pt x="823" y="270"/>
                </a:cubicBezTo>
                <a:cubicBezTo>
                  <a:pt x="807" y="242"/>
                  <a:pt x="787" y="217"/>
                  <a:pt x="765" y="195"/>
                </a:cubicBezTo>
                <a:cubicBezTo>
                  <a:pt x="791" y="121"/>
                  <a:pt x="791" y="121"/>
                  <a:pt x="791" y="121"/>
                </a:cubicBezTo>
                <a:cubicBezTo>
                  <a:pt x="712" y="59"/>
                  <a:pt x="712" y="59"/>
                  <a:pt x="712" y="59"/>
                </a:cubicBezTo>
                <a:cubicBezTo>
                  <a:pt x="645" y="110"/>
                  <a:pt x="645" y="110"/>
                  <a:pt x="645" y="110"/>
                </a:cubicBezTo>
                <a:cubicBezTo>
                  <a:pt x="620" y="99"/>
                  <a:pt x="594" y="90"/>
                  <a:pt x="566" y="83"/>
                </a:cubicBezTo>
                <a:cubicBezTo>
                  <a:pt x="546" y="6"/>
                  <a:pt x="546" y="6"/>
                  <a:pt x="546" y="6"/>
                </a:cubicBezTo>
                <a:cubicBezTo>
                  <a:pt x="446" y="0"/>
                  <a:pt x="446" y="0"/>
                  <a:pt x="446" y="0"/>
                </a:cubicBezTo>
                <a:cubicBezTo>
                  <a:pt x="420" y="77"/>
                  <a:pt x="420" y="77"/>
                  <a:pt x="420" y="77"/>
                </a:cubicBezTo>
                <a:cubicBezTo>
                  <a:pt x="391" y="81"/>
                  <a:pt x="363" y="88"/>
                  <a:pt x="337" y="98"/>
                </a:cubicBezTo>
                <a:cubicBezTo>
                  <a:pt x="278" y="44"/>
                  <a:pt x="278" y="44"/>
                  <a:pt x="278" y="44"/>
                </a:cubicBezTo>
                <a:cubicBezTo>
                  <a:pt x="191" y="94"/>
                  <a:pt x="191" y="94"/>
                  <a:pt x="191" y="94"/>
                </a:cubicBezTo>
                <a:cubicBezTo>
                  <a:pt x="211" y="173"/>
                  <a:pt x="211" y="173"/>
                  <a:pt x="211" y="173"/>
                </a:cubicBezTo>
                <a:cubicBezTo>
                  <a:pt x="189" y="191"/>
                  <a:pt x="170" y="212"/>
                  <a:pt x="153" y="235"/>
                </a:cubicBezTo>
                <a:cubicBezTo>
                  <a:pt x="74" y="222"/>
                  <a:pt x="74" y="222"/>
                  <a:pt x="74" y="222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88" y="366"/>
                  <a:pt x="88" y="366"/>
                  <a:pt x="88" y="366"/>
                </a:cubicBezTo>
                <a:cubicBezTo>
                  <a:pt x="80" y="393"/>
                  <a:pt x="75" y="421"/>
                  <a:pt x="73" y="450"/>
                </a:cubicBezTo>
                <a:cubicBezTo>
                  <a:pt x="0" y="483"/>
                  <a:pt x="0" y="483"/>
                  <a:pt x="0" y="483"/>
                </a:cubicBezTo>
                <a:cubicBezTo>
                  <a:pt x="9" y="582"/>
                  <a:pt x="9" y="582"/>
                  <a:pt x="9" y="582"/>
                </a:cubicBezTo>
                <a:cubicBezTo>
                  <a:pt x="90" y="596"/>
                  <a:pt x="90" y="596"/>
                  <a:pt x="90" y="596"/>
                </a:cubicBezTo>
                <a:cubicBezTo>
                  <a:pt x="97" y="618"/>
                  <a:pt x="105" y="639"/>
                  <a:pt x="115" y="660"/>
                </a:cubicBezTo>
                <a:cubicBezTo>
                  <a:pt x="69" y="726"/>
                  <a:pt x="69" y="726"/>
                  <a:pt x="69" y="726"/>
                </a:cubicBezTo>
                <a:cubicBezTo>
                  <a:pt x="128" y="807"/>
                  <a:pt x="128" y="807"/>
                  <a:pt x="128" y="807"/>
                </a:cubicBezTo>
                <a:cubicBezTo>
                  <a:pt x="205" y="777"/>
                  <a:pt x="205" y="777"/>
                  <a:pt x="205" y="777"/>
                </a:cubicBezTo>
                <a:cubicBezTo>
                  <a:pt x="225" y="795"/>
                  <a:pt x="246" y="811"/>
                  <a:pt x="269" y="825"/>
                </a:cubicBezTo>
                <a:cubicBezTo>
                  <a:pt x="266" y="903"/>
                  <a:pt x="266" y="903"/>
                  <a:pt x="266" y="903"/>
                </a:cubicBezTo>
                <a:cubicBezTo>
                  <a:pt x="360" y="939"/>
                  <a:pt x="360" y="939"/>
                  <a:pt x="360" y="939"/>
                </a:cubicBezTo>
                <a:cubicBezTo>
                  <a:pt x="406" y="875"/>
                  <a:pt x="406" y="875"/>
                  <a:pt x="406" y="875"/>
                </a:cubicBezTo>
                <a:cubicBezTo>
                  <a:pt x="429" y="879"/>
                  <a:pt x="452" y="882"/>
                  <a:pt x="476" y="882"/>
                </a:cubicBezTo>
                <a:cubicBezTo>
                  <a:pt x="482" y="882"/>
                  <a:pt x="488" y="881"/>
                  <a:pt x="494" y="881"/>
                </a:cubicBezTo>
                <a:cubicBezTo>
                  <a:pt x="533" y="949"/>
                  <a:pt x="533" y="949"/>
                  <a:pt x="533" y="949"/>
                </a:cubicBezTo>
                <a:cubicBezTo>
                  <a:pt x="631" y="929"/>
                  <a:pt x="631" y="929"/>
                  <a:pt x="631" y="929"/>
                </a:cubicBezTo>
                <a:cubicBezTo>
                  <a:pt x="636" y="849"/>
                  <a:pt x="636" y="849"/>
                  <a:pt x="636" y="849"/>
                </a:cubicBezTo>
                <a:cubicBezTo>
                  <a:pt x="735" y="806"/>
                  <a:pt x="813" y="725"/>
                  <a:pt x="853" y="625"/>
                </a:cubicBezTo>
                <a:cubicBezTo>
                  <a:pt x="926" y="621"/>
                  <a:pt x="926" y="621"/>
                  <a:pt x="926" y="621"/>
                </a:cubicBezTo>
                <a:lnTo>
                  <a:pt x="953" y="525"/>
                </a:lnTo>
                <a:close/>
              </a:path>
            </a:pathLst>
          </a:custGeom>
          <a:solidFill>
            <a:srgbClr val="232323">
              <a:lumMod val="75000"/>
              <a:lumOff val="2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2" name="Freeform 19">
            <a:extLst>
              <a:ext uri="{FF2B5EF4-FFF2-40B4-BE49-F238E27FC236}">
                <a16:creationId xmlns:a16="http://schemas.microsoft.com/office/drawing/2014/main" id="{E651A522-C041-483D-AED7-16E237609CA8}"/>
              </a:ext>
            </a:extLst>
          </p:cNvPr>
          <p:cNvSpPr>
            <a:spLocks/>
          </p:cNvSpPr>
          <p:nvPr/>
        </p:nvSpPr>
        <p:spPr bwMode="auto">
          <a:xfrm>
            <a:off x="11329146" y="-1621199"/>
            <a:ext cx="1568245" cy="1546896"/>
          </a:xfrm>
          <a:custGeom>
            <a:avLst/>
            <a:gdLst>
              <a:gd name="T0" fmla="*/ 853 w 853"/>
              <a:gd name="T1" fmla="*/ 424 h 840"/>
              <a:gd name="T2" fmla="*/ 853 w 853"/>
              <a:gd name="T3" fmla="*/ 354 h 840"/>
              <a:gd name="T4" fmla="*/ 766 w 853"/>
              <a:gd name="T5" fmla="*/ 335 h 840"/>
              <a:gd name="T6" fmla="*/ 748 w 853"/>
              <a:gd name="T7" fmla="*/ 283 h 840"/>
              <a:gd name="T8" fmla="*/ 798 w 853"/>
              <a:gd name="T9" fmla="*/ 214 h 840"/>
              <a:gd name="T10" fmla="*/ 762 w 853"/>
              <a:gd name="T11" fmla="*/ 153 h 840"/>
              <a:gd name="T12" fmla="*/ 677 w 853"/>
              <a:gd name="T13" fmla="*/ 180 h 840"/>
              <a:gd name="T14" fmla="*/ 635 w 853"/>
              <a:gd name="T15" fmla="*/ 143 h 840"/>
              <a:gd name="T16" fmla="*/ 643 w 853"/>
              <a:gd name="T17" fmla="*/ 59 h 840"/>
              <a:gd name="T18" fmla="*/ 582 w 853"/>
              <a:gd name="T19" fmla="*/ 24 h 840"/>
              <a:gd name="T20" fmla="*/ 522 w 853"/>
              <a:gd name="T21" fmla="*/ 88 h 840"/>
              <a:gd name="T22" fmla="*/ 467 w 853"/>
              <a:gd name="T23" fmla="*/ 78 h 840"/>
              <a:gd name="T24" fmla="*/ 430 w 853"/>
              <a:gd name="T25" fmla="*/ 0 h 840"/>
              <a:gd name="T26" fmla="*/ 360 w 853"/>
              <a:gd name="T27" fmla="*/ 0 h 840"/>
              <a:gd name="T28" fmla="*/ 340 w 853"/>
              <a:gd name="T29" fmla="*/ 86 h 840"/>
              <a:gd name="T30" fmla="*/ 287 w 853"/>
              <a:gd name="T31" fmla="*/ 104 h 840"/>
              <a:gd name="T32" fmla="*/ 217 w 853"/>
              <a:gd name="T33" fmla="*/ 55 h 840"/>
              <a:gd name="T34" fmla="*/ 155 w 853"/>
              <a:gd name="T35" fmla="*/ 90 h 840"/>
              <a:gd name="T36" fmla="*/ 182 w 853"/>
              <a:gd name="T37" fmla="*/ 173 h 840"/>
              <a:gd name="T38" fmla="*/ 145 w 853"/>
              <a:gd name="T39" fmla="*/ 214 h 840"/>
              <a:gd name="T40" fmla="*/ 59 w 853"/>
              <a:gd name="T41" fmla="*/ 207 h 840"/>
              <a:gd name="T42" fmla="*/ 24 w 853"/>
              <a:gd name="T43" fmla="*/ 267 h 840"/>
              <a:gd name="T44" fmla="*/ 89 w 853"/>
              <a:gd name="T45" fmla="*/ 326 h 840"/>
              <a:gd name="T46" fmla="*/ 78 w 853"/>
              <a:gd name="T47" fmla="*/ 380 h 840"/>
              <a:gd name="T48" fmla="*/ 0 w 853"/>
              <a:gd name="T49" fmla="*/ 416 h 840"/>
              <a:gd name="T50" fmla="*/ 0 w 853"/>
              <a:gd name="T51" fmla="*/ 486 h 840"/>
              <a:gd name="T52" fmla="*/ 87 w 853"/>
              <a:gd name="T53" fmla="*/ 505 h 840"/>
              <a:gd name="T54" fmla="*/ 105 w 853"/>
              <a:gd name="T55" fmla="*/ 557 h 840"/>
              <a:gd name="T56" fmla="*/ 55 w 853"/>
              <a:gd name="T57" fmla="*/ 627 h 840"/>
              <a:gd name="T58" fmla="*/ 90 w 853"/>
              <a:gd name="T59" fmla="*/ 687 h 840"/>
              <a:gd name="T60" fmla="*/ 175 w 853"/>
              <a:gd name="T61" fmla="*/ 661 h 840"/>
              <a:gd name="T62" fmla="*/ 217 w 853"/>
              <a:gd name="T63" fmla="*/ 697 h 840"/>
              <a:gd name="T64" fmla="*/ 210 w 853"/>
              <a:gd name="T65" fmla="*/ 782 h 840"/>
              <a:gd name="T66" fmla="*/ 271 w 853"/>
              <a:gd name="T67" fmla="*/ 816 h 840"/>
              <a:gd name="T68" fmla="*/ 331 w 853"/>
              <a:gd name="T69" fmla="*/ 752 h 840"/>
              <a:gd name="T70" fmla="*/ 386 w 853"/>
              <a:gd name="T71" fmla="*/ 763 h 840"/>
              <a:gd name="T72" fmla="*/ 422 w 853"/>
              <a:gd name="T73" fmla="*/ 840 h 840"/>
              <a:gd name="T74" fmla="*/ 493 w 853"/>
              <a:gd name="T75" fmla="*/ 840 h 840"/>
              <a:gd name="T76" fmla="*/ 512 w 853"/>
              <a:gd name="T77" fmla="*/ 754 h 840"/>
              <a:gd name="T78" fmla="*/ 565 w 853"/>
              <a:gd name="T79" fmla="*/ 737 h 840"/>
              <a:gd name="T80" fmla="*/ 636 w 853"/>
              <a:gd name="T81" fmla="*/ 786 h 840"/>
              <a:gd name="T82" fmla="*/ 697 w 853"/>
              <a:gd name="T83" fmla="*/ 751 h 840"/>
              <a:gd name="T84" fmla="*/ 671 w 853"/>
              <a:gd name="T85" fmla="*/ 667 h 840"/>
              <a:gd name="T86" fmla="*/ 707 w 853"/>
              <a:gd name="T87" fmla="*/ 626 h 840"/>
              <a:gd name="T88" fmla="*/ 794 w 853"/>
              <a:gd name="T89" fmla="*/ 633 h 840"/>
              <a:gd name="T90" fmla="*/ 829 w 853"/>
              <a:gd name="T91" fmla="*/ 573 h 840"/>
              <a:gd name="T92" fmla="*/ 763 w 853"/>
              <a:gd name="T93" fmla="*/ 514 h 840"/>
              <a:gd name="T94" fmla="*/ 774 w 853"/>
              <a:gd name="T95" fmla="*/ 460 h 840"/>
              <a:gd name="T96" fmla="*/ 853 w 853"/>
              <a:gd name="T97" fmla="*/ 424 h 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53" h="840">
                <a:moveTo>
                  <a:pt x="853" y="424"/>
                </a:moveTo>
                <a:cubicBezTo>
                  <a:pt x="853" y="354"/>
                  <a:pt x="853" y="354"/>
                  <a:pt x="853" y="354"/>
                </a:cubicBezTo>
                <a:cubicBezTo>
                  <a:pt x="766" y="335"/>
                  <a:pt x="766" y="335"/>
                  <a:pt x="766" y="335"/>
                </a:cubicBezTo>
                <a:cubicBezTo>
                  <a:pt x="761" y="317"/>
                  <a:pt x="755" y="300"/>
                  <a:pt x="748" y="283"/>
                </a:cubicBezTo>
                <a:cubicBezTo>
                  <a:pt x="798" y="214"/>
                  <a:pt x="798" y="214"/>
                  <a:pt x="798" y="214"/>
                </a:cubicBezTo>
                <a:cubicBezTo>
                  <a:pt x="762" y="153"/>
                  <a:pt x="762" y="153"/>
                  <a:pt x="762" y="153"/>
                </a:cubicBezTo>
                <a:cubicBezTo>
                  <a:pt x="677" y="180"/>
                  <a:pt x="677" y="180"/>
                  <a:pt x="677" y="180"/>
                </a:cubicBezTo>
                <a:cubicBezTo>
                  <a:pt x="664" y="166"/>
                  <a:pt x="650" y="154"/>
                  <a:pt x="635" y="143"/>
                </a:cubicBezTo>
                <a:cubicBezTo>
                  <a:pt x="643" y="59"/>
                  <a:pt x="643" y="59"/>
                  <a:pt x="643" y="59"/>
                </a:cubicBezTo>
                <a:cubicBezTo>
                  <a:pt x="582" y="24"/>
                  <a:pt x="582" y="24"/>
                  <a:pt x="582" y="24"/>
                </a:cubicBezTo>
                <a:cubicBezTo>
                  <a:pt x="522" y="88"/>
                  <a:pt x="522" y="88"/>
                  <a:pt x="522" y="88"/>
                </a:cubicBezTo>
                <a:cubicBezTo>
                  <a:pt x="504" y="83"/>
                  <a:pt x="486" y="80"/>
                  <a:pt x="467" y="78"/>
                </a:cubicBezTo>
                <a:cubicBezTo>
                  <a:pt x="430" y="0"/>
                  <a:pt x="430" y="0"/>
                  <a:pt x="43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40" y="86"/>
                  <a:pt x="340" y="86"/>
                  <a:pt x="340" y="86"/>
                </a:cubicBezTo>
                <a:cubicBezTo>
                  <a:pt x="322" y="90"/>
                  <a:pt x="304" y="96"/>
                  <a:pt x="287" y="104"/>
                </a:cubicBezTo>
                <a:cubicBezTo>
                  <a:pt x="217" y="55"/>
                  <a:pt x="217" y="55"/>
                  <a:pt x="217" y="55"/>
                </a:cubicBezTo>
                <a:cubicBezTo>
                  <a:pt x="155" y="90"/>
                  <a:pt x="155" y="90"/>
                  <a:pt x="155" y="90"/>
                </a:cubicBezTo>
                <a:cubicBezTo>
                  <a:pt x="182" y="173"/>
                  <a:pt x="182" y="173"/>
                  <a:pt x="182" y="173"/>
                </a:cubicBezTo>
                <a:cubicBezTo>
                  <a:pt x="169" y="186"/>
                  <a:pt x="156" y="200"/>
                  <a:pt x="145" y="214"/>
                </a:cubicBezTo>
                <a:cubicBezTo>
                  <a:pt x="59" y="207"/>
                  <a:pt x="59" y="207"/>
                  <a:pt x="59" y="207"/>
                </a:cubicBezTo>
                <a:cubicBezTo>
                  <a:pt x="24" y="267"/>
                  <a:pt x="24" y="267"/>
                  <a:pt x="24" y="267"/>
                </a:cubicBezTo>
                <a:cubicBezTo>
                  <a:pt x="89" y="326"/>
                  <a:pt x="89" y="326"/>
                  <a:pt x="89" y="326"/>
                </a:cubicBezTo>
                <a:cubicBezTo>
                  <a:pt x="84" y="344"/>
                  <a:pt x="81" y="362"/>
                  <a:pt x="78" y="380"/>
                </a:cubicBezTo>
                <a:cubicBezTo>
                  <a:pt x="0" y="416"/>
                  <a:pt x="0" y="416"/>
                  <a:pt x="0" y="416"/>
                </a:cubicBezTo>
                <a:cubicBezTo>
                  <a:pt x="0" y="486"/>
                  <a:pt x="0" y="486"/>
                  <a:pt x="0" y="486"/>
                </a:cubicBezTo>
                <a:cubicBezTo>
                  <a:pt x="87" y="505"/>
                  <a:pt x="87" y="505"/>
                  <a:pt x="87" y="505"/>
                </a:cubicBezTo>
                <a:cubicBezTo>
                  <a:pt x="91" y="523"/>
                  <a:pt x="97" y="540"/>
                  <a:pt x="105" y="557"/>
                </a:cubicBezTo>
                <a:cubicBezTo>
                  <a:pt x="55" y="627"/>
                  <a:pt x="55" y="627"/>
                  <a:pt x="55" y="627"/>
                </a:cubicBezTo>
                <a:cubicBezTo>
                  <a:pt x="90" y="687"/>
                  <a:pt x="90" y="687"/>
                  <a:pt x="90" y="687"/>
                </a:cubicBezTo>
                <a:cubicBezTo>
                  <a:pt x="175" y="661"/>
                  <a:pt x="175" y="661"/>
                  <a:pt x="175" y="661"/>
                </a:cubicBezTo>
                <a:cubicBezTo>
                  <a:pt x="188" y="674"/>
                  <a:pt x="202" y="686"/>
                  <a:pt x="217" y="697"/>
                </a:cubicBezTo>
                <a:cubicBezTo>
                  <a:pt x="210" y="782"/>
                  <a:pt x="210" y="782"/>
                  <a:pt x="210" y="782"/>
                </a:cubicBezTo>
                <a:cubicBezTo>
                  <a:pt x="271" y="816"/>
                  <a:pt x="271" y="816"/>
                  <a:pt x="271" y="816"/>
                </a:cubicBezTo>
                <a:cubicBezTo>
                  <a:pt x="331" y="752"/>
                  <a:pt x="331" y="752"/>
                  <a:pt x="331" y="752"/>
                </a:cubicBezTo>
                <a:cubicBezTo>
                  <a:pt x="349" y="757"/>
                  <a:pt x="367" y="760"/>
                  <a:pt x="386" y="763"/>
                </a:cubicBezTo>
                <a:cubicBezTo>
                  <a:pt x="422" y="840"/>
                  <a:pt x="422" y="840"/>
                  <a:pt x="422" y="840"/>
                </a:cubicBezTo>
                <a:cubicBezTo>
                  <a:pt x="493" y="840"/>
                  <a:pt x="493" y="840"/>
                  <a:pt x="493" y="840"/>
                </a:cubicBezTo>
                <a:cubicBezTo>
                  <a:pt x="512" y="754"/>
                  <a:pt x="512" y="754"/>
                  <a:pt x="512" y="754"/>
                </a:cubicBezTo>
                <a:cubicBezTo>
                  <a:pt x="531" y="750"/>
                  <a:pt x="548" y="744"/>
                  <a:pt x="565" y="737"/>
                </a:cubicBezTo>
                <a:cubicBezTo>
                  <a:pt x="636" y="786"/>
                  <a:pt x="636" y="786"/>
                  <a:pt x="636" y="786"/>
                </a:cubicBezTo>
                <a:cubicBezTo>
                  <a:pt x="697" y="751"/>
                  <a:pt x="697" y="751"/>
                  <a:pt x="697" y="751"/>
                </a:cubicBezTo>
                <a:cubicBezTo>
                  <a:pt x="671" y="667"/>
                  <a:pt x="671" y="667"/>
                  <a:pt x="671" y="667"/>
                </a:cubicBezTo>
                <a:cubicBezTo>
                  <a:pt x="684" y="654"/>
                  <a:pt x="696" y="641"/>
                  <a:pt x="707" y="626"/>
                </a:cubicBezTo>
                <a:cubicBezTo>
                  <a:pt x="794" y="633"/>
                  <a:pt x="794" y="633"/>
                  <a:pt x="794" y="633"/>
                </a:cubicBezTo>
                <a:cubicBezTo>
                  <a:pt x="829" y="573"/>
                  <a:pt x="829" y="573"/>
                  <a:pt x="829" y="573"/>
                </a:cubicBezTo>
                <a:cubicBezTo>
                  <a:pt x="763" y="514"/>
                  <a:pt x="763" y="514"/>
                  <a:pt x="763" y="514"/>
                </a:cubicBezTo>
                <a:cubicBezTo>
                  <a:pt x="768" y="496"/>
                  <a:pt x="772" y="478"/>
                  <a:pt x="774" y="460"/>
                </a:cubicBezTo>
                <a:lnTo>
                  <a:pt x="853" y="424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3" name="Oval 20">
            <a:extLst>
              <a:ext uri="{FF2B5EF4-FFF2-40B4-BE49-F238E27FC236}">
                <a16:creationId xmlns:a16="http://schemas.microsoft.com/office/drawing/2014/main" id="{42E35609-26E2-43C9-975A-E481C9624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104" y="3080798"/>
            <a:ext cx="954084" cy="955726"/>
          </a:xfrm>
          <a:prstGeom prst="ellipse">
            <a:avLst/>
          </a:pr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4" name="Freeform 29">
            <a:extLst>
              <a:ext uri="{FF2B5EF4-FFF2-40B4-BE49-F238E27FC236}">
                <a16:creationId xmlns:a16="http://schemas.microsoft.com/office/drawing/2014/main" id="{FDA22F51-21F7-404F-9711-A23CEE095319}"/>
              </a:ext>
            </a:extLst>
          </p:cNvPr>
          <p:cNvSpPr>
            <a:spLocks noEditPoints="1"/>
          </p:cNvSpPr>
          <p:nvPr/>
        </p:nvSpPr>
        <p:spPr bwMode="auto">
          <a:xfrm>
            <a:off x="6113691" y="4265919"/>
            <a:ext cx="427337" cy="430997"/>
          </a:xfrm>
          <a:custGeom>
            <a:avLst/>
            <a:gdLst>
              <a:gd name="T0" fmla="*/ 25 w 341"/>
              <a:gd name="T1" fmla="*/ 224 h 328"/>
              <a:gd name="T2" fmla="*/ 37 w 341"/>
              <a:gd name="T3" fmla="*/ 183 h 328"/>
              <a:gd name="T4" fmla="*/ 60 w 341"/>
              <a:gd name="T5" fmla="*/ 177 h 328"/>
              <a:gd name="T6" fmla="*/ 54 w 341"/>
              <a:gd name="T7" fmla="*/ 93 h 328"/>
              <a:gd name="T8" fmla="*/ 31 w 341"/>
              <a:gd name="T9" fmla="*/ 67 h 328"/>
              <a:gd name="T10" fmla="*/ 9 w 341"/>
              <a:gd name="T11" fmla="*/ 93 h 328"/>
              <a:gd name="T12" fmla="*/ 3 w 341"/>
              <a:gd name="T13" fmla="*/ 177 h 328"/>
              <a:gd name="T14" fmla="*/ 14 w 341"/>
              <a:gd name="T15" fmla="*/ 105 h 328"/>
              <a:gd name="T16" fmla="*/ 14 w 341"/>
              <a:gd name="T17" fmla="*/ 171 h 328"/>
              <a:gd name="T18" fmla="*/ 91 w 341"/>
              <a:gd name="T19" fmla="*/ 106 h 328"/>
              <a:gd name="T20" fmla="*/ 103 w 341"/>
              <a:gd name="T21" fmla="*/ 124 h 328"/>
              <a:gd name="T22" fmla="*/ 123 w 341"/>
              <a:gd name="T23" fmla="*/ 104 h 328"/>
              <a:gd name="T24" fmla="*/ 123 w 341"/>
              <a:gd name="T25" fmla="*/ 38 h 328"/>
              <a:gd name="T26" fmla="*/ 103 w 341"/>
              <a:gd name="T27" fmla="*/ 18 h 328"/>
              <a:gd name="T28" fmla="*/ 91 w 341"/>
              <a:gd name="T29" fmla="*/ 36 h 328"/>
              <a:gd name="T30" fmla="*/ 69 w 341"/>
              <a:gd name="T31" fmla="*/ 42 h 328"/>
              <a:gd name="T32" fmla="*/ 75 w 341"/>
              <a:gd name="T33" fmla="*/ 106 h 328"/>
              <a:gd name="T34" fmla="*/ 113 w 341"/>
              <a:gd name="T35" fmla="*/ 94 h 328"/>
              <a:gd name="T36" fmla="*/ 209 w 341"/>
              <a:gd name="T37" fmla="*/ 260 h 328"/>
              <a:gd name="T38" fmla="*/ 231 w 341"/>
              <a:gd name="T39" fmla="*/ 285 h 328"/>
              <a:gd name="T40" fmla="*/ 253 w 341"/>
              <a:gd name="T41" fmla="*/ 260 h 328"/>
              <a:gd name="T42" fmla="*/ 259 w 341"/>
              <a:gd name="T43" fmla="*/ 199 h 328"/>
              <a:gd name="T44" fmla="*/ 237 w 341"/>
              <a:gd name="T45" fmla="*/ 193 h 328"/>
              <a:gd name="T46" fmla="*/ 225 w 341"/>
              <a:gd name="T47" fmla="*/ 142 h 328"/>
              <a:gd name="T48" fmla="*/ 205 w 341"/>
              <a:gd name="T49" fmla="*/ 195 h 328"/>
              <a:gd name="T50" fmla="*/ 205 w 341"/>
              <a:gd name="T51" fmla="*/ 258 h 328"/>
              <a:gd name="T52" fmla="*/ 247 w 341"/>
              <a:gd name="T53" fmla="*/ 205 h 328"/>
              <a:gd name="T54" fmla="*/ 215 w 341"/>
              <a:gd name="T55" fmla="*/ 205 h 328"/>
              <a:gd name="T56" fmla="*/ 158 w 341"/>
              <a:gd name="T57" fmla="*/ 224 h 328"/>
              <a:gd name="T58" fmla="*/ 170 w 341"/>
              <a:gd name="T59" fmla="*/ 205 h 328"/>
              <a:gd name="T60" fmla="*/ 191 w 341"/>
              <a:gd name="T61" fmla="*/ 199 h 328"/>
              <a:gd name="T62" fmla="*/ 185 w 341"/>
              <a:gd name="T63" fmla="*/ 36 h 328"/>
              <a:gd name="T64" fmla="*/ 164 w 341"/>
              <a:gd name="T65" fmla="*/ 0 h 328"/>
              <a:gd name="T66" fmla="*/ 141 w 341"/>
              <a:gd name="T67" fmla="*/ 36 h 328"/>
              <a:gd name="T68" fmla="*/ 135 w 341"/>
              <a:gd name="T69" fmla="*/ 199 h 328"/>
              <a:gd name="T70" fmla="*/ 147 w 341"/>
              <a:gd name="T71" fmla="*/ 48 h 328"/>
              <a:gd name="T72" fmla="*/ 147 w 341"/>
              <a:gd name="T73" fmla="*/ 193 h 328"/>
              <a:gd name="T74" fmla="*/ 292 w 341"/>
              <a:gd name="T75" fmla="*/ 261 h 328"/>
              <a:gd name="T76" fmla="*/ 304 w 341"/>
              <a:gd name="T77" fmla="*/ 269 h 328"/>
              <a:gd name="T78" fmla="*/ 323 w 341"/>
              <a:gd name="T79" fmla="*/ 259 h 328"/>
              <a:gd name="T80" fmla="*/ 323 w 341"/>
              <a:gd name="T81" fmla="*/ 72 h 328"/>
              <a:gd name="T82" fmla="*/ 304 w 341"/>
              <a:gd name="T83" fmla="*/ 39 h 328"/>
              <a:gd name="T84" fmla="*/ 291 w 341"/>
              <a:gd name="T85" fmla="*/ 70 h 328"/>
              <a:gd name="T86" fmla="*/ 269 w 341"/>
              <a:gd name="T87" fmla="*/ 76 h 328"/>
              <a:gd name="T88" fmla="*/ 275 w 341"/>
              <a:gd name="T89" fmla="*/ 261 h 328"/>
              <a:gd name="T90" fmla="*/ 313 w 341"/>
              <a:gd name="T91" fmla="*/ 249 h 328"/>
              <a:gd name="T92" fmla="*/ 170 w 341"/>
              <a:gd name="T93" fmla="*/ 295 h 328"/>
              <a:gd name="T94" fmla="*/ 40 w 341"/>
              <a:gd name="T95" fmla="*/ 260 h 328"/>
              <a:gd name="T96" fmla="*/ 9 w 341"/>
              <a:gd name="T97" fmla="*/ 272 h 328"/>
              <a:gd name="T98" fmla="*/ 101 w 341"/>
              <a:gd name="T99" fmla="*/ 255 h 328"/>
              <a:gd name="T100" fmla="*/ 236 w 341"/>
              <a:gd name="T101" fmla="*/ 307 h 328"/>
              <a:gd name="T102" fmla="*/ 335 w 341"/>
              <a:gd name="T103" fmla="*/ 279 h 328"/>
              <a:gd name="T104" fmla="*/ 170 w 341"/>
              <a:gd name="T105" fmla="*/ 295 h 328"/>
              <a:gd name="T106" fmla="*/ 0 w 341"/>
              <a:gd name="T107" fmla="*/ 322 h 328"/>
              <a:gd name="T108" fmla="*/ 341 w 341"/>
              <a:gd name="T109" fmla="*/ 322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41" h="328">
                <a:moveTo>
                  <a:pt x="9" y="183"/>
                </a:moveTo>
                <a:cubicBezTo>
                  <a:pt x="25" y="183"/>
                  <a:pt x="25" y="183"/>
                  <a:pt x="25" y="183"/>
                </a:cubicBezTo>
                <a:cubicBezTo>
                  <a:pt x="25" y="224"/>
                  <a:pt x="25" y="224"/>
                  <a:pt x="25" y="224"/>
                </a:cubicBezTo>
                <a:cubicBezTo>
                  <a:pt x="25" y="227"/>
                  <a:pt x="27" y="230"/>
                  <a:pt x="31" y="230"/>
                </a:cubicBezTo>
                <a:cubicBezTo>
                  <a:pt x="34" y="230"/>
                  <a:pt x="37" y="227"/>
                  <a:pt x="37" y="224"/>
                </a:cubicBezTo>
                <a:cubicBezTo>
                  <a:pt x="37" y="183"/>
                  <a:pt x="37" y="183"/>
                  <a:pt x="37" y="183"/>
                </a:cubicBezTo>
                <a:cubicBezTo>
                  <a:pt x="54" y="183"/>
                  <a:pt x="54" y="183"/>
                  <a:pt x="54" y="183"/>
                </a:cubicBezTo>
                <a:cubicBezTo>
                  <a:pt x="55" y="183"/>
                  <a:pt x="57" y="182"/>
                  <a:pt x="58" y="181"/>
                </a:cubicBezTo>
                <a:cubicBezTo>
                  <a:pt x="59" y="180"/>
                  <a:pt x="60" y="179"/>
                  <a:pt x="60" y="177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7"/>
                  <a:pt x="59" y="96"/>
                  <a:pt x="58" y="95"/>
                </a:cubicBezTo>
                <a:cubicBezTo>
                  <a:pt x="57" y="94"/>
                  <a:pt x="55" y="93"/>
                  <a:pt x="54" y="93"/>
                </a:cubicBezTo>
                <a:cubicBezTo>
                  <a:pt x="37" y="93"/>
                  <a:pt x="37" y="93"/>
                  <a:pt x="37" y="93"/>
                </a:cubicBezTo>
                <a:cubicBezTo>
                  <a:pt x="37" y="73"/>
                  <a:pt x="37" y="73"/>
                  <a:pt x="37" y="73"/>
                </a:cubicBezTo>
                <a:cubicBezTo>
                  <a:pt x="37" y="70"/>
                  <a:pt x="34" y="67"/>
                  <a:pt x="31" y="67"/>
                </a:cubicBezTo>
                <a:cubicBezTo>
                  <a:pt x="27" y="67"/>
                  <a:pt x="25" y="70"/>
                  <a:pt x="25" y="73"/>
                </a:cubicBezTo>
                <a:cubicBezTo>
                  <a:pt x="25" y="93"/>
                  <a:pt x="25" y="93"/>
                  <a:pt x="25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7" y="93"/>
                  <a:pt x="5" y="94"/>
                  <a:pt x="4" y="95"/>
                </a:cubicBezTo>
                <a:cubicBezTo>
                  <a:pt x="3" y="96"/>
                  <a:pt x="3" y="97"/>
                  <a:pt x="3" y="99"/>
                </a:cubicBezTo>
                <a:cubicBezTo>
                  <a:pt x="3" y="177"/>
                  <a:pt x="3" y="177"/>
                  <a:pt x="3" y="177"/>
                </a:cubicBezTo>
                <a:cubicBezTo>
                  <a:pt x="3" y="179"/>
                  <a:pt x="3" y="180"/>
                  <a:pt x="4" y="181"/>
                </a:cubicBezTo>
                <a:cubicBezTo>
                  <a:pt x="5" y="182"/>
                  <a:pt x="7" y="183"/>
                  <a:pt x="9" y="183"/>
                </a:cubicBezTo>
                <a:close/>
                <a:moveTo>
                  <a:pt x="14" y="105"/>
                </a:moveTo>
                <a:cubicBezTo>
                  <a:pt x="47" y="105"/>
                  <a:pt x="47" y="105"/>
                  <a:pt x="47" y="105"/>
                </a:cubicBezTo>
                <a:cubicBezTo>
                  <a:pt x="47" y="171"/>
                  <a:pt x="47" y="171"/>
                  <a:pt x="47" y="171"/>
                </a:cubicBezTo>
                <a:cubicBezTo>
                  <a:pt x="14" y="171"/>
                  <a:pt x="14" y="171"/>
                  <a:pt x="14" y="171"/>
                </a:cubicBezTo>
                <a:lnTo>
                  <a:pt x="14" y="105"/>
                </a:lnTo>
                <a:close/>
                <a:moveTo>
                  <a:pt x="75" y="106"/>
                </a:moveTo>
                <a:cubicBezTo>
                  <a:pt x="91" y="106"/>
                  <a:pt x="91" y="106"/>
                  <a:pt x="91" y="106"/>
                </a:cubicBezTo>
                <a:cubicBezTo>
                  <a:pt x="91" y="124"/>
                  <a:pt x="91" y="124"/>
                  <a:pt x="91" y="124"/>
                </a:cubicBezTo>
                <a:cubicBezTo>
                  <a:pt x="91" y="127"/>
                  <a:pt x="94" y="130"/>
                  <a:pt x="97" y="130"/>
                </a:cubicBezTo>
                <a:cubicBezTo>
                  <a:pt x="100" y="130"/>
                  <a:pt x="103" y="127"/>
                  <a:pt x="103" y="124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119" y="106"/>
                  <a:pt x="119" y="106"/>
                  <a:pt x="119" y="106"/>
                </a:cubicBezTo>
                <a:cubicBezTo>
                  <a:pt x="121" y="106"/>
                  <a:pt x="122" y="105"/>
                  <a:pt x="123" y="104"/>
                </a:cubicBezTo>
                <a:cubicBezTo>
                  <a:pt x="125" y="103"/>
                  <a:pt x="125" y="102"/>
                  <a:pt x="125" y="100"/>
                </a:cubicBezTo>
                <a:cubicBezTo>
                  <a:pt x="125" y="42"/>
                  <a:pt x="125" y="42"/>
                  <a:pt x="125" y="42"/>
                </a:cubicBezTo>
                <a:cubicBezTo>
                  <a:pt x="125" y="41"/>
                  <a:pt x="125" y="39"/>
                  <a:pt x="123" y="38"/>
                </a:cubicBezTo>
                <a:cubicBezTo>
                  <a:pt x="122" y="37"/>
                  <a:pt x="121" y="36"/>
                  <a:pt x="119" y="36"/>
                </a:cubicBezTo>
                <a:cubicBezTo>
                  <a:pt x="103" y="36"/>
                  <a:pt x="103" y="36"/>
                  <a:pt x="103" y="36"/>
                </a:cubicBezTo>
                <a:cubicBezTo>
                  <a:pt x="103" y="18"/>
                  <a:pt x="103" y="18"/>
                  <a:pt x="103" y="18"/>
                </a:cubicBezTo>
                <a:cubicBezTo>
                  <a:pt x="103" y="15"/>
                  <a:pt x="100" y="12"/>
                  <a:pt x="97" y="12"/>
                </a:cubicBezTo>
                <a:cubicBezTo>
                  <a:pt x="94" y="12"/>
                  <a:pt x="91" y="15"/>
                  <a:pt x="91" y="18"/>
                </a:cubicBezTo>
                <a:cubicBezTo>
                  <a:pt x="91" y="36"/>
                  <a:pt x="91" y="36"/>
                  <a:pt x="91" y="36"/>
                </a:cubicBezTo>
                <a:cubicBezTo>
                  <a:pt x="75" y="36"/>
                  <a:pt x="75" y="36"/>
                  <a:pt x="75" y="36"/>
                </a:cubicBezTo>
                <a:cubicBezTo>
                  <a:pt x="74" y="36"/>
                  <a:pt x="72" y="37"/>
                  <a:pt x="71" y="38"/>
                </a:cubicBezTo>
                <a:cubicBezTo>
                  <a:pt x="70" y="39"/>
                  <a:pt x="69" y="41"/>
                  <a:pt x="69" y="42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69" y="102"/>
                  <a:pt x="70" y="103"/>
                  <a:pt x="71" y="104"/>
                </a:cubicBezTo>
                <a:cubicBezTo>
                  <a:pt x="72" y="105"/>
                  <a:pt x="74" y="106"/>
                  <a:pt x="75" y="106"/>
                </a:cubicBezTo>
                <a:close/>
                <a:moveTo>
                  <a:pt x="81" y="48"/>
                </a:moveTo>
                <a:cubicBezTo>
                  <a:pt x="113" y="48"/>
                  <a:pt x="113" y="48"/>
                  <a:pt x="113" y="48"/>
                </a:cubicBezTo>
                <a:cubicBezTo>
                  <a:pt x="113" y="94"/>
                  <a:pt x="113" y="94"/>
                  <a:pt x="113" y="94"/>
                </a:cubicBezTo>
                <a:cubicBezTo>
                  <a:pt x="81" y="94"/>
                  <a:pt x="81" y="94"/>
                  <a:pt x="81" y="94"/>
                </a:cubicBezTo>
                <a:lnTo>
                  <a:pt x="81" y="48"/>
                </a:lnTo>
                <a:close/>
                <a:moveTo>
                  <a:pt x="209" y="260"/>
                </a:moveTo>
                <a:cubicBezTo>
                  <a:pt x="225" y="260"/>
                  <a:pt x="225" y="260"/>
                  <a:pt x="225" y="260"/>
                </a:cubicBezTo>
                <a:cubicBezTo>
                  <a:pt x="225" y="279"/>
                  <a:pt x="225" y="279"/>
                  <a:pt x="225" y="279"/>
                </a:cubicBezTo>
                <a:cubicBezTo>
                  <a:pt x="225" y="282"/>
                  <a:pt x="228" y="285"/>
                  <a:pt x="231" y="285"/>
                </a:cubicBezTo>
                <a:cubicBezTo>
                  <a:pt x="234" y="285"/>
                  <a:pt x="237" y="282"/>
                  <a:pt x="237" y="279"/>
                </a:cubicBezTo>
                <a:cubicBezTo>
                  <a:pt x="237" y="260"/>
                  <a:pt x="237" y="260"/>
                  <a:pt x="237" y="260"/>
                </a:cubicBezTo>
                <a:cubicBezTo>
                  <a:pt x="253" y="260"/>
                  <a:pt x="253" y="260"/>
                  <a:pt x="253" y="260"/>
                </a:cubicBezTo>
                <a:cubicBezTo>
                  <a:pt x="255" y="260"/>
                  <a:pt x="256" y="260"/>
                  <a:pt x="257" y="258"/>
                </a:cubicBezTo>
                <a:cubicBezTo>
                  <a:pt x="259" y="257"/>
                  <a:pt x="259" y="256"/>
                  <a:pt x="259" y="254"/>
                </a:cubicBezTo>
                <a:cubicBezTo>
                  <a:pt x="259" y="199"/>
                  <a:pt x="259" y="199"/>
                  <a:pt x="259" y="199"/>
                </a:cubicBezTo>
                <a:cubicBezTo>
                  <a:pt x="259" y="198"/>
                  <a:pt x="259" y="196"/>
                  <a:pt x="257" y="195"/>
                </a:cubicBezTo>
                <a:cubicBezTo>
                  <a:pt x="256" y="194"/>
                  <a:pt x="255" y="193"/>
                  <a:pt x="253" y="193"/>
                </a:cubicBezTo>
                <a:cubicBezTo>
                  <a:pt x="237" y="193"/>
                  <a:pt x="237" y="193"/>
                  <a:pt x="237" y="193"/>
                </a:cubicBezTo>
                <a:cubicBezTo>
                  <a:pt x="237" y="142"/>
                  <a:pt x="237" y="142"/>
                  <a:pt x="237" y="142"/>
                </a:cubicBezTo>
                <a:cubicBezTo>
                  <a:pt x="237" y="138"/>
                  <a:pt x="234" y="136"/>
                  <a:pt x="231" y="136"/>
                </a:cubicBezTo>
                <a:cubicBezTo>
                  <a:pt x="227" y="136"/>
                  <a:pt x="225" y="138"/>
                  <a:pt x="225" y="142"/>
                </a:cubicBezTo>
                <a:cubicBezTo>
                  <a:pt x="225" y="193"/>
                  <a:pt x="225" y="193"/>
                  <a:pt x="225" y="193"/>
                </a:cubicBezTo>
                <a:cubicBezTo>
                  <a:pt x="209" y="193"/>
                  <a:pt x="209" y="193"/>
                  <a:pt x="209" y="193"/>
                </a:cubicBezTo>
                <a:cubicBezTo>
                  <a:pt x="208" y="193"/>
                  <a:pt x="206" y="194"/>
                  <a:pt x="205" y="195"/>
                </a:cubicBezTo>
                <a:cubicBezTo>
                  <a:pt x="204" y="196"/>
                  <a:pt x="203" y="198"/>
                  <a:pt x="203" y="199"/>
                </a:cubicBezTo>
                <a:cubicBezTo>
                  <a:pt x="203" y="254"/>
                  <a:pt x="203" y="254"/>
                  <a:pt x="203" y="254"/>
                </a:cubicBezTo>
                <a:cubicBezTo>
                  <a:pt x="203" y="256"/>
                  <a:pt x="204" y="257"/>
                  <a:pt x="205" y="258"/>
                </a:cubicBezTo>
                <a:cubicBezTo>
                  <a:pt x="206" y="260"/>
                  <a:pt x="208" y="260"/>
                  <a:pt x="209" y="260"/>
                </a:cubicBezTo>
                <a:close/>
                <a:moveTo>
                  <a:pt x="215" y="205"/>
                </a:moveTo>
                <a:cubicBezTo>
                  <a:pt x="247" y="205"/>
                  <a:pt x="247" y="205"/>
                  <a:pt x="247" y="205"/>
                </a:cubicBezTo>
                <a:cubicBezTo>
                  <a:pt x="247" y="248"/>
                  <a:pt x="247" y="248"/>
                  <a:pt x="247" y="248"/>
                </a:cubicBezTo>
                <a:cubicBezTo>
                  <a:pt x="215" y="248"/>
                  <a:pt x="215" y="248"/>
                  <a:pt x="215" y="248"/>
                </a:cubicBezTo>
                <a:lnTo>
                  <a:pt x="215" y="205"/>
                </a:lnTo>
                <a:close/>
                <a:moveTo>
                  <a:pt x="141" y="205"/>
                </a:moveTo>
                <a:cubicBezTo>
                  <a:pt x="158" y="205"/>
                  <a:pt x="158" y="205"/>
                  <a:pt x="158" y="205"/>
                </a:cubicBezTo>
                <a:cubicBezTo>
                  <a:pt x="158" y="224"/>
                  <a:pt x="158" y="224"/>
                  <a:pt x="158" y="224"/>
                </a:cubicBezTo>
                <a:cubicBezTo>
                  <a:pt x="158" y="227"/>
                  <a:pt x="161" y="230"/>
                  <a:pt x="164" y="230"/>
                </a:cubicBezTo>
                <a:cubicBezTo>
                  <a:pt x="168" y="230"/>
                  <a:pt x="170" y="227"/>
                  <a:pt x="170" y="224"/>
                </a:cubicBezTo>
                <a:cubicBezTo>
                  <a:pt x="170" y="205"/>
                  <a:pt x="170" y="205"/>
                  <a:pt x="170" y="205"/>
                </a:cubicBezTo>
                <a:cubicBezTo>
                  <a:pt x="185" y="205"/>
                  <a:pt x="185" y="205"/>
                  <a:pt x="185" y="205"/>
                </a:cubicBezTo>
                <a:cubicBezTo>
                  <a:pt x="187" y="205"/>
                  <a:pt x="188" y="204"/>
                  <a:pt x="189" y="203"/>
                </a:cubicBezTo>
                <a:cubicBezTo>
                  <a:pt x="190" y="202"/>
                  <a:pt x="191" y="200"/>
                  <a:pt x="191" y="199"/>
                </a:cubicBezTo>
                <a:cubicBezTo>
                  <a:pt x="191" y="42"/>
                  <a:pt x="191" y="42"/>
                  <a:pt x="191" y="42"/>
                </a:cubicBezTo>
                <a:cubicBezTo>
                  <a:pt x="191" y="41"/>
                  <a:pt x="190" y="39"/>
                  <a:pt x="189" y="38"/>
                </a:cubicBezTo>
                <a:cubicBezTo>
                  <a:pt x="188" y="37"/>
                  <a:pt x="187" y="36"/>
                  <a:pt x="185" y="36"/>
                </a:cubicBezTo>
                <a:cubicBezTo>
                  <a:pt x="170" y="36"/>
                  <a:pt x="170" y="36"/>
                  <a:pt x="170" y="36"/>
                </a:cubicBezTo>
                <a:cubicBezTo>
                  <a:pt x="170" y="6"/>
                  <a:pt x="170" y="6"/>
                  <a:pt x="170" y="6"/>
                </a:cubicBezTo>
                <a:cubicBezTo>
                  <a:pt x="170" y="3"/>
                  <a:pt x="168" y="0"/>
                  <a:pt x="164" y="0"/>
                </a:cubicBezTo>
                <a:cubicBezTo>
                  <a:pt x="161" y="0"/>
                  <a:pt x="158" y="3"/>
                  <a:pt x="158" y="6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41" y="36"/>
                  <a:pt x="141" y="36"/>
                  <a:pt x="141" y="36"/>
                </a:cubicBezTo>
                <a:cubicBezTo>
                  <a:pt x="139" y="36"/>
                  <a:pt x="138" y="37"/>
                  <a:pt x="137" y="38"/>
                </a:cubicBezTo>
                <a:cubicBezTo>
                  <a:pt x="136" y="39"/>
                  <a:pt x="135" y="41"/>
                  <a:pt x="135" y="42"/>
                </a:cubicBezTo>
                <a:cubicBezTo>
                  <a:pt x="135" y="199"/>
                  <a:pt x="135" y="199"/>
                  <a:pt x="135" y="199"/>
                </a:cubicBezTo>
                <a:cubicBezTo>
                  <a:pt x="135" y="200"/>
                  <a:pt x="136" y="202"/>
                  <a:pt x="137" y="203"/>
                </a:cubicBezTo>
                <a:cubicBezTo>
                  <a:pt x="138" y="204"/>
                  <a:pt x="139" y="205"/>
                  <a:pt x="141" y="205"/>
                </a:cubicBezTo>
                <a:close/>
                <a:moveTo>
                  <a:pt x="147" y="48"/>
                </a:moveTo>
                <a:cubicBezTo>
                  <a:pt x="179" y="48"/>
                  <a:pt x="179" y="48"/>
                  <a:pt x="179" y="48"/>
                </a:cubicBezTo>
                <a:cubicBezTo>
                  <a:pt x="179" y="193"/>
                  <a:pt x="179" y="193"/>
                  <a:pt x="179" y="193"/>
                </a:cubicBezTo>
                <a:cubicBezTo>
                  <a:pt x="147" y="193"/>
                  <a:pt x="147" y="193"/>
                  <a:pt x="147" y="193"/>
                </a:cubicBezTo>
                <a:lnTo>
                  <a:pt x="147" y="48"/>
                </a:lnTo>
                <a:close/>
                <a:moveTo>
                  <a:pt x="275" y="261"/>
                </a:moveTo>
                <a:cubicBezTo>
                  <a:pt x="292" y="261"/>
                  <a:pt x="292" y="261"/>
                  <a:pt x="292" y="261"/>
                </a:cubicBezTo>
                <a:cubicBezTo>
                  <a:pt x="292" y="269"/>
                  <a:pt x="292" y="269"/>
                  <a:pt x="292" y="269"/>
                </a:cubicBezTo>
                <a:cubicBezTo>
                  <a:pt x="292" y="272"/>
                  <a:pt x="295" y="275"/>
                  <a:pt x="298" y="275"/>
                </a:cubicBezTo>
                <a:cubicBezTo>
                  <a:pt x="302" y="275"/>
                  <a:pt x="304" y="272"/>
                  <a:pt x="304" y="269"/>
                </a:cubicBezTo>
                <a:cubicBezTo>
                  <a:pt x="304" y="261"/>
                  <a:pt x="304" y="261"/>
                  <a:pt x="304" y="261"/>
                </a:cubicBezTo>
                <a:cubicBezTo>
                  <a:pt x="319" y="261"/>
                  <a:pt x="319" y="261"/>
                  <a:pt x="319" y="261"/>
                </a:cubicBezTo>
                <a:cubicBezTo>
                  <a:pt x="321" y="261"/>
                  <a:pt x="322" y="261"/>
                  <a:pt x="323" y="259"/>
                </a:cubicBezTo>
                <a:cubicBezTo>
                  <a:pt x="324" y="258"/>
                  <a:pt x="325" y="257"/>
                  <a:pt x="325" y="255"/>
                </a:cubicBezTo>
                <a:cubicBezTo>
                  <a:pt x="325" y="76"/>
                  <a:pt x="325" y="76"/>
                  <a:pt x="325" y="76"/>
                </a:cubicBezTo>
                <a:cubicBezTo>
                  <a:pt x="325" y="74"/>
                  <a:pt x="324" y="73"/>
                  <a:pt x="323" y="72"/>
                </a:cubicBezTo>
                <a:cubicBezTo>
                  <a:pt x="322" y="70"/>
                  <a:pt x="321" y="70"/>
                  <a:pt x="319" y="70"/>
                </a:cubicBezTo>
                <a:cubicBezTo>
                  <a:pt x="304" y="70"/>
                  <a:pt x="304" y="70"/>
                  <a:pt x="304" y="70"/>
                </a:cubicBezTo>
                <a:cubicBezTo>
                  <a:pt x="304" y="39"/>
                  <a:pt x="304" y="39"/>
                  <a:pt x="304" y="39"/>
                </a:cubicBezTo>
                <a:cubicBezTo>
                  <a:pt x="304" y="36"/>
                  <a:pt x="301" y="33"/>
                  <a:pt x="298" y="33"/>
                </a:cubicBezTo>
                <a:cubicBezTo>
                  <a:pt x="294" y="33"/>
                  <a:pt x="291" y="36"/>
                  <a:pt x="291" y="39"/>
                </a:cubicBezTo>
                <a:cubicBezTo>
                  <a:pt x="291" y="70"/>
                  <a:pt x="291" y="70"/>
                  <a:pt x="291" y="70"/>
                </a:cubicBezTo>
                <a:cubicBezTo>
                  <a:pt x="275" y="70"/>
                  <a:pt x="275" y="70"/>
                  <a:pt x="275" y="70"/>
                </a:cubicBezTo>
                <a:cubicBezTo>
                  <a:pt x="273" y="70"/>
                  <a:pt x="272" y="71"/>
                  <a:pt x="271" y="72"/>
                </a:cubicBezTo>
                <a:cubicBezTo>
                  <a:pt x="270" y="73"/>
                  <a:pt x="269" y="74"/>
                  <a:pt x="269" y="76"/>
                </a:cubicBezTo>
                <a:cubicBezTo>
                  <a:pt x="269" y="255"/>
                  <a:pt x="269" y="255"/>
                  <a:pt x="269" y="255"/>
                </a:cubicBezTo>
                <a:cubicBezTo>
                  <a:pt x="269" y="257"/>
                  <a:pt x="270" y="258"/>
                  <a:pt x="271" y="259"/>
                </a:cubicBezTo>
                <a:cubicBezTo>
                  <a:pt x="272" y="261"/>
                  <a:pt x="273" y="261"/>
                  <a:pt x="275" y="261"/>
                </a:cubicBezTo>
                <a:close/>
                <a:moveTo>
                  <a:pt x="281" y="82"/>
                </a:moveTo>
                <a:cubicBezTo>
                  <a:pt x="313" y="82"/>
                  <a:pt x="313" y="82"/>
                  <a:pt x="313" y="82"/>
                </a:cubicBezTo>
                <a:cubicBezTo>
                  <a:pt x="313" y="249"/>
                  <a:pt x="313" y="249"/>
                  <a:pt x="313" y="249"/>
                </a:cubicBezTo>
                <a:cubicBezTo>
                  <a:pt x="281" y="249"/>
                  <a:pt x="281" y="249"/>
                  <a:pt x="281" y="249"/>
                </a:cubicBezTo>
                <a:lnTo>
                  <a:pt x="281" y="82"/>
                </a:lnTo>
                <a:close/>
                <a:moveTo>
                  <a:pt x="170" y="295"/>
                </a:moveTo>
                <a:cubicBezTo>
                  <a:pt x="106" y="244"/>
                  <a:pt x="106" y="244"/>
                  <a:pt x="106" y="244"/>
                </a:cubicBezTo>
                <a:cubicBezTo>
                  <a:pt x="105" y="243"/>
                  <a:pt x="103" y="242"/>
                  <a:pt x="101" y="243"/>
                </a:cubicBezTo>
                <a:cubicBezTo>
                  <a:pt x="40" y="260"/>
                  <a:pt x="40" y="260"/>
                  <a:pt x="40" y="260"/>
                </a:cubicBezTo>
                <a:cubicBezTo>
                  <a:pt x="9" y="260"/>
                  <a:pt x="9" y="260"/>
                  <a:pt x="9" y="260"/>
                </a:cubicBezTo>
                <a:cubicBezTo>
                  <a:pt x="6" y="260"/>
                  <a:pt x="3" y="263"/>
                  <a:pt x="3" y="266"/>
                </a:cubicBezTo>
                <a:cubicBezTo>
                  <a:pt x="3" y="269"/>
                  <a:pt x="6" y="272"/>
                  <a:pt x="9" y="272"/>
                </a:cubicBezTo>
                <a:cubicBezTo>
                  <a:pt x="41" y="272"/>
                  <a:pt x="41" y="272"/>
                  <a:pt x="41" y="272"/>
                </a:cubicBezTo>
                <a:cubicBezTo>
                  <a:pt x="43" y="272"/>
                  <a:pt x="43" y="272"/>
                  <a:pt x="43" y="272"/>
                </a:cubicBezTo>
                <a:cubicBezTo>
                  <a:pt x="101" y="255"/>
                  <a:pt x="101" y="255"/>
                  <a:pt x="101" y="255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66" y="307"/>
                  <a:pt x="167" y="307"/>
                  <a:pt x="168" y="307"/>
                </a:cubicBezTo>
                <a:cubicBezTo>
                  <a:pt x="236" y="307"/>
                  <a:pt x="236" y="307"/>
                  <a:pt x="236" y="307"/>
                </a:cubicBezTo>
                <a:cubicBezTo>
                  <a:pt x="238" y="307"/>
                  <a:pt x="238" y="307"/>
                  <a:pt x="238" y="307"/>
                </a:cubicBezTo>
                <a:cubicBezTo>
                  <a:pt x="330" y="286"/>
                  <a:pt x="330" y="286"/>
                  <a:pt x="330" y="286"/>
                </a:cubicBezTo>
                <a:cubicBezTo>
                  <a:pt x="334" y="285"/>
                  <a:pt x="336" y="282"/>
                  <a:pt x="335" y="279"/>
                </a:cubicBezTo>
                <a:cubicBezTo>
                  <a:pt x="334" y="275"/>
                  <a:pt x="331" y="273"/>
                  <a:pt x="328" y="274"/>
                </a:cubicBezTo>
                <a:cubicBezTo>
                  <a:pt x="236" y="295"/>
                  <a:pt x="236" y="295"/>
                  <a:pt x="236" y="295"/>
                </a:cubicBezTo>
                <a:lnTo>
                  <a:pt x="170" y="295"/>
                </a:lnTo>
                <a:close/>
                <a:moveTo>
                  <a:pt x="335" y="316"/>
                </a:moveTo>
                <a:cubicBezTo>
                  <a:pt x="6" y="316"/>
                  <a:pt x="6" y="316"/>
                  <a:pt x="6" y="316"/>
                </a:cubicBezTo>
                <a:cubicBezTo>
                  <a:pt x="3" y="316"/>
                  <a:pt x="0" y="319"/>
                  <a:pt x="0" y="322"/>
                </a:cubicBezTo>
                <a:cubicBezTo>
                  <a:pt x="0" y="325"/>
                  <a:pt x="3" y="328"/>
                  <a:pt x="6" y="328"/>
                </a:cubicBezTo>
                <a:cubicBezTo>
                  <a:pt x="335" y="328"/>
                  <a:pt x="335" y="328"/>
                  <a:pt x="335" y="328"/>
                </a:cubicBezTo>
                <a:cubicBezTo>
                  <a:pt x="338" y="328"/>
                  <a:pt x="341" y="325"/>
                  <a:pt x="341" y="322"/>
                </a:cubicBezTo>
                <a:cubicBezTo>
                  <a:pt x="341" y="319"/>
                  <a:pt x="338" y="316"/>
                  <a:pt x="335" y="316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5" name="Freeform 57">
            <a:extLst>
              <a:ext uri="{FF2B5EF4-FFF2-40B4-BE49-F238E27FC236}">
                <a16:creationId xmlns:a16="http://schemas.microsoft.com/office/drawing/2014/main" id="{FC6857F3-9C59-4A4E-BB30-C700CE75DECE}"/>
              </a:ext>
            </a:extLst>
          </p:cNvPr>
          <p:cNvSpPr>
            <a:spLocks noEditPoints="1"/>
          </p:cNvSpPr>
          <p:nvPr/>
        </p:nvSpPr>
        <p:spPr bwMode="auto">
          <a:xfrm>
            <a:off x="4663911" y="4308943"/>
            <a:ext cx="451080" cy="377023"/>
          </a:xfrm>
          <a:custGeom>
            <a:avLst/>
            <a:gdLst>
              <a:gd name="T0" fmla="*/ 0 w 335"/>
              <a:gd name="T1" fmla="*/ 18 h 280"/>
              <a:gd name="T2" fmla="*/ 317 w 335"/>
              <a:gd name="T3" fmla="*/ 280 h 280"/>
              <a:gd name="T4" fmla="*/ 317 w 335"/>
              <a:gd name="T5" fmla="*/ 0 h 280"/>
              <a:gd name="T6" fmla="*/ 18 w 335"/>
              <a:gd name="T7" fmla="*/ 268 h 280"/>
              <a:gd name="T8" fmla="*/ 323 w 335"/>
              <a:gd name="T9" fmla="*/ 57 h 280"/>
              <a:gd name="T10" fmla="*/ 12 w 335"/>
              <a:gd name="T11" fmla="*/ 45 h 280"/>
              <a:gd name="T12" fmla="*/ 317 w 335"/>
              <a:gd name="T13" fmla="*/ 12 h 280"/>
              <a:gd name="T14" fmla="*/ 29 w 335"/>
              <a:gd name="T15" fmla="*/ 26 h 280"/>
              <a:gd name="T16" fmla="*/ 34 w 335"/>
              <a:gd name="T17" fmla="*/ 30 h 280"/>
              <a:gd name="T18" fmla="*/ 48 w 335"/>
              <a:gd name="T19" fmla="*/ 30 h 280"/>
              <a:gd name="T20" fmla="*/ 52 w 335"/>
              <a:gd name="T21" fmla="*/ 26 h 280"/>
              <a:gd name="T22" fmla="*/ 73 w 335"/>
              <a:gd name="T23" fmla="*/ 35 h 280"/>
              <a:gd name="T24" fmla="*/ 25 w 335"/>
              <a:gd name="T25" fmla="*/ 91 h 280"/>
              <a:gd name="T26" fmla="*/ 101 w 335"/>
              <a:gd name="T27" fmla="*/ 79 h 280"/>
              <a:gd name="T28" fmla="*/ 25 w 335"/>
              <a:gd name="T29" fmla="*/ 91 h 280"/>
              <a:gd name="T30" fmla="*/ 83 w 335"/>
              <a:gd name="T31" fmla="*/ 107 h 280"/>
              <a:gd name="T32" fmla="*/ 19 w 335"/>
              <a:gd name="T33" fmla="*/ 107 h 280"/>
              <a:gd name="T34" fmla="*/ 147 w 335"/>
              <a:gd name="T35" fmla="*/ 223 h 280"/>
              <a:gd name="T36" fmla="*/ 135 w 335"/>
              <a:gd name="T37" fmla="*/ 191 h 280"/>
              <a:gd name="T38" fmla="*/ 169 w 335"/>
              <a:gd name="T39" fmla="*/ 223 h 280"/>
              <a:gd name="T40" fmla="*/ 157 w 335"/>
              <a:gd name="T41" fmla="*/ 171 h 280"/>
              <a:gd name="T42" fmla="*/ 169 w 335"/>
              <a:gd name="T43" fmla="*/ 223 h 280"/>
              <a:gd name="T44" fmla="*/ 185 w 335"/>
              <a:gd name="T45" fmla="*/ 165 h 280"/>
              <a:gd name="T46" fmla="*/ 185 w 335"/>
              <a:gd name="T47" fmla="*/ 229 h 280"/>
              <a:gd name="T48" fmla="*/ 213 w 335"/>
              <a:gd name="T49" fmla="*/ 184 h 280"/>
              <a:gd name="T50" fmla="*/ 201 w 335"/>
              <a:gd name="T51" fmla="*/ 223 h 280"/>
              <a:gd name="T52" fmla="*/ 235 w 335"/>
              <a:gd name="T53" fmla="*/ 223 h 280"/>
              <a:gd name="T54" fmla="*/ 223 w 335"/>
              <a:gd name="T55" fmla="*/ 171 h 280"/>
              <a:gd name="T56" fmla="*/ 235 w 335"/>
              <a:gd name="T57" fmla="*/ 223 h 280"/>
              <a:gd name="T58" fmla="*/ 251 w 335"/>
              <a:gd name="T59" fmla="*/ 121 h 280"/>
              <a:gd name="T60" fmla="*/ 251 w 335"/>
              <a:gd name="T61" fmla="*/ 229 h 280"/>
              <a:gd name="T62" fmla="*/ 279 w 335"/>
              <a:gd name="T63" fmla="*/ 135 h 280"/>
              <a:gd name="T64" fmla="*/ 267 w 335"/>
              <a:gd name="T65" fmla="*/ 223 h 280"/>
              <a:gd name="T66" fmla="*/ 303 w 335"/>
              <a:gd name="T67" fmla="*/ 223 h 280"/>
              <a:gd name="T68" fmla="*/ 291 w 335"/>
              <a:gd name="T69" fmla="*/ 146 h 280"/>
              <a:gd name="T70" fmla="*/ 303 w 335"/>
              <a:gd name="T71" fmla="*/ 223 h 280"/>
              <a:gd name="T72" fmla="*/ 130 w 335"/>
              <a:gd name="T73" fmla="*/ 241 h 280"/>
              <a:gd name="T74" fmla="*/ 308 w 335"/>
              <a:gd name="T75" fmla="*/ 241 h 280"/>
              <a:gd name="T76" fmla="*/ 22 w 335"/>
              <a:gd name="T77" fmla="*/ 191 h 280"/>
              <a:gd name="T78" fmla="*/ 68 w 335"/>
              <a:gd name="T79" fmla="*/ 145 h 280"/>
              <a:gd name="T80" fmla="*/ 68 w 335"/>
              <a:gd name="T81" fmla="*/ 157 h 280"/>
              <a:gd name="T82" fmla="*/ 124 w 335"/>
              <a:gd name="T83" fmla="*/ 184 h 280"/>
              <a:gd name="T84" fmla="*/ 167 w 335"/>
              <a:gd name="T85" fmla="*/ 144 h 280"/>
              <a:gd name="T86" fmla="*/ 253 w 335"/>
              <a:gd name="T87" fmla="*/ 101 h 280"/>
              <a:gd name="T88" fmla="*/ 314 w 335"/>
              <a:gd name="T89" fmla="*/ 109 h 280"/>
              <a:gd name="T90" fmla="*/ 290 w 335"/>
              <a:gd name="T91" fmla="*/ 116 h 280"/>
              <a:gd name="T92" fmla="*/ 246 w 335"/>
              <a:gd name="T93" fmla="*/ 89 h 280"/>
              <a:gd name="T94" fmla="*/ 162 w 335"/>
              <a:gd name="T95" fmla="*/ 132 h 280"/>
              <a:gd name="T96" fmla="*/ 124 w 335"/>
              <a:gd name="T97" fmla="*/ 184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35" h="280">
                <a:moveTo>
                  <a:pt x="317" y="0"/>
                </a:move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272"/>
                  <a:pt x="8" y="280"/>
                  <a:pt x="18" y="280"/>
                </a:cubicBezTo>
                <a:cubicBezTo>
                  <a:pt x="317" y="280"/>
                  <a:pt x="317" y="280"/>
                  <a:pt x="317" y="280"/>
                </a:cubicBezTo>
                <a:cubicBezTo>
                  <a:pt x="327" y="280"/>
                  <a:pt x="335" y="272"/>
                  <a:pt x="335" y="262"/>
                </a:cubicBezTo>
                <a:cubicBezTo>
                  <a:pt x="335" y="18"/>
                  <a:pt x="335" y="18"/>
                  <a:pt x="335" y="18"/>
                </a:cubicBezTo>
                <a:cubicBezTo>
                  <a:pt x="335" y="8"/>
                  <a:pt x="327" y="0"/>
                  <a:pt x="317" y="0"/>
                </a:cubicBezTo>
                <a:close/>
                <a:moveTo>
                  <a:pt x="323" y="262"/>
                </a:moveTo>
                <a:cubicBezTo>
                  <a:pt x="323" y="265"/>
                  <a:pt x="320" y="268"/>
                  <a:pt x="317" y="268"/>
                </a:cubicBezTo>
                <a:cubicBezTo>
                  <a:pt x="18" y="268"/>
                  <a:pt x="18" y="268"/>
                  <a:pt x="18" y="268"/>
                </a:cubicBezTo>
                <a:cubicBezTo>
                  <a:pt x="15" y="268"/>
                  <a:pt x="12" y="265"/>
                  <a:pt x="12" y="262"/>
                </a:cubicBezTo>
                <a:cubicBezTo>
                  <a:pt x="12" y="57"/>
                  <a:pt x="12" y="57"/>
                  <a:pt x="12" y="57"/>
                </a:cubicBezTo>
                <a:cubicBezTo>
                  <a:pt x="323" y="57"/>
                  <a:pt x="323" y="57"/>
                  <a:pt x="323" y="57"/>
                </a:cubicBezTo>
                <a:lnTo>
                  <a:pt x="323" y="262"/>
                </a:lnTo>
                <a:close/>
                <a:moveTo>
                  <a:pt x="323" y="45"/>
                </a:moveTo>
                <a:cubicBezTo>
                  <a:pt x="12" y="45"/>
                  <a:pt x="12" y="45"/>
                  <a:pt x="12" y="45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5"/>
                  <a:pt x="15" y="12"/>
                  <a:pt x="18" y="12"/>
                </a:cubicBezTo>
                <a:cubicBezTo>
                  <a:pt x="317" y="12"/>
                  <a:pt x="317" y="12"/>
                  <a:pt x="317" y="12"/>
                </a:cubicBezTo>
                <a:cubicBezTo>
                  <a:pt x="320" y="12"/>
                  <a:pt x="323" y="15"/>
                  <a:pt x="323" y="18"/>
                </a:cubicBezTo>
                <a:lnTo>
                  <a:pt x="323" y="45"/>
                </a:lnTo>
                <a:close/>
                <a:moveTo>
                  <a:pt x="29" y="26"/>
                </a:moveTo>
                <a:cubicBezTo>
                  <a:pt x="26" y="26"/>
                  <a:pt x="24" y="28"/>
                  <a:pt x="24" y="30"/>
                </a:cubicBezTo>
                <a:cubicBezTo>
                  <a:pt x="24" y="33"/>
                  <a:pt x="26" y="35"/>
                  <a:pt x="29" y="35"/>
                </a:cubicBezTo>
                <a:cubicBezTo>
                  <a:pt x="31" y="35"/>
                  <a:pt x="34" y="33"/>
                  <a:pt x="34" y="30"/>
                </a:cubicBezTo>
                <a:cubicBezTo>
                  <a:pt x="34" y="28"/>
                  <a:pt x="31" y="26"/>
                  <a:pt x="29" y="26"/>
                </a:cubicBezTo>
                <a:close/>
                <a:moveTo>
                  <a:pt x="52" y="26"/>
                </a:moveTo>
                <a:cubicBezTo>
                  <a:pt x="50" y="26"/>
                  <a:pt x="48" y="28"/>
                  <a:pt x="48" y="30"/>
                </a:cubicBezTo>
                <a:cubicBezTo>
                  <a:pt x="48" y="33"/>
                  <a:pt x="50" y="35"/>
                  <a:pt x="52" y="35"/>
                </a:cubicBezTo>
                <a:cubicBezTo>
                  <a:pt x="55" y="35"/>
                  <a:pt x="57" y="33"/>
                  <a:pt x="57" y="30"/>
                </a:cubicBezTo>
                <a:cubicBezTo>
                  <a:pt x="57" y="28"/>
                  <a:pt x="55" y="26"/>
                  <a:pt x="52" y="26"/>
                </a:cubicBezTo>
                <a:close/>
                <a:moveTo>
                  <a:pt x="73" y="26"/>
                </a:moveTo>
                <a:cubicBezTo>
                  <a:pt x="70" y="26"/>
                  <a:pt x="68" y="28"/>
                  <a:pt x="68" y="30"/>
                </a:cubicBezTo>
                <a:cubicBezTo>
                  <a:pt x="68" y="33"/>
                  <a:pt x="70" y="35"/>
                  <a:pt x="73" y="35"/>
                </a:cubicBezTo>
                <a:cubicBezTo>
                  <a:pt x="76" y="35"/>
                  <a:pt x="78" y="33"/>
                  <a:pt x="78" y="30"/>
                </a:cubicBezTo>
                <a:cubicBezTo>
                  <a:pt x="78" y="28"/>
                  <a:pt x="76" y="26"/>
                  <a:pt x="73" y="26"/>
                </a:cubicBezTo>
                <a:close/>
                <a:moveTo>
                  <a:pt x="25" y="91"/>
                </a:moveTo>
                <a:cubicBezTo>
                  <a:pt x="101" y="91"/>
                  <a:pt x="101" y="91"/>
                  <a:pt x="101" y="91"/>
                </a:cubicBezTo>
                <a:cubicBezTo>
                  <a:pt x="104" y="91"/>
                  <a:pt x="106" y="88"/>
                  <a:pt x="106" y="85"/>
                </a:cubicBezTo>
                <a:cubicBezTo>
                  <a:pt x="106" y="81"/>
                  <a:pt x="104" y="79"/>
                  <a:pt x="101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1" y="79"/>
                  <a:pt x="19" y="81"/>
                  <a:pt x="19" y="85"/>
                </a:cubicBezTo>
                <a:cubicBezTo>
                  <a:pt x="19" y="88"/>
                  <a:pt x="21" y="91"/>
                  <a:pt x="25" y="91"/>
                </a:cubicBezTo>
                <a:close/>
                <a:moveTo>
                  <a:pt x="25" y="113"/>
                </a:moveTo>
                <a:cubicBezTo>
                  <a:pt x="77" y="113"/>
                  <a:pt x="77" y="113"/>
                  <a:pt x="77" y="113"/>
                </a:cubicBezTo>
                <a:cubicBezTo>
                  <a:pt x="81" y="113"/>
                  <a:pt x="83" y="111"/>
                  <a:pt x="83" y="107"/>
                </a:cubicBezTo>
                <a:cubicBezTo>
                  <a:pt x="83" y="104"/>
                  <a:pt x="81" y="101"/>
                  <a:pt x="77" y="101"/>
                </a:cubicBezTo>
                <a:cubicBezTo>
                  <a:pt x="25" y="101"/>
                  <a:pt x="25" y="101"/>
                  <a:pt x="25" y="101"/>
                </a:cubicBezTo>
                <a:cubicBezTo>
                  <a:pt x="21" y="101"/>
                  <a:pt x="19" y="104"/>
                  <a:pt x="19" y="107"/>
                </a:cubicBezTo>
                <a:cubicBezTo>
                  <a:pt x="19" y="111"/>
                  <a:pt x="21" y="113"/>
                  <a:pt x="25" y="113"/>
                </a:cubicBezTo>
                <a:close/>
                <a:moveTo>
                  <a:pt x="141" y="229"/>
                </a:moveTo>
                <a:cubicBezTo>
                  <a:pt x="144" y="229"/>
                  <a:pt x="147" y="226"/>
                  <a:pt x="147" y="223"/>
                </a:cubicBezTo>
                <a:cubicBezTo>
                  <a:pt x="147" y="191"/>
                  <a:pt x="147" y="191"/>
                  <a:pt x="147" y="191"/>
                </a:cubicBezTo>
                <a:cubicBezTo>
                  <a:pt x="147" y="187"/>
                  <a:pt x="144" y="185"/>
                  <a:pt x="141" y="185"/>
                </a:cubicBezTo>
                <a:cubicBezTo>
                  <a:pt x="138" y="185"/>
                  <a:pt x="135" y="187"/>
                  <a:pt x="135" y="191"/>
                </a:cubicBezTo>
                <a:cubicBezTo>
                  <a:pt x="135" y="223"/>
                  <a:pt x="135" y="223"/>
                  <a:pt x="135" y="223"/>
                </a:cubicBezTo>
                <a:cubicBezTo>
                  <a:pt x="135" y="226"/>
                  <a:pt x="138" y="229"/>
                  <a:pt x="141" y="229"/>
                </a:cubicBezTo>
                <a:close/>
                <a:moveTo>
                  <a:pt x="169" y="223"/>
                </a:moveTo>
                <a:cubicBezTo>
                  <a:pt x="169" y="171"/>
                  <a:pt x="169" y="171"/>
                  <a:pt x="169" y="171"/>
                </a:cubicBezTo>
                <a:cubicBezTo>
                  <a:pt x="169" y="167"/>
                  <a:pt x="166" y="165"/>
                  <a:pt x="163" y="165"/>
                </a:cubicBezTo>
                <a:cubicBezTo>
                  <a:pt x="159" y="165"/>
                  <a:pt x="157" y="167"/>
                  <a:pt x="157" y="171"/>
                </a:cubicBezTo>
                <a:cubicBezTo>
                  <a:pt x="157" y="223"/>
                  <a:pt x="157" y="223"/>
                  <a:pt x="157" y="223"/>
                </a:cubicBezTo>
                <a:cubicBezTo>
                  <a:pt x="157" y="226"/>
                  <a:pt x="159" y="229"/>
                  <a:pt x="163" y="229"/>
                </a:cubicBezTo>
                <a:cubicBezTo>
                  <a:pt x="166" y="229"/>
                  <a:pt x="169" y="226"/>
                  <a:pt x="169" y="223"/>
                </a:cubicBezTo>
                <a:close/>
                <a:moveTo>
                  <a:pt x="191" y="223"/>
                </a:moveTo>
                <a:cubicBezTo>
                  <a:pt x="191" y="171"/>
                  <a:pt x="191" y="171"/>
                  <a:pt x="191" y="171"/>
                </a:cubicBezTo>
                <a:cubicBezTo>
                  <a:pt x="191" y="167"/>
                  <a:pt x="188" y="165"/>
                  <a:pt x="185" y="165"/>
                </a:cubicBezTo>
                <a:cubicBezTo>
                  <a:pt x="182" y="165"/>
                  <a:pt x="179" y="167"/>
                  <a:pt x="179" y="171"/>
                </a:cubicBezTo>
                <a:cubicBezTo>
                  <a:pt x="179" y="223"/>
                  <a:pt x="179" y="223"/>
                  <a:pt x="179" y="223"/>
                </a:cubicBezTo>
                <a:cubicBezTo>
                  <a:pt x="179" y="226"/>
                  <a:pt x="182" y="229"/>
                  <a:pt x="185" y="229"/>
                </a:cubicBezTo>
                <a:cubicBezTo>
                  <a:pt x="188" y="229"/>
                  <a:pt x="191" y="226"/>
                  <a:pt x="191" y="223"/>
                </a:cubicBezTo>
                <a:close/>
                <a:moveTo>
                  <a:pt x="213" y="223"/>
                </a:moveTo>
                <a:cubicBezTo>
                  <a:pt x="213" y="184"/>
                  <a:pt x="213" y="184"/>
                  <a:pt x="213" y="184"/>
                </a:cubicBezTo>
                <a:cubicBezTo>
                  <a:pt x="213" y="180"/>
                  <a:pt x="211" y="178"/>
                  <a:pt x="207" y="178"/>
                </a:cubicBezTo>
                <a:cubicBezTo>
                  <a:pt x="204" y="178"/>
                  <a:pt x="201" y="180"/>
                  <a:pt x="201" y="184"/>
                </a:cubicBezTo>
                <a:cubicBezTo>
                  <a:pt x="201" y="223"/>
                  <a:pt x="201" y="223"/>
                  <a:pt x="201" y="223"/>
                </a:cubicBezTo>
                <a:cubicBezTo>
                  <a:pt x="201" y="226"/>
                  <a:pt x="204" y="229"/>
                  <a:pt x="207" y="229"/>
                </a:cubicBezTo>
                <a:cubicBezTo>
                  <a:pt x="211" y="229"/>
                  <a:pt x="213" y="226"/>
                  <a:pt x="213" y="223"/>
                </a:cubicBezTo>
                <a:close/>
                <a:moveTo>
                  <a:pt x="235" y="223"/>
                </a:moveTo>
                <a:cubicBezTo>
                  <a:pt x="235" y="171"/>
                  <a:pt x="235" y="171"/>
                  <a:pt x="235" y="171"/>
                </a:cubicBezTo>
                <a:cubicBezTo>
                  <a:pt x="235" y="167"/>
                  <a:pt x="232" y="165"/>
                  <a:pt x="229" y="165"/>
                </a:cubicBezTo>
                <a:cubicBezTo>
                  <a:pt x="226" y="165"/>
                  <a:pt x="223" y="167"/>
                  <a:pt x="223" y="171"/>
                </a:cubicBezTo>
                <a:cubicBezTo>
                  <a:pt x="223" y="223"/>
                  <a:pt x="223" y="223"/>
                  <a:pt x="223" y="223"/>
                </a:cubicBezTo>
                <a:cubicBezTo>
                  <a:pt x="223" y="226"/>
                  <a:pt x="226" y="229"/>
                  <a:pt x="229" y="229"/>
                </a:cubicBezTo>
                <a:cubicBezTo>
                  <a:pt x="232" y="229"/>
                  <a:pt x="235" y="226"/>
                  <a:pt x="235" y="223"/>
                </a:cubicBezTo>
                <a:close/>
                <a:moveTo>
                  <a:pt x="257" y="223"/>
                </a:moveTo>
                <a:cubicBezTo>
                  <a:pt x="257" y="127"/>
                  <a:pt x="257" y="127"/>
                  <a:pt x="257" y="127"/>
                </a:cubicBezTo>
                <a:cubicBezTo>
                  <a:pt x="257" y="123"/>
                  <a:pt x="255" y="121"/>
                  <a:pt x="251" y="121"/>
                </a:cubicBezTo>
                <a:cubicBezTo>
                  <a:pt x="248" y="121"/>
                  <a:pt x="245" y="123"/>
                  <a:pt x="245" y="127"/>
                </a:cubicBezTo>
                <a:cubicBezTo>
                  <a:pt x="245" y="223"/>
                  <a:pt x="245" y="223"/>
                  <a:pt x="245" y="223"/>
                </a:cubicBezTo>
                <a:cubicBezTo>
                  <a:pt x="245" y="226"/>
                  <a:pt x="248" y="229"/>
                  <a:pt x="251" y="229"/>
                </a:cubicBezTo>
                <a:cubicBezTo>
                  <a:pt x="255" y="229"/>
                  <a:pt x="257" y="226"/>
                  <a:pt x="257" y="223"/>
                </a:cubicBezTo>
                <a:close/>
                <a:moveTo>
                  <a:pt x="279" y="223"/>
                </a:moveTo>
                <a:cubicBezTo>
                  <a:pt x="279" y="135"/>
                  <a:pt x="279" y="135"/>
                  <a:pt x="279" y="135"/>
                </a:cubicBezTo>
                <a:cubicBezTo>
                  <a:pt x="279" y="132"/>
                  <a:pt x="276" y="129"/>
                  <a:pt x="273" y="129"/>
                </a:cubicBezTo>
                <a:cubicBezTo>
                  <a:pt x="270" y="129"/>
                  <a:pt x="267" y="132"/>
                  <a:pt x="267" y="135"/>
                </a:cubicBezTo>
                <a:cubicBezTo>
                  <a:pt x="267" y="223"/>
                  <a:pt x="267" y="223"/>
                  <a:pt x="267" y="223"/>
                </a:cubicBezTo>
                <a:cubicBezTo>
                  <a:pt x="267" y="226"/>
                  <a:pt x="270" y="229"/>
                  <a:pt x="273" y="229"/>
                </a:cubicBezTo>
                <a:cubicBezTo>
                  <a:pt x="276" y="229"/>
                  <a:pt x="279" y="226"/>
                  <a:pt x="279" y="223"/>
                </a:cubicBezTo>
                <a:close/>
                <a:moveTo>
                  <a:pt x="303" y="223"/>
                </a:moveTo>
                <a:cubicBezTo>
                  <a:pt x="303" y="146"/>
                  <a:pt x="303" y="146"/>
                  <a:pt x="303" y="146"/>
                </a:cubicBezTo>
                <a:cubicBezTo>
                  <a:pt x="303" y="143"/>
                  <a:pt x="300" y="140"/>
                  <a:pt x="297" y="140"/>
                </a:cubicBezTo>
                <a:cubicBezTo>
                  <a:pt x="294" y="140"/>
                  <a:pt x="291" y="143"/>
                  <a:pt x="291" y="146"/>
                </a:cubicBezTo>
                <a:cubicBezTo>
                  <a:pt x="291" y="223"/>
                  <a:pt x="291" y="223"/>
                  <a:pt x="291" y="223"/>
                </a:cubicBezTo>
                <a:cubicBezTo>
                  <a:pt x="291" y="226"/>
                  <a:pt x="294" y="229"/>
                  <a:pt x="297" y="229"/>
                </a:cubicBezTo>
                <a:cubicBezTo>
                  <a:pt x="300" y="229"/>
                  <a:pt x="303" y="226"/>
                  <a:pt x="303" y="223"/>
                </a:cubicBezTo>
                <a:close/>
                <a:moveTo>
                  <a:pt x="302" y="235"/>
                </a:moveTo>
                <a:cubicBezTo>
                  <a:pt x="136" y="235"/>
                  <a:pt x="136" y="235"/>
                  <a:pt x="136" y="235"/>
                </a:cubicBezTo>
                <a:cubicBezTo>
                  <a:pt x="133" y="235"/>
                  <a:pt x="130" y="238"/>
                  <a:pt x="130" y="241"/>
                </a:cubicBezTo>
                <a:cubicBezTo>
                  <a:pt x="130" y="244"/>
                  <a:pt x="133" y="247"/>
                  <a:pt x="136" y="247"/>
                </a:cubicBezTo>
                <a:cubicBezTo>
                  <a:pt x="302" y="247"/>
                  <a:pt x="302" y="247"/>
                  <a:pt x="302" y="247"/>
                </a:cubicBezTo>
                <a:cubicBezTo>
                  <a:pt x="305" y="247"/>
                  <a:pt x="308" y="244"/>
                  <a:pt x="308" y="241"/>
                </a:cubicBezTo>
                <a:cubicBezTo>
                  <a:pt x="308" y="238"/>
                  <a:pt x="305" y="235"/>
                  <a:pt x="302" y="235"/>
                </a:cubicBezTo>
                <a:close/>
                <a:moveTo>
                  <a:pt x="68" y="145"/>
                </a:moveTo>
                <a:cubicBezTo>
                  <a:pt x="42" y="145"/>
                  <a:pt x="22" y="166"/>
                  <a:pt x="22" y="191"/>
                </a:cubicBezTo>
                <a:cubicBezTo>
                  <a:pt x="22" y="216"/>
                  <a:pt x="42" y="236"/>
                  <a:pt x="68" y="236"/>
                </a:cubicBezTo>
                <a:cubicBezTo>
                  <a:pt x="93" y="236"/>
                  <a:pt x="113" y="216"/>
                  <a:pt x="113" y="191"/>
                </a:cubicBezTo>
                <a:cubicBezTo>
                  <a:pt x="113" y="166"/>
                  <a:pt x="93" y="145"/>
                  <a:pt x="68" y="145"/>
                </a:cubicBezTo>
                <a:close/>
                <a:moveTo>
                  <a:pt x="68" y="224"/>
                </a:moveTo>
                <a:cubicBezTo>
                  <a:pt x="49" y="224"/>
                  <a:pt x="34" y="209"/>
                  <a:pt x="34" y="191"/>
                </a:cubicBezTo>
                <a:cubicBezTo>
                  <a:pt x="34" y="172"/>
                  <a:pt x="49" y="157"/>
                  <a:pt x="68" y="157"/>
                </a:cubicBezTo>
                <a:cubicBezTo>
                  <a:pt x="86" y="157"/>
                  <a:pt x="101" y="172"/>
                  <a:pt x="101" y="191"/>
                </a:cubicBezTo>
                <a:cubicBezTo>
                  <a:pt x="101" y="209"/>
                  <a:pt x="86" y="224"/>
                  <a:pt x="68" y="224"/>
                </a:cubicBezTo>
                <a:close/>
                <a:moveTo>
                  <a:pt x="124" y="184"/>
                </a:moveTo>
                <a:cubicBezTo>
                  <a:pt x="126" y="184"/>
                  <a:pt x="128" y="184"/>
                  <a:pt x="129" y="183"/>
                </a:cubicBezTo>
                <a:cubicBezTo>
                  <a:pt x="129" y="183"/>
                  <a:pt x="129" y="183"/>
                  <a:pt x="129" y="183"/>
                </a:cubicBezTo>
                <a:cubicBezTo>
                  <a:pt x="167" y="144"/>
                  <a:pt x="167" y="144"/>
                  <a:pt x="167" y="144"/>
                </a:cubicBezTo>
                <a:cubicBezTo>
                  <a:pt x="212" y="162"/>
                  <a:pt x="212" y="162"/>
                  <a:pt x="212" y="162"/>
                </a:cubicBezTo>
                <a:cubicBezTo>
                  <a:pt x="214" y="164"/>
                  <a:pt x="218" y="163"/>
                  <a:pt x="219" y="160"/>
                </a:cubicBezTo>
                <a:cubicBezTo>
                  <a:pt x="253" y="101"/>
                  <a:pt x="253" y="101"/>
                  <a:pt x="253" y="101"/>
                </a:cubicBezTo>
                <a:cubicBezTo>
                  <a:pt x="287" y="129"/>
                  <a:pt x="287" y="129"/>
                  <a:pt x="287" y="129"/>
                </a:cubicBezTo>
                <a:cubicBezTo>
                  <a:pt x="289" y="131"/>
                  <a:pt x="293" y="131"/>
                  <a:pt x="295" y="129"/>
                </a:cubicBezTo>
                <a:cubicBezTo>
                  <a:pt x="314" y="109"/>
                  <a:pt x="314" y="109"/>
                  <a:pt x="314" y="109"/>
                </a:cubicBezTo>
                <a:cubicBezTo>
                  <a:pt x="316" y="107"/>
                  <a:pt x="316" y="103"/>
                  <a:pt x="314" y="101"/>
                </a:cubicBezTo>
                <a:cubicBezTo>
                  <a:pt x="311" y="98"/>
                  <a:pt x="308" y="98"/>
                  <a:pt x="305" y="101"/>
                </a:cubicBezTo>
                <a:cubicBezTo>
                  <a:pt x="290" y="116"/>
                  <a:pt x="290" y="116"/>
                  <a:pt x="290" y="116"/>
                </a:cubicBezTo>
                <a:cubicBezTo>
                  <a:pt x="255" y="87"/>
                  <a:pt x="255" y="87"/>
                  <a:pt x="255" y="87"/>
                </a:cubicBezTo>
                <a:cubicBezTo>
                  <a:pt x="253" y="86"/>
                  <a:pt x="252" y="86"/>
                  <a:pt x="250" y="86"/>
                </a:cubicBezTo>
                <a:cubicBezTo>
                  <a:pt x="248" y="86"/>
                  <a:pt x="247" y="87"/>
                  <a:pt x="246" y="89"/>
                </a:cubicBezTo>
                <a:cubicBezTo>
                  <a:pt x="211" y="149"/>
                  <a:pt x="211" y="149"/>
                  <a:pt x="211" y="149"/>
                </a:cubicBezTo>
                <a:cubicBezTo>
                  <a:pt x="168" y="131"/>
                  <a:pt x="168" y="131"/>
                  <a:pt x="168" y="131"/>
                </a:cubicBezTo>
                <a:cubicBezTo>
                  <a:pt x="166" y="130"/>
                  <a:pt x="163" y="130"/>
                  <a:pt x="162" y="132"/>
                </a:cubicBezTo>
                <a:cubicBezTo>
                  <a:pt x="120" y="174"/>
                  <a:pt x="120" y="174"/>
                  <a:pt x="120" y="174"/>
                </a:cubicBezTo>
                <a:cubicBezTo>
                  <a:pt x="118" y="177"/>
                  <a:pt x="118" y="180"/>
                  <a:pt x="120" y="183"/>
                </a:cubicBezTo>
                <a:cubicBezTo>
                  <a:pt x="121" y="184"/>
                  <a:pt x="123" y="184"/>
                  <a:pt x="124" y="184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6" name="Freeform 16">
            <a:extLst>
              <a:ext uri="{FF2B5EF4-FFF2-40B4-BE49-F238E27FC236}">
                <a16:creationId xmlns:a16="http://schemas.microsoft.com/office/drawing/2014/main" id="{135331BB-367B-4D80-85A5-076095DBA678}"/>
              </a:ext>
            </a:extLst>
          </p:cNvPr>
          <p:cNvSpPr>
            <a:spLocks noEditPoints="1"/>
          </p:cNvSpPr>
          <p:nvPr/>
        </p:nvSpPr>
        <p:spPr bwMode="auto">
          <a:xfrm>
            <a:off x="883975" y="3437202"/>
            <a:ext cx="611366" cy="406110"/>
          </a:xfrm>
          <a:custGeom>
            <a:avLst/>
            <a:gdLst>
              <a:gd name="T0" fmla="*/ 112 w 336"/>
              <a:gd name="T1" fmla="*/ 0 h 223"/>
              <a:gd name="T2" fmla="*/ 112 w 336"/>
              <a:gd name="T3" fmla="*/ 223 h 223"/>
              <a:gd name="T4" fmla="*/ 112 w 336"/>
              <a:gd name="T5" fmla="*/ 211 h 223"/>
              <a:gd name="T6" fmla="*/ 112 w 336"/>
              <a:gd name="T7" fmla="*/ 12 h 223"/>
              <a:gd name="T8" fmla="*/ 112 w 336"/>
              <a:gd name="T9" fmla="*/ 211 h 223"/>
              <a:gd name="T10" fmla="*/ 145 w 336"/>
              <a:gd name="T11" fmla="*/ 41 h 223"/>
              <a:gd name="T12" fmla="*/ 148 w 336"/>
              <a:gd name="T13" fmla="*/ 50 h 223"/>
              <a:gd name="T14" fmla="*/ 118 w 336"/>
              <a:gd name="T15" fmla="*/ 183 h 223"/>
              <a:gd name="T16" fmla="*/ 119 w 336"/>
              <a:gd name="T17" fmla="*/ 195 h 223"/>
              <a:gd name="T18" fmla="*/ 195 w 336"/>
              <a:gd name="T19" fmla="*/ 112 h 223"/>
              <a:gd name="T20" fmla="*/ 79 w 336"/>
              <a:gd name="T21" fmla="*/ 175 h 223"/>
              <a:gd name="T22" fmla="*/ 40 w 336"/>
              <a:gd name="T23" fmla="*/ 112 h 223"/>
              <a:gd name="T24" fmla="*/ 110 w 336"/>
              <a:gd name="T25" fmla="*/ 34 h 223"/>
              <a:gd name="T26" fmla="*/ 28 w 336"/>
              <a:gd name="T27" fmla="*/ 112 h 223"/>
              <a:gd name="T28" fmla="*/ 76 w 336"/>
              <a:gd name="T29" fmla="*/ 187 h 223"/>
              <a:gd name="T30" fmla="*/ 79 w 336"/>
              <a:gd name="T31" fmla="*/ 175 h 223"/>
              <a:gd name="T32" fmla="*/ 185 w 336"/>
              <a:gd name="T33" fmla="*/ 8 h 223"/>
              <a:gd name="T34" fmla="*/ 189 w 336"/>
              <a:gd name="T35" fmla="*/ 19 h 223"/>
              <a:gd name="T36" fmla="*/ 225 w 336"/>
              <a:gd name="T37" fmla="*/ 12 h 223"/>
              <a:gd name="T38" fmla="*/ 225 w 336"/>
              <a:gd name="T39" fmla="*/ 211 h 223"/>
              <a:gd name="T40" fmla="*/ 180 w 336"/>
              <a:gd name="T41" fmla="*/ 207 h 223"/>
              <a:gd name="T42" fmla="*/ 225 w 336"/>
              <a:gd name="T43" fmla="*/ 223 h 223"/>
              <a:gd name="T44" fmla="*/ 225 w 336"/>
              <a:gd name="T45" fmla="*/ 0 h 223"/>
              <a:gd name="T46" fmla="*/ 212 w 336"/>
              <a:gd name="T47" fmla="*/ 182 h 223"/>
              <a:gd name="T48" fmla="*/ 210 w 336"/>
              <a:gd name="T49" fmla="*/ 194 h 223"/>
              <a:gd name="T50" fmla="*/ 309 w 336"/>
              <a:gd name="T51" fmla="*/ 112 h 223"/>
              <a:gd name="T52" fmla="*/ 208 w 336"/>
              <a:gd name="T53" fmla="*/ 30 h 223"/>
              <a:gd name="T54" fmla="*/ 211 w 336"/>
              <a:gd name="T55" fmla="*/ 41 h 223"/>
              <a:gd name="T56" fmla="*/ 297 w 336"/>
              <a:gd name="T57" fmla="*/ 112 h 223"/>
              <a:gd name="T58" fmla="*/ 157 w 336"/>
              <a:gd name="T59" fmla="*/ 88 h 223"/>
              <a:gd name="T60" fmla="*/ 108 w 336"/>
              <a:gd name="T61" fmla="*/ 154 h 223"/>
              <a:gd name="T62" fmla="*/ 112 w 336"/>
              <a:gd name="T63" fmla="*/ 125 h 223"/>
              <a:gd name="T64" fmla="*/ 83 w 336"/>
              <a:gd name="T65" fmla="*/ 123 h 223"/>
              <a:gd name="T66" fmla="*/ 112 w 336"/>
              <a:gd name="T67" fmla="*/ 99 h 223"/>
              <a:gd name="T68" fmla="*/ 123 w 336"/>
              <a:gd name="T69" fmla="*/ 101 h 223"/>
              <a:gd name="T70" fmla="*/ 133 w 336"/>
              <a:gd name="T71" fmla="*/ 43 h 223"/>
              <a:gd name="T72" fmla="*/ 122 w 336"/>
              <a:gd name="T73" fmla="*/ 39 h 223"/>
              <a:gd name="T74" fmla="*/ 67 w 336"/>
              <a:gd name="T75" fmla="*/ 132 h 223"/>
              <a:gd name="T76" fmla="*/ 100 w 336"/>
              <a:gd name="T77" fmla="*/ 135 h 223"/>
              <a:gd name="T78" fmla="*/ 93 w 336"/>
              <a:gd name="T79" fmla="*/ 191 h 223"/>
              <a:gd name="T80" fmla="*/ 100 w 336"/>
              <a:gd name="T81" fmla="*/ 188 h 223"/>
              <a:gd name="T82" fmla="*/ 157 w 336"/>
              <a:gd name="T83" fmla="*/ 88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36" h="223">
                <a:moveTo>
                  <a:pt x="223" y="112"/>
                </a:moveTo>
                <a:cubicBezTo>
                  <a:pt x="223" y="50"/>
                  <a:pt x="173" y="0"/>
                  <a:pt x="112" y="0"/>
                </a:cubicBezTo>
                <a:cubicBezTo>
                  <a:pt x="50" y="0"/>
                  <a:pt x="1" y="50"/>
                  <a:pt x="0" y="112"/>
                </a:cubicBezTo>
                <a:cubicBezTo>
                  <a:pt x="1" y="173"/>
                  <a:pt x="50" y="223"/>
                  <a:pt x="112" y="223"/>
                </a:cubicBezTo>
                <a:cubicBezTo>
                  <a:pt x="173" y="223"/>
                  <a:pt x="223" y="173"/>
                  <a:pt x="223" y="112"/>
                </a:cubicBezTo>
                <a:close/>
                <a:moveTo>
                  <a:pt x="112" y="211"/>
                </a:moveTo>
                <a:cubicBezTo>
                  <a:pt x="57" y="211"/>
                  <a:pt x="13" y="166"/>
                  <a:pt x="12" y="112"/>
                </a:cubicBezTo>
                <a:cubicBezTo>
                  <a:pt x="13" y="57"/>
                  <a:pt x="57" y="12"/>
                  <a:pt x="112" y="12"/>
                </a:cubicBezTo>
                <a:cubicBezTo>
                  <a:pt x="166" y="12"/>
                  <a:pt x="211" y="57"/>
                  <a:pt x="211" y="112"/>
                </a:cubicBezTo>
                <a:cubicBezTo>
                  <a:pt x="211" y="166"/>
                  <a:pt x="166" y="211"/>
                  <a:pt x="112" y="211"/>
                </a:cubicBezTo>
                <a:close/>
                <a:moveTo>
                  <a:pt x="154" y="39"/>
                </a:moveTo>
                <a:cubicBezTo>
                  <a:pt x="151" y="37"/>
                  <a:pt x="147" y="38"/>
                  <a:pt x="145" y="41"/>
                </a:cubicBezTo>
                <a:cubicBezTo>
                  <a:pt x="144" y="44"/>
                  <a:pt x="145" y="48"/>
                  <a:pt x="148" y="50"/>
                </a:cubicBezTo>
                <a:cubicBezTo>
                  <a:pt x="148" y="50"/>
                  <a:pt x="148" y="50"/>
                  <a:pt x="148" y="50"/>
                </a:cubicBezTo>
                <a:cubicBezTo>
                  <a:pt x="169" y="62"/>
                  <a:pt x="183" y="85"/>
                  <a:pt x="183" y="112"/>
                </a:cubicBezTo>
                <a:cubicBezTo>
                  <a:pt x="183" y="149"/>
                  <a:pt x="155" y="180"/>
                  <a:pt x="118" y="183"/>
                </a:cubicBezTo>
                <a:cubicBezTo>
                  <a:pt x="115" y="183"/>
                  <a:pt x="112" y="186"/>
                  <a:pt x="113" y="189"/>
                </a:cubicBezTo>
                <a:cubicBezTo>
                  <a:pt x="113" y="193"/>
                  <a:pt x="115" y="195"/>
                  <a:pt x="119" y="195"/>
                </a:cubicBezTo>
                <a:cubicBezTo>
                  <a:pt x="119" y="195"/>
                  <a:pt x="119" y="195"/>
                  <a:pt x="119" y="195"/>
                </a:cubicBezTo>
                <a:cubicBezTo>
                  <a:pt x="162" y="191"/>
                  <a:pt x="195" y="155"/>
                  <a:pt x="195" y="112"/>
                </a:cubicBezTo>
                <a:cubicBezTo>
                  <a:pt x="195" y="81"/>
                  <a:pt x="179" y="54"/>
                  <a:pt x="154" y="39"/>
                </a:cubicBezTo>
                <a:close/>
                <a:moveTo>
                  <a:pt x="79" y="175"/>
                </a:moveTo>
                <a:cubicBezTo>
                  <a:pt x="79" y="175"/>
                  <a:pt x="79" y="175"/>
                  <a:pt x="79" y="175"/>
                </a:cubicBezTo>
                <a:cubicBezTo>
                  <a:pt x="56" y="163"/>
                  <a:pt x="40" y="139"/>
                  <a:pt x="40" y="112"/>
                </a:cubicBezTo>
                <a:cubicBezTo>
                  <a:pt x="40" y="74"/>
                  <a:pt x="68" y="44"/>
                  <a:pt x="104" y="40"/>
                </a:cubicBezTo>
                <a:cubicBezTo>
                  <a:pt x="108" y="40"/>
                  <a:pt x="110" y="37"/>
                  <a:pt x="110" y="34"/>
                </a:cubicBezTo>
                <a:cubicBezTo>
                  <a:pt x="109" y="30"/>
                  <a:pt x="106" y="28"/>
                  <a:pt x="103" y="28"/>
                </a:cubicBezTo>
                <a:cubicBezTo>
                  <a:pt x="61" y="33"/>
                  <a:pt x="28" y="68"/>
                  <a:pt x="28" y="112"/>
                </a:cubicBezTo>
                <a:cubicBezTo>
                  <a:pt x="28" y="144"/>
                  <a:pt x="46" y="172"/>
                  <a:pt x="74" y="186"/>
                </a:cubicBezTo>
                <a:cubicBezTo>
                  <a:pt x="74" y="186"/>
                  <a:pt x="75" y="187"/>
                  <a:pt x="76" y="187"/>
                </a:cubicBezTo>
                <a:cubicBezTo>
                  <a:pt x="78" y="187"/>
                  <a:pt x="81" y="185"/>
                  <a:pt x="82" y="183"/>
                </a:cubicBezTo>
                <a:cubicBezTo>
                  <a:pt x="83" y="180"/>
                  <a:pt x="82" y="177"/>
                  <a:pt x="79" y="175"/>
                </a:cubicBezTo>
                <a:close/>
                <a:moveTo>
                  <a:pt x="225" y="0"/>
                </a:moveTo>
                <a:cubicBezTo>
                  <a:pt x="211" y="0"/>
                  <a:pt x="197" y="3"/>
                  <a:pt x="185" y="8"/>
                </a:cubicBezTo>
                <a:cubicBezTo>
                  <a:pt x="182" y="9"/>
                  <a:pt x="180" y="13"/>
                  <a:pt x="181" y="16"/>
                </a:cubicBezTo>
                <a:cubicBezTo>
                  <a:pt x="182" y="19"/>
                  <a:pt x="186" y="20"/>
                  <a:pt x="189" y="19"/>
                </a:cubicBezTo>
                <a:cubicBezTo>
                  <a:pt x="189" y="19"/>
                  <a:pt x="189" y="19"/>
                  <a:pt x="189" y="19"/>
                </a:cubicBezTo>
                <a:cubicBezTo>
                  <a:pt x="200" y="15"/>
                  <a:pt x="212" y="12"/>
                  <a:pt x="225" y="12"/>
                </a:cubicBezTo>
                <a:cubicBezTo>
                  <a:pt x="280" y="12"/>
                  <a:pt x="324" y="57"/>
                  <a:pt x="324" y="112"/>
                </a:cubicBezTo>
                <a:cubicBezTo>
                  <a:pt x="324" y="166"/>
                  <a:pt x="280" y="211"/>
                  <a:pt x="225" y="211"/>
                </a:cubicBezTo>
                <a:cubicBezTo>
                  <a:pt x="212" y="211"/>
                  <a:pt x="199" y="208"/>
                  <a:pt x="188" y="203"/>
                </a:cubicBezTo>
                <a:cubicBezTo>
                  <a:pt x="185" y="202"/>
                  <a:pt x="181" y="204"/>
                  <a:pt x="180" y="207"/>
                </a:cubicBezTo>
                <a:cubicBezTo>
                  <a:pt x="179" y="210"/>
                  <a:pt x="180" y="213"/>
                  <a:pt x="183" y="214"/>
                </a:cubicBezTo>
                <a:cubicBezTo>
                  <a:pt x="196" y="220"/>
                  <a:pt x="210" y="223"/>
                  <a:pt x="225" y="223"/>
                </a:cubicBezTo>
                <a:cubicBezTo>
                  <a:pt x="287" y="223"/>
                  <a:pt x="336" y="173"/>
                  <a:pt x="336" y="112"/>
                </a:cubicBezTo>
                <a:cubicBezTo>
                  <a:pt x="336" y="50"/>
                  <a:pt x="287" y="0"/>
                  <a:pt x="225" y="0"/>
                </a:cubicBezTo>
                <a:close/>
                <a:moveTo>
                  <a:pt x="225" y="183"/>
                </a:moveTo>
                <a:cubicBezTo>
                  <a:pt x="221" y="183"/>
                  <a:pt x="216" y="183"/>
                  <a:pt x="212" y="182"/>
                </a:cubicBezTo>
                <a:cubicBezTo>
                  <a:pt x="209" y="181"/>
                  <a:pt x="206" y="184"/>
                  <a:pt x="205" y="187"/>
                </a:cubicBezTo>
                <a:cubicBezTo>
                  <a:pt x="205" y="190"/>
                  <a:pt x="207" y="193"/>
                  <a:pt x="210" y="194"/>
                </a:cubicBezTo>
                <a:cubicBezTo>
                  <a:pt x="215" y="195"/>
                  <a:pt x="220" y="195"/>
                  <a:pt x="225" y="195"/>
                </a:cubicBezTo>
                <a:cubicBezTo>
                  <a:pt x="271" y="195"/>
                  <a:pt x="309" y="158"/>
                  <a:pt x="309" y="112"/>
                </a:cubicBezTo>
                <a:cubicBezTo>
                  <a:pt x="309" y="65"/>
                  <a:pt x="271" y="28"/>
                  <a:pt x="225" y="28"/>
                </a:cubicBezTo>
                <a:cubicBezTo>
                  <a:pt x="219" y="28"/>
                  <a:pt x="214" y="28"/>
                  <a:pt x="208" y="30"/>
                </a:cubicBezTo>
                <a:cubicBezTo>
                  <a:pt x="205" y="30"/>
                  <a:pt x="203" y="33"/>
                  <a:pt x="204" y="37"/>
                </a:cubicBezTo>
                <a:cubicBezTo>
                  <a:pt x="204" y="40"/>
                  <a:pt x="207" y="42"/>
                  <a:pt x="211" y="41"/>
                </a:cubicBezTo>
                <a:cubicBezTo>
                  <a:pt x="215" y="40"/>
                  <a:pt x="220" y="40"/>
                  <a:pt x="225" y="40"/>
                </a:cubicBezTo>
                <a:cubicBezTo>
                  <a:pt x="265" y="40"/>
                  <a:pt x="297" y="72"/>
                  <a:pt x="297" y="112"/>
                </a:cubicBezTo>
                <a:cubicBezTo>
                  <a:pt x="297" y="151"/>
                  <a:pt x="265" y="183"/>
                  <a:pt x="225" y="183"/>
                </a:cubicBezTo>
                <a:close/>
                <a:moveTo>
                  <a:pt x="157" y="88"/>
                </a:moveTo>
                <a:cubicBezTo>
                  <a:pt x="154" y="86"/>
                  <a:pt x="150" y="87"/>
                  <a:pt x="148" y="90"/>
                </a:cubicBezTo>
                <a:cubicBezTo>
                  <a:pt x="108" y="154"/>
                  <a:pt x="108" y="154"/>
                  <a:pt x="108" y="154"/>
                </a:cubicBezTo>
                <a:cubicBezTo>
                  <a:pt x="113" y="130"/>
                  <a:pt x="113" y="130"/>
                  <a:pt x="113" y="130"/>
                </a:cubicBezTo>
                <a:cubicBezTo>
                  <a:pt x="113" y="129"/>
                  <a:pt x="113" y="127"/>
                  <a:pt x="112" y="125"/>
                </a:cubicBezTo>
                <a:cubicBezTo>
                  <a:pt x="111" y="124"/>
                  <a:pt x="109" y="123"/>
                  <a:pt x="107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117" y="71"/>
                  <a:pt x="117" y="71"/>
                  <a:pt x="117" y="7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1" y="102"/>
                  <a:pt x="113" y="106"/>
                  <a:pt x="116" y="106"/>
                </a:cubicBezTo>
                <a:cubicBezTo>
                  <a:pt x="120" y="107"/>
                  <a:pt x="123" y="104"/>
                  <a:pt x="123" y="101"/>
                </a:cubicBezTo>
                <a:cubicBezTo>
                  <a:pt x="123" y="101"/>
                  <a:pt x="123" y="101"/>
                  <a:pt x="123" y="101"/>
                </a:cubicBezTo>
                <a:cubicBezTo>
                  <a:pt x="133" y="43"/>
                  <a:pt x="133" y="43"/>
                  <a:pt x="133" y="43"/>
                </a:cubicBezTo>
                <a:cubicBezTo>
                  <a:pt x="134" y="40"/>
                  <a:pt x="132" y="38"/>
                  <a:pt x="130" y="37"/>
                </a:cubicBezTo>
                <a:cubicBezTo>
                  <a:pt x="127" y="36"/>
                  <a:pt x="124" y="37"/>
                  <a:pt x="122" y="39"/>
                </a:cubicBezTo>
                <a:cubicBezTo>
                  <a:pt x="67" y="126"/>
                  <a:pt x="67" y="126"/>
                  <a:pt x="67" y="126"/>
                </a:cubicBezTo>
                <a:cubicBezTo>
                  <a:pt x="66" y="128"/>
                  <a:pt x="66" y="130"/>
                  <a:pt x="67" y="132"/>
                </a:cubicBezTo>
                <a:cubicBezTo>
                  <a:pt x="68" y="134"/>
                  <a:pt x="70" y="135"/>
                  <a:pt x="72" y="135"/>
                </a:cubicBezTo>
                <a:cubicBezTo>
                  <a:pt x="100" y="135"/>
                  <a:pt x="100" y="135"/>
                  <a:pt x="100" y="135"/>
                </a:cubicBezTo>
                <a:cubicBezTo>
                  <a:pt x="89" y="184"/>
                  <a:pt x="89" y="184"/>
                  <a:pt x="89" y="184"/>
                </a:cubicBezTo>
                <a:cubicBezTo>
                  <a:pt x="89" y="187"/>
                  <a:pt x="90" y="190"/>
                  <a:pt x="93" y="191"/>
                </a:cubicBezTo>
                <a:cubicBezTo>
                  <a:pt x="93" y="191"/>
                  <a:pt x="94" y="191"/>
                  <a:pt x="95" y="191"/>
                </a:cubicBezTo>
                <a:cubicBezTo>
                  <a:pt x="97" y="191"/>
                  <a:pt x="99" y="190"/>
                  <a:pt x="100" y="188"/>
                </a:cubicBezTo>
                <a:cubicBezTo>
                  <a:pt x="159" y="96"/>
                  <a:pt x="159" y="96"/>
                  <a:pt x="159" y="96"/>
                </a:cubicBezTo>
                <a:cubicBezTo>
                  <a:pt x="160" y="94"/>
                  <a:pt x="160" y="90"/>
                  <a:pt x="157" y="88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7" name="Freeform 6">
            <a:extLst>
              <a:ext uri="{FF2B5EF4-FFF2-40B4-BE49-F238E27FC236}">
                <a16:creationId xmlns:a16="http://schemas.microsoft.com/office/drawing/2014/main" id="{02E06164-D35D-4574-8221-2CA68057E6AB}"/>
              </a:ext>
            </a:extLst>
          </p:cNvPr>
          <p:cNvSpPr>
            <a:spLocks noEditPoints="1"/>
          </p:cNvSpPr>
          <p:nvPr/>
        </p:nvSpPr>
        <p:spPr bwMode="auto">
          <a:xfrm>
            <a:off x="7854367" y="3330196"/>
            <a:ext cx="1019172" cy="1014664"/>
          </a:xfrm>
          <a:custGeom>
            <a:avLst/>
            <a:gdLst>
              <a:gd name="T0" fmla="*/ 53 w 340"/>
              <a:gd name="T1" fmla="*/ 150 h 337"/>
              <a:gd name="T2" fmla="*/ 53 w 340"/>
              <a:gd name="T3" fmla="*/ 132 h 337"/>
              <a:gd name="T4" fmla="*/ 113 w 340"/>
              <a:gd name="T5" fmla="*/ 144 h 337"/>
              <a:gd name="T6" fmla="*/ 125 w 340"/>
              <a:gd name="T7" fmla="*/ 91 h 337"/>
              <a:gd name="T8" fmla="*/ 179 w 340"/>
              <a:gd name="T9" fmla="*/ 125 h 337"/>
              <a:gd name="T10" fmla="*/ 191 w 340"/>
              <a:gd name="T11" fmla="*/ 144 h 337"/>
              <a:gd name="T12" fmla="*/ 179 w 340"/>
              <a:gd name="T13" fmla="*/ 125 h 337"/>
              <a:gd name="T14" fmla="*/ 251 w 340"/>
              <a:gd name="T15" fmla="*/ 150 h 337"/>
              <a:gd name="T16" fmla="*/ 251 w 340"/>
              <a:gd name="T17" fmla="*/ 96 h 337"/>
              <a:gd name="T18" fmla="*/ 313 w 340"/>
              <a:gd name="T19" fmla="*/ 144 h 337"/>
              <a:gd name="T20" fmla="*/ 325 w 340"/>
              <a:gd name="T21" fmla="*/ 46 h 337"/>
              <a:gd name="T22" fmla="*/ 334 w 340"/>
              <a:gd name="T23" fmla="*/ 155 h 337"/>
              <a:gd name="T24" fmla="*/ 48 w 340"/>
              <a:gd name="T25" fmla="*/ 167 h 337"/>
              <a:gd name="T26" fmla="*/ 334 w 340"/>
              <a:gd name="T27" fmla="*/ 155 h 337"/>
              <a:gd name="T28" fmla="*/ 173 w 340"/>
              <a:gd name="T29" fmla="*/ 83 h 337"/>
              <a:gd name="T30" fmla="*/ 118 w 340"/>
              <a:gd name="T31" fmla="*/ 45 h 337"/>
              <a:gd name="T32" fmla="*/ 62 w 340"/>
              <a:gd name="T33" fmla="*/ 93 h 337"/>
              <a:gd name="T34" fmla="*/ 52 w 340"/>
              <a:gd name="T35" fmla="*/ 126 h 337"/>
              <a:gd name="T36" fmla="*/ 108 w 340"/>
              <a:gd name="T37" fmla="*/ 77 h 337"/>
              <a:gd name="T38" fmla="*/ 168 w 340"/>
              <a:gd name="T39" fmla="*/ 93 h 337"/>
              <a:gd name="T40" fmla="*/ 204 w 340"/>
              <a:gd name="T41" fmla="*/ 97 h 337"/>
              <a:gd name="T42" fmla="*/ 269 w 340"/>
              <a:gd name="T43" fmla="*/ 73 h 337"/>
              <a:gd name="T44" fmla="*/ 318 w 340"/>
              <a:gd name="T45" fmla="*/ 36 h 337"/>
              <a:gd name="T46" fmla="*/ 300 w 340"/>
              <a:gd name="T47" fmla="*/ 18 h 337"/>
              <a:gd name="T48" fmla="*/ 251 w 340"/>
              <a:gd name="T49" fmla="*/ 55 h 337"/>
              <a:gd name="T50" fmla="*/ 52 w 340"/>
              <a:gd name="T51" fmla="*/ 114 h 337"/>
              <a:gd name="T52" fmla="*/ 58 w 340"/>
              <a:gd name="T53" fmla="*/ 108 h 337"/>
              <a:gd name="T54" fmla="*/ 112 w 340"/>
              <a:gd name="T55" fmla="*/ 63 h 337"/>
              <a:gd name="T56" fmla="*/ 118 w 340"/>
              <a:gd name="T57" fmla="*/ 69 h 337"/>
              <a:gd name="T58" fmla="*/ 186 w 340"/>
              <a:gd name="T59" fmla="*/ 90 h 337"/>
              <a:gd name="T60" fmla="*/ 318 w 340"/>
              <a:gd name="T61" fmla="*/ 12 h 337"/>
              <a:gd name="T62" fmla="*/ 312 w 340"/>
              <a:gd name="T63" fmla="*/ 18 h 337"/>
              <a:gd name="T64" fmla="*/ 257 w 340"/>
              <a:gd name="T65" fmla="*/ 73 h 337"/>
              <a:gd name="T66" fmla="*/ 251 w 340"/>
              <a:gd name="T67" fmla="*/ 67 h 337"/>
              <a:gd name="T68" fmla="*/ 131 w 340"/>
              <a:gd name="T69" fmla="*/ 228 h 337"/>
              <a:gd name="T70" fmla="*/ 133 w 340"/>
              <a:gd name="T71" fmla="*/ 240 h 337"/>
              <a:gd name="T72" fmla="*/ 219 w 340"/>
              <a:gd name="T73" fmla="*/ 180 h 337"/>
              <a:gd name="T74" fmla="*/ 282 w 340"/>
              <a:gd name="T75" fmla="*/ 244 h 337"/>
              <a:gd name="T76" fmla="*/ 256 w 340"/>
              <a:gd name="T77" fmla="*/ 246 h 337"/>
              <a:gd name="T78" fmla="*/ 256 w 340"/>
              <a:gd name="T79" fmla="*/ 177 h 337"/>
              <a:gd name="T80" fmla="*/ 12 w 340"/>
              <a:gd name="T81" fmla="*/ 135 h 337"/>
              <a:gd name="T82" fmla="*/ 233 w 340"/>
              <a:gd name="T83" fmla="*/ 53 h 337"/>
              <a:gd name="T84" fmla="*/ 0 w 340"/>
              <a:gd name="T85" fmla="*/ 135 h 337"/>
              <a:gd name="T86" fmla="*/ 248 w 340"/>
              <a:gd name="T87" fmla="*/ 255 h 337"/>
              <a:gd name="T88" fmla="*/ 245 w 340"/>
              <a:gd name="T89" fmla="*/ 281 h 337"/>
              <a:gd name="T90" fmla="*/ 307 w 340"/>
              <a:gd name="T91" fmla="*/ 337 h 337"/>
              <a:gd name="T92" fmla="*/ 321 w 340"/>
              <a:gd name="T93" fmla="*/ 331 h 337"/>
              <a:gd name="T94" fmla="*/ 334 w 340"/>
              <a:gd name="T95" fmla="*/ 295 h 337"/>
              <a:gd name="T96" fmla="*/ 313 w 340"/>
              <a:gd name="T97" fmla="*/ 322 h 337"/>
              <a:gd name="T98" fmla="*/ 253 w 340"/>
              <a:gd name="T99" fmla="*/ 272 h 337"/>
              <a:gd name="T100" fmla="*/ 265 w 340"/>
              <a:gd name="T101" fmla="*/ 254 h 337"/>
              <a:gd name="T102" fmla="*/ 274 w 340"/>
              <a:gd name="T103" fmla="*/ 252 h 337"/>
              <a:gd name="T104" fmla="*/ 323 w 340"/>
              <a:gd name="T105" fmla="*/ 312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40" h="337">
                <a:moveTo>
                  <a:pt x="46" y="138"/>
                </a:moveTo>
                <a:cubicBezTo>
                  <a:pt x="46" y="144"/>
                  <a:pt x="46" y="144"/>
                  <a:pt x="46" y="144"/>
                </a:cubicBezTo>
                <a:cubicBezTo>
                  <a:pt x="46" y="148"/>
                  <a:pt x="49" y="150"/>
                  <a:pt x="53" y="150"/>
                </a:cubicBezTo>
                <a:cubicBezTo>
                  <a:pt x="56" y="150"/>
                  <a:pt x="59" y="148"/>
                  <a:pt x="59" y="144"/>
                </a:cubicBezTo>
                <a:cubicBezTo>
                  <a:pt x="59" y="138"/>
                  <a:pt x="59" y="138"/>
                  <a:pt x="59" y="138"/>
                </a:cubicBezTo>
                <a:cubicBezTo>
                  <a:pt x="59" y="134"/>
                  <a:pt x="56" y="132"/>
                  <a:pt x="53" y="132"/>
                </a:cubicBezTo>
                <a:cubicBezTo>
                  <a:pt x="49" y="132"/>
                  <a:pt x="46" y="134"/>
                  <a:pt x="46" y="138"/>
                </a:cubicBezTo>
                <a:close/>
                <a:moveTo>
                  <a:pt x="113" y="91"/>
                </a:moveTo>
                <a:cubicBezTo>
                  <a:pt x="113" y="144"/>
                  <a:pt x="113" y="144"/>
                  <a:pt x="113" y="144"/>
                </a:cubicBezTo>
                <a:cubicBezTo>
                  <a:pt x="113" y="148"/>
                  <a:pt x="116" y="150"/>
                  <a:pt x="119" y="150"/>
                </a:cubicBezTo>
                <a:cubicBezTo>
                  <a:pt x="122" y="150"/>
                  <a:pt x="125" y="148"/>
                  <a:pt x="125" y="144"/>
                </a:cubicBezTo>
                <a:cubicBezTo>
                  <a:pt x="125" y="91"/>
                  <a:pt x="125" y="91"/>
                  <a:pt x="125" y="91"/>
                </a:cubicBezTo>
                <a:cubicBezTo>
                  <a:pt x="125" y="88"/>
                  <a:pt x="122" y="85"/>
                  <a:pt x="119" y="85"/>
                </a:cubicBezTo>
                <a:cubicBezTo>
                  <a:pt x="116" y="85"/>
                  <a:pt x="113" y="88"/>
                  <a:pt x="113" y="91"/>
                </a:cubicBezTo>
                <a:close/>
                <a:moveTo>
                  <a:pt x="179" y="125"/>
                </a:moveTo>
                <a:cubicBezTo>
                  <a:pt x="179" y="144"/>
                  <a:pt x="179" y="144"/>
                  <a:pt x="179" y="144"/>
                </a:cubicBezTo>
                <a:cubicBezTo>
                  <a:pt x="179" y="148"/>
                  <a:pt x="182" y="150"/>
                  <a:pt x="185" y="150"/>
                </a:cubicBezTo>
                <a:cubicBezTo>
                  <a:pt x="188" y="150"/>
                  <a:pt x="191" y="148"/>
                  <a:pt x="191" y="144"/>
                </a:cubicBezTo>
                <a:cubicBezTo>
                  <a:pt x="191" y="125"/>
                  <a:pt x="191" y="125"/>
                  <a:pt x="191" y="125"/>
                </a:cubicBezTo>
                <a:cubicBezTo>
                  <a:pt x="191" y="121"/>
                  <a:pt x="188" y="119"/>
                  <a:pt x="185" y="119"/>
                </a:cubicBezTo>
                <a:cubicBezTo>
                  <a:pt x="182" y="119"/>
                  <a:pt x="179" y="121"/>
                  <a:pt x="179" y="125"/>
                </a:cubicBezTo>
                <a:close/>
                <a:moveTo>
                  <a:pt x="245" y="102"/>
                </a:moveTo>
                <a:cubicBezTo>
                  <a:pt x="245" y="144"/>
                  <a:pt x="245" y="144"/>
                  <a:pt x="245" y="144"/>
                </a:cubicBezTo>
                <a:cubicBezTo>
                  <a:pt x="245" y="148"/>
                  <a:pt x="248" y="150"/>
                  <a:pt x="251" y="150"/>
                </a:cubicBezTo>
                <a:cubicBezTo>
                  <a:pt x="254" y="150"/>
                  <a:pt x="257" y="148"/>
                  <a:pt x="257" y="144"/>
                </a:cubicBezTo>
                <a:cubicBezTo>
                  <a:pt x="257" y="102"/>
                  <a:pt x="257" y="102"/>
                  <a:pt x="257" y="102"/>
                </a:cubicBezTo>
                <a:cubicBezTo>
                  <a:pt x="257" y="98"/>
                  <a:pt x="254" y="96"/>
                  <a:pt x="251" y="96"/>
                </a:cubicBezTo>
                <a:cubicBezTo>
                  <a:pt x="248" y="96"/>
                  <a:pt x="245" y="98"/>
                  <a:pt x="245" y="102"/>
                </a:cubicBezTo>
                <a:close/>
                <a:moveTo>
                  <a:pt x="313" y="46"/>
                </a:moveTo>
                <a:cubicBezTo>
                  <a:pt x="313" y="144"/>
                  <a:pt x="313" y="144"/>
                  <a:pt x="313" y="144"/>
                </a:cubicBezTo>
                <a:cubicBezTo>
                  <a:pt x="313" y="148"/>
                  <a:pt x="316" y="150"/>
                  <a:pt x="319" y="150"/>
                </a:cubicBezTo>
                <a:cubicBezTo>
                  <a:pt x="322" y="150"/>
                  <a:pt x="325" y="148"/>
                  <a:pt x="325" y="144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5" y="43"/>
                  <a:pt x="322" y="40"/>
                  <a:pt x="319" y="40"/>
                </a:cubicBezTo>
                <a:cubicBezTo>
                  <a:pt x="316" y="40"/>
                  <a:pt x="313" y="43"/>
                  <a:pt x="313" y="46"/>
                </a:cubicBezTo>
                <a:close/>
                <a:moveTo>
                  <a:pt x="334" y="155"/>
                </a:moveTo>
                <a:cubicBezTo>
                  <a:pt x="48" y="155"/>
                  <a:pt x="48" y="155"/>
                  <a:pt x="48" y="155"/>
                </a:cubicBezTo>
                <a:cubicBezTo>
                  <a:pt x="44" y="155"/>
                  <a:pt x="42" y="158"/>
                  <a:pt x="42" y="161"/>
                </a:cubicBezTo>
                <a:cubicBezTo>
                  <a:pt x="42" y="164"/>
                  <a:pt x="44" y="167"/>
                  <a:pt x="48" y="167"/>
                </a:cubicBezTo>
                <a:cubicBezTo>
                  <a:pt x="334" y="167"/>
                  <a:pt x="334" y="167"/>
                  <a:pt x="334" y="167"/>
                </a:cubicBezTo>
                <a:cubicBezTo>
                  <a:pt x="338" y="167"/>
                  <a:pt x="340" y="164"/>
                  <a:pt x="340" y="161"/>
                </a:cubicBezTo>
                <a:cubicBezTo>
                  <a:pt x="340" y="158"/>
                  <a:pt x="338" y="155"/>
                  <a:pt x="334" y="155"/>
                </a:cubicBezTo>
                <a:close/>
                <a:moveTo>
                  <a:pt x="200" y="85"/>
                </a:moveTo>
                <a:cubicBezTo>
                  <a:pt x="197" y="81"/>
                  <a:pt x="192" y="78"/>
                  <a:pt x="186" y="78"/>
                </a:cubicBezTo>
                <a:cubicBezTo>
                  <a:pt x="181" y="78"/>
                  <a:pt x="177" y="80"/>
                  <a:pt x="173" y="83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136" y="63"/>
                  <a:pt x="136" y="63"/>
                  <a:pt x="136" y="63"/>
                </a:cubicBezTo>
                <a:cubicBezTo>
                  <a:pt x="136" y="53"/>
                  <a:pt x="128" y="45"/>
                  <a:pt x="118" y="45"/>
                </a:cubicBezTo>
                <a:cubicBezTo>
                  <a:pt x="108" y="45"/>
                  <a:pt x="100" y="53"/>
                  <a:pt x="100" y="63"/>
                </a:cubicBezTo>
                <a:cubicBezTo>
                  <a:pt x="100" y="64"/>
                  <a:pt x="101" y="66"/>
                  <a:pt x="101" y="67"/>
                </a:cubicBezTo>
                <a:cubicBezTo>
                  <a:pt x="62" y="93"/>
                  <a:pt x="62" y="93"/>
                  <a:pt x="62" y="93"/>
                </a:cubicBezTo>
                <a:cubicBezTo>
                  <a:pt x="59" y="91"/>
                  <a:pt x="56" y="90"/>
                  <a:pt x="52" y="90"/>
                </a:cubicBezTo>
                <a:cubicBezTo>
                  <a:pt x="42" y="90"/>
                  <a:pt x="34" y="98"/>
                  <a:pt x="34" y="108"/>
                </a:cubicBezTo>
                <a:cubicBezTo>
                  <a:pt x="34" y="118"/>
                  <a:pt x="42" y="126"/>
                  <a:pt x="52" y="126"/>
                </a:cubicBezTo>
                <a:cubicBezTo>
                  <a:pt x="62" y="126"/>
                  <a:pt x="70" y="118"/>
                  <a:pt x="70" y="108"/>
                </a:cubicBezTo>
                <a:cubicBezTo>
                  <a:pt x="70" y="106"/>
                  <a:pt x="70" y="105"/>
                  <a:pt x="69" y="103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11" y="79"/>
                  <a:pt x="114" y="81"/>
                  <a:pt x="118" y="81"/>
                </a:cubicBezTo>
                <a:cubicBezTo>
                  <a:pt x="124" y="81"/>
                  <a:pt x="128" y="78"/>
                  <a:pt x="132" y="75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4"/>
                  <a:pt x="168" y="95"/>
                  <a:pt x="168" y="96"/>
                </a:cubicBezTo>
                <a:cubicBezTo>
                  <a:pt x="168" y="106"/>
                  <a:pt x="176" y="114"/>
                  <a:pt x="186" y="114"/>
                </a:cubicBezTo>
                <a:cubicBezTo>
                  <a:pt x="195" y="114"/>
                  <a:pt x="203" y="106"/>
                  <a:pt x="204" y="97"/>
                </a:cubicBezTo>
                <a:cubicBezTo>
                  <a:pt x="237" y="84"/>
                  <a:pt x="237" y="84"/>
                  <a:pt x="237" y="84"/>
                </a:cubicBezTo>
                <a:cubicBezTo>
                  <a:pt x="240" y="88"/>
                  <a:pt x="245" y="91"/>
                  <a:pt x="251" y="91"/>
                </a:cubicBezTo>
                <a:cubicBezTo>
                  <a:pt x="261" y="91"/>
                  <a:pt x="269" y="83"/>
                  <a:pt x="269" y="73"/>
                </a:cubicBezTo>
                <a:cubicBezTo>
                  <a:pt x="269" y="71"/>
                  <a:pt x="269" y="69"/>
                  <a:pt x="268" y="67"/>
                </a:cubicBezTo>
                <a:cubicBezTo>
                  <a:pt x="310" y="34"/>
                  <a:pt x="310" y="34"/>
                  <a:pt x="310" y="34"/>
                </a:cubicBezTo>
                <a:cubicBezTo>
                  <a:pt x="313" y="35"/>
                  <a:pt x="315" y="36"/>
                  <a:pt x="318" y="36"/>
                </a:cubicBezTo>
                <a:cubicBezTo>
                  <a:pt x="328" y="36"/>
                  <a:pt x="336" y="28"/>
                  <a:pt x="336" y="18"/>
                </a:cubicBezTo>
                <a:cubicBezTo>
                  <a:pt x="336" y="8"/>
                  <a:pt x="328" y="0"/>
                  <a:pt x="318" y="0"/>
                </a:cubicBezTo>
                <a:cubicBezTo>
                  <a:pt x="308" y="0"/>
                  <a:pt x="300" y="8"/>
                  <a:pt x="300" y="18"/>
                </a:cubicBezTo>
                <a:cubicBezTo>
                  <a:pt x="300" y="21"/>
                  <a:pt x="301" y="23"/>
                  <a:pt x="302" y="25"/>
                </a:cubicBezTo>
                <a:cubicBezTo>
                  <a:pt x="260" y="58"/>
                  <a:pt x="260" y="58"/>
                  <a:pt x="260" y="58"/>
                </a:cubicBezTo>
                <a:cubicBezTo>
                  <a:pt x="258" y="56"/>
                  <a:pt x="255" y="55"/>
                  <a:pt x="251" y="55"/>
                </a:cubicBezTo>
                <a:cubicBezTo>
                  <a:pt x="242" y="55"/>
                  <a:pt x="234" y="63"/>
                  <a:pt x="233" y="73"/>
                </a:cubicBezTo>
                <a:lnTo>
                  <a:pt x="200" y="85"/>
                </a:lnTo>
                <a:close/>
                <a:moveTo>
                  <a:pt x="52" y="114"/>
                </a:moveTo>
                <a:cubicBezTo>
                  <a:pt x="48" y="114"/>
                  <a:pt x="46" y="111"/>
                  <a:pt x="46" y="108"/>
                </a:cubicBezTo>
                <a:cubicBezTo>
                  <a:pt x="46" y="104"/>
                  <a:pt x="48" y="102"/>
                  <a:pt x="52" y="102"/>
                </a:cubicBezTo>
                <a:cubicBezTo>
                  <a:pt x="55" y="102"/>
                  <a:pt x="58" y="104"/>
                  <a:pt x="58" y="108"/>
                </a:cubicBezTo>
                <a:cubicBezTo>
                  <a:pt x="58" y="111"/>
                  <a:pt x="55" y="114"/>
                  <a:pt x="52" y="114"/>
                </a:cubicBezTo>
                <a:close/>
                <a:moveTo>
                  <a:pt x="118" y="69"/>
                </a:moveTo>
                <a:cubicBezTo>
                  <a:pt x="115" y="69"/>
                  <a:pt x="112" y="66"/>
                  <a:pt x="112" y="63"/>
                </a:cubicBezTo>
                <a:cubicBezTo>
                  <a:pt x="112" y="59"/>
                  <a:pt x="115" y="57"/>
                  <a:pt x="118" y="57"/>
                </a:cubicBezTo>
                <a:cubicBezTo>
                  <a:pt x="122" y="57"/>
                  <a:pt x="124" y="59"/>
                  <a:pt x="124" y="63"/>
                </a:cubicBezTo>
                <a:cubicBezTo>
                  <a:pt x="124" y="66"/>
                  <a:pt x="122" y="69"/>
                  <a:pt x="118" y="69"/>
                </a:cubicBezTo>
                <a:close/>
                <a:moveTo>
                  <a:pt x="186" y="102"/>
                </a:moveTo>
                <a:cubicBezTo>
                  <a:pt x="182" y="102"/>
                  <a:pt x="180" y="99"/>
                  <a:pt x="180" y="96"/>
                </a:cubicBezTo>
                <a:cubicBezTo>
                  <a:pt x="180" y="92"/>
                  <a:pt x="182" y="90"/>
                  <a:pt x="186" y="90"/>
                </a:cubicBezTo>
                <a:cubicBezTo>
                  <a:pt x="189" y="90"/>
                  <a:pt x="192" y="92"/>
                  <a:pt x="192" y="96"/>
                </a:cubicBezTo>
                <a:cubicBezTo>
                  <a:pt x="192" y="99"/>
                  <a:pt x="189" y="102"/>
                  <a:pt x="186" y="102"/>
                </a:cubicBezTo>
                <a:close/>
                <a:moveTo>
                  <a:pt x="318" y="12"/>
                </a:moveTo>
                <a:cubicBezTo>
                  <a:pt x="322" y="12"/>
                  <a:pt x="324" y="15"/>
                  <a:pt x="324" y="18"/>
                </a:cubicBezTo>
                <a:cubicBezTo>
                  <a:pt x="324" y="21"/>
                  <a:pt x="322" y="24"/>
                  <a:pt x="318" y="24"/>
                </a:cubicBezTo>
                <a:cubicBezTo>
                  <a:pt x="315" y="24"/>
                  <a:pt x="312" y="21"/>
                  <a:pt x="312" y="18"/>
                </a:cubicBezTo>
                <a:cubicBezTo>
                  <a:pt x="312" y="15"/>
                  <a:pt x="315" y="12"/>
                  <a:pt x="318" y="12"/>
                </a:cubicBezTo>
                <a:close/>
                <a:moveTo>
                  <a:pt x="251" y="67"/>
                </a:moveTo>
                <a:cubicBezTo>
                  <a:pt x="255" y="67"/>
                  <a:pt x="257" y="70"/>
                  <a:pt x="257" y="73"/>
                </a:cubicBezTo>
                <a:cubicBezTo>
                  <a:pt x="257" y="77"/>
                  <a:pt x="255" y="79"/>
                  <a:pt x="251" y="79"/>
                </a:cubicBezTo>
                <a:cubicBezTo>
                  <a:pt x="248" y="79"/>
                  <a:pt x="245" y="77"/>
                  <a:pt x="245" y="73"/>
                </a:cubicBezTo>
                <a:cubicBezTo>
                  <a:pt x="245" y="70"/>
                  <a:pt x="248" y="67"/>
                  <a:pt x="251" y="67"/>
                </a:cubicBezTo>
                <a:close/>
                <a:moveTo>
                  <a:pt x="218" y="182"/>
                </a:moveTo>
                <a:cubicBezTo>
                  <a:pt x="212" y="191"/>
                  <a:pt x="186" y="228"/>
                  <a:pt x="133" y="228"/>
                </a:cubicBezTo>
                <a:cubicBezTo>
                  <a:pt x="132" y="228"/>
                  <a:pt x="132" y="228"/>
                  <a:pt x="131" y="228"/>
                </a:cubicBezTo>
                <a:cubicBezTo>
                  <a:pt x="128" y="228"/>
                  <a:pt x="125" y="231"/>
                  <a:pt x="125" y="234"/>
                </a:cubicBezTo>
                <a:cubicBezTo>
                  <a:pt x="125" y="238"/>
                  <a:pt x="128" y="240"/>
                  <a:pt x="131" y="240"/>
                </a:cubicBezTo>
                <a:cubicBezTo>
                  <a:pt x="133" y="240"/>
                  <a:pt x="133" y="240"/>
                  <a:pt x="133" y="240"/>
                </a:cubicBezTo>
                <a:cubicBezTo>
                  <a:pt x="201" y="240"/>
                  <a:pt x="229" y="186"/>
                  <a:pt x="229" y="185"/>
                </a:cubicBezTo>
                <a:cubicBezTo>
                  <a:pt x="231" y="182"/>
                  <a:pt x="230" y="179"/>
                  <a:pt x="227" y="177"/>
                </a:cubicBezTo>
                <a:cubicBezTo>
                  <a:pt x="224" y="176"/>
                  <a:pt x="220" y="177"/>
                  <a:pt x="219" y="180"/>
                </a:cubicBezTo>
                <a:cubicBezTo>
                  <a:pt x="219" y="180"/>
                  <a:pt x="219" y="180"/>
                  <a:pt x="219" y="180"/>
                </a:cubicBezTo>
                <a:cubicBezTo>
                  <a:pt x="219" y="180"/>
                  <a:pt x="218" y="180"/>
                  <a:pt x="218" y="182"/>
                </a:cubicBezTo>
                <a:close/>
                <a:moveTo>
                  <a:pt x="282" y="244"/>
                </a:moveTo>
                <a:cubicBezTo>
                  <a:pt x="279" y="241"/>
                  <a:pt x="275" y="239"/>
                  <a:pt x="271" y="239"/>
                </a:cubicBezTo>
                <a:cubicBezTo>
                  <a:pt x="266" y="239"/>
                  <a:pt x="261" y="241"/>
                  <a:pt x="257" y="245"/>
                </a:cubicBezTo>
                <a:cubicBezTo>
                  <a:pt x="256" y="246"/>
                  <a:pt x="256" y="246"/>
                  <a:pt x="256" y="246"/>
                </a:cubicBezTo>
                <a:cubicBezTo>
                  <a:pt x="234" y="224"/>
                  <a:pt x="234" y="224"/>
                  <a:pt x="234" y="224"/>
                </a:cubicBezTo>
                <a:cubicBezTo>
                  <a:pt x="245" y="213"/>
                  <a:pt x="253" y="200"/>
                  <a:pt x="259" y="185"/>
                </a:cubicBezTo>
                <a:cubicBezTo>
                  <a:pt x="260" y="182"/>
                  <a:pt x="259" y="178"/>
                  <a:pt x="256" y="177"/>
                </a:cubicBezTo>
                <a:cubicBezTo>
                  <a:pt x="252" y="176"/>
                  <a:pt x="249" y="177"/>
                  <a:pt x="248" y="181"/>
                </a:cubicBezTo>
                <a:cubicBezTo>
                  <a:pt x="230" y="225"/>
                  <a:pt x="186" y="257"/>
                  <a:pt x="134" y="257"/>
                </a:cubicBezTo>
                <a:cubicBezTo>
                  <a:pt x="67" y="257"/>
                  <a:pt x="13" y="202"/>
                  <a:pt x="12" y="135"/>
                </a:cubicBezTo>
                <a:cubicBezTo>
                  <a:pt x="13" y="68"/>
                  <a:pt x="67" y="13"/>
                  <a:pt x="134" y="13"/>
                </a:cubicBezTo>
                <a:cubicBezTo>
                  <a:pt x="170" y="13"/>
                  <a:pt x="202" y="28"/>
                  <a:pt x="225" y="53"/>
                </a:cubicBezTo>
                <a:cubicBezTo>
                  <a:pt x="227" y="55"/>
                  <a:pt x="231" y="55"/>
                  <a:pt x="233" y="53"/>
                </a:cubicBezTo>
                <a:cubicBezTo>
                  <a:pt x="235" y="51"/>
                  <a:pt x="236" y="47"/>
                  <a:pt x="233" y="45"/>
                </a:cubicBezTo>
                <a:cubicBezTo>
                  <a:pt x="209" y="18"/>
                  <a:pt x="174" y="1"/>
                  <a:pt x="134" y="1"/>
                </a:cubicBezTo>
                <a:cubicBezTo>
                  <a:pt x="60" y="1"/>
                  <a:pt x="1" y="61"/>
                  <a:pt x="0" y="135"/>
                </a:cubicBezTo>
                <a:cubicBezTo>
                  <a:pt x="1" y="209"/>
                  <a:pt x="60" y="269"/>
                  <a:pt x="134" y="269"/>
                </a:cubicBezTo>
                <a:cubicBezTo>
                  <a:pt x="170" y="269"/>
                  <a:pt x="202" y="255"/>
                  <a:pt x="226" y="233"/>
                </a:cubicBezTo>
                <a:cubicBezTo>
                  <a:pt x="248" y="255"/>
                  <a:pt x="248" y="255"/>
                  <a:pt x="248" y="255"/>
                </a:cubicBezTo>
                <a:cubicBezTo>
                  <a:pt x="247" y="256"/>
                  <a:pt x="247" y="256"/>
                  <a:pt x="247" y="256"/>
                </a:cubicBezTo>
                <a:cubicBezTo>
                  <a:pt x="243" y="260"/>
                  <a:pt x="240" y="265"/>
                  <a:pt x="240" y="270"/>
                </a:cubicBezTo>
                <a:cubicBezTo>
                  <a:pt x="240" y="274"/>
                  <a:pt x="242" y="278"/>
                  <a:pt x="245" y="281"/>
                </a:cubicBezTo>
                <a:cubicBezTo>
                  <a:pt x="296" y="333"/>
                  <a:pt x="296" y="333"/>
                  <a:pt x="296" y="333"/>
                </a:cubicBezTo>
                <a:cubicBezTo>
                  <a:pt x="299" y="336"/>
                  <a:pt x="303" y="337"/>
                  <a:pt x="307" y="337"/>
                </a:cubicBezTo>
                <a:cubicBezTo>
                  <a:pt x="307" y="337"/>
                  <a:pt x="307" y="337"/>
                  <a:pt x="307" y="337"/>
                </a:cubicBezTo>
                <a:cubicBezTo>
                  <a:pt x="312" y="337"/>
                  <a:pt x="317" y="335"/>
                  <a:pt x="321" y="331"/>
                </a:cubicBezTo>
                <a:cubicBezTo>
                  <a:pt x="317" y="327"/>
                  <a:pt x="317" y="327"/>
                  <a:pt x="317" y="327"/>
                </a:cubicBezTo>
                <a:cubicBezTo>
                  <a:pt x="321" y="331"/>
                  <a:pt x="321" y="331"/>
                  <a:pt x="321" y="331"/>
                </a:cubicBezTo>
                <a:cubicBezTo>
                  <a:pt x="332" y="320"/>
                  <a:pt x="332" y="320"/>
                  <a:pt x="332" y="320"/>
                </a:cubicBezTo>
                <a:cubicBezTo>
                  <a:pt x="336" y="316"/>
                  <a:pt x="338" y="311"/>
                  <a:pt x="338" y="306"/>
                </a:cubicBezTo>
                <a:cubicBezTo>
                  <a:pt x="338" y="302"/>
                  <a:pt x="337" y="298"/>
                  <a:pt x="334" y="295"/>
                </a:cubicBezTo>
                <a:lnTo>
                  <a:pt x="282" y="244"/>
                </a:lnTo>
                <a:close/>
                <a:moveTo>
                  <a:pt x="323" y="312"/>
                </a:moveTo>
                <a:cubicBezTo>
                  <a:pt x="313" y="322"/>
                  <a:pt x="313" y="322"/>
                  <a:pt x="313" y="322"/>
                </a:cubicBezTo>
                <a:cubicBezTo>
                  <a:pt x="311" y="324"/>
                  <a:pt x="309" y="325"/>
                  <a:pt x="307" y="325"/>
                </a:cubicBezTo>
                <a:cubicBezTo>
                  <a:pt x="306" y="325"/>
                  <a:pt x="305" y="325"/>
                  <a:pt x="305" y="324"/>
                </a:cubicBezTo>
                <a:cubicBezTo>
                  <a:pt x="253" y="272"/>
                  <a:pt x="253" y="272"/>
                  <a:pt x="253" y="272"/>
                </a:cubicBezTo>
                <a:cubicBezTo>
                  <a:pt x="253" y="272"/>
                  <a:pt x="252" y="271"/>
                  <a:pt x="252" y="270"/>
                </a:cubicBezTo>
                <a:cubicBezTo>
                  <a:pt x="252" y="269"/>
                  <a:pt x="253" y="266"/>
                  <a:pt x="255" y="264"/>
                </a:cubicBezTo>
                <a:cubicBezTo>
                  <a:pt x="265" y="254"/>
                  <a:pt x="265" y="254"/>
                  <a:pt x="265" y="254"/>
                </a:cubicBezTo>
                <a:cubicBezTo>
                  <a:pt x="267" y="252"/>
                  <a:pt x="270" y="251"/>
                  <a:pt x="271" y="251"/>
                </a:cubicBezTo>
                <a:cubicBezTo>
                  <a:pt x="271" y="251"/>
                  <a:pt x="271" y="251"/>
                  <a:pt x="271" y="251"/>
                </a:cubicBezTo>
                <a:cubicBezTo>
                  <a:pt x="272" y="251"/>
                  <a:pt x="273" y="252"/>
                  <a:pt x="274" y="252"/>
                </a:cubicBezTo>
                <a:cubicBezTo>
                  <a:pt x="325" y="304"/>
                  <a:pt x="325" y="304"/>
                  <a:pt x="325" y="304"/>
                </a:cubicBezTo>
                <a:cubicBezTo>
                  <a:pt x="326" y="304"/>
                  <a:pt x="326" y="305"/>
                  <a:pt x="326" y="306"/>
                </a:cubicBezTo>
                <a:cubicBezTo>
                  <a:pt x="326" y="308"/>
                  <a:pt x="325" y="310"/>
                  <a:pt x="323" y="312"/>
                </a:cubicBez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AF537C0-9E17-4C45-887F-FD2885B59249}"/>
              </a:ext>
            </a:extLst>
          </p:cNvPr>
          <p:cNvSpPr txBox="1"/>
          <p:nvPr/>
        </p:nvSpPr>
        <p:spPr>
          <a:xfrm>
            <a:off x="377772" y="5207137"/>
            <a:ext cx="2955766" cy="1566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srgbClr val="676C74"/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Сначала</a:t>
            </a:r>
            <a:r>
              <a:rPr lang="ru-RU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один рабочий регулярно опаздывал на десять минут.</a:t>
            </a:r>
            <a:endParaRPr lang="en-US" sz="1400" dirty="0">
              <a:solidFill>
                <a:srgbClr val="676C74"/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3684C90-455E-4FD3-897C-402C21D0F30F}"/>
              </a:ext>
            </a:extLst>
          </p:cNvPr>
          <p:cNvSpPr txBox="1"/>
          <p:nvPr/>
        </p:nvSpPr>
        <p:spPr>
          <a:xfrm>
            <a:off x="3585788" y="5436798"/>
            <a:ext cx="2955766" cy="1250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Мастер 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считал это мелочью и ничего не говорил.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3A0AEBD-453D-4B0C-8EC0-8A4531276103}"/>
              </a:ext>
            </a:extLst>
          </p:cNvPr>
          <p:cNvSpPr txBox="1"/>
          <p:nvPr/>
        </p:nvSpPr>
        <p:spPr>
          <a:xfrm>
            <a:off x="4604910" y="1382017"/>
            <a:ext cx="2563280" cy="15666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1800"/>
              </a:lnSpc>
            </a:pP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Через месяц</a:t>
            </a: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опаздывали уже пятеро. 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21B7096A-B472-4B13-8D27-D3E63B0AF9CE}"/>
              </a:ext>
            </a:extLst>
          </p:cNvPr>
          <p:cNvSpPr>
            <a:spLocks noGrp="1"/>
          </p:cNvSpPr>
          <p:nvPr/>
        </p:nvSpPr>
        <p:spPr>
          <a:xfrm>
            <a:off x="1259048" y="4411646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09" name="Shape 6">
            <a:extLst>
              <a:ext uri="{FF2B5EF4-FFF2-40B4-BE49-F238E27FC236}">
                <a16:creationId xmlns:a16="http://schemas.microsoft.com/office/drawing/2014/main" id="{504E37AC-69AD-42F5-BD2A-44D901CC2E39}"/>
              </a:ext>
            </a:extLst>
          </p:cNvPr>
          <p:cNvSpPr>
            <a:spLocks noGrp="1"/>
          </p:cNvSpPr>
          <p:nvPr/>
        </p:nvSpPr>
        <p:spPr>
          <a:xfrm>
            <a:off x="1208756" y="4919494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0" name="Shape 10">
            <a:extLst>
              <a:ext uri="{FF2B5EF4-FFF2-40B4-BE49-F238E27FC236}">
                <a16:creationId xmlns:a16="http://schemas.microsoft.com/office/drawing/2014/main" id="{50BA0075-81DC-4511-B1A0-56F705B73DF3}"/>
              </a:ext>
            </a:extLst>
          </p:cNvPr>
          <p:cNvSpPr>
            <a:spLocks noGrp="1"/>
          </p:cNvSpPr>
          <p:nvPr/>
        </p:nvSpPr>
        <p:spPr>
          <a:xfrm flipH="1">
            <a:off x="4921118" y="5102760"/>
            <a:ext cx="1041" cy="358787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11" name="Shape 6">
            <a:extLst>
              <a:ext uri="{FF2B5EF4-FFF2-40B4-BE49-F238E27FC236}">
                <a16:creationId xmlns:a16="http://schemas.microsoft.com/office/drawing/2014/main" id="{65BB2B94-D739-4BA5-A626-0B1EBE8F511C}"/>
              </a:ext>
            </a:extLst>
          </p:cNvPr>
          <p:cNvSpPr>
            <a:spLocks noGrp="1"/>
          </p:cNvSpPr>
          <p:nvPr/>
        </p:nvSpPr>
        <p:spPr>
          <a:xfrm>
            <a:off x="4873949" y="5416408"/>
            <a:ext cx="96420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2" name="Shape 10">
            <a:extLst>
              <a:ext uri="{FF2B5EF4-FFF2-40B4-BE49-F238E27FC236}">
                <a16:creationId xmlns:a16="http://schemas.microsoft.com/office/drawing/2014/main" id="{4FD9D574-D12E-4232-AA8C-CE977A8442D1}"/>
              </a:ext>
            </a:extLst>
          </p:cNvPr>
          <p:cNvSpPr>
            <a:spLocks noGrp="1"/>
          </p:cNvSpPr>
          <p:nvPr/>
        </p:nvSpPr>
        <p:spPr>
          <a:xfrm>
            <a:off x="6003509" y="2838053"/>
            <a:ext cx="0" cy="1075674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13" name="Shape 6">
            <a:extLst>
              <a:ext uri="{FF2B5EF4-FFF2-40B4-BE49-F238E27FC236}">
                <a16:creationId xmlns:a16="http://schemas.microsoft.com/office/drawing/2014/main" id="{DB2F5B8E-8BE3-4EB5-A8A7-AF561E2CB8FD}"/>
              </a:ext>
            </a:extLst>
          </p:cNvPr>
          <p:cNvSpPr>
            <a:spLocks noGrp="1"/>
          </p:cNvSpPr>
          <p:nvPr/>
        </p:nvSpPr>
        <p:spPr>
          <a:xfrm>
            <a:off x="5947208" y="2738789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F046482-D77C-4C37-B8EB-3B231FCE2326}"/>
              </a:ext>
            </a:extLst>
          </p:cNvPr>
          <p:cNvSpPr txBox="1"/>
          <p:nvPr/>
        </p:nvSpPr>
        <p:spPr>
          <a:xfrm>
            <a:off x="7519470" y="5134355"/>
            <a:ext cx="3941725" cy="15666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ru-RU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Первые сорок минут смены участок работал </a:t>
            </a:r>
            <a:r>
              <a:rPr lang="ru-RU" sz="3200" dirty="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НЕПОЛНЫМ СОСТАВОМ.</a:t>
            </a:r>
            <a:endParaRPr lang="en-US" sz="1400" dirty="0">
              <a:solidFill>
                <a:prstClr val="black">
                  <a:lumMod val="50000"/>
                  <a:lumOff val="50000"/>
                </a:prstClr>
              </a:solidFill>
              <a:latin typeface="Nunito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457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58C1DDA-D75C-4563-BDC3-E9B9B2EA06FE}"/>
              </a:ext>
            </a:extLst>
          </p:cNvPr>
          <p:cNvSpPr>
            <a:spLocks noGrp="1"/>
          </p:cNvSpPr>
          <p:nvPr/>
        </p:nvSpPr>
        <p:spPr>
          <a:xfrm>
            <a:off x="939800" y="1506085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ПОРЯДОК СБОРКИ УЗЛА</a:t>
            </a:r>
            <a:endParaRPr sz="3000" dirty="0">
              <a:solidFill>
                <a:srgbClr val="3F454F"/>
              </a:solidFill>
            </a:endParaRPr>
          </a:p>
        </p:txBody>
      </p:sp>
      <p:pic>
        <p:nvPicPr>
          <p:cNvPr id="4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9296E90F-4DDF-4EB0-9B8A-CC5A1FFE8E56}"/>
              </a:ext>
            </a:extLst>
          </p:cNvPr>
          <p:cNvSpPr>
            <a:spLocks noGrp="1"/>
          </p:cNvSpPr>
          <p:nvPr/>
        </p:nvSpPr>
        <p:spPr>
          <a:xfrm>
            <a:off x="8636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ПОДГОТОВКА</a:t>
            </a:r>
            <a:endParaRPr sz="160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BC17E0A-33DE-47AA-9A2C-8F427E664029}"/>
              </a:ext>
            </a:extLst>
          </p:cNvPr>
          <p:cNvSpPr>
            <a:spLocks noGrp="1"/>
          </p:cNvSpPr>
          <p:nvPr/>
        </p:nvSpPr>
        <p:spPr>
          <a:xfrm rot="5400000">
            <a:off x="14033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DC32843-1ACE-4975-8635-3950C3B948D6}"/>
              </a:ext>
            </a:extLst>
          </p:cNvPr>
          <p:cNvSpPr>
            <a:spLocks noGrp="1"/>
          </p:cNvSpPr>
          <p:nvPr/>
        </p:nvSpPr>
        <p:spPr>
          <a:xfrm>
            <a:off x="14033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DE6DDE5-A5E3-4CB1-932F-28C20CBE6834}"/>
              </a:ext>
            </a:extLst>
          </p:cNvPr>
          <p:cNvSpPr>
            <a:spLocks noGrp="1"/>
          </p:cNvSpPr>
          <p:nvPr/>
        </p:nvSpPr>
        <p:spPr>
          <a:xfrm>
            <a:off x="86360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комплект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разложите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операциям</a:t>
            </a:r>
            <a:r>
              <a:rPr sz="140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endParaRPr sz="1400" dirty="0"/>
          </a:p>
        </p:txBody>
      </p:sp>
      <p:pic>
        <p:nvPicPr>
          <p:cNvPr id="50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130" y="2933699"/>
            <a:ext cx="697090" cy="844551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C7D02B77-0E44-4299-BA22-FF57E49D8FA8}"/>
              </a:ext>
            </a:extLst>
          </p:cNvPr>
          <p:cNvSpPr>
            <a:spLocks noGrp="1"/>
          </p:cNvSpPr>
          <p:nvPr/>
        </p:nvSpPr>
        <p:spPr>
          <a:xfrm>
            <a:off x="37147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СБОРКА</a:t>
            </a:r>
            <a:endParaRPr sz="160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48C419C-A3B8-41D7-AA99-06AD26B8A2D0}"/>
              </a:ext>
            </a:extLst>
          </p:cNvPr>
          <p:cNvSpPr>
            <a:spLocks noGrp="1"/>
          </p:cNvSpPr>
          <p:nvPr/>
        </p:nvSpPr>
        <p:spPr>
          <a:xfrm rot="5400000">
            <a:off x="42545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79CE33D-10BA-4EC6-B748-8752B2F13689}"/>
              </a:ext>
            </a:extLst>
          </p:cNvPr>
          <p:cNvSpPr>
            <a:spLocks noGrp="1"/>
          </p:cNvSpPr>
          <p:nvPr/>
        </p:nvSpPr>
        <p:spPr>
          <a:xfrm>
            <a:off x="42545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A756284-C70F-41A2-BE7C-8A2FAE0A494E}"/>
              </a:ext>
            </a:extLst>
          </p:cNvPr>
          <p:cNvSpPr>
            <a:spLocks noGrp="1"/>
          </p:cNvSpPr>
          <p:nvPr/>
        </p:nvSpPr>
        <p:spPr>
          <a:xfrm>
            <a:off x="371475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Соберите узел по схеме, без пропуска промежуточных затяжек.</a:t>
            </a:r>
            <a:endParaRPr sz="1400"/>
          </a:p>
        </p:txBody>
      </p:sp>
      <p:pic>
        <p:nvPicPr>
          <p:cNvPr id="55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534" y="3015179"/>
            <a:ext cx="697090" cy="844551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C1DDC943-5330-405B-A07D-366AFFC6E45B}"/>
              </a:ext>
            </a:extLst>
          </p:cNvPr>
          <p:cNvSpPr>
            <a:spLocks noGrp="1"/>
          </p:cNvSpPr>
          <p:nvPr/>
        </p:nvSpPr>
        <p:spPr>
          <a:xfrm>
            <a:off x="65659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КОНТРОЛЬ</a:t>
            </a:r>
            <a:endParaRPr sz="160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B5F68D5-8A1E-43F6-93F0-E6A51F2158F9}"/>
              </a:ext>
            </a:extLst>
          </p:cNvPr>
          <p:cNvSpPr>
            <a:spLocks noGrp="1"/>
          </p:cNvSpPr>
          <p:nvPr/>
        </p:nvSpPr>
        <p:spPr>
          <a:xfrm rot="5400000">
            <a:off x="71056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5A4304A8-A7C2-4AF6-9B5D-0516A97BE8CF}"/>
              </a:ext>
            </a:extLst>
          </p:cNvPr>
          <p:cNvSpPr>
            <a:spLocks noGrp="1"/>
          </p:cNvSpPr>
          <p:nvPr/>
        </p:nvSpPr>
        <p:spPr>
          <a:xfrm>
            <a:off x="71056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FF0A51B4-58E1-4F05-9305-8E9B2B2AC125}"/>
              </a:ext>
            </a:extLst>
          </p:cNvPr>
          <p:cNvSpPr>
            <a:spLocks noGrp="1"/>
          </p:cNvSpPr>
          <p:nvPr/>
        </p:nvSpPr>
        <p:spPr>
          <a:xfrm>
            <a:off x="656590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соединения, зазоры и размеры по чертежу.</a:t>
            </a:r>
            <a:endParaRPr sz="1400"/>
          </a:p>
        </p:txBody>
      </p:sp>
      <p:pic>
        <p:nvPicPr>
          <p:cNvPr id="60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682" y="3015179"/>
            <a:ext cx="636187" cy="770765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BED1CB5-1228-48B1-A9C9-25512457237F}"/>
              </a:ext>
            </a:extLst>
          </p:cNvPr>
          <p:cNvSpPr>
            <a:spLocks noGrp="1"/>
          </p:cNvSpPr>
          <p:nvPr/>
        </p:nvSpPr>
        <p:spPr>
          <a:xfrm>
            <a:off x="94170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ЗАПУСК</a:t>
            </a:r>
            <a:endParaRPr sz="160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FBF43D3D-B816-4CA2-90D1-3CEB47B255D3}"/>
              </a:ext>
            </a:extLst>
          </p:cNvPr>
          <p:cNvSpPr>
            <a:spLocks noGrp="1"/>
          </p:cNvSpPr>
          <p:nvPr/>
        </p:nvSpPr>
        <p:spPr>
          <a:xfrm rot="5400000">
            <a:off x="99568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6D6FEEDD-BF83-4D4A-AD32-6D3822CDAC86}"/>
              </a:ext>
            </a:extLst>
          </p:cNvPr>
          <p:cNvSpPr>
            <a:spLocks noGrp="1"/>
          </p:cNvSpPr>
          <p:nvPr/>
        </p:nvSpPr>
        <p:spPr>
          <a:xfrm>
            <a:off x="99568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34FAF264-31D3-418B-8E88-4CAC077F3C85}"/>
              </a:ext>
            </a:extLst>
          </p:cNvPr>
          <p:cNvSpPr>
            <a:spLocks noGrp="1"/>
          </p:cNvSpPr>
          <p:nvPr/>
        </p:nvSpPr>
        <p:spPr>
          <a:xfrm>
            <a:off x="941705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Настройте параметры и запустите узел в работу.</a:t>
            </a:r>
            <a:endParaRPr sz="140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56721271-EE88-41CC-BCA6-9A8D697E9FCF}"/>
              </a:ext>
            </a:extLst>
          </p:cNvPr>
          <p:cNvSpPr>
            <a:spLocks noGrp="1"/>
          </p:cNvSpPr>
          <p:nvPr/>
        </p:nvSpPr>
        <p:spPr>
          <a:xfrm>
            <a:off x="818687" y="-1"/>
            <a:ext cx="0" cy="1944303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0" name="Рисунок 2">
            <a:extLst>
              <a:ext uri="{FF2B5EF4-FFF2-40B4-BE49-F238E27FC236}">
                <a16:creationId xmlns:a16="http://schemas.microsoft.com/office/drawing/2014/main" id="{F7805BE5-DF17-4F61-8104-09372FAEAB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2682" y="8225190"/>
            <a:ext cx="1857375" cy="1857375"/>
          </a:xfrm>
          <a:prstGeom prst="rect">
            <a:avLst/>
          </a:prstGeom>
        </p:spPr>
      </p:pic>
      <p:pic>
        <p:nvPicPr>
          <p:cNvPr id="31" name="Рисунок 4">
            <a:extLst>
              <a:ext uri="{FF2B5EF4-FFF2-40B4-BE49-F238E27FC236}">
                <a16:creationId xmlns:a16="http://schemas.microsoft.com/office/drawing/2014/main" id="{52D90A6E-C3AB-4DBE-9A47-7911CF65F2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2" name="Рисунок 6">
            <a:extLst>
              <a:ext uri="{FF2B5EF4-FFF2-40B4-BE49-F238E27FC236}">
                <a16:creationId xmlns:a16="http://schemas.microsoft.com/office/drawing/2014/main" id="{11F99F44-709B-4D5F-A1A5-C09595E6D1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3" name="Рисунок 8">
            <a:extLst>
              <a:ext uri="{FF2B5EF4-FFF2-40B4-BE49-F238E27FC236}">
                <a16:creationId xmlns:a16="http://schemas.microsoft.com/office/drawing/2014/main" id="{F75D182A-504B-4414-AACD-3318D02B1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63350" y="5709307"/>
            <a:ext cx="1257300" cy="1257300"/>
          </a:xfrm>
          <a:prstGeom prst="rect">
            <a:avLst/>
          </a:prstGeom>
        </p:spPr>
      </p:pic>
      <p:pic>
        <p:nvPicPr>
          <p:cNvPr id="34" name="Рисунок 10">
            <a:extLst>
              <a:ext uri="{FF2B5EF4-FFF2-40B4-BE49-F238E27FC236}">
                <a16:creationId xmlns:a16="http://schemas.microsoft.com/office/drawing/2014/main" id="{1BCDB6D6-609A-46FF-9A83-4F56ADD2F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88B7B125-CC0D-44F9-9156-138FC50C2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36" name="Рисунок 14">
            <a:extLst>
              <a:ext uri="{FF2B5EF4-FFF2-40B4-BE49-F238E27FC236}">
                <a16:creationId xmlns:a16="http://schemas.microsoft.com/office/drawing/2014/main" id="{1DDFBAC3-A0B6-4167-A16F-48DB513A1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7" name="Рисунок 16">
            <a:extLst>
              <a:ext uri="{FF2B5EF4-FFF2-40B4-BE49-F238E27FC236}">
                <a16:creationId xmlns:a16="http://schemas.microsoft.com/office/drawing/2014/main" id="{2A2D7997-FF81-46F9-82DB-AD1A760FC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8" name="Рисунок 18">
            <a:extLst>
              <a:ext uri="{FF2B5EF4-FFF2-40B4-BE49-F238E27FC236}">
                <a16:creationId xmlns:a16="http://schemas.microsoft.com/office/drawing/2014/main" id="{3374F1D2-86F5-48D4-9AEB-65898420B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860647CA-1EDC-4CEB-B5C1-1BEA3E5DE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01884" y="-1238735"/>
            <a:ext cx="2019300" cy="2019300"/>
          </a:xfrm>
          <a:prstGeom prst="rect">
            <a:avLst/>
          </a:prstGeom>
        </p:spPr>
      </p:pic>
      <p:pic>
        <p:nvPicPr>
          <p:cNvPr id="46" name="Рисунок 22">
            <a:extLst>
              <a:ext uri="{FF2B5EF4-FFF2-40B4-BE49-F238E27FC236}">
                <a16:creationId xmlns:a16="http://schemas.microsoft.com/office/drawing/2014/main" id="{A8AD091D-B454-4504-B93B-3E0B29E4F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7" name="Рисунок 24">
            <a:extLst>
              <a:ext uri="{FF2B5EF4-FFF2-40B4-BE49-F238E27FC236}">
                <a16:creationId xmlns:a16="http://schemas.microsoft.com/office/drawing/2014/main" id="{4976D778-F436-40FF-BE13-F3088BECDE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F3C8D06-42CD-4E98-BCDA-7948A92BA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4C0604B6-FDC4-4B1E-9A92-4AB9512D0A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71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AEFB64-E55C-4870-B6D4-12E6FB9CB97B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2915FD-DAD3-4B57-A264-31B71314A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2920" cy="0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791D90-3D9C-49EE-9468-19AE72D61BD1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164592" cy="164592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4E7482-90A5-41F8-A09E-07B4A8298721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99E719-6954-42FE-AB7E-9B7436451E94}"/>
              </a:ext>
            </a:extLst>
          </p:cNvPr>
          <p:cNvSpPr>
            <a:spLocks noGrp="1"/>
          </p:cNvSpPr>
          <p:nvPr/>
        </p:nvSpPr>
        <p:spPr>
          <a:xfrm>
            <a:off x="2542032" y="3401568"/>
            <a:ext cx="7104888" cy="0"/>
          </a:xfrm>
          <a:prstGeom prst="line">
            <a:avLst/>
          </a:prstGeom>
          <a:noFill/>
          <a:ln w="2540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255665-D540-4894-83FC-C15BC090E52C}"/>
              </a:ext>
            </a:extLst>
          </p:cNvPr>
          <p:cNvSpPr>
            <a:spLocks noGrp="1"/>
          </p:cNvSpPr>
          <p:nvPr/>
        </p:nvSpPr>
        <p:spPr>
          <a:xfrm>
            <a:off x="2542032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E7E44FE-D2F8-49C6-BC42-4BDCA45E57F4}"/>
              </a:ext>
            </a:extLst>
          </p:cNvPr>
          <p:cNvSpPr>
            <a:spLocks noGrp="1"/>
          </p:cNvSpPr>
          <p:nvPr/>
        </p:nvSpPr>
        <p:spPr>
          <a:xfrm>
            <a:off x="2491740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C76E77-CE8F-41F9-B3A7-9BBB86E0E38A}"/>
              </a:ext>
            </a:extLst>
          </p:cNvPr>
          <p:cNvSpPr>
            <a:spLocks noGrp="1"/>
          </p:cNvSpPr>
          <p:nvPr/>
        </p:nvSpPr>
        <p:spPr>
          <a:xfrm>
            <a:off x="1376172" y="1353312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1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7BF40D-7889-4133-91ED-7B44DCF2EC5E}"/>
              </a:ext>
            </a:extLst>
          </p:cNvPr>
          <p:cNvSpPr>
            <a:spLocks noGrp="1"/>
          </p:cNvSpPr>
          <p:nvPr/>
        </p:nvSpPr>
        <p:spPr>
          <a:xfrm>
            <a:off x="1376172" y="1700784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Подготовьте материалы</a:t>
            </a:r>
            <a:endParaRPr sz="152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sz="1520">
              <a:solidFill>
                <a:srgbClr val="3F454F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44079F-06A5-4A08-B86F-26FF21788233}"/>
              </a:ext>
            </a:extLst>
          </p:cNvPr>
          <p:cNvSpPr>
            <a:spLocks noGrp="1"/>
          </p:cNvSpPr>
          <p:nvPr/>
        </p:nvSpPr>
        <p:spPr>
          <a:xfrm>
            <a:off x="1983682" y="2871216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F2FBCBB-9291-483D-9F67-13B8C78023DB}"/>
              </a:ext>
            </a:extLst>
          </p:cNvPr>
          <p:cNvSpPr>
            <a:spLocks noGrp="1"/>
          </p:cNvSpPr>
          <p:nvPr/>
        </p:nvSpPr>
        <p:spPr>
          <a:xfrm>
            <a:off x="4910328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B396D4-B53C-4F26-BAD2-7696BE073381}"/>
              </a:ext>
            </a:extLst>
          </p:cNvPr>
          <p:cNvSpPr>
            <a:spLocks noGrp="1"/>
          </p:cNvSpPr>
          <p:nvPr/>
        </p:nvSpPr>
        <p:spPr>
          <a:xfrm>
            <a:off x="4860036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A43835-5E11-4F49-AEF6-920A759CE13E}"/>
              </a:ext>
            </a:extLst>
          </p:cNvPr>
          <p:cNvSpPr>
            <a:spLocks noGrp="1"/>
          </p:cNvSpPr>
          <p:nvPr/>
        </p:nvSpPr>
        <p:spPr>
          <a:xfrm>
            <a:off x="3744468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2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9BFCF4-106B-4B58-8DFB-73CB9DC5C2F8}"/>
              </a:ext>
            </a:extLst>
          </p:cNvPr>
          <p:cNvSpPr>
            <a:spLocks noGrp="1"/>
          </p:cNvSpPr>
          <p:nvPr/>
        </p:nvSpPr>
        <p:spPr>
          <a:xfrm>
            <a:off x="3744468" y="4983480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Соберите узел</a:t>
            </a:r>
            <a:endParaRPr sz="152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 схеме</a:t>
            </a:r>
            <a:endParaRPr sz="1520">
              <a:solidFill>
                <a:srgbClr val="3F454F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F2FC10-D6E7-4E44-B27D-18B882C4A51C}"/>
              </a:ext>
            </a:extLst>
          </p:cNvPr>
          <p:cNvSpPr>
            <a:spLocks noGrp="1"/>
          </p:cNvSpPr>
          <p:nvPr/>
        </p:nvSpPr>
        <p:spPr>
          <a:xfrm>
            <a:off x="4352544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A22988-4D54-4BB7-B45D-460B57A360C0}"/>
              </a:ext>
            </a:extLst>
          </p:cNvPr>
          <p:cNvSpPr>
            <a:spLocks noGrp="1"/>
          </p:cNvSpPr>
          <p:nvPr/>
        </p:nvSpPr>
        <p:spPr>
          <a:xfrm>
            <a:off x="7278624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58C24E-B2CE-4BE4-AEC6-E0C367B2BBEB}"/>
              </a:ext>
            </a:extLst>
          </p:cNvPr>
          <p:cNvSpPr>
            <a:spLocks noGrp="1"/>
          </p:cNvSpPr>
          <p:nvPr/>
        </p:nvSpPr>
        <p:spPr>
          <a:xfrm>
            <a:off x="7228332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8C58ADF-45AD-41E4-A5E8-D06D411EBF09}"/>
              </a:ext>
            </a:extLst>
          </p:cNvPr>
          <p:cNvSpPr>
            <a:spLocks noGrp="1"/>
          </p:cNvSpPr>
          <p:nvPr/>
        </p:nvSpPr>
        <p:spPr>
          <a:xfrm>
            <a:off x="6112764" y="1353312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3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4FA8F73-7223-4E76-8A24-3EF9AD144FB4}"/>
              </a:ext>
            </a:extLst>
          </p:cNvPr>
          <p:cNvSpPr>
            <a:spLocks noGrp="1"/>
          </p:cNvSpPr>
          <p:nvPr/>
        </p:nvSpPr>
        <p:spPr>
          <a:xfrm>
            <a:off x="6112764" y="1700784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 соединения</a:t>
            </a:r>
            <a:endParaRPr sz="152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размеры</a:t>
            </a:r>
            <a:endParaRPr sz="1520">
              <a:solidFill>
                <a:srgbClr val="3F454F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7C3FF86-4E66-4411-9D4A-1A1B57095FE9}"/>
              </a:ext>
            </a:extLst>
          </p:cNvPr>
          <p:cNvSpPr>
            <a:spLocks noGrp="1"/>
          </p:cNvSpPr>
          <p:nvPr/>
        </p:nvSpPr>
        <p:spPr>
          <a:xfrm>
            <a:off x="6720840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132FC10-B30A-46DD-A3EC-4623DD19EA53}"/>
              </a:ext>
            </a:extLst>
          </p:cNvPr>
          <p:cNvSpPr>
            <a:spLocks noGrp="1"/>
          </p:cNvSpPr>
          <p:nvPr/>
        </p:nvSpPr>
        <p:spPr>
          <a:xfrm>
            <a:off x="9646920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346AE6-7378-4F5C-BEFA-DF24D81A8280}"/>
              </a:ext>
            </a:extLst>
          </p:cNvPr>
          <p:cNvSpPr>
            <a:spLocks noGrp="1"/>
          </p:cNvSpPr>
          <p:nvPr/>
        </p:nvSpPr>
        <p:spPr>
          <a:xfrm>
            <a:off x="9596628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6DB1E76-46F0-44EC-86AF-EB19850C0D4B}"/>
              </a:ext>
            </a:extLst>
          </p:cNvPr>
          <p:cNvSpPr>
            <a:spLocks noGrp="1"/>
          </p:cNvSpPr>
          <p:nvPr/>
        </p:nvSpPr>
        <p:spPr>
          <a:xfrm>
            <a:off x="8481060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4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59DB544-9C65-4663-9969-A53C8983C85D}"/>
              </a:ext>
            </a:extLst>
          </p:cNvPr>
          <p:cNvSpPr>
            <a:spLocks noGrp="1"/>
          </p:cNvSpPr>
          <p:nvPr/>
        </p:nvSpPr>
        <p:spPr>
          <a:xfrm>
            <a:off x="8481060" y="4983480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Настройте параметры</a:t>
            </a:r>
            <a:endParaRPr sz="1520">
              <a:solidFill>
                <a:srgbClr val="3F454F"/>
              </a:solidFill>
            </a:endParaRPr>
          </a:p>
          <a:p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запустите работу</a:t>
            </a:r>
            <a:endParaRPr sz="1520">
              <a:solidFill>
                <a:srgbClr val="3F454F"/>
              </a:solidFill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3DB59B8-295B-4911-B218-AC6DA75B0760}"/>
              </a:ext>
            </a:extLst>
          </p:cNvPr>
          <p:cNvSpPr>
            <a:spLocks noGrp="1"/>
          </p:cNvSpPr>
          <p:nvPr/>
        </p:nvSpPr>
        <p:spPr>
          <a:xfrm>
            <a:off x="9089136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F1A1062-418D-4154-93DF-5D19DFA4AB65}"/>
              </a:ext>
            </a:extLst>
          </p:cNvPr>
          <p:cNvSpPr>
            <a:spLocks noGrp="1"/>
          </p:cNvSpPr>
          <p:nvPr/>
        </p:nvSpPr>
        <p:spPr>
          <a:xfrm>
            <a:off x="91440" y="77724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E016F1E-38CD-483F-AEB7-4B362D8642FA}"/>
              </a:ext>
            </a:extLst>
          </p:cNvPr>
          <p:cNvSpPr>
            <a:spLocks noGrp="1"/>
          </p:cNvSpPr>
          <p:nvPr/>
        </p:nvSpPr>
        <p:spPr>
          <a:xfrm>
            <a:off x="91440" y="143560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86E4DF3-6469-4C25-BFB2-FE52E91FDFB4}"/>
              </a:ext>
            </a:extLst>
          </p:cNvPr>
          <p:cNvSpPr>
            <a:spLocks noGrp="1"/>
          </p:cNvSpPr>
          <p:nvPr/>
        </p:nvSpPr>
        <p:spPr>
          <a:xfrm>
            <a:off x="91440" y="2093976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8818E3C-32D7-4B81-B261-A662AF9AF710}"/>
              </a:ext>
            </a:extLst>
          </p:cNvPr>
          <p:cNvSpPr>
            <a:spLocks noGrp="1"/>
          </p:cNvSpPr>
          <p:nvPr/>
        </p:nvSpPr>
        <p:spPr>
          <a:xfrm>
            <a:off x="223430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4543191-2316-419A-BBD8-B5BB33E0FBBA}"/>
              </a:ext>
            </a:extLst>
          </p:cNvPr>
          <p:cNvSpPr>
            <a:spLocks noGrp="1"/>
          </p:cNvSpPr>
          <p:nvPr/>
        </p:nvSpPr>
        <p:spPr>
          <a:xfrm>
            <a:off x="-11086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B2BCE81-5177-4966-83C4-D508CD279D3F}"/>
              </a:ext>
            </a:extLst>
          </p:cNvPr>
          <p:cNvSpPr>
            <a:spLocks noGrp="1"/>
          </p:cNvSpPr>
          <p:nvPr/>
        </p:nvSpPr>
        <p:spPr>
          <a:xfrm>
            <a:off x="91440" y="406908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164BCE5-3871-4C72-AD4E-137C31CA001E}"/>
              </a:ext>
            </a:extLst>
          </p:cNvPr>
          <p:cNvSpPr>
            <a:spLocks noGrp="1"/>
          </p:cNvSpPr>
          <p:nvPr/>
        </p:nvSpPr>
        <p:spPr>
          <a:xfrm>
            <a:off x="91440" y="472744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8671947-66B1-4C9C-B5AD-5408DDA4DCBF}"/>
              </a:ext>
            </a:extLst>
          </p:cNvPr>
          <p:cNvSpPr>
            <a:spLocks noGrp="1"/>
          </p:cNvSpPr>
          <p:nvPr/>
        </p:nvSpPr>
        <p:spPr>
          <a:xfrm>
            <a:off x="2548587" y="2295144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8E87DF31-0CCE-4FEB-892E-C71EB7DA01C2}"/>
              </a:ext>
            </a:extLst>
          </p:cNvPr>
          <p:cNvSpPr>
            <a:spLocks noGrp="1"/>
          </p:cNvSpPr>
          <p:nvPr/>
        </p:nvSpPr>
        <p:spPr>
          <a:xfrm>
            <a:off x="7286312" y="2340419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pic>
        <p:nvPicPr>
          <p:cNvPr id="40" name="Рисунок 2">
            <a:extLst>
              <a:ext uri="{FF2B5EF4-FFF2-40B4-BE49-F238E27FC236}">
                <a16:creationId xmlns:a16="http://schemas.microsoft.com/office/drawing/2014/main" id="{EB580851-6D8D-49DB-8D6D-D208D6B98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3" name="Рисунок 4">
            <a:extLst>
              <a:ext uri="{FF2B5EF4-FFF2-40B4-BE49-F238E27FC236}">
                <a16:creationId xmlns:a16="http://schemas.microsoft.com/office/drawing/2014/main" id="{C4A74141-5162-4056-A966-13A2353FB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44" name="Рисунок 6">
            <a:extLst>
              <a:ext uri="{FF2B5EF4-FFF2-40B4-BE49-F238E27FC236}">
                <a16:creationId xmlns:a16="http://schemas.microsoft.com/office/drawing/2014/main" id="{7B25B6A4-69FE-4860-AAA1-ADA82DDCA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45" name="Рисунок 8">
            <a:extLst>
              <a:ext uri="{FF2B5EF4-FFF2-40B4-BE49-F238E27FC236}">
                <a16:creationId xmlns:a16="http://schemas.microsoft.com/office/drawing/2014/main" id="{B5A4E149-0A30-41E5-AC5B-B78991D0A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6" name="Рисунок 10">
            <a:extLst>
              <a:ext uri="{FF2B5EF4-FFF2-40B4-BE49-F238E27FC236}">
                <a16:creationId xmlns:a16="http://schemas.microsoft.com/office/drawing/2014/main" id="{34F94F62-9BC2-4929-A0E3-DCBD0B9B2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9F27FFA8-69E0-417F-9063-5E23A5C7C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48" name="Рисунок 14">
            <a:extLst>
              <a:ext uri="{FF2B5EF4-FFF2-40B4-BE49-F238E27FC236}">
                <a16:creationId xmlns:a16="http://schemas.microsoft.com/office/drawing/2014/main" id="{7EDD5D99-CE6A-4549-9FDE-A9B6FA8E2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49" name="Рисунок 16">
            <a:extLst>
              <a:ext uri="{FF2B5EF4-FFF2-40B4-BE49-F238E27FC236}">
                <a16:creationId xmlns:a16="http://schemas.microsoft.com/office/drawing/2014/main" id="{A19F9FCA-7061-45AE-8BDD-CA3E45362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0" name="Рисунок 18">
            <a:extLst>
              <a:ext uri="{FF2B5EF4-FFF2-40B4-BE49-F238E27FC236}">
                <a16:creationId xmlns:a16="http://schemas.microsoft.com/office/drawing/2014/main" id="{40F253BA-FC8A-4CAE-8125-55C455681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1" name="Рисунок 20">
            <a:extLst>
              <a:ext uri="{FF2B5EF4-FFF2-40B4-BE49-F238E27FC236}">
                <a16:creationId xmlns:a16="http://schemas.microsoft.com/office/drawing/2014/main" id="{BBCFC224-5FF8-4DC9-A4E9-93B1A199A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391677" y="5704441"/>
            <a:ext cx="2019300" cy="2019300"/>
          </a:xfrm>
          <a:prstGeom prst="rect">
            <a:avLst/>
          </a:prstGeom>
        </p:spPr>
      </p:pic>
      <p:pic>
        <p:nvPicPr>
          <p:cNvPr id="52" name="Рисунок 22">
            <a:extLst>
              <a:ext uri="{FF2B5EF4-FFF2-40B4-BE49-F238E27FC236}">
                <a16:creationId xmlns:a16="http://schemas.microsoft.com/office/drawing/2014/main" id="{5FE5AB7B-6F2A-463A-8A92-F4BDA144F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3" name="Рисунок 24">
            <a:extLst>
              <a:ext uri="{FF2B5EF4-FFF2-40B4-BE49-F238E27FC236}">
                <a16:creationId xmlns:a16="http://schemas.microsoft.com/office/drawing/2014/main" id="{112896A2-4CA1-46BE-8951-B301191FA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8C3B0C90-7A0B-40F1-8AD9-ED40D1245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87150827-EABC-412B-AE72-CAED65FC8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50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31">
            <a:extLst>
              <a:ext uri="{FF2B5EF4-FFF2-40B4-BE49-F238E27FC236}">
                <a16:creationId xmlns:a16="http://schemas.microsoft.com/office/drawing/2014/main" id="{66AF53A4-1EA0-4A66-8FB1-46BCC06B8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7979" y="1705529"/>
            <a:ext cx="130725" cy="130725"/>
          </a:xfrm>
          <a:prstGeom prst="ellipse">
            <a:avLst/>
          </a:prstGeom>
          <a:solidFill>
            <a:srgbClr val="F5822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Oval 32">
            <a:extLst>
              <a:ext uri="{FF2B5EF4-FFF2-40B4-BE49-F238E27FC236}">
                <a16:creationId xmlns:a16="http://schemas.microsoft.com/office/drawing/2014/main" id="{FD47BF55-4E6B-4485-9F8A-21E07864B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1559" y="4196164"/>
            <a:ext cx="128774" cy="130725"/>
          </a:xfrm>
          <a:prstGeom prst="ellipse">
            <a:avLst/>
          </a:prstGeom>
          <a:solidFill>
            <a:srgbClr val="F5822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53171554-2810-4332-B1A5-8C3FF9D0876C}"/>
              </a:ext>
            </a:extLst>
          </p:cNvPr>
          <p:cNvSpPr>
            <a:spLocks/>
          </p:cNvSpPr>
          <p:nvPr/>
        </p:nvSpPr>
        <p:spPr bwMode="auto">
          <a:xfrm>
            <a:off x="9399891" y="1775010"/>
            <a:ext cx="1819192" cy="2486497"/>
          </a:xfrm>
          <a:custGeom>
            <a:avLst/>
            <a:gdLst>
              <a:gd name="T0" fmla="*/ 0 w 1347"/>
              <a:gd name="T1" fmla="*/ 0 h 1667"/>
              <a:gd name="T2" fmla="*/ 1347 w 1347"/>
              <a:gd name="T3" fmla="*/ 0 h 1667"/>
              <a:gd name="T4" fmla="*/ 1347 w 1347"/>
              <a:gd name="T5" fmla="*/ 1667 h 1667"/>
              <a:gd name="T6" fmla="*/ 9 w 1347"/>
              <a:gd name="T7" fmla="*/ 1667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47" h="1667">
                <a:moveTo>
                  <a:pt x="0" y="0"/>
                </a:moveTo>
                <a:lnTo>
                  <a:pt x="1347" y="0"/>
                </a:lnTo>
                <a:lnTo>
                  <a:pt x="1347" y="1667"/>
                </a:lnTo>
                <a:lnTo>
                  <a:pt x="9" y="1667"/>
                </a:lnTo>
              </a:path>
            </a:pathLst>
          </a:custGeom>
          <a:noFill/>
          <a:ln w="25400" cap="flat">
            <a:solidFill>
              <a:srgbClr val="F582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16463-D202-4068-9466-A086D33E8E6C}"/>
              </a:ext>
            </a:extLst>
          </p:cNvPr>
          <p:cNvSpPr txBox="1"/>
          <p:nvPr/>
        </p:nvSpPr>
        <p:spPr>
          <a:xfrm>
            <a:off x="972917" y="1351280"/>
            <a:ext cx="657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EF7DF-EEA6-4860-BBF2-CC9A359E22D2}"/>
              </a:ext>
            </a:extLst>
          </p:cNvPr>
          <p:cNvSpPr txBox="1"/>
          <p:nvPr/>
        </p:nvSpPr>
        <p:spPr>
          <a:xfrm>
            <a:off x="4410114" y="1351280"/>
            <a:ext cx="748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CC8F8-E42B-456F-9835-AF04854395B0}"/>
              </a:ext>
            </a:extLst>
          </p:cNvPr>
          <p:cNvSpPr txBox="1"/>
          <p:nvPr/>
        </p:nvSpPr>
        <p:spPr>
          <a:xfrm>
            <a:off x="7831436" y="1351280"/>
            <a:ext cx="7457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32058-375B-46E6-B8DB-BD8F874844F9}"/>
              </a:ext>
            </a:extLst>
          </p:cNvPr>
          <p:cNvSpPr txBox="1"/>
          <p:nvPr/>
        </p:nvSpPr>
        <p:spPr>
          <a:xfrm>
            <a:off x="7831436" y="3910592"/>
            <a:ext cx="771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F2F18-82D8-46C1-BCA8-9416C397BC07}"/>
              </a:ext>
            </a:extLst>
          </p:cNvPr>
          <p:cNvSpPr txBox="1"/>
          <p:nvPr/>
        </p:nvSpPr>
        <p:spPr>
          <a:xfrm>
            <a:off x="972917" y="2543587"/>
            <a:ext cx="3078521" cy="1127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5EDA3B-9CC2-472D-903C-63224ADFAF6F}"/>
              </a:ext>
            </a:extLst>
          </p:cNvPr>
          <p:cNvSpPr txBox="1"/>
          <p:nvPr/>
        </p:nvSpPr>
        <p:spPr>
          <a:xfrm>
            <a:off x="972917" y="2205034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ORIGINAL ARTICLES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EE099-BDAA-4D05-B2EB-22E8C4CBF6D1}"/>
              </a:ext>
            </a:extLst>
          </p:cNvPr>
          <p:cNvSpPr txBox="1"/>
          <p:nvPr/>
        </p:nvSpPr>
        <p:spPr>
          <a:xfrm>
            <a:off x="4410114" y="2543587"/>
            <a:ext cx="3078521" cy="1127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4CE6D-66FD-46C7-9275-E95703FCB512}"/>
              </a:ext>
            </a:extLst>
          </p:cNvPr>
          <p:cNvSpPr txBox="1"/>
          <p:nvPr/>
        </p:nvSpPr>
        <p:spPr>
          <a:xfrm>
            <a:off x="4410114" y="2205034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WORK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0B4EB2-912B-4184-975D-93B7D1EBBA2B}"/>
              </a:ext>
            </a:extLst>
          </p:cNvPr>
          <p:cNvSpPr txBox="1"/>
          <p:nvPr/>
        </p:nvSpPr>
        <p:spPr>
          <a:xfrm>
            <a:off x="7831436" y="2543587"/>
            <a:ext cx="3078521" cy="1127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B2918-0634-4D03-A04C-36F2AFF5F1CA}"/>
              </a:ext>
            </a:extLst>
          </p:cNvPr>
          <p:cNvSpPr txBox="1"/>
          <p:nvPr/>
        </p:nvSpPr>
        <p:spPr>
          <a:xfrm>
            <a:off x="7831436" y="2205034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WORK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A54F1D-594D-4D3E-9C21-53101226639F}"/>
              </a:ext>
            </a:extLst>
          </p:cNvPr>
          <p:cNvSpPr txBox="1"/>
          <p:nvPr/>
        </p:nvSpPr>
        <p:spPr>
          <a:xfrm>
            <a:off x="7831436" y="5167717"/>
            <a:ext cx="3078521" cy="1127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257D91-2127-425C-BE2D-52D2309287DD}"/>
              </a:ext>
            </a:extLst>
          </p:cNvPr>
          <p:cNvSpPr txBox="1"/>
          <p:nvPr/>
        </p:nvSpPr>
        <p:spPr>
          <a:xfrm>
            <a:off x="7831436" y="4795172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TEXT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98BB9C-9E23-4C7F-A851-A527EF12F5D0}"/>
              </a:ext>
            </a:extLst>
          </p:cNvPr>
          <p:cNvSpPr txBox="1"/>
          <p:nvPr/>
        </p:nvSpPr>
        <p:spPr>
          <a:xfrm>
            <a:off x="4410114" y="3910592"/>
            <a:ext cx="753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14F42D-C37D-4601-9024-FFD31065F9AC}"/>
              </a:ext>
            </a:extLst>
          </p:cNvPr>
          <p:cNvSpPr txBox="1"/>
          <p:nvPr/>
        </p:nvSpPr>
        <p:spPr>
          <a:xfrm>
            <a:off x="4410114" y="5167717"/>
            <a:ext cx="3078521" cy="1127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6A44C0-3F4C-4A75-8DB2-AFF087E48A4A}"/>
              </a:ext>
            </a:extLst>
          </p:cNvPr>
          <p:cNvSpPr txBox="1"/>
          <p:nvPr/>
        </p:nvSpPr>
        <p:spPr>
          <a:xfrm>
            <a:off x="4410114" y="4795172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MARKET INSIGHTS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19555F-B732-4B29-B9E5-6029503D170B}"/>
              </a:ext>
            </a:extLst>
          </p:cNvPr>
          <p:cNvSpPr txBox="1"/>
          <p:nvPr/>
        </p:nvSpPr>
        <p:spPr>
          <a:xfrm>
            <a:off x="972917" y="3910592"/>
            <a:ext cx="739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>
                <a:solidFill>
                  <a:prstClr val="white">
                    <a:lumMod val="75000"/>
                  </a:prstClr>
                </a:solidFill>
                <a:latin typeface="Bahnschrift Condensed" panose="020B0502040204020203" pitchFamily="34" charset="0"/>
                <a:cs typeface="Sora Thin" pitchFamily="2" charset="0"/>
              </a:rPr>
              <a:t>06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2A3080-CD31-4C54-8AC7-00F574B2B526}"/>
              </a:ext>
            </a:extLst>
          </p:cNvPr>
          <p:cNvSpPr txBox="1"/>
          <p:nvPr/>
        </p:nvSpPr>
        <p:spPr>
          <a:xfrm>
            <a:off x="972917" y="5167717"/>
            <a:ext cx="3078521" cy="11271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3F454F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well-taken-care-of customers can be the best brand ambassadors. On the other hand, neglected.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DB206A-05BA-49E4-9C7D-F3DCFECDB0A4}"/>
              </a:ext>
            </a:extLst>
          </p:cNvPr>
          <p:cNvSpPr txBox="1"/>
          <p:nvPr/>
        </p:nvSpPr>
        <p:spPr>
          <a:xfrm>
            <a:off x="972917" y="479517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Condensed" panose="020B0502040204020203" pitchFamily="34" charset="0"/>
                <a:cs typeface="Sora" pitchFamily="2" charset="0"/>
              </a:rPr>
              <a:t>PRODUCTION</a:t>
            </a:r>
          </a:p>
        </p:txBody>
      </p:sp>
      <p:cxnSp>
        <p:nvCxnSpPr>
          <p:cNvPr id="24" name="Straight Arrow Connector 89">
            <a:extLst>
              <a:ext uri="{FF2B5EF4-FFF2-40B4-BE49-F238E27FC236}">
                <a16:creationId xmlns:a16="http://schemas.microsoft.com/office/drawing/2014/main" id="{E522119F-DA11-4283-98C6-4D67F5FA4613}"/>
              </a:ext>
            </a:extLst>
          </p:cNvPr>
          <p:cNvCxnSpPr>
            <a:cxnSpLocks/>
          </p:cNvCxnSpPr>
          <p:nvPr/>
        </p:nvCxnSpPr>
        <p:spPr>
          <a:xfrm>
            <a:off x="2214876" y="1775010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5" name="Straight Arrow Connector 90">
            <a:extLst>
              <a:ext uri="{FF2B5EF4-FFF2-40B4-BE49-F238E27FC236}">
                <a16:creationId xmlns:a16="http://schemas.microsoft.com/office/drawing/2014/main" id="{7AFF8048-2E11-4D7F-BF7A-77FB59A31AD0}"/>
              </a:ext>
            </a:extLst>
          </p:cNvPr>
          <p:cNvCxnSpPr>
            <a:cxnSpLocks/>
          </p:cNvCxnSpPr>
          <p:nvPr/>
        </p:nvCxnSpPr>
        <p:spPr>
          <a:xfrm>
            <a:off x="5912079" y="1775010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6" name="Straight Arrow Connector 91">
            <a:extLst>
              <a:ext uri="{FF2B5EF4-FFF2-40B4-BE49-F238E27FC236}">
                <a16:creationId xmlns:a16="http://schemas.microsoft.com/office/drawing/2014/main" id="{CEFD0645-FA45-4FBB-B473-2F90E3EC04C7}"/>
              </a:ext>
            </a:extLst>
          </p:cNvPr>
          <p:cNvCxnSpPr>
            <a:cxnSpLocks/>
          </p:cNvCxnSpPr>
          <p:nvPr/>
        </p:nvCxnSpPr>
        <p:spPr>
          <a:xfrm>
            <a:off x="2214876" y="4298235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27" name="Straight Arrow Connector 92">
            <a:extLst>
              <a:ext uri="{FF2B5EF4-FFF2-40B4-BE49-F238E27FC236}">
                <a16:creationId xmlns:a16="http://schemas.microsoft.com/office/drawing/2014/main" id="{006C067F-6DD5-4E7B-84B2-A246C13948C8}"/>
              </a:ext>
            </a:extLst>
          </p:cNvPr>
          <p:cNvCxnSpPr>
            <a:cxnSpLocks/>
          </p:cNvCxnSpPr>
          <p:nvPr/>
        </p:nvCxnSpPr>
        <p:spPr>
          <a:xfrm>
            <a:off x="5912079" y="4298235"/>
            <a:ext cx="1725320" cy="0"/>
          </a:xfrm>
          <a:prstGeom prst="straightConnector1">
            <a:avLst/>
          </a:prstGeom>
          <a:noFill/>
          <a:ln w="25400" cap="flat" cmpd="sng" algn="ctr">
            <a:solidFill>
              <a:srgbClr val="F5822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28" name="Shape 0">
            <a:extLst>
              <a:ext uri="{FF2B5EF4-FFF2-40B4-BE49-F238E27FC236}">
                <a16:creationId xmlns:a16="http://schemas.microsoft.com/office/drawing/2014/main" id="{C660E5CE-E1A1-431D-8761-9420637289A9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84D5F45D-AF02-4F75-A96D-A0BAB0775B6A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781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6463A7A-C524-4C6F-82BC-14A40D4D6262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4D8E00-E92E-42C2-B7BC-8CA648482E6A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38A59-D07C-43F4-83F2-DF198D05F9FD}"/>
              </a:ext>
            </a:extLst>
          </p:cNvPr>
          <p:cNvSpPr txBox="1"/>
          <p:nvPr/>
        </p:nvSpPr>
        <p:spPr>
          <a:xfrm>
            <a:off x="1294807" y="4873503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STRATEGIC PLANS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49A8C-F912-419A-B339-C80285C8FED6}"/>
              </a:ext>
            </a:extLst>
          </p:cNvPr>
          <p:cNvSpPr txBox="1"/>
          <p:nvPr/>
        </p:nvSpPr>
        <p:spPr>
          <a:xfrm>
            <a:off x="517352" y="5142177"/>
            <a:ext cx="3142207" cy="780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88197-7E7E-4306-8B4D-D1FA2495B117}"/>
              </a:ext>
            </a:extLst>
          </p:cNvPr>
          <p:cNvSpPr txBox="1"/>
          <p:nvPr/>
        </p:nvSpPr>
        <p:spPr>
          <a:xfrm>
            <a:off x="3766621" y="139022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PAID 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16B6E-57F4-480D-875C-FF189141CEEA}"/>
              </a:ext>
            </a:extLst>
          </p:cNvPr>
          <p:cNvSpPr txBox="1"/>
          <p:nvPr/>
        </p:nvSpPr>
        <p:spPr>
          <a:xfrm>
            <a:off x="2777569" y="1658894"/>
            <a:ext cx="3142207" cy="780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7B1C8-E1AF-46AF-9369-57954650E02D}"/>
              </a:ext>
            </a:extLst>
          </p:cNvPr>
          <p:cNvSpPr txBox="1"/>
          <p:nvPr/>
        </p:nvSpPr>
        <p:spPr>
          <a:xfrm>
            <a:off x="5878561" y="4873503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TACTICAL PLANS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CF450-9971-44CD-AFF6-ADA823FD60DD}"/>
              </a:ext>
            </a:extLst>
          </p:cNvPr>
          <p:cNvSpPr txBox="1"/>
          <p:nvPr/>
        </p:nvSpPr>
        <p:spPr>
          <a:xfrm>
            <a:off x="5037787" y="5142177"/>
            <a:ext cx="3142207" cy="780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3C62FD16-B66E-4B49-924C-676A2CE80DCD}"/>
              </a:ext>
            </a:extLst>
          </p:cNvPr>
          <p:cNvSpPr>
            <a:spLocks/>
          </p:cNvSpPr>
          <p:nvPr/>
        </p:nvSpPr>
        <p:spPr bwMode="auto">
          <a:xfrm>
            <a:off x="958826" y="2553439"/>
            <a:ext cx="9039909" cy="2185727"/>
          </a:xfrm>
          <a:custGeom>
            <a:avLst/>
            <a:gdLst>
              <a:gd name="T0" fmla="*/ 0 w 2136"/>
              <a:gd name="T1" fmla="*/ 394 h 514"/>
              <a:gd name="T2" fmla="*/ 1 w 2136"/>
              <a:gd name="T3" fmla="*/ 195 h 514"/>
              <a:gd name="T4" fmla="*/ 49 w 2136"/>
              <a:gd name="T5" fmla="*/ 113 h 514"/>
              <a:gd name="T6" fmla="*/ 222 w 2136"/>
              <a:gd name="T7" fmla="*/ 15 h 514"/>
              <a:gd name="T8" fmla="*/ 317 w 2136"/>
              <a:gd name="T9" fmla="*/ 16 h 514"/>
              <a:gd name="T10" fmla="*/ 488 w 2136"/>
              <a:gd name="T11" fmla="*/ 116 h 514"/>
              <a:gd name="T12" fmla="*/ 535 w 2136"/>
              <a:gd name="T13" fmla="*/ 199 h 514"/>
              <a:gd name="T14" fmla="*/ 535 w 2136"/>
              <a:gd name="T15" fmla="*/ 295 h 514"/>
              <a:gd name="T16" fmla="*/ 535 w 2136"/>
              <a:gd name="T17" fmla="*/ 314 h 514"/>
              <a:gd name="T18" fmla="*/ 582 w 2136"/>
              <a:gd name="T19" fmla="*/ 398 h 514"/>
              <a:gd name="T20" fmla="*/ 753 w 2136"/>
              <a:gd name="T21" fmla="*/ 498 h 514"/>
              <a:gd name="T22" fmla="*/ 848 w 2136"/>
              <a:gd name="T23" fmla="*/ 499 h 514"/>
              <a:gd name="T24" fmla="*/ 1021 w 2136"/>
              <a:gd name="T25" fmla="*/ 401 h 514"/>
              <a:gd name="T26" fmla="*/ 1069 w 2136"/>
              <a:gd name="T27" fmla="*/ 310 h 514"/>
              <a:gd name="T28" fmla="*/ 1069 w 2136"/>
              <a:gd name="T29" fmla="*/ 195 h 514"/>
              <a:gd name="T30" fmla="*/ 1117 w 2136"/>
              <a:gd name="T31" fmla="*/ 113 h 514"/>
              <a:gd name="T32" fmla="*/ 1289 w 2136"/>
              <a:gd name="T33" fmla="*/ 15 h 514"/>
              <a:gd name="T34" fmla="*/ 1384 w 2136"/>
              <a:gd name="T35" fmla="*/ 16 h 514"/>
              <a:gd name="T36" fmla="*/ 1555 w 2136"/>
              <a:gd name="T37" fmla="*/ 116 h 514"/>
              <a:gd name="T38" fmla="*/ 1602 w 2136"/>
              <a:gd name="T39" fmla="*/ 199 h 514"/>
              <a:gd name="T40" fmla="*/ 1602 w 2136"/>
              <a:gd name="T41" fmla="*/ 295 h 514"/>
              <a:gd name="T42" fmla="*/ 1602 w 2136"/>
              <a:gd name="T43" fmla="*/ 314 h 514"/>
              <a:gd name="T44" fmla="*/ 1649 w 2136"/>
              <a:gd name="T45" fmla="*/ 398 h 514"/>
              <a:gd name="T46" fmla="*/ 1821 w 2136"/>
              <a:gd name="T47" fmla="*/ 498 h 514"/>
              <a:gd name="T48" fmla="*/ 1915 w 2136"/>
              <a:gd name="T49" fmla="*/ 499 h 514"/>
              <a:gd name="T50" fmla="*/ 2088 w 2136"/>
              <a:gd name="T51" fmla="*/ 401 h 514"/>
              <a:gd name="T52" fmla="*/ 2136 w 2136"/>
              <a:gd name="T53" fmla="*/ 319 h 514"/>
              <a:gd name="T54" fmla="*/ 2136 w 2136"/>
              <a:gd name="T55" fmla="*/ 14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36" h="514">
                <a:moveTo>
                  <a:pt x="0" y="394"/>
                </a:moveTo>
                <a:cubicBezTo>
                  <a:pt x="1" y="195"/>
                  <a:pt x="1" y="195"/>
                  <a:pt x="1" y="195"/>
                </a:cubicBezTo>
                <a:cubicBezTo>
                  <a:pt x="1" y="165"/>
                  <a:pt x="23" y="128"/>
                  <a:pt x="49" y="113"/>
                </a:cubicBezTo>
                <a:cubicBezTo>
                  <a:pt x="222" y="15"/>
                  <a:pt x="222" y="15"/>
                  <a:pt x="222" y="15"/>
                </a:cubicBezTo>
                <a:cubicBezTo>
                  <a:pt x="248" y="0"/>
                  <a:pt x="291" y="1"/>
                  <a:pt x="317" y="16"/>
                </a:cubicBezTo>
                <a:cubicBezTo>
                  <a:pt x="488" y="116"/>
                  <a:pt x="488" y="116"/>
                  <a:pt x="488" y="116"/>
                </a:cubicBezTo>
                <a:cubicBezTo>
                  <a:pt x="514" y="132"/>
                  <a:pt x="535" y="169"/>
                  <a:pt x="535" y="199"/>
                </a:cubicBezTo>
                <a:cubicBezTo>
                  <a:pt x="535" y="295"/>
                  <a:pt x="535" y="295"/>
                  <a:pt x="535" y="295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54"/>
                  <a:pt x="548" y="378"/>
                  <a:pt x="582" y="398"/>
                </a:cubicBezTo>
                <a:cubicBezTo>
                  <a:pt x="753" y="498"/>
                  <a:pt x="753" y="498"/>
                  <a:pt x="753" y="498"/>
                </a:cubicBezTo>
                <a:cubicBezTo>
                  <a:pt x="779" y="513"/>
                  <a:pt x="822" y="514"/>
                  <a:pt x="848" y="499"/>
                </a:cubicBezTo>
                <a:cubicBezTo>
                  <a:pt x="1021" y="401"/>
                  <a:pt x="1021" y="401"/>
                  <a:pt x="1021" y="401"/>
                </a:cubicBezTo>
                <a:cubicBezTo>
                  <a:pt x="1054" y="382"/>
                  <a:pt x="1069" y="344"/>
                  <a:pt x="1069" y="310"/>
                </a:cubicBezTo>
                <a:cubicBezTo>
                  <a:pt x="1069" y="299"/>
                  <a:pt x="1069" y="195"/>
                  <a:pt x="1069" y="195"/>
                </a:cubicBezTo>
                <a:cubicBezTo>
                  <a:pt x="1069" y="165"/>
                  <a:pt x="1090" y="128"/>
                  <a:pt x="1117" y="113"/>
                </a:cubicBezTo>
                <a:cubicBezTo>
                  <a:pt x="1289" y="15"/>
                  <a:pt x="1289" y="15"/>
                  <a:pt x="1289" y="15"/>
                </a:cubicBezTo>
                <a:cubicBezTo>
                  <a:pt x="1315" y="0"/>
                  <a:pt x="1358" y="1"/>
                  <a:pt x="1384" y="16"/>
                </a:cubicBezTo>
                <a:cubicBezTo>
                  <a:pt x="1555" y="116"/>
                  <a:pt x="1555" y="116"/>
                  <a:pt x="1555" y="116"/>
                </a:cubicBezTo>
                <a:cubicBezTo>
                  <a:pt x="1581" y="132"/>
                  <a:pt x="1602" y="169"/>
                  <a:pt x="1602" y="199"/>
                </a:cubicBezTo>
                <a:cubicBezTo>
                  <a:pt x="1602" y="295"/>
                  <a:pt x="1602" y="295"/>
                  <a:pt x="1602" y="295"/>
                </a:cubicBezTo>
                <a:cubicBezTo>
                  <a:pt x="1602" y="314"/>
                  <a:pt x="1602" y="314"/>
                  <a:pt x="1602" y="314"/>
                </a:cubicBezTo>
                <a:cubicBezTo>
                  <a:pt x="1602" y="354"/>
                  <a:pt x="1616" y="378"/>
                  <a:pt x="1649" y="398"/>
                </a:cubicBezTo>
                <a:cubicBezTo>
                  <a:pt x="1821" y="498"/>
                  <a:pt x="1821" y="498"/>
                  <a:pt x="1821" y="498"/>
                </a:cubicBezTo>
                <a:cubicBezTo>
                  <a:pt x="1846" y="513"/>
                  <a:pt x="1889" y="514"/>
                  <a:pt x="1915" y="499"/>
                </a:cubicBezTo>
                <a:cubicBezTo>
                  <a:pt x="2088" y="401"/>
                  <a:pt x="2088" y="401"/>
                  <a:pt x="2088" y="401"/>
                </a:cubicBezTo>
                <a:cubicBezTo>
                  <a:pt x="2114" y="386"/>
                  <a:pt x="2136" y="349"/>
                  <a:pt x="2136" y="319"/>
                </a:cubicBezTo>
                <a:cubicBezTo>
                  <a:pt x="2136" y="140"/>
                  <a:pt x="2136" y="140"/>
                  <a:pt x="2136" y="140"/>
                </a:cubicBezTo>
              </a:path>
            </a:pathLst>
          </a:custGeom>
          <a:noFill/>
          <a:ln w="31750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57781624-1826-43B1-B1EC-1673E3A0E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0485" y="4248243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DEC12107-DEDF-47FC-A065-FB7CF7EB4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2219" y="3873382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7D281238-E6F0-48E9-9BB5-EF0665735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6280" y="4248243"/>
            <a:ext cx="0" cy="0"/>
          </a:xfrm>
          <a:prstGeom prst="line">
            <a:avLst/>
          </a:prstGeom>
          <a:noFill/>
          <a:ln w="17463" cap="flat">
            <a:solidFill>
              <a:srgbClr val="231F2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D7CE5F6C-5DE8-40FF-93B5-E4F58DB18928}"/>
              </a:ext>
            </a:extLst>
          </p:cNvPr>
          <p:cNvSpPr>
            <a:spLocks/>
          </p:cNvSpPr>
          <p:nvPr/>
        </p:nvSpPr>
        <p:spPr bwMode="auto">
          <a:xfrm>
            <a:off x="1260877" y="2895861"/>
            <a:ext cx="1655154" cy="1836818"/>
          </a:xfrm>
          <a:custGeom>
            <a:avLst/>
            <a:gdLst>
              <a:gd name="T0" fmla="*/ 34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2 w 391"/>
              <a:gd name="T9" fmla="*/ 11 h 432"/>
              <a:gd name="T10" fmla="*/ 231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59 w 391"/>
              <a:gd name="T23" fmla="*/ 421 h 432"/>
              <a:gd name="T24" fmla="*/ 34 w 391"/>
              <a:gd name="T25" fmla="*/ 348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2">
                <a:moveTo>
                  <a:pt x="34" y="348"/>
                </a:moveTo>
                <a:cubicBezTo>
                  <a:pt x="15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2" y="11"/>
                  <a:pt x="162" y="11"/>
                  <a:pt x="162" y="11"/>
                </a:cubicBezTo>
                <a:cubicBezTo>
                  <a:pt x="181" y="0"/>
                  <a:pt x="212" y="0"/>
                  <a:pt x="231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5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09" y="432"/>
                  <a:pt x="178" y="432"/>
                  <a:pt x="159" y="421"/>
                </a:cubicBezTo>
                <a:lnTo>
                  <a:pt x="34" y="3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3326D9AF-0FA9-48C9-A54E-97E73CE9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364" y="3354213"/>
            <a:ext cx="916182" cy="920113"/>
          </a:xfrm>
          <a:prstGeom prst="ellipse">
            <a:avLst/>
          </a:prstGeom>
          <a:solidFill>
            <a:srgbClr val="FB4D4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31">
            <a:extLst>
              <a:ext uri="{FF2B5EF4-FFF2-40B4-BE49-F238E27FC236}">
                <a16:creationId xmlns:a16="http://schemas.microsoft.com/office/drawing/2014/main" id="{4E84D200-57B8-493A-A1F3-C6A57843F7AF}"/>
              </a:ext>
            </a:extLst>
          </p:cNvPr>
          <p:cNvGrpSpPr/>
          <p:nvPr/>
        </p:nvGrpSpPr>
        <p:grpSpPr>
          <a:xfrm>
            <a:off x="3521094" y="2559927"/>
            <a:ext cx="1655154" cy="1841144"/>
            <a:chOff x="3950188" y="2309669"/>
            <a:chExt cx="1756847" cy="1954264"/>
          </a:xfrm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B1E1BC3-6372-4E64-B5B8-BD17C96F4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188" y="2309669"/>
              <a:ext cx="1756847" cy="1954264"/>
            </a:xfrm>
            <a:custGeom>
              <a:avLst/>
              <a:gdLst>
                <a:gd name="T0" fmla="*/ 357 w 391"/>
                <a:gd name="T1" fmla="*/ 85 h 433"/>
                <a:gd name="T2" fmla="*/ 391 w 391"/>
                <a:gd name="T3" fmla="*/ 145 h 433"/>
                <a:gd name="T4" fmla="*/ 390 w 391"/>
                <a:gd name="T5" fmla="*/ 291 h 433"/>
                <a:gd name="T6" fmla="*/ 355 w 391"/>
                <a:gd name="T7" fmla="*/ 350 h 433"/>
                <a:gd name="T8" fmla="*/ 229 w 391"/>
                <a:gd name="T9" fmla="*/ 422 h 433"/>
                <a:gd name="T10" fmla="*/ 159 w 391"/>
                <a:gd name="T11" fmla="*/ 421 h 433"/>
                <a:gd name="T12" fmla="*/ 34 w 391"/>
                <a:gd name="T13" fmla="*/ 348 h 433"/>
                <a:gd name="T14" fmla="*/ 0 w 391"/>
                <a:gd name="T15" fmla="*/ 288 h 433"/>
                <a:gd name="T16" fmla="*/ 1 w 391"/>
                <a:gd name="T17" fmla="*/ 143 h 433"/>
                <a:gd name="T18" fmla="*/ 36 w 391"/>
                <a:gd name="T19" fmla="*/ 83 h 433"/>
                <a:gd name="T20" fmla="*/ 162 w 391"/>
                <a:gd name="T21" fmla="*/ 11 h 433"/>
                <a:gd name="T22" fmla="*/ 232 w 391"/>
                <a:gd name="T23" fmla="*/ 12 h 433"/>
                <a:gd name="T24" fmla="*/ 357 w 391"/>
                <a:gd name="T25" fmla="*/ 85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1" h="433">
                  <a:moveTo>
                    <a:pt x="357" y="85"/>
                  </a:moveTo>
                  <a:cubicBezTo>
                    <a:pt x="376" y="96"/>
                    <a:pt x="391" y="123"/>
                    <a:pt x="391" y="145"/>
                  </a:cubicBezTo>
                  <a:cubicBezTo>
                    <a:pt x="390" y="291"/>
                    <a:pt x="390" y="291"/>
                    <a:pt x="390" y="291"/>
                  </a:cubicBezTo>
                  <a:cubicBezTo>
                    <a:pt x="390" y="313"/>
                    <a:pt x="374" y="339"/>
                    <a:pt x="355" y="350"/>
                  </a:cubicBezTo>
                  <a:cubicBezTo>
                    <a:pt x="229" y="422"/>
                    <a:pt x="229" y="422"/>
                    <a:pt x="229" y="422"/>
                  </a:cubicBezTo>
                  <a:cubicBezTo>
                    <a:pt x="210" y="433"/>
                    <a:pt x="178" y="433"/>
                    <a:pt x="159" y="421"/>
                  </a:cubicBezTo>
                  <a:cubicBezTo>
                    <a:pt x="34" y="348"/>
                    <a:pt x="34" y="348"/>
                    <a:pt x="34" y="348"/>
                  </a:cubicBezTo>
                  <a:cubicBezTo>
                    <a:pt x="15" y="337"/>
                    <a:pt x="0" y="310"/>
                    <a:pt x="0" y="288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21"/>
                    <a:pt x="17" y="94"/>
                    <a:pt x="36" y="83"/>
                  </a:cubicBezTo>
                  <a:cubicBezTo>
                    <a:pt x="162" y="11"/>
                    <a:pt x="162" y="11"/>
                    <a:pt x="162" y="11"/>
                  </a:cubicBezTo>
                  <a:cubicBezTo>
                    <a:pt x="181" y="0"/>
                    <a:pt x="213" y="1"/>
                    <a:pt x="232" y="12"/>
                  </a:cubicBezTo>
                  <a:lnTo>
                    <a:pt x="357" y="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63500" sx="102000" sy="102000" algn="ctr" rotWithShape="0">
                <a:schemeClr val="tx2">
                  <a:alpha val="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11">
              <a:extLst>
                <a:ext uri="{FF2B5EF4-FFF2-40B4-BE49-F238E27FC236}">
                  <a16:creationId xmlns:a16="http://schemas.microsoft.com/office/drawing/2014/main" id="{AEEDFA97-F8F2-45E3-92F5-C26FE6CF4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072" y="2798478"/>
              <a:ext cx="971080" cy="9766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63500" sx="102000" sy="102000" algn="ctr" rotWithShape="0">
                <a:schemeClr val="tx2">
                  <a:alpha val="5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reeform 13">
            <a:extLst>
              <a:ext uri="{FF2B5EF4-FFF2-40B4-BE49-F238E27FC236}">
                <a16:creationId xmlns:a16="http://schemas.microsoft.com/office/drawing/2014/main" id="{E6FCCEC3-2DFD-4CA3-9981-5BC6939FCB38}"/>
              </a:ext>
            </a:extLst>
          </p:cNvPr>
          <p:cNvSpPr>
            <a:spLocks/>
          </p:cNvSpPr>
          <p:nvPr/>
        </p:nvSpPr>
        <p:spPr bwMode="auto">
          <a:xfrm>
            <a:off x="5781312" y="2895861"/>
            <a:ext cx="1655154" cy="1836818"/>
          </a:xfrm>
          <a:custGeom>
            <a:avLst/>
            <a:gdLst>
              <a:gd name="T0" fmla="*/ 35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3 w 391"/>
              <a:gd name="T9" fmla="*/ 11 h 432"/>
              <a:gd name="T10" fmla="*/ 232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60 w 391"/>
              <a:gd name="T23" fmla="*/ 421 h 432"/>
              <a:gd name="T24" fmla="*/ 35 w 391"/>
              <a:gd name="T25" fmla="*/ 348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2">
                <a:moveTo>
                  <a:pt x="35" y="348"/>
                </a:moveTo>
                <a:cubicBezTo>
                  <a:pt x="16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0"/>
                  <a:pt x="232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6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2"/>
                  <a:pt x="179" y="432"/>
                  <a:pt x="160" y="421"/>
                </a:cubicBezTo>
                <a:lnTo>
                  <a:pt x="35" y="348"/>
                </a:lnTo>
                <a:close/>
              </a:path>
            </a:pathLst>
          </a:custGeom>
          <a:solidFill>
            <a:srgbClr val="1CAA2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Oval 14">
            <a:extLst>
              <a:ext uri="{FF2B5EF4-FFF2-40B4-BE49-F238E27FC236}">
                <a16:creationId xmlns:a16="http://schemas.microsoft.com/office/drawing/2014/main" id="{64511295-70BC-44CA-A7FB-BF9AA513C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454" y="3354213"/>
            <a:ext cx="914870" cy="9201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120FEFC9-8FCC-43B4-A689-085CA72F067B}"/>
              </a:ext>
            </a:extLst>
          </p:cNvPr>
          <p:cNvSpPr>
            <a:spLocks/>
          </p:cNvSpPr>
          <p:nvPr/>
        </p:nvSpPr>
        <p:spPr bwMode="auto">
          <a:xfrm>
            <a:off x="8041530" y="2559927"/>
            <a:ext cx="1655154" cy="1841144"/>
          </a:xfrm>
          <a:custGeom>
            <a:avLst/>
            <a:gdLst>
              <a:gd name="T0" fmla="*/ 357 w 391"/>
              <a:gd name="T1" fmla="*/ 85 h 433"/>
              <a:gd name="T2" fmla="*/ 391 w 391"/>
              <a:gd name="T3" fmla="*/ 145 h 433"/>
              <a:gd name="T4" fmla="*/ 390 w 391"/>
              <a:gd name="T5" fmla="*/ 291 h 433"/>
              <a:gd name="T6" fmla="*/ 355 w 391"/>
              <a:gd name="T7" fmla="*/ 350 h 433"/>
              <a:gd name="T8" fmla="*/ 229 w 391"/>
              <a:gd name="T9" fmla="*/ 422 h 433"/>
              <a:gd name="T10" fmla="*/ 160 w 391"/>
              <a:gd name="T11" fmla="*/ 421 h 433"/>
              <a:gd name="T12" fmla="*/ 35 w 391"/>
              <a:gd name="T13" fmla="*/ 348 h 433"/>
              <a:gd name="T14" fmla="*/ 0 w 391"/>
              <a:gd name="T15" fmla="*/ 288 h 433"/>
              <a:gd name="T16" fmla="*/ 1 w 391"/>
              <a:gd name="T17" fmla="*/ 143 h 433"/>
              <a:gd name="T18" fmla="*/ 37 w 391"/>
              <a:gd name="T19" fmla="*/ 83 h 433"/>
              <a:gd name="T20" fmla="*/ 163 w 391"/>
              <a:gd name="T21" fmla="*/ 11 h 433"/>
              <a:gd name="T22" fmla="*/ 232 w 391"/>
              <a:gd name="T23" fmla="*/ 12 h 433"/>
              <a:gd name="T24" fmla="*/ 357 w 391"/>
              <a:gd name="T25" fmla="*/ 85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1" h="433">
                <a:moveTo>
                  <a:pt x="357" y="85"/>
                </a:moveTo>
                <a:cubicBezTo>
                  <a:pt x="376" y="96"/>
                  <a:pt x="391" y="123"/>
                  <a:pt x="391" y="145"/>
                </a:cubicBezTo>
                <a:cubicBezTo>
                  <a:pt x="390" y="291"/>
                  <a:pt x="390" y="291"/>
                  <a:pt x="390" y="291"/>
                </a:cubicBezTo>
                <a:cubicBezTo>
                  <a:pt x="390" y="313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3"/>
                  <a:pt x="179" y="433"/>
                  <a:pt x="160" y="421"/>
                </a:cubicBezTo>
                <a:cubicBezTo>
                  <a:pt x="35" y="348"/>
                  <a:pt x="35" y="348"/>
                  <a:pt x="35" y="348"/>
                </a:cubicBezTo>
                <a:cubicBezTo>
                  <a:pt x="16" y="337"/>
                  <a:pt x="0" y="310"/>
                  <a:pt x="0" y="288"/>
                </a:cubicBezTo>
                <a:cubicBezTo>
                  <a:pt x="1" y="143"/>
                  <a:pt x="1" y="143"/>
                  <a:pt x="1" y="143"/>
                </a:cubicBezTo>
                <a:cubicBezTo>
                  <a:pt x="2" y="121"/>
                  <a:pt x="17" y="94"/>
                  <a:pt x="37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1"/>
                  <a:pt x="232" y="12"/>
                </a:cubicBezTo>
                <a:lnTo>
                  <a:pt x="357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16">
            <a:extLst>
              <a:ext uri="{FF2B5EF4-FFF2-40B4-BE49-F238E27FC236}">
                <a16:creationId xmlns:a16="http://schemas.microsoft.com/office/drawing/2014/main" id="{D20FFFBB-771A-4E2E-8ECC-52DD9E681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1016" y="3020443"/>
            <a:ext cx="916182" cy="920113"/>
          </a:xfrm>
          <a:prstGeom prst="ellipse">
            <a:avLst/>
          </a:prstGeom>
          <a:solidFill>
            <a:srgbClr val="6ADE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val 11">
            <a:extLst>
              <a:ext uri="{FF2B5EF4-FFF2-40B4-BE49-F238E27FC236}">
                <a16:creationId xmlns:a16="http://schemas.microsoft.com/office/drawing/2014/main" id="{3160E976-4C11-4786-9AD0-1690E833A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236" y="3013955"/>
            <a:ext cx="914870" cy="920113"/>
          </a:xfrm>
          <a:prstGeom prst="ellipse">
            <a:avLst/>
          </a:prstGeom>
          <a:solidFill>
            <a:srgbClr val="F97A0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DDCD04-4ED1-4C38-A650-739EF54466D7}"/>
              </a:ext>
            </a:extLst>
          </p:cNvPr>
          <p:cNvSpPr txBox="1"/>
          <p:nvPr/>
        </p:nvSpPr>
        <p:spPr>
          <a:xfrm>
            <a:off x="8144389" y="139022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Bahnschrift Condensed" panose="020B0502040204020203" pitchFamily="34" charset="0"/>
                <a:cs typeface="Sora" pitchFamily="2" charset="0"/>
              </a:rPr>
              <a:t>LAND NURTURING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C5E543-4565-418A-B2C4-C1ECE29D0B72}"/>
              </a:ext>
            </a:extLst>
          </p:cNvPr>
          <p:cNvSpPr txBox="1"/>
          <p:nvPr/>
        </p:nvSpPr>
        <p:spPr>
          <a:xfrm>
            <a:off x="7298005" y="1658894"/>
            <a:ext cx="3142207" cy="780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400" b="1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 because</a:t>
            </a:r>
          </a:p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676C74"/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dummy text</a:t>
            </a:r>
          </a:p>
        </p:txBody>
      </p:sp>
      <p:sp>
        <p:nvSpPr>
          <p:cNvPr id="28" name="Freeform 30">
            <a:extLst>
              <a:ext uri="{FF2B5EF4-FFF2-40B4-BE49-F238E27FC236}">
                <a16:creationId xmlns:a16="http://schemas.microsoft.com/office/drawing/2014/main" id="{B8C1C39B-FC6D-45EE-8335-2873FFF4055E}"/>
              </a:ext>
            </a:extLst>
          </p:cNvPr>
          <p:cNvSpPr>
            <a:spLocks noEditPoints="1"/>
          </p:cNvSpPr>
          <p:nvPr/>
        </p:nvSpPr>
        <p:spPr bwMode="auto">
          <a:xfrm>
            <a:off x="4128755" y="3254796"/>
            <a:ext cx="439832" cy="438431"/>
          </a:xfrm>
          <a:custGeom>
            <a:avLst/>
            <a:gdLst>
              <a:gd name="T0" fmla="*/ 246 w 336"/>
              <a:gd name="T1" fmla="*/ 155 h 335"/>
              <a:gd name="T2" fmla="*/ 245 w 336"/>
              <a:gd name="T3" fmla="*/ 335 h 335"/>
              <a:gd name="T4" fmla="*/ 310 w 336"/>
              <a:gd name="T5" fmla="*/ 182 h 335"/>
              <a:gd name="T6" fmla="*/ 304 w 336"/>
              <a:gd name="T7" fmla="*/ 193 h 335"/>
              <a:gd name="T8" fmla="*/ 262 w 336"/>
              <a:gd name="T9" fmla="*/ 169 h 335"/>
              <a:gd name="T10" fmla="*/ 255 w 336"/>
              <a:gd name="T11" fmla="*/ 208 h 335"/>
              <a:gd name="T12" fmla="*/ 204 w 336"/>
              <a:gd name="T13" fmla="*/ 240 h 335"/>
              <a:gd name="T14" fmla="*/ 217 w 336"/>
              <a:gd name="T15" fmla="*/ 287 h 335"/>
              <a:gd name="T16" fmla="*/ 245 w 336"/>
              <a:gd name="T17" fmla="*/ 169 h 335"/>
              <a:gd name="T18" fmla="*/ 227 w 336"/>
              <a:gd name="T19" fmla="*/ 188 h 335"/>
              <a:gd name="T20" fmla="*/ 212 w 336"/>
              <a:gd name="T21" fmla="*/ 187 h 335"/>
              <a:gd name="T22" fmla="*/ 200 w 336"/>
              <a:gd name="T23" fmla="*/ 195 h 335"/>
              <a:gd name="T24" fmla="*/ 181 w 336"/>
              <a:gd name="T25" fmla="*/ 240 h 335"/>
              <a:gd name="T26" fmla="*/ 205 w 336"/>
              <a:gd name="T27" fmla="*/ 291 h 335"/>
              <a:gd name="T28" fmla="*/ 212 w 336"/>
              <a:gd name="T29" fmla="*/ 301 h 335"/>
              <a:gd name="T30" fmla="*/ 244 w 336"/>
              <a:gd name="T31" fmla="*/ 320 h 335"/>
              <a:gd name="T32" fmla="*/ 262 w 336"/>
              <a:gd name="T33" fmla="*/ 301 h 335"/>
              <a:gd name="T34" fmla="*/ 294 w 336"/>
              <a:gd name="T35" fmla="*/ 306 h 335"/>
              <a:gd name="T36" fmla="*/ 295 w 336"/>
              <a:gd name="T37" fmla="*/ 252 h 335"/>
              <a:gd name="T38" fmla="*/ 71 w 336"/>
              <a:gd name="T39" fmla="*/ 322 h 335"/>
              <a:gd name="T40" fmla="*/ 34 w 336"/>
              <a:gd name="T41" fmla="*/ 287 h 335"/>
              <a:gd name="T42" fmla="*/ 17 w 336"/>
              <a:gd name="T43" fmla="*/ 233 h 335"/>
              <a:gd name="T44" fmla="*/ 45 w 336"/>
              <a:gd name="T45" fmla="*/ 235 h 335"/>
              <a:gd name="T46" fmla="*/ 55 w 336"/>
              <a:gd name="T47" fmla="*/ 265 h 335"/>
              <a:gd name="T48" fmla="*/ 78 w 336"/>
              <a:gd name="T49" fmla="*/ 236 h 335"/>
              <a:gd name="T50" fmla="*/ 1 w 336"/>
              <a:gd name="T51" fmla="*/ 236 h 335"/>
              <a:gd name="T52" fmla="*/ 22 w 336"/>
              <a:gd name="T53" fmla="*/ 288 h 335"/>
              <a:gd name="T54" fmla="*/ 71 w 336"/>
              <a:gd name="T55" fmla="*/ 334 h 335"/>
              <a:gd name="T56" fmla="*/ 190 w 336"/>
              <a:gd name="T57" fmla="*/ 12 h 335"/>
              <a:gd name="T58" fmla="*/ 299 w 336"/>
              <a:gd name="T59" fmla="*/ 46 h 335"/>
              <a:gd name="T60" fmla="*/ 306 w 336"/>
              <a:gd name="T61" fmla="*/ 101 h 335"/>
              <a:gd name="T62" fmla="*/ 284 w 336"/>
              <a:gd name="T63" fmla="*/ 101 h 335"/>
              <a:gd name="T64" fmla="*/ 284 w 336"/>
              <a:gd name="T65" fmla="*/ 63 h 335"/>
              <a:gd name="T66" fmla="*/ 255 w 336"/>
              <a:gd name="T67" fmla="*/ 92 h 335"/>
              <a:gd name="T68" fmla="*/ 295 w 336"/>
              <a:gd name="T69" fmla="*/ 156 h 335"/>
              <a:gd name="T70" fmla="*/ 327 w 336"/>
              <a:gd name="T71" fmla="*/ 89 h 335"/>
              <a:gd name="T72" fmla="*/ 303 w 336"/>
              <a:gd name="T73" fmla="*/ 24 h 335"/>
              <a:gd name="T74" fmla="*/ 184 w 336"/>
              <a:gd name="T75" fmla="*/ 6 h 335"/>
              <a:gd name="T76" fmla="*/ 284 w 336"/>
              <a:gd name="T77" fmla="*/ 47 h 335"/>
              <a:gd name="T78" fmla="*/ 46 w 336"/>
              <a:gd name="T79" fmla="*/ 284 h 335"/>
              <a:gd name="T80" fmla="*/ 19 w 336"/>
              <a:gd name="T81" fmla="*/ 135 h 335"/>
              <a:gd name="T82" fmla="*/ 90 w 336"/>
              <a:gd name="T83" fmla="*/ 13 h 335"/>
              <a:gd name="T84" fmla="*/ 163 w 336"/>
              <a:gd name="T85" fmla="*/ 137 h 335"/>
              <a:gd name="T86" fmla="*/ 1 w 336"/>
              <a:gd name="T87" fmla="*/ 91 h 335"/>
              <a:gd name="T88" fmla="*/ 111 w 336"/>
              <a:gd name="T89" fmla="*/ 117 h 335"/>
              <a:gd name="T90" fmla="*/ 111 w 336"/>
              <a:gd name="T91" fmla="*/ 111 h 335"/>
              <a:gd name="T92" fmla="*/ 63 w 336"/>
              <a:gd name="T93" fmla="*/ 52 h 335"/>
              <a:gd name="T94" fmla="*/ 24 w 336"/>
              <a:gd name="T95" fmla="*/ 143 h 335"/>
              <a:gd name="T96" fmla="*/ 88 w 336"/>
              <a:gd name="T97" fmla="*/ 179 h 335"/>
              <a:gd name="T98" fmla="*/ 88 w 336"/>
              <a:gd name="T99" fmla="*/ 167 h 335"/>
              <a:gd name="T100" fmla="*/ 80 w 336"/>
              <a:gd name="T101" fmla="*/ 117 h 335"/>
              <a:gd name="T102" fmla="*/ 112 w 336"/>
              <a:gd name="T103" fmla="*/ 79 h 335"/>
              <a:gd name="T104" fmla="*/ 102 w 336"/>
              <a:gd name="T105" fmla="*/ 125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36" h="335">
                <a:moveTo>
                  <a:pt x="310" y="182"/>
                </a:moveTo>
                <a:cubicBezTo>
                  <a:pt x="310" y="182"/>
                  <a:pt x="310" y="182"/>
                  <a:pt x="309" y="182"/>
                </a:cubicBezTo>
                <a:cubicBezTo>
                  <a:pt x="309" y="181"/>
                  <a:pt x="308" y="181"/>
                  <a:pt x="308" y="180"/>
                </a:cubicBezTo>
                <a:cubicBezTo>
                  <a:pt x="291" y="165"/>
                  <a:pt x="270" y="156"/>
                  <a:pt x="246" y="155"/>
                </a:cubicBezTo>
                <a:cubicBezTo>
                  <a:pt x="246" y="155"/>
                  <a:pt x="246" y="155"/>
                  <a:pt x="246" y="155"/>
                </a:cubicBezTo>
                <a:cubicBezTo>
                  <a:pt x="246" y="155"/>
                  <a:pt x="246" y="155"/>
                  <a:pt x="245" y="155"/>
                </a:cubicBezTo>
                <a:cubicBezTo>
                  <a:pt x="196" y="155"/>
                  <a:pt x="155" y="196"/>
                  <a:pt x="155" y="245"/>
                </a:cubicBezTo>
                <a:cubicBezTo>
                  <a:pt x="155" y="295"/>
                  <a:pt x="196" y="335"/>
                  <a:pt x="245" y="335"/>
                </a:cubicBezTo>
                <a:cubicBezTo>
                  <a:pt x="270" y="335"/>
                  <a:pt x="291" y="326"/>
                  <a:pt x="308" y="310"/>
                </a:cubicBezTo>
                <a:cubicBezTo>
                  <a:pt x="308" y="310"/>
                  <a:pt x="308" y="310"/>
                  <a:pt x="309" y="309"/>
                </a:cubicBezTo>
                <a:cubicBezTo>
                  <a:pt x="325" y="293"/>
                  <a:pt x="336" y="270"/>
                  <a:pt x="336" y="245"/>
                </a:cubicBezTo>
                <a:cubicBezTo>
                  <a:pt x="336" y="221"/>
                  <a:pt x="326" y="198"/>
                  <a:pt x="310" y="182"/>
                </a:cubicBezTo>
                <a:close/>
                <a:moveTo>
                  <a:pt x="323" y="240"/>
                </a:moveTo>
                <a:cubicBezTo>
                  <a:pt x="295" y="240"/>
                  <a:pt x="295" y="240"/>
                  <a:pt x="295" y="240"/>
                </a:cubicBezTo>
                <a:cubicBezTo>
                  <a:pt x="295" y="228"/>
                  <a:pt x="292" y="216"/>
                  <a:pt x="286" y="203"/>
                </a:cubicBezTo>
                <a:cubicBezTo>
                  <a:pt x="292" y="200"/>
                  <a:pt x="298" y="197"/>
                  <a:pt x="304" y="193"/>
                </a:cubicBezTo>
                <a:cubicBezTo>
                  <a:pt x="315" y="206"/>
                  <a:pt x="322" y="222"/>
                  <a:pt x="323" y="240"/>
                </a:cubicBezTo>
                <a:close/>
                <a:moveTo>
                  <a:pt x="295" y="185"/>
                </a:moveTo>
                <a:cubicBezTo>
                  <a:pt x="290" y="188"/>
                  <a:pt x="285" y="190"/>
                  <a:pt x="280" y="192"/>
                </a:cubicBezTo>
                <a:cubicBezTo>
                  <a:pt x="275" y="184"/>
                  <a:pt x="269" y="177"/>
                  <a:pt x="262" y="169"/>
                </a:cubicBezTo>
                <a:cubicBezTo>
                  <a:pt x="274" y="172"/>
                  <a:pt x="285" y="177"/>
                  <a:pt x="295" y="185"/>
                </a:cubicBezTo>
                <a:close/>
                <a:moveTo>
                  <a:pt x="204" y="240"/>
                </a:moveTo>
                <a:cubicBezTo>
                  <a:pt x="205" y="226"/>
                  <a:pt x="210" y="213"/>
                  <a:pt x="217" y="202"/>
                </a:cubicBezTo>
                <a:cubicBezTo>
                  <a:pt x="227" y="205"/>
                  <a:pt x="240" y="208"/>
                  <a:pt x="255" y="208"/>
                </a:cubicBezTo>
                <a:cubicBezTo>
                  <a:pt x="255" y="208"/>
                  <a:pt x="255" y="208"/>
                  <a:pt x="255" y="208"/>
                </a:cubicBezTo>
                <a:cubicBezTo>
                  <a:pt x="261" y="208"/>
                  <a:pt x="267" y="207"/>
                  <a:pt x="274" y="206"/>
                </a:cubicBezTo>
                <a:cubicBezTo>
                  <a:pt x="280" y="218"/>
                  <a:pt x="283" y="229"/>
                  <a:pt x="283" y="240"/>
                </a:cubicBezTo>
                <a:lnTo>
                  <a:pt x="204" y="240"/>
                </a:lnTo>
                <a:close/>
                <a:moveTo>
                  <a:pt x="283" y="252"/>
                </a:moveTo>
                <a:cubicBezTo>
                  <a:pt x="282" y="264"/>
                  <a:pt x="278" y="275"/>
                  <a:pt x="272" y="285"/>
                </a:cubicBezTo>
                <a:cubicBezTo>
                  <a:pt x="265" y="284"/>
                  <a:pt x="257" y="283"/>
                  <a:pt x="250" y="283"/>
                </a:cubicBezTo>
                <a:cubicBezTo>
                  <a:pt x="238" y="283"/>
                  <a:pt x="227" y="285"/>
                  <a:pt x="217" y="287"/>
                </a:cubicBezTo>
                <a:cubicBezTo>
                  <a:pt x="210" y="275"/>
                  <a:pt x="206" y="263"/>
                  <a:pt x="205" y="252"/>
                </a:cubicBezTo>
                <a:lnTo>
                  <a:pt x="283" y="252"/>
                </a:lnTo>
                <a:close/>
                <a:moveTo>
                  <a:pt x="242" y="172"/>
                </a:moveTo>
                <a:cubicBezTo>
                  <a:pt x="243" y="171"/>
                  <a:pt x="244" y="170"/>
                  <a:pt x="245" y="169"/>
                </a:cubicBezTo>
                <a:cubicBezTo>
                  <a:pt x="254" y="178"/>
                  <a:pt x="262" y="187"/>
                  <a:pt x="267" y="195"/>
                </a:cubicBezTo>
                <a:cubicBezTo>
                  <a:pt x="263" y="195"/>
                  <a:pt x="259" y="196"/>
                  <a:pt x="255" y="196"/>
                </a:cubicBezTo>
                <a:cubicBezTo>
                  <a:pt x="244" y="196"/>
                  <a:pt x="233" y="194"/>
                  <a:pt x="224" y="191"/>
                </a:cubicBezTo>
                <a:cubicBezTo>
                  <a:pt x="225" y="190"/>
                  <a:pt x="226" y="189"/>
                  <a:pt x="227" y="188"/>
                </a:cubicBezTo>
                <a:cubicBezTo>
                  <a:pt x="232" y="181"/>
                  <a:pt x="238" y="176"/>
                  <a:pt x="242" y="172"/>
                </a:cubicBezTo>
                <a:close/>
                <a:moveTo>
                  <a:pt x="167" y="245"/>
                </a:moveTo>
                <a:cubicBezTo>
                  <a:pt x="167" y="209"/>
                  <a:pt x="193" y="178"/>
                  <a:pt x="227" y="170"/>
                </a:cubicBezTo>
                <a:cubicBezTo>
                  <a:pt x="222" y="174"/>
                  <a:pt x="217" y="180"/>
                  <a:pt x="212" y="187"/>
                </a:cubicBezTo>
                <a:cubicBezTo>
                  <a:pt x="211" y="187"/>
                  <a:pt x="210" y="187"/>
                  <a:pt x="209" y="186"/>
                </a:cubicBezTo>
                <a:cubicBezTo>
                  <a:pt x="206" y="185"/>
                  <a:pt x="205" y="184"/>
                  <a:pt x="205" y="185"/>
                </a:cubicBezTo>
                <a:cubicBezTo>
                  <a:pt x="202" y="183"/>
                  <a:pt x="198" y="184"/>
                  <a:pt x="197" y="187"/>
                </a:cubicBezTo>
                <a:cubicBezTo>
                  <a:pt x="195" y="190"/>
                  <a:pt x="197" y="194"/>
                  <a:pt x="200" y="195"/>
                </a:cubicBezTo>
                <a:cubicBezTo>
                  <a:pt x="200" y="195"/>
                  <a:pt x="200" y="195"/>
                  <a:pt x="200" y="195"/>
                </a:cubicBezTo>
                <a:cubicBezTo>
                  <a:pt x="200" y="195"/>
                  <a:pt x="202" y="196"/>
                  <a:pt x="205" y="198"/>
                </a:cubicBezTo>
                <a:cubicBezTo>
                  <a:pt x="199" y="210"/>
                  <a:pt x="193" y="224"/>
                  <a:pt x="192" y="240"/>
                </a:cubicBezTo>
                <a:cubicBezTo>
                  <a:pt x="181" y="240"/>
                  <a:pt x="181" y="240"/>
                  <a:pt x="181" y="240"/>
                </a:cubicBezTo>
                <a:cubicBezTo>
                  <a:pt x="177" y="240"/>
                  <a:pt x="175" y="243"/>
                  <a:pt x="175" y="246"/>
                </a:cubicBezTo>
                <a:cubicBezTo>
                  <a:pt x="175" y="249"/>
                  <a:pt x="177" y="252"/>
                  <a:pt x="181" y="252"/>
                </a:cubicBezTo>
                <a:cubicBezTo>
                  <a:pt x="193" y="252"/>
                  <a:pt x="193" y="252"/>
                  <a:pt x="193" y="252"/>
                </a:cubicBezTo>
                <a:cubicBezTo>
                  <a:pt x="194" y="264"/>
                  <a:pt x="198" y="277"/>
                  <a:pt x="205" y="291"/>
                </a:cubicBezTo>
                <a:cubicBezTo>
                  <a:pt x="197" y="293"/>
                  <a:pt x="191" y="296"/>
                  <a:pt x="188" y="298"/>
                </a:cubicBezTo>
                <a:cubicBezTo>
                  <a:pt x="175" y="284"/>
                  <a:pt x="167" y="265"/>
                  <a:pt x="167" y="245"/>
                </a:cubicBezTo>
                <a:close/>
                <a:moveTo>
                  <a:pt x="197" y="306"/>
                </a:moveTo>
                <a:cubicBezTo>
                  <a:pt x="201" y="305"/>
                  <a:pt x="206" y="303"/>
                  <a:pt x="212" y="301"/>
                </a:cubicBezTo>
                <a:cubicBezTo>
                  <a:pt x="216" y="308"/>
                  <a:pt x="221" y="314"/>
                  <a:pt x="227" y="321"/>
                </a:cubicBezTo>
                <a:cubicBezTo>
                  <a:pt x="216" y="318"/>
                  <a:pt x="206" y="313"/>
                  <a:pt x="197" y="306"/>
                </a:cubicBezTo>
                <a:close/>
                <a:moveTo>
                  <a:pt x="247" y="318"/>
                </a:moveTo>
                <a:cubicBezTo>
                  <a:pt x="246" y="319"/>
                  <a:pt x="245" y="320"/>
                  <a:pt x="244" y="320"/>
                </a:cubicBezTo>
                <a:cubicBezTo>
                  <a:pt x="236" y="313"/>
                  <a:pt x="229" y="305"/>
                  <a:pt x="224" y="298"/>
                </a:cubicBezTo>
                <a:cubicBezTo>
                  <a:pt x="232" y="296"/>
                  <a:pt x="241" y="295"/>
                  <a:pt x="250" y="295"/>
                </a:cubicBezTo>
                <a:cubicBezTo>
                  <a:pt x="255" y="295"/>
                  <a:pt x="260" y="295"/>
                  <a:pt x="266" y="296"/>
                </a:cubicBezTo>
                <a:cubicBezTo>
                  <a:pt x="264" y="298"/>
                  <a:pt x="263" y="300"/>
                  <a:pt x="262" y="301"/>
                </a:cubicBezTo>
                <a:cubicBezTo>
                  <a:pt x="256" y="308"/>
                  <a:pt x="251" y="314"/>
                  <a:pt x="247" y="318"/>
                </a:cubicBezTo>
                <a:close/>
                <a:moveTo>
                  <a:pt x="260" y="322"/>
                </a:moveTo>
                <a:cubicBezTo>
                  <a:pt x="265" y="316"/>
                  <a:pt x="272" y="308"/>
                  <a:pt x="278" y="299"/>
                </a:cubicBezTo>
                <a:cubicBezTo>
                  <a:pt x="283" y="301"/>
                  <a:pt x="289" y="303"/>
                  <a:pt x="294" y="306"/>
                </a:cubicBezTo>
                <a:cubicBezTo>
                  <a:pt x="284" y="314"/>
                  <a:pt x="273" y="319"/>
                  <a:pt x="260" y="322"/>
                </a:cubicBezTo>
                <a:close/>
                <a:moveTo>
                  <a:pt x="303" y="298"/>
                </a:moveTo>
                <a:cubicBezTo>
                  <a:pt x="297" y="294"/>
                  <a:pt x="291" y="291"/>
                  <a:pt x="284" y="288"/>
                </a:cubicBezTo>
                <a:cubicBezTo>
                  <a:pt x="290" y="278"/>
                  <a:pt x="294" y="266"/>
                  <a:pt x="295" y="252"/>
                </a:cubicBezTo>
                <a:cubicBezTo>
                  <a:pt x="323" y="252"/>
                  <a:pt x="323" y="252"/>
                  <a:pt x="323" y="252"/>
                </a:cubicBezTo>
                <a:cubicBezTo>
                  <a:pt x="322" y="269"/>
                  <a:pt x="314" y="285"/>
                  <a:pt x="303" y="298"/>
                </a:cubicBezTo>
                <a:close/>
                <a:moveTo>
                  <a:pt x="143" y="322"/>
                </a:moveTo>
                <a:cubicBezTo>
                  <a:pt x="71" y="322"/>
                  <a:pt x="71" y="322"/>
                  <a:pt x="71" y="322"/>
                </a:cubicBezTo>
                <a:cubicBezTo>
                  <a:pt x="55" y="321"/>
                  <a:pt x="46" y="312"/>
                  <a:pt x="41" y="303"/>
                </a:cubicBezTo>
                <a:cubicBezTo>
                  <a:pt x="38" y="299"/>
                  <a:pt x="36" y="295"/>
                  <a:pt x="35" y="292"/>
                </a:cubicBezTo>
                <a:cubicBezTo>
                  <a:pt x="34" y="290"/>
                  <a:pt x="34" y="289"/>
                  <a:pt x="34" y="288"/>
                </a:cubicBezTo>
                <a:cubicBezTo>
                  <a:pt x="34" y="288"/>
                  <a:pt x="34" y="288"/>
                  <a:pt x="34" y="287"/>
                </a:cubicBezTo>
                <a:cubicBezTo>
                  <a:pt x="34" y="239"/>
                  <a:pt x="34" y="239"/>
                  <a:pt x="34" y="239"/>
                </a:cubicBezTo>
                <a:cubicBezTo>
                  <a:pt x="34" y="237"/>
                  <a:pt x="33" y="236"/>
                  <a:pt x="32" y="235"/>
                </a:cubicBezTo>
                <a:cubicBezTo>
                  <a:pt x="31" y="233"/>
                  <a:pt x="29" y="233"/>
                  <a:pt x="28" y="233"/>
                </a:cubicBezTo>
                <a:cubicBezTo>
                  <a:pt x="17" y="233"/>
                  <a:pt x="17" y="233"/>
                  <a:pt x="17" y="233"/>
                </a:cubicBezTo>
                <a:cubicBezTo>
                  <a:pt x="39" y="196"/>
                  <a:pt x="39" y="196"/>
                  <a:pt x="39" y="196"/>
                </a:cubicBezTo>
                <a:cubicBezTo>
                  <a:pt x="62" y="233"/>
                  <a:pt x="62" y="233"/>
                  <a:pt x="62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6" y="234"/>
                  <a:pt x="45" y="235"/>
                </a:cubicBezTo>
                <a:cubicBezTo>
                  <a:pt x="44" y="236"/>
                  <a:pt x="43" y="238"/>
                  <a:pt x="43" y="239"/>
                </a:cubicBezTo>
                <a:cubicBezTo>
                  <a:pt x="43" y="265"/>
                  <a:pt x="43" y="265"/>
                  <a:pt x="43" y="265"/>
                </a:cubicBezTo>
                <a:cubicBezTo>
                  <a:pt x="43" y="268"/>
                  <a:pt x="46" y="271"/>
                  <a:pt x="49" y="271"/>
                </a:cubicBezTo>
                <a:cubicBezTo>
                  <a:pt x="53" y="271"/>
                  <a:pt x="55" y="268"/>
                  <a:pt x="55" y="265"/>
                </a:cubicBezTo>
                <a:cubicBezTo>
                  <a:pt x="55" y="245"/>
                  <a:pt x="55" y="245"/>
                  <a:pt x="55" y="245"/>
                </a:cubicBezTo>
                <a:cubicBezTo>
                  <a:pt x="73" y="245"/>
                  <a:pt x="73" y="245"/>
                  <a:pt x="73" y="245"/>
                </a:cubicBezTo>
                <a:cubicBezTo>
                  <a:pt x="76" y="245"/>
                  <a:pt x="78" y="244"/>
                  <a:pt x="79" y="242"/>
                </a:cubicBezTo>
                <a:cubicBezTo>
                  <a:pt x="80" y="240"/>
                  <a:pt x="80" y="238"/>
                  <a:pt x="78" y="236"/>
                </a:cubicBezTo>
                <a:cubicBezTo>
                  <a:pt x="44" y="181"/>
                  <a:pt x="44" y="181"/>
                  <a:pt x="44" y="181"/>
                </a:cubicBezTo>
                <a:cubicBezTo>
                  <a:pt x="43" y="179"/>
                  <a:pt x="41" y="178"/>
                  <a:pt x="39" y="178"/>
                </a:cubicBezTo>
                <a:cubicBezTo>
                  <a:pt x="36" y="178"/>
                  <a:pt x="35" y="179"/>
                  <a:pt x="33" y="181"/>
                </a:cubicBezTo>
                <a:cubicBezTo>
                  <a:pt x="1" y="236"/>
                  <a:pt x="1" y="236"/>
                  <a:pt x="1" y="236"/>
                </a:cubicBezTo>
                <a:cubicBezTo>
                  <a:pt x="0" y="238"/>
                  <a:pt x="0" y="240"/>
                  <a:pt x="1" y="242"/>
                </a:cubicBezTo>
                <a:cubicBezTo>
                  <a:pt x="3" y="244"/>
                  <a:pt x="5" y="245"/>
                  <a:pt x="7" y="245"/>
                </a:cubicBezTo>
                <a:cubicBezTo>
                  <a:pt x="22" y="245"/>
                  <a:pt x="22" y="245"/>
                  <a:pt x="22" y="245"/>
                </a:cubicBezTo>
                <a:cubicBezTo>
                  <a:pt x="22" y="288"/>
                  <a:pt x="22" y="288"/>
                  <a:pt x="22" y="288"/>
                </a:cubicBezTo>
                <a:cubicBezTo>
                  <a:pt x="22" y="289"/>
                  <a:pt x="22" y="289"/>
                  <a:pt x="22" y="289"/>
                </a:cubicBezTo>
                <a:cubicBezTo>
                  <a:pt x="22" y="290"/>
                  <a:pt x="24" y="299"/>
                  <a:pt x="30" y="310"/>
                </a:cubicBezTo>
                <a:cubicBezTo>
                  <a:pt x="37" y="321"/>
                  <a:pt x="50" y="332"/>
                  <a:pt x="70" y="334"/>
                </a:cubicBezTo>
                <a:cubicBezTo>
                  <a:pt x="71" y="334"/>
                  <a:pt x="71" y="334"/>
                  <a:pt x="71" y="334"/>
                </a:cubicBezTo>
                <a:cubicBezTo>
                  <a:pt x="143" y="334"/>
                  <a:pt x="143" y="334"/>
                  <a:pt x="143" y="334"/>
                </a:cubicBezTo>
                <a:cubicBezTo>
                  <a:pt x="146" y="334"/>
                  <a:pt x="149" y="332"/>
                  <a:pt x="149" y="328"/>
                </a:cubicBezTo>
                <a:cubicBezTo>
                  <a:pt x="149" y="325"/>
                  <a:pt x="146" y="322"/>
                  <a:pt x="143" y="322"/>
                </a:cubicBezTo>
                <a:close/>
                <a:moveTo>
                  <a:pt x="190" y="12"/>
                </a:moveTo>
                <a:cubicBezTo>
                  <a:pt x="262" y="12"/>
                  <a:pt x="262" y="12"/>
                  <a:pt x="262" y="12"/>
                </a:cubicBezTo>
                <a:cubicBezTo>
                  <a:pt x="278" y="14"/>
                  <a:pt x="287" y="22"/>
                  <a:pt x="293" y="31"/>
                </a:cubicBezTo>
                <a:cubicBezTo>
                  <a:pt x="296" y="35"/>
                  <a:pt x="297" y="39"/>
                  <a:pt x="298" y="42"/>
                </a:cubicBezTo>
                <a:cubicBezTo>
                  <a:pt x="299" y="44"/>
                  <a:pt x="299" y="45"/>
                  <a:pt x="299" y="46"/>
                </a:cubicBezTo>
                <a:cubicBezTo>
                  <a:pt x="300" y="46"/>
                  <a:pt x="300" y="47"/>
                  <a:pt x="300" y="47"/>
                </a:cubicBezTo>
                <a:cubicBezTo>
                  <a:pt x="300" y="95"/>
                  <a:pt x="300" y="95"/>
                  <a:pt x="300" y="95"/>
                </a:cubicBezTo>
                <a:cubicBezTo>
                  <a:pt x="300" y="97"/>
                  <a:pt x="300" y="99"/>
                  <a:pt x="301" y="100"/>
                </a:cubicBezTo>
                <a:cubicBezTo>
                  <a:pt x="303" y="101"/>
                  <a:pt x="304" y="101"/>
                  <a:pt x="306" y="101"/>
                </a:cubicBezTo>
                <a:cubicBezTo>
                  <a:pt x="316" y="101"/>
                  <a:pt x="316" y="101"/>
                  <a:pt x="316" y="101"/>
                </a:cubicBezTo>
                <a:cubicBezTo>
                  <a:pt x="294" y="139"/>
                  <a:pt x="294" y="139"/>
                  <a:pt x="294" y="139"/>
                </a:cubicBezTo>
                <a:cubicBezTo>
                  <a:pt x="271" y="101"/>
                  <a:pt x="271" y="101"/>
                  <a:pt x="271" y="101"/>
                </a:cubicBezTo>
                <a:cubicBezTo>
                  <a:pt x="284" y="101"/>
                  <a:pt x="284" y="101"/>
                  <a:pt x="284" y="101"/>
                </a:cubicBezTo>
                <a:cubicBezTo>
                  <a:pt x="286" y="101"/>
                  <a:pt x="287" y="100"/>
                  <a:pt x="288" y="99"/>
                </a:cubicBezTo>
                <a:cubicBezTo>
                  <a:pt x="289" y="98"/>
                  <a:pt x="290" y="97"/>
                  <a:pt x="290" y="95"/>
                </a:cubicBezTo>
                <a:cubicBezTo>
                  <a:pt x="290" y="69"/>
                  <a:pt x="290" y="69"/>
                  <a:pt x="290" y="69"/>
                </a:cubicBezTo>
                <a:cubicBezTo>
                  <a:pt x="290" y="66"/>
                  <a:pt x="287" y="63"/>
                  <a:pt x="284" y="63"/>
                </a:cubicBezTo>
                <a:cubicBezTo>
                  <a:pt x="281" y="63"/>
                  <a:pt x="278" y="66"/>
                  <a:pt x="278" y="69"/>
                </a:cubicBezTo>
                <a:cubicBezTo>
                  <a:pt x="278" y="89"/>
                  <a:pt x="278" y="89"/>
                  <a:pt x="278" y="89"/>
                </a:cubicBezTo>
                <a:cubicBezTo>
                  <a:pt x="260" y="89"/>
                  <a:pt x="260" y="89"/>
                  <a:pt x="260" y="89"/>
                </a:cubicBezTo>
                <a:cubicBezTo>
                  <a:pt x="258" y="89"/>
                  <a:pt x="256" y="90"/>
                  <a:pt x="255" y="92"/>
                </a:cubicBezTo>
                <a:cubicBezTo>
                  <a:pt x="254" y="94"/>
                  <a:pt x="254" y="96"/>
                  <a:pt x="255" y="98"/>
                </a:cubicBezTo>
                <a:cubicBezTo>
                  <a:pt x="290" y="153"/>
                  <a:pt x="290" y="153"/>
                  <a:pt x="290" y="153"/>
                </a:cubicBezTo>
                <a:cubicBezTo>
                  <a:pt x="291" y="155"/>
                  <a:pt x="293" y="156"/>
                  <a:pt x="295" y="156"/>
                </a:cubicBezTo>
                <a:cubicBezTo>
                  <a:pt x="295" y="156"/>
                  <a:pt x="295" y="156"/>
                  <a:pt x="295" y="156"/>
                </a:cubicBezTo>
                <a:cubicBezTo>
                  <a:pt x="297" y="156"/>
                  <a:pt x="299" y="155"/>
                  <a:pt x="300" y="153"/>
                </a:cubicBezTo>
                <a:cubicBezTo>
                  <a:pt x="332" y="98"/>
                  <a:pt x="332" y="98"/>
                  <a:pt x="332" y="98"/>
                </a:cubicBezTo>
                <a:cubicBezTo>
                  <a:pt x="333" y="97"/>
                  <a:pt x="333" y="94"/>
                  <a:pt x="332" y="92"/>
                </a:cubicBezTo>
                <a:cubicBezTo>
                  <a:pt x="331" y="91"/>
                  <a:pt x="329" y="89"/>
                  <a:pt x="327" y="89"/>
                </a:cubicBezTo>
                <a:cubicBezTo>
                  <a:pt x="312" y="89"/>
                  <a:pt x="312" y="89"/>
                  <a:pt x="312" y="89"/>
                </a:cubicBezTo>
                <a:cubicBezTo>
                  <a:pt x="312" y="46"/>
                  <a:pt x="312" y="46"/>
                  <a:pt x="312" y="46"/>
                </a:cubicBezTo>
                <a:cubicBezTo>
                  <a:pt x="312" y="45"/>
                  <a:pt x="312" y="45"/>
                  <a:pt x="312" y="45"/>
                </a:cubicBezTo>
                <a:cubicBezTo>
                  <a:pt x="311" y="45"/>
                  <a:pt x="310" y="35"/>
                  <a:pt x="303" y="24"/>
                </a:cubicBezTo>
                <a:cubicBezTo>
                  <a:pt x="296" y="14"/>
                  <a:pt x="283" y="2"/>
                  <a:pt x="263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190" y="0"/>
                  <a:pt x="190" y="0"/>
                  <a:pt x="190" y="0"/>
                </a:cubicBezTo>
                <a:cubicBezTo>
                  <a:pt x="187" y="0"/>
                  <a:pt x="184" y="2"/>
                  <a:pt x="184" y="6"/>
                </a:cubicBezTo>
                <a:cubicBezTo>
                  <a:pt x="184" y="9"/>
                  <a:pt x="187" y="12"/>
                  <a:pt x="190" y="12"/>
                </a:cubicBezTo>
                <a:close/>
                <a:moveTo>
                  <a:pt x="284" y="56"/>
                </a:moveTo>
                <a:cubicBezTo>
                  <a:pt x="286" y="56"/>
                  <a:pt x="288" y="54"/>
                  <a:pt x="288" y="51"/>
                </a:cubicBezTo>
                <a:cubicBezTo>
                  <a:pt x="288" y="49"/>
                  <a:pt x="286" y="47"/>
                  <a:pt x="284" y="47"/>
                </a:cubicBezTo>
                <a:cubicBezTo>
                  <a:pt x="281" y="47"/>
                  <a:pt x="279" y="49"/>
                  <a:pt x="279" y="51"/>
                </a:cubicBezTo>
                <a:cubicBezTo>
                  <a:pt x="279" y="54"/>
                  <a:pt x="281" y="56"/>
                  <a:pt x="284" y="56"/>
                </a:cubicBezTo>
                <a:close/>
                <a:moveTo>
                  <a:pt x="50" y="280"/>
                </a:moveTo>
                <a:cubicBezTo>
                  <a:pt x="48" y="280"/>
                  <a:pt x="46" y="282"/>
                  <a:pt x="46" y="284"/>
                </a:cubicBezTo>
                <a:cubicBezTo>
                  <a:pt x="46" y="287"/>
                  <a:pt x="48" y="289"/>
                  <a:pt x="50" y="289"/>
                </a:cubicBezTo>
                <a:cubicBezTo>
                  <a:pt x="52" y="289"/>
                  <a:pt x="54" y="287"/>
                  <a:pt x="54" y="284"/>
                </a:cubicBezTo>
                <a:cubicBezTo>
                  <a:pt x="54" y="282"/>
                  <a:pt x="52" y="280"/>
                  <a:pt x="50" y="280"/>
                </a:cubicBezTo>
                <a:close/>
                <a:moveTo>
                  <a:pt x="19" y="135"/>
                </a:moveTo>
                <a:cubicBezTo>
                  <a:pt x="22" y="133"/>
                  <a:pt x="23" y="130"/>
                  <a:pt x="22" y="127"/>
                </a:cubicBezTo>
                <a:cubicBezTo>
                  <a:pt x="22" y="127"/>
                  <a:pt x="22" y="127"/>
                  <a:pt x="22" y="127"/>
                </a:cubicBezTo>
                <a:cubicBezTo>
                  <a:pt x="16" y="116"/>
                  <a:pt x="13" y="104"/>
                  <a:pt x="13" y="91"/>
                </a:cubicBezTo>
                <a:cubicBezTo>
                  <a:pt x="13" y="48"/>
                  <a:pt x="47" y="13"/>
                  <a:pt x="90" y="13"/>
                </a:cubicBezTo>
                <a:cubicBezTo>
                  <a:pt x="133" y="13"/>
                  <a:pt x="167" y="48"/>
                  <a:pt x="167" y="91"/>
                </a:cubicBezTo>
                <a:cubicBezTo>
                  <a:pt x="167" y="104"/>
                  <a:pt x="164" y="117"/>
                  <a:pt x="158" y="128"/>
                </a:cubicBezTo>
                <a:cubicBezTo>
                  <a:pt x="156" y="131"/>
                  <a:pt x="157" y="135"/>
                  <a:pt x="160" y="136"/>
                </a:cubicBezTo>
                <a:cubicBezTo>
                  <a:pt x="161" y="137"/>
                  <a:pt x="162" y="137"/>
                  <a:pt x="163" y="137"/>
                </a:cubicBezTo>
                <a:cubicBezTo>
                  <a:pt x="165" y="137"/>
                  <a:pt x="167" y="136"/>
                  <a:pt x="168" y="134"/>
                </a:cubicBezTo>
                <a:cubicBezTo>
                  <a:pt x="175" y="121"/>
                  <a:pt x="179" y="106"/>
                  <a:pt x="179" y="91"/>
                </a:cubicBezTo>
                <a:cubicBezTo>
                  <a:pt x="179" y="41"/>
                  <a:pt x="139" y="1"/>
                  <a:pt x="90" y="1"/>
                </a:cubicBezTo>
                <a:cubicBezTo>
                  <a:pt x="41" y="1"/>
                  <a:pt x="1" y="41"/>
                  <a:pt x="1" y="91"/>
                </a:cubicBezTo>
                <a:cubicBezTo>
                  <a:pt x="1" y="106"/>
                  <a:pt x="4" y="120"/>
                  <a:pt x="11" y="132"/>
                </a:cubicBezTo>
                <a:cubicBezTo>
                  <a:pt x="13" y="135"/>
                  <a:pt x="16" y="136"/>
                  <a:pt x="19" y="135"/>
                </a:cubicBezTo>
                <a:close/>
                <a:moveTo>
                  <a:pt x="154" y="144"/>
                </a:moveTo>
                <a:cubicBezTo>
                  <a:pt x="140" y="129"/>
                  <a:pt x="125" y="121"/>
                  <a:pt x="111" y="117"/>
                </a:cubicBezTo>
                <a:cubicBezTo>
                  <a:pt x="111" y="115"/>
                  <a:pt x="110" y="114"/>
                  <a:pt x="110" y="113"/>
                </a:cubicBezTo>
                <a:cubicBezTo>
                  <a:pt x="110" y="112"/>
                  <a:pt x="110" y="112"/>
                  <a:pt x="111" y="111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11" y="111"/>
                  <a:pt x="111" y="111"/>
                  <a:pt x="111" y="111"/>
                </a:cubicBezTo>
                <a:cubicBezTo>
                  <a:pt x="118" y="103"/>
                  <a:pt x="124" y="92"/>
                  <a:pt x="124" y="79"/>
                </a:cubicBezTo>
                <a:cubicBezTo>
                  <a:pt x="124" y="68"/>
                  <a:pt x="120" y="58"/>
                  <a:pt x="114" y="51"/>
                </a:cubicBezTo>
                <a:cubicBezTo>
                  <a:pt x="108" y="44"/>
                  <a:pt x="99" y="40"/>
                  <a:pt x="89" y="40"/>
                </a:cubicBezTo>
                <a:cubicBezTo>
                  <a:pt x="79" y="40"/>
                  <a:pt x="69" y="44"/>
                  <a:pt x="63" y="52"/>
                </a:cubicBezTo>
                <a:cubicBezTo>
                  <a:pt x="57" y="59"/>
                  <a:pt x="53" y="68"/>
                  <a:pt x="53" y="79"/>
                </a:cubicBezTo>
                <a:cubicBezTo>
                  <a:pt x="53" y="93"/>
                  <a:pt x="61" y="103"/>
                  <a:pt x="66" y="111"/>
                </a:cubicBezTo>
                <a:cubicBezTo>
                  <a:pt x="68" y="114"/>
                  <a:pt x="68" y="116"/>
                  <a:pt x="68" y="117"/>
                </a:cubicBezTo>
                <a:cubicBezTo>
                  <a:pt x="42" y="124"/>
                  <a:pt x="25" y="142"/>
                  <a:pt x="24" y="143"/>
                </a:cubicBezTo>
                <a:cubicBezTo>
                  <a:pt x="23" y="144"/>
                  <a:pt x="22" y="145"/>
                  <a:pt x="22" y="147"/>
                </a:cubicBezTo>
                <a:cubicBezTo>
                  <a:pt x="23" y="148"/>
                  <a:pt x="23" y="150"/>
                  <a:pt x="24" y="151"/>
                </a:cubicBezTo>
                <a:cubicBezTo>
                  <a:pt x="46" y="172"/>
                  <a:pt x="68" y="179"/>
                  <a:pt x="88" y="179"/>
                </a:cubicBezTo>
                <a:cubicBezTo>
                  <a:pt x="88" y="179"/>
                  <a:pt x="88" y="179"/>
                  <a:pt x="88" y="179"/>
                </a:cubicBezTo>
                <a:cubicBezTo>
                  <a:pt x="127" y="179"/>
                  <a:pt x="154" y="153"/>
                  <a:pt x="154" y="153"/>
                </a:cubicBezTo>
                <a:cubicBezTo>
                  <a:pt x="155" y="151"/>
                  <a:pt x="156" y="150"/>
                  <a:pt x="156" y="148"/>
                </a:cubicBezTo>
                <a:cubicBezTo>
                  <a:pt x="156" y="147"/>
                  <a:pt x="155" y="145"/>
                  <a:pt x="154" y="144"/>
                </a:cubicBezTo>
                <a:close/>
                <a:moveTo>
                  <a:pt x="88" y="167"/>
                </a:moveTo>
                <a:cubicBezTo>
                  <a:pt x="73" y="167"/>
                  <a:pt x="56" y="162"/>
                  <a:pt x="37" y="147"/>
                </a:cubicBezTo>
                <a:cubicBezTo>
                  <a:pt x="44" y="141"/>
                  <a:pt x="58" y="131"/>
                  <a:pt x="74" y="127"/>
                </a:cubicBezTo>
                <a:cubicBezTo>
                  <a:pt x="76" y="127"/>
                  <a:pt x="77" y="126"/>
                  <a:pt x="78" y="126"/>
                </a:cubicBezTo>
                <a:cubicBezTo>
                  <a:pt x="78" y="125"/>
                  <a:pt x="80" y="122"/>
                  <a:pt x="80" y="117"/>
                </a:cubicBezTo>
                <a:cubicBezTo>
                  <a:pt x="80" y="114"/>
                  <a:pt x="79" y="109"/>
                  <a:pt x="76" y="104"/>
                </a:cubicBezTo>
                <a:cubicBezTo>
                  <a:pt x="71" y="96"/>
                  <a:pt x="65" y="89"/>
                  <a:pt x="65" y="79"/>
                </a:cubicBezTo>
                <a:cubicBezTo>
                  <a:pt x="66" y="62"/>
                  <a:pt x="75" y="53"/>
                  <a:pt x="89" y="52"/>
                </a:cubicBezTo>
                <a:cubicBezTo>
                  <a:pt x="102" y="53"/>
                  <a:pt x="112" y="62"/>
                  <a:pt x="112" y="79"/>
                </a:cubicBezTo>
                <a:cubicBezTo>
                  <a:pt x="112" y="88"/>
                  <a:pt x="108" y="97"/>
                  <a:pt x="102" y="103"/>
                </a:cubicBezTo>
                <a:cubicBezTo>
                  <a:pt x="102" y="103"/>
                  <a:pt x="102" y="103"/>
                  <a:pt x="102" y="103"/>
                </a:cubicBezTo>
                <a:cubicBezTo>
                  <a:pt x="99" y="106"/>
                  <a:pt x="98" y="110"/>
                  <a:pt x="98" y="113"/>
                </a:cubicBezTo>
                <a:cubicBezTo>
                  <a:pt x="98" y="120"/>
                  <a:pt x="102" y="124"/>
                  <a:pt x="102" y="125"/>
                </a:cubicBezTo>
                <a:cubicBezTo>
                  <a:pt x="103" y="126"/>
                  <a:pt x="104" y="127"/>
                  <a:pt x="105" y="127"/>
                </a:cubicBezTo>
                <a:cubicBezTo>
                  <a:pt x="117" y="130"/>
                  <a:pt x="129" y="136"/>
                  <a:pt x="141" y="148"/>
                </a:cubicBezTo>
                <a:cubicBezTo>
                  <a:pt x="132" y="155"/>
                  <a:pt x="112" y="167"/>
                  <a:pt x="88" y="1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39">
            <a:extLst>
              <a:ext uri="{FF2B5EF4-FFF2-40B4-BE49-F238E27FC236}">
                <a16:creationId xmlns:a16="http://schemas.microsoft.com/office/drawing/2014/main" id="{8BC3CB3E-71C3-40EA-B6BE-4306F067CD16}"/>
              </a:ext>
            </a:extLst>
          </p:cNvPr>
          <p:cNvSpPr>
            <a:spLocks noEditPoints="1"/>
          </p:cNvSpPr>
          <p:nvPr/>
        </p:nvSpPr>
        <p:spPr bwMode="auto">
          <a:xfrm>
            <a:off x="1871341" y="3598556"/>
            <a:ext cx="434228" cy="431427"/>
          </a:xfrm>
          <a:custGeom>
            <a:avLst/>
            <a:gdLst>
              <a:gd name="T0" fmla="*/ 30 w 332"/>
              <a:gd name="T1" fmla="*/ 113 h 330"/>
              <a:gd name="T2" fmla="*/ 22 w 332"/>
              <a:gd name="T3" fmla="*/ 63 h 330"/>
              <a:gd name="T4" fmla="*/ 51 w 332"/>
              <a:gd name="T5" fmla="*/ 26 h 330"/>
              <a:gd name="T6" fmla="*/ 92 w 332"/>
              <a:gd name="T7" fmla="*/ 23 h 330"/>
              <a:gd name="T8" fmla="*/ 127 w 332"/>
              <a:gd name="T9" fmla="*/ 48 h 330"/>
              <a:gd name="T10" fmla="*/ 141 w 332"/>
              <a:gd name="T11" fmla="*/ 84 h 330"/>
              <a:gd name="T12" fmla="*/ 140 w 332"/>
              <a:gd name="T13" fmla="*/ 35 h 330"/>
              <a:gd name="T14" fmla="*/ 98 w 332"/>
              <a:gd name="T15" fmla="*/ 7 h 330"/>
              <a:gd name="T16" fmla="*/ 29 w 332"/>
              <a:gd name="T17" fmla="*/ 28 h 330"/>
              <a:gd name="T18" fmla="*/ 16 w 332"/>
              <a:gd name="T19" fmla="*/ 79 h 330"/>
              <a:gd name="T20" fmla="*/ 105 w 332"/>
              <a:gd name="T21" fmla="*/ 69 h 330"/>
              <a:gd name="T22" fmla="*/ 114 w 332"/>
              <a:gd name="T23" fmla="*/ 265 h 330"/>
              <a:gd name="T24" fmla="*/ 249 w 332"/>
              <a:gd name="T25" fmla="*/ 43 h 330"/>
              <a:gd name="T26" fmla="*/ 249 w 332"/>
              <a:gd name="T27" fmla="*/ 110 h 330"/>
              <a:gd name="T28" fmla="*/ 301 w 332"/>
              <a:gd name="T29" fmla="*/ 16 h 330"/>
              <a:gd name="T30" fmla="*/ 231 w 332"/>
              <a:gd name="T31" fmla="*/ 7 h 330"/>
              <a:gd name="T32" fmla="*/ 192 w 332"/>
              <a:gd name="T33" fmla="*/ 50 h 330"/>
              <a:gd name="T34" fmla="*/ 186 w 332"/>
              <a:gd name="T35" fmla="*/ 100 h 330"/>
              <a:gd name="T36" fmla="*/ 231 w 332"/>
              <a:gd name="T37" fmla="*/ 145 h 330"/>
              <a:gd name="T38" fmla="*/ 295 w 332"/>
              <a:gd name="T39" fmla="*/ 150 h 330"/>
              <a:gd name="T40" fmla="*/ 332 w 332"/>
              <a:gd name="T41" fmla="*/ 92 h 330"/>
              <a:gd name="T42" fmla="*/ 308 w 332"/>
              <a:gd name="T43" fmla="*/ 128 h 330"/>
              <a:gd name="T44" fmla="*/ 239 w 332"/>
              <a:gd name="T45" fmla="*/ 139 h 330"/>
              <a:gd name="T46" fmla="*/ 198 w 332"/>
              <a:gd name="T47" fmla="*/ 109 h 330"/>
              <a:gd name="T48" fmla="*/ 198 w 332"/>
              <a:gd name="T49" fmla="*/ 56 h 330"/>
              <a:gd name="T50" fmla="*/ 239 w 332"/>
              <a:gd name="T51" fmla="*/ 26 h 330"/>
              <a:gd name="T52" fmla="*/ 288 w 332"/>
              <a:gd name="T53" fmla="*/ 30 h 330"/>
              <a:gd name="T54" fmla="*/ 323 w 332"/>
              <a:gd name="T55" fmla="*/ 73 h 330"/>
              <a:gd name="T56" fmla="*/ 283 w 332"/>
              <a:gd name="T57" fmla="*/ 262 h 330"/>
              <a:gd name="T58" fmla="*/ 318 w 332"/>
              <a:gd name="T59" fmla="*/ 225 h 330"/>
              <a:gd name="T60" fmla="*/ 270 w 332"/>
              <a:gd name="T61" fmla="*/ 195 h 330"/>
              <a:gd name="T62" fmla="*/ 254 w 332"/>
              <a:gd name="T63" fmla="*/ 202 h 330"/>
              <a:gd name="T64" fmla="*/ 311 w 332"/>
              <a:gd name="T65" fmla="*/ 225 h 330"/>
              <a:gd name="T66" fmla="*/ 315 w 332"/>
              <a:gd name="T67" fmla="*/ 271 h 330"/>
              <a:gd name="T68" fmla="*/ 289 w 332"/>
              <a:gd name="T69" fmla="*/ 302 h 330"/>
              <a:gd name="T70" fmla="*/ 235 w 332"/>
              <a:gd name="T71" fmla="*/ 301 h 330"/>
              <a:gd name="T72" fmla="*/ 248 w 332"/>
              <a:gd name="T73" fmla="*/ 324 h 330"/>
              <a:gd name="T74" fmla="*/ 304 w 332"/>
              <a:gd name="T75" fmla="*/ 317 h 330"/>
              <a:gd name="T76" fmla="*/ 330 w 332"/>
              <a:gd name="T77" fmla="*/ 271 h 330"/>
              <a:gd name="T78" fmla="*/ 214 w 332"/>
              <a:gd name="T79" fmla="*/ 186 h 330"/>
              <a:gd name="T80" fmla="*/ 174 w 332"/>
              <a:gd name="T81" fmla="*/ 134 h 330"/>
              <a:gd name="T82" fmla="*/ 113 w 332"/>
              <a:gd name="T83" fmla="*/ 132 h 330"/>
              <a:gd name="T84" fmla="*/ 49 w 332"/>
              <a:gd name="T85" fmla="*/ 136 h 330"/>
              <a:gd name="T86" fmla="*/ 15 w 332"/>
              <a:gd name="T87" fmla="*/ 189 h 330"/>
              <a:gd name="T88" fmla="*/ 10 w 332"/>
              <a:gd name="T89" fmla="*/ 261 h 330"/>
              <a:gd name="T90" fmla="*/ 55 w 332"/>
              <a:gd name="T91" fmla="*/ 314 h 330"/>
              <a:gd name="T92" fmla="*/ 122 w 332"/>
              <a:gd name="T93" fmla="*/ 330 h 330"/>
              <a:gd name="T94" fmla="*/ 181 w 332"/>
              <a:gd name="T95" fmla="*/ 307 h 330"/>
              <a:gd name="T96" fmla="*/ 215 w 332"/>
              <a:gd name="T97" fmla="*/ 251 h 330"/>
              <a:gd name="T98" fmla="*/ 180 w 332"/>
              <a:gd name="T99" fmla="*/ 261 h 330"/>
              <a:gd name="T100" fmla="*/ 155 w 332"/>
              <a:gd name="T101" fmla="*/ 285 h 330"/>
              <a:gd name="T102" fmla="*/ 119 w 332"/>
              <a:gd name="T103" fmla="*/ 297 h 330"/>
              <a:gd name="T104" fmla="*/ 59 w 332"/>
              <a:gd name="T105" fmla="*/ 307 h 330"/>
              <a:gd name="T106" fmla="*/ 18 w 332"/>
              <a:gd name="T107" fmla="*/ 261 h 330"/>
              <a:gd name="T108" fmla="*/ 28 w 332"/>
              <a:gd name="T109" fmla="*/ 201 h 330"/>
              <a:gd name="T110" fmla="*/ 43 w 332"/>
              <a:gd name="T111" fmla="*/ 142 h 330"/>
              <a:gd name="T112" fmla="*/ 105 w 332"/>
              <a:gd name="T113" fmla="*/ 132 h 330"/>
              <a:gd name="T114" fmla="*/ 167 w 332"/>
              <a:gd name="T115" fmla="*/ 130 h 330"/>
              <a:gd name="T116" fmla="*/ 201 w 332"/>
              <a:gd name="T117" fmla="*/ 162 h 330"/>
              <a:gd name="T118" fmla="*/ 190 w 332"/>
              <a:gd name="T119" fmla="*/ 199 h 330"/>
              <a:gd name="T120" fmla="*/ 149 w 332"/>
              <a:gd name="T121" fmla="*/ 260 h 3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32" h="330">
                <a:moveTo>
                  <a:pt x="16" y="79"/>
                </a:moveTo>
                <a:cubicBezTo>
                  <a:pt x="16" y="82"/>
                  <a:pt x="18" y="85"/>
                  <a:pt x="22" y="85"/>
                </a:cubicBezTo>
                <a:cubicBezTo>
                  <a:pt x="22" y="85"/>
                  <a:pt x="22" y="85"/>
                  <a:pt x="22" y="85"/>
                </a:cubicBezTo>
                <a:cubicBezTo>
                  <a:pt x="31" y="85"/>
                  <a:pt x="31" y="85"/>
                  <a:pt x="31" y="85"/>
                </a:cubicBezTo>
                <a:cubicBezTo>
                  <a:pt x="32" y="89"/>
                  <a:pt x="34" y="94"/>
                  <a:pt x="36" y="97"/>
                </a:cubicBezTo>
                <a:cubicBezTo>
                  <a:pt x="30" y="104"/>
                  <a:pt x="30" y="104"/>
                  <a:pt x="30" y="104"/>
                </a:cubicBezTo>
                <a:cubicBezTo>
                  <a:pt x="29" y="105"/>
                  <a:pt x="28" y="107"/>
                  <a:pt x="28" y="108"/>
                </a:cubicBezTo>
                <a:cubicBezTo>
                  <a:pt x="28" y="110"/>
                  <a:pt x="29" y="112"/>
                  <a:pt x="30" y="113"/>
                </a:cubicBezTo>
                <a:cubicBezTo>
                  <a:pt x="30" y="113"/>
                  <a:pt x="30" y="113"/>
                  <a:pt x="30" y="113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40" y="103"/>
                  <a:pt x="40" y="103"/>
                  <a:pt x="40" y="103"/>
                </a:cubicBezTo>
                <a:cubicBezTo>
                  <a:pt x="45" y="98"/>
                  <a:pt x="45" y="98"/>
                  <a:pt x="45" y="98"/>
                </a:cubicBezTo>
                <a:cubicBezTo>
                  <a:pt x="44" y="96"/>
                  <a:pt x="42" y="94"/>
                  <a:pt x="41" y="92"/>
                </a:cubicBezTo>
                <a:cubicBezTo>
                  <a:pt x="40" y="90"/>
                  <a:pt x="39" y="88"/>
                  <a:pt x="38" y="85"/>
                </a:cubicBezTo>
                <a:cubicBezTo>
                  <a:pt x="38" y="83"/>
                  <a:pt x="37" y="81"/>
                  <a:pt x="37" y="78"/>
                </a:cubicBezTo>
                <a:cubicBezTo>
                  <a:pt x="30" y="78"/>
                  <a:pt x="30" y="78"/>
                  <a:pt x="30" y="78"/>
                </a:cubicBezTo>
                <a:cubicBezTo>
                  <a:pt x="22" y="78"/>
                  <a:pt x="22" y="78"/>
                  <a:pt x="22" y="78"/>
                </a:cubicBezTo>
                <a:cubicBezTo>
                  <a:pt x="22" y="63"/>
                  <a:pt x="22" y="63"/>
                  <a:pt x="22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0"/>
                  <a:pt x="37" y="58"/>
                  <a:pt x="38" y="56"/>
                </a:cubicBezTo>
                <a:cubicBezTo>
                  <a:pt x="39" y="53"/>
                  <a:pt x="40" y="50"/>
                  <a:pt x="41" y="48"/>
                </a:cubicBezTo>
                <a:cubicBezTo>
                  <a:pt x="43" y="46"/>
                  <a:pt x="44" y="44"/>
                  <a:pt x="45" y="42"/>
                </a:cubicBezTo>
                <a:cubicBezTo>
                  <a:pt x="40" y="37"/>
                  <a:pt x="40" y="37"/>
                  <a:pt x="40" y="37"/>
                </a:cubicBezTo>
                <a:cubicBezTo>
                  <a:pt x="35" y="32"/>
                  <a:pt x="35" y="32"/>
                  <a:pt x="35" y="32"/>
                </a:cubicBezTo>
                <a:cubicBezTo>
                  <a:pt x="45" y="21"/>
                  <a:pt x="45" y="21"/>
                  <a:pt x="45" y="21"/>
                </a:cubicBezTo>
                <a:cubicBezTo>
                  <a:pt x="51" y="26"/>
                  <a:pt x="51" y="26"/>
                  <a:pt x="51" y="26"/>
                </a:cubicBezTo>
                <a:cubicBezTo>
                  <a:pt x="56" y="31"/>
                  <a:pt x="56" y="31"/>
                  <a:pt x="56" y="31"/>
                </a:cubicBezTo>
                <a:cubicBezTo>
                  <a:pt x="58" y="30"/>
                  <a:pt x="60" y="28"/>
                  <a:pt x="62" y="27"/>
                </a:cubicBezTo>
                <a:cubicBezTo>
                  <a:pt x="64" y="26"/>
                  <a:pt x="67" y="25"/>
                  <a:pt x="69" y="24"/>
                </a:cubicBezTo>
                <a:cubicBezTo>
                  <a:pt x="71" y="24"/>
                  <a:pt x="74" y="23"/>
                  <a:pt x="76" y="23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7"/>
                  <a:pt x="76" y="7"/>
                  <a:pt x="76" y="7"/>
                </a:cubicBezTo>
                <a:cubicBezTo>
                  <a:pt x="92" y="7"/>
                  <a:pt x="92" y="7"/>
                  <a:pt x="92" y="7"/>
                </a:cubicBezTo>
                <a:cubicBezTo>
                  <a:pt x="92" y="16"/>
                  <a:pt x="92" y="16"/>
                  <a:pt x="92" y="16"/>
                </a:cubicBezTo>
                <a:cubicBezTo>
                  <a:pt x="92" y="23"/>
                  <a:pt x="92" y="23"/>
                  <a:pt x="92" y="23"/>
                </a:cubicBezTo>
                <a:cubicBezTo>
                  <a:pt x="94" y="23"/>
                  <a:pt x="96" y="24"/>
                  <a:pt x="98" y="24"/>
                </a:cubicBezTo>
                <a:cubicBezTo>
                  <a:pt x="101" y="25"/>
                  <a:pt x="104" y="26"/>
                  <a:pt x="106" y="28"/>
                </a:cubicBezTo>
                <a:cubicBezTo>
                  <a:pt x="108" y="29"/>
                  <a:pt x="110" y="30"/>
                  <a:pt x="112" y="3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23" y="20"/>
                  <a:pt x="123" y="20"/>
                  <a:pt x="123" y="20"/>
                </a:cubicBezTo>
                <a:cubicBezTo>
                  <a:pt x="134" y="31"/>
                  <a:pt x="134" y="31"/>
                  <a:pt x="134" y="31"/>
                </a:cubicBezTo>
                <a:cubicBezTo>
                  <a:pt x="128" y="37"/>
                  <a:pt x="128" y="37"/>
                  <a:pt x="128" y="37"/>
                </a:cubicBezTo>
                <a:cubicBezTo>
                  <a:pt x="123" y="42"/>
                  <a:pt x="123" y="42"/>
                  <a:pt x="123" y="42"/>
                </a:cubicBezTo>
                <a:cubicBezTo>
                  <a:pt x="125" y="44"/>
                  <a:pt x="126" y="46"/>
                  <a:pt x="127" y="48"/>
                </a:cubicBezTo>
                <a:cubicBezTo>
                  <a:pt x="128" y="50"/>
                  <a:pt x="129" y="53"/>
                  <a:pt x="130" y="55"/>
                </a:cubicBezTo>
                <a:cubicBezTo>
                  <a:pt x="131" y="58"/>
                  <a:pt x="131" y="60"/>
                  <a:pt x="131" y="62"/>
                </a:cubicBezTo>
                <a:cubicBezTo>
                  <a:pt x="138" y="62"/>
                  <a:pt x="138" y="62"/>
                  <a:pt x="138" y="62"/>
                </a:cubicBezTo>
                <a:cubicBezTo>
                  <a:pt x="147" y="62"/>
                  <a:pt x="147" y="62"/>
                  <a:pt x="147" y="62"/>
                </a:cubicBezTo>
                <a:cubicBezTo>
                  <a:pt x="147" y="78"/>
                  <a:pt x="147" y="78"/>
                  <a:pt x="147" y="78"/>
                </a:cubicBezTo>
                <a:cubicBezTo>
                  <a:pt x="138" y="78"/>
                  <a:pt x="138" y="78"/>
                  <a:pt x="138" y="78"/>
                </a:cubicBezTo>
                <a:cubicBezTo>
                  <a:pt x="131" y="78"/>
                  <a:pt x="131" y="78"/>
                  <a:pt x="131" y="78"/>
                </a:cubicBezTo>
                <a:cubicBezTo>
                  <a:pt x="131" y="80"/>
                  <a:pt x="131" y="82"/>
                  <a:pt x="130" y="84"/>
                </a:cubicBezTo>
                <a:cubicBezTo>
                  <a:pt x="141" y="84"/>
                  <a:pt x="141" y="84"/>
                  <a:pt x="141" y="84"/>
                </a:cubicBezTo>
                <a:cubicBezTo>
                  <a:pt x="147" y="84"/>
                  <a:pt x="147" y="84"/>
                  <a:pt x="147" y="84"/>
                </a:cubicBezTo>
                <a:cubicBezTo>
                  <a:pt x="151" y="84"/>
                  <a:pt x="154" y="82"/>
                  <a:pt x="154" y="78"/>
                </a:cubicBezTo>
                <a:cubicBezTo>
                  <a:pt x="154" y="78"/>
                  <a:pt x="154" y="78"/>
                  <a:pt x="154" y="78"/>
                </a:cubicBezTo>
                <a:cubicBezTo>
                  <a:pt x="154" y="62"/>
                  <a:pt x="154" y="62"/>
                  <a:pt x="154" y="62"/>
                </a:cubicBezTo>
                <a:cubicBezTo>
                  <a:pt x="154" y="58"/>
                  <a:pt x="151" y="55"/>
                  <a:pt x="147" y="55"/>
                </a:cubicBezTo>
                <a:cubicBezTo>
                  <a:pt x="147" y="55"/>
                  <a:pt x="147" y="55"/>
                  <a:pt x="147" y="55"/>
                </a:cubicBezTo>
                <a:cubicBezTo>
                  <a:pt x="137" y="55"/>
                  <a:pt x="137" y="55"/>
                  <a:pt x="137" y="55"/>
                </a:cubicBezTo>
                <a:cubicBezTo>
                  <a:pt x="136" y="51"/>
                  <a:pt x="134" y="47"/>
                  <a:pt x="132" y="43"/>
                </a:cubicBezTo>
                <a:cubicBezTo>
                  <a:pt x="140" y="35"/>
                  <a:pt x="140" y="35"/>
                  <a:pt x="140" y="35"/>
                </a:cubicBezTo>
                <a:cubicBezTo>
                  <a:pt x="141" y="34"/>
                  <a:pt x="141" y="32"/>
                  <a:pt x="141" y="31"/>
                </a:cubicBezTo>
                <a:cubicBezTo>
                  <a:pt x="141" y="29"/>
                  <a:pt x="141" y="28"/>
                  <a:pt x="139" y="26"/>
                </a:cubicBezTo>
                <a:cubicBezTo>
                  <a:pt x="128" y="15"/>
                  <a:pt x="128" y="15"/>
                  <a:pt x="128" y="15"/>
                </a:cubicBezTo>
                <a:cubicBezTo>
                  <a:pt x="126" y="13"/>
                  <a:pt x="125" y="13"/>
                  <a:pt x="123" y="13"/>
                </a:cubicBezTo>
                <a:cubicBezTo>
                  <a:pt x="122" y="13"/>
                  <a:pt x="120" y="14"/>
                  <a:pt x="119" y="15"/>
                </a:cubicBezTo>
                <a:cubicBezTo>
                  <a:pt x="119" y="15"/>
                  <a:pt x="119" y="15"/>
                  <a:pt x="119" y="15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07" y="20"/>
                  <a:pt x="103" y="18"/>
                  <a:pt x="98" y="17"/>
                </a:cubicBezTo>
                <a:cubicBezTo>
                  <a:pt x="98" y="7"/>
                  <a:pt x="98" y="7"/>
                  <a:pt x="98" y="7"/>
                </a:cubicBezTo>
                <a:cubicBezTo>
                  <a:pt x="98" y="3"/>
                  <a:pt x="96" y="1"/>
                  <a:pt x="92" y="1"/>
                </a:cubicBezTo>
                <a:cubicBezTo>
                  <a:pt x="76" y="1"/>
                  <a:pt x="76" y="1"/>
                  <a:pt x="76" y="1"/>
                </a:cubicBezTo>
                <a:cubicBezTo>
                  <a:pt x="72" y="1"/>
                  <a:pt x="69" y="3"/>
                  <a:pt x="69" y="7"/>
                </a:cubicBezTo>
                <a:cubicBezTo>
                  <a:pt x="69" y="17"/>
                  <a:pt x="69" y="17"/>
                  <a:pt x="69" y="17"/>
                </a:cubicBezTo>
                <a:cubicBezTo>
                  <a:pt x="65" y="19"/>
                  <a:pt x="61" y="20"/>
                  <a:pt x="57" y="23"/>
                </a:cubicBezTo>
                <a:cubicBezTo>
                  <a:pt x="49" y="15"/>
                  <a:pt x="49" y="15"/>
                  <a:pt x="49" y="15"/>
                </a:cubicBezTo>
                <a:cubicBezTo>
                  <a:pt x="48" y="14"/>
                  <a:pt x="47" y="14"/>
                  <a:pt x="45" y="14"/>
                </a:cubicBezTo>
                <a:cubicBezTo>
                  <a:pt x="43" y="14"/>
                  <a:pt x="42" y="15"/>
                  <a:pt x="41" y="16"/>
                </a:cubicBezTo>
                <a:cubicBezTo>
                  <a:pt x="29" y="28"/>
                  <a:pt x="29" y="28"/>
                  <a:pt x="29" y="28"/>
                </a:cubicBezTo>
                <a:cubicBezTo>
                  <a:pt x="28" y="29"/>
                  <a:pt x="28" y="31"/>
                  <a:pt x="28" y="32"/>
                </a:cubicBezTo>
                <a:cubicBezTo>
                  <a:pt x="28" y="34"/>
                  <a:pt x="28" y="36"/>
                  <a:pt x="30" y="37"/>
                </a:cubicBezTo>
                <a:cubicBezTo>
                  <a:pt x="36" y="43"/>
                  <a:pt x="36" y="43"/>
                  <a:pt x="36" y="43"/>
                </a:cubicBezTo>
                <a:cubicBezTo>
                  <a:pt x="34" y="47"/>
                  <a:pt x="32" y="51"/>
                  <a:pt x="31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18" y="56"/>
                  <a:pt x="16" y="59"/>
                  <a:pt x="16" y="62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62"/>
                  <a:pt x="16" y="62"/>
                  <a:pt x="16" y="62"/>
                </a:cubicBezTo>
                <a:lnTo>
                  <a:pt x="16" y="79"/>
                </a:lnTo>
                <a:close/>
                <a:moveTo>
                  <a:pt x="84" y="36"/>
                </a:moveTo>
                <a:cubicBezTo>
                  <a:pt x="66" y="36"/>
                  <a:pt x="51" y="51"/>
                  <a:pt x="51" y="69"/>
                </a:cubicBezTo>
                <a:cubicBezTo>
                  <a:pt x="51" y="87"/>
                  <a:pt x="66" y="102"/>
                  <a:pt x="84" y="102"/>
                </a:cubicBezTo>
                <a:cubicBezTo>
                  <a:pt x="103" y="102"/>
                  <a:pt x="117" y="87"/>
                  <a:pt x="117" y="69"/>
                </a:cubicBezTo>
                <a:cubicBezTo>
                  <a:pt x="117" y="51"/>
                  <a:pt x="103" y="36"/>
                  <a:pt x="84" y="36"/>
                </a:cubicBezTo>
                <a:close/>
                <a:moveTo>
                  <a:pt x="84" y="90"/>
                </a:moveTo>
                <a:cubicBezTo>
                  <a:pt x="73" y="90"/>
                  <a:pt x="63" y="81"/>
                  <a:pt x="63" y="69"/>
                </a:cubicBezTo>
                <a:cubicBezTo>
                  <a:pt x="63" y="57"/>
                  <a:pt x="73" y="48"/>
                  <a:pt x="84" y="48"/>
                </a:cubicBezTo>
                <a:cubicBezTo>
                  <a:pt x="96" y="48"/>
                  <a:pt x="105" y="57"/>
                  <a:pt x="105" y="69"/>
                </a:cubicBezTo>
                <a:cubicBezTo>
                  <a:pt x="105" y="81"/>
                  <a:pt x="96" y="90"/>
                  <a:pt x="84" y="90"/>
                </a:cubicBezTo>
                <a:close/>
                <a:moveTo>
                  <a:pt x="114" y="164"/>
                </a:moveTo>
                <a:cubicBezTo>
                  <a:pt x="83" y="164"/>
                  <a:pt x="58" y="189"/>
                  <a:pt x="58" y="220"/>
                </a:cubicBezTo>
                <a:cubicBezTo>
                  <a:pt x="58" y="251"/>
                  <a:pt x="83" y="277"/>
                  <a:pt x="114" y="277"/>
                </a:cubicBezTo>
                <a:cubicBezTo>
                  <a:pt x="121" y="277"/>
                  <a:pt x="127" y="276"/>
                  <a:pt x="133" y="274"/>
                </a:cubicBezTo>
                <a:cubicBezTo>
                  <a:pt x="136" y="273"/>
                  <a:pt x="137" y="269"/>
                  <a:pt x="136" y="266"/>
                </a:cubicBezTo>
                <a:cubicBezTo>
                  <a:pt x="135" y="263"/>
                  <a:pt x="132" y="261"/>
                  <a:pt x="129" y="262"/>
                </a:cubicBezTo>
                <a:cubicBezTo>
                  <a:pt x="129" y="262"/>
                  <a:pt x="129" y="262"/>
                  <a:pt x="129" y="262"/>
                </a:cubicBezTo>
                <a:cubicBezTo>
                  <a:pt x="124" y="264"/>
                  <a:pt x="119" y="265"/>
                  <a:pt x="114" y="265"/>
                </a:cubicBezTo>
                <a:cubicBezTo>
                  <a:pt x="90" y="265"/>
                  <a:pt x="70" y="245"/>
                  <a:pt x="70" y="220"/>
                </a:cubicBezTo>
                <a:cubicBezTo>
                  <a:pt x="70" y="196"/>
                  <a:pt x="90" y="176"/>
                  <a:pt x="114" y="176"/>
                </a:cubicBezTo>
                <a:cubicBezTo>
                  <a:pt x="139" y="176"/>
                  <a:pt x="159" y="196"/>
                  <a:pt x="159" y="220"/>
                </a:cubicBezTo>
                <a:cubicBezTo>
                  <a:pt x="159" y="225"/>
                  <a:pt x="158" y="229"/>
                  <a:pt x="157" y="234"/>
                </a:cubicBezTo>
                <a:cubicBezTo>
                  <a:pt x="156" y="237"/>
                  <a:pt x="157" y="240"/>
                  <a:pt x="161" y="241"/>
                </a:cubicBezTo>
                <a:cubicBezTo>
                  <a:pt x="164" y="242"/>
                  <a:pt x="167" y="240"/>
                  <a:pt x="168" y="237"/>
                </a:cubicBezTo>
                <a:cubicBezTo>
                  <a:pt x="170" y="232"/>
                  <a:pt x="171" y="226"/>
                  <a:pt x="171" y="220"/>
                </a:cubicBezTo>
                <a:cubicBezTo>
                  <a:pt x="171" y="189"/>
                  <a:pt x="145" y="164"/>
                  <a:pt x="114" y="164"/>
                </a:cubicBezTo>
                <a:close/>
                <a:moveTo>
                  <a:pt x="249" y="43"/>
                </a:moveTo>
                <a:cubicBezTo>
                  <a:pt x="227" y="43"/>
                  <a:pt x="209" y="61"/>
                  <a:pt x="209" y="82"/>
                </a:cubicBezTo>
                <a:cubicBezTo>
                  <a:pt x="209" y="104"/>
                  <a:pt x="227" y="122"/>
                  <a:pt x="249" y="122"/>
                </a:cubicBezTo>
                <a:cubicBezTo>
                  <a:pt x="271" y="122"/>
                  <a:pt x="288" y="104"/>
                  <a:pt x="288" y="82"/>
                </a:cubicBezTo>
                <a:cubicBezTo>
                  <a:pt x="288" y="61"/>
                  <a:pt x="271" y="43"/>
                  <a:pt x="249" y="43"/>
                </a:cubicBezTo>
                <a:close/>
                <a:moveTo>
                  <a:pt x="249" y="110"/>
                </a:moveTo>
                <a:cubicBezTo>
                  <a:pt x="234" y="110"/>
                  <a:pt x="221" y="98"/>
                  <a:pt x="221" y="82"/>
                </a:cubicBezTo>
                <a:cubicBezTo>
                  <a:pt x="221" y="67"/>
                  <a:pt x="234" y="55"/>
                  <a:pt x="249" y="55"/>
                </a:cubicBezTo>
                <a:cubicBezTo>
                  <a:pt x="264" y="55"/>
                  <a:pt x="276" y="67"/>
                  <a:pt x="276" y="82"/>
                </a:cubicBezTo>
                <a:cubicBezTo>
                  <a:pt x="276" y="98"/>
                  <a:pt x="264" y="110"/>
                  <a:pt x="249" y="110"/>
                </a:cubicBezTo>
                <a:close/>
                <a:moveTo>
                  <a:pt x="332" y="72"/>
                </a:moveTo>
                <a:cubicBezTo>
                  <a:pt x="332" y="68"/>
                  <a:pt x="328" y="65"/>
                  <a:pt x="324" y="65"/>
                </a:cubicBezTo>
                <a:cubicBezTo>
                  <a:pt x="324" y="65"/>
                  <a:pt x="324" y="65"/>
                  <a:pt x="324" y="65"/>
                </a:cubicBezTo>
                <a:cubicBezTo>
                  <a:pt x="312" y="65"/>
                  <a:pt x="312" y="65"/>
                  <a:pt x="312" y="65"/>
                </a:cubicBezTo>
                <a:cubicBezTo>
                  <a:pt x="310" y="60"/>
                  <a:pt x="308" y="55"/>
                  <a:pt x="306" y="50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6" y="39"/>
                  <a:pt x="317" y="37"/>
                  <a:pt x="317" y="35"/>
                </a:cubicBezTo>
                <a:cubicBezTo>
                  <a:pt x="317" y="34"/>
                  <a:pt x="316" y="32"/>
                  <a:pt x="315" y="30"/>
                </a:cubicBezTo>
                <a:cubicBezTo>
                  <a:pt x="301" y="16"/>
                  <a:pt x="301" y="16"/>
                  <a:pt x="301" y="16"/>
                </a:cubicBezTo>
                <a:cubicBezTo>
                  <a:pt x="299" y="15"/>
                  <a:pt x="297" y="14"/>
                  <a:pt x="296" y="14"/>
                </a:cubicBezTo>
                <a:cubicBezTo>
                  <a:pt x="294" y="14"/>
                  <a:pt x="292" y="15"/>
                  <a:pt x="290" y="16"/>
                </a:cubicBezTo>
                <a:cubicBezTo>
                  <a:pt x="290" y="16"/>
                  <a:pt x="290" y="16"/>
                  <a:pt x="290" y="16"/>
                </a:cubicBezTo>
                <a:cubicBezTo>
                  <a:pt x="281" y="26"/>
                  <a:pt x="281" y="26"/>
                  <a:pt x="281" y="26"/>
                </a:cubicBezTo>
                <a:cubicBezTo>
                  <a:pt x="277" y="23"/>
                  <a:pt x="271" y="21"/>
                  <a:pt x="266" y="19"/>
                </a:cubicBezTo>
                <a:cubicBezTo>
                  <a:pt x="266" y="7"/>
                  <a:pt x="266" y="7"/>
                  <a:pt x="266" y="7"/>
                </a:cubicBezTo>
                <a:cubicBezTo>
                  <a:pt x="266" y="3"/>
                  <a:pt x="263" y="0"/>
                  <a:pt x="259" y="0"/>
                </a:cubicBezTo>
                <a:cubicBezTo>
                  <a:pt x="239" y="0"/>
                  <a:pt x="239" y="0"/>
                  <a:pt x="239" y="0"/>
                </a:cubicBezTo>
                <a:cubicBezTo>
                  <a:pt x="235" y="0"/>
                  <a:pt x="231" y="3"/>
                  <a:pt x="231" y="7"/>
                </a:cubicBezTo>
                <a:cubicBezTo>
                  <a:pt x="231" y="20"/>
                  <a:pt x="231" y="20"/>
                  <a:pt x="231" y="20"/>
                </a:cubicBezTo>
                <a:cubicBezTo>
                  <a:pt x="226" y="21"/>
                  <a:pt x="221" y="23"/>
                  <a:pt x="217" y="26"/>
                </a:cubicBezTo>
                <a:cubicBezTo>
                  <a:pt x="208" y="17"/>
                  <a:pt x="208" y="17"/>
                  <a:pt x="208" y="17"/>
                </a:cubicBezTo>
                <a:cubicBezTo>
                  <a:pt x="206" y="16"/>
                  <a:pt x="204" y="15"/>
                  <a:pt x="203" y="15"/>
                </a:cubicBezTo>
                <a:cubicBezTo>
                  <a:pt x="201" y="15"/>
                  <a:pt x="199" y="16"/>
                  <a:pt x="197" y="18"/>
                </a:cubicBezTo>
                <a:cubicBezTo>
                  <a:pt x="184" y="32"/>
                  <a:pt x="184" y="32"/>
                  <a:pt x="184" y="32"/>
                </a:cubicBezTo>
                <a:cubicBezTo>
                  <a:pt x="183" y="34"/>
                  <a:pt x="182" y="35"/>
                  <a:pt x="182" y="37"/>
                </a:cubicBezTo>
                <a:cubicBezTo>
                  <a:pt x="182" y="39"/>
                  <a:pt x="183" y="41"/>
                  <a:pt x="184" y="43"/>
                </a:cubicBezTo>
                <a:cubicBezTo>
                  <a:pt x="192" y="50"/>
                  <a:pt x="192" y="50"/>
                  <a:pt x="192" y="50"/>
                </a:cubicBezTo>
                <a:cubicBezTo>
                  <a:pt x="190" y="55"/>
                  <a:pt x="187" y="60"/>
                  <a:pt x="186" y="65"/>
                </a:cubicBezTo>
                <a:cubicBezTo>
                  <a:pt x="175" y="65"/>
                  <a:pt x="175" y="65"/>
                  <a:pt x="175" y="65"/>
                </a:cubicBezTo>
                <a:cubicBezTo>
                  <a:pt x="171" y="65"/>
                  <a:pt x="168" y="69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7"/>
                  <a:pt x="171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86" y="100"/>
                  <a:pt x="186" y="100"/>
                  <a:pt x="186" y="100"/>
                </a:cubicBezTo>
                <a:cubicBezTo>
                  <a:pt x="188" y="105"/>
                  <a:pt x="190" y="110"/>
                  <a:pt x="192" y="115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3" y="124"/>
                  <a:pt x="183" y="126"/>
                  <a:pt x="183" y="128"/>
                </a:cubicBezTo>
                <a:cubicBezTo>
                  <a:pt x="183" y="130"/>
                  <a:pt x="183" y="131"/>
                  <a:pt x="185" y="133"/>
                </a:cubicBezTo>
                <a:cubicBezTo>
                  <a:pt x="199" y="147"/>
                  <a:pt x="199" y="147"/>
                  <a:pt x="199" y="147"/>
                </a:cubicBezTo>
                <a:cubicBezTo>
                  <a:pt x="200" y="148"/>
                  <a:pt x="202" y="149"/>
                  <a:pt x="204" y="149"/>
                </a:cubicBezTo>
                <a:cubicBezTo>
                  <a:pt x="206" y="149"/>
                  <a:pt x="208" y="148"/>
                  <a:pt x="209" y="147"/>
                </a:cubicBezTo>
                <a:cubicBezTo>
                  <a:pt x="217" y="139"/>
                  <a:pt x="217" y="139"/>
                  <a:pt x="217" y="139"/>
                </a:cubicBezTo>
                <a:cubicBezTo>
                  <a:pt x="221" y="141"/>
                  <a:pt x="226" y="144"/>
                  <a:pt x="231" y="145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1" y="160"/>
                  <a:pt x="235" y="163"/>
                  <a:pt x="239" y="163"/>
                </a:cubicBezTo>
                <a:cubicBezTo>
                  <a:pt x="259" y="163"/>
                  <a:pt x="259" y="163"/>
                  <a:pt x="259" y="163"/>
                </a:cubicBezTo>
                <a:cubicBezTo>
                  <a:pt x="263" y="163"/>
                  <a:pt x="266" y="160"/>
                  <a:pt x="266" y="156"/>
                </a:cubicBezTo>
                <a:cubicBezTo>
                  <a:pt x="266" y="145"/>
                  <a:pt x="266" y="145"/>
                  <a:pt x="266" y="145"/>
                </a:cubicBezTo>
                <a:cubicBezTo>
                  <a:pt x="271" y="144"/>
                  <a:pt x="276" y="142"/>
                  <a:pt x="281" y="139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91" y="149"/>
                  <a:pt x="293" y="150"/>
                  <a:pt x="295" y="150"/>
                </a:cubicBezTo>
                <a:cubicBezTo>
                  <a:pt x="295" y="150"/>
                  <a:pt x="295" y="150"/>
                  <a:pt x="295" y="150"/>
                </a:cubicBezTo>
                <a:cubicBezTo>
                  <a:pt x="297" y="150"/>
                  <a:pt x="298" y="149"/>
                  <a:pt x="300" y="148"/>
                </a:cubicBezTo>
                <a:cubicBezTo>
                  <a:pt x="314" y="134"/>
                  <a:pt x="314" y="134"/>
                  <a:pt x="314" y="134"/>
                </a:cubicBezTo>
                <a:cubicBezTo>
                  <a:pt x="315" y="132"/>
                  <a:pt x="316" y="130"/>
                  <a:pt x="316" y="128"/>
                </a:cubicBezTo>
                <a:cubicBezTo>
                  <a:pt x="316" y="127"/>
                  <a:pt x="315" y="125"/>
                  <a:pt x="314" y="123"/>
                </a:cubicBezTo>
                <a:cubicBezTo>
                  <a:pt x="314" y="123"/>
                  <a:pt x="314" y="123"/>
                  <a:pt x="314" y="123"/>
                </a:cubicBezTo>
                <a:cubicBezTo>
                  <a:pt x="305" y="115"/>
                  <a:pt x="305" y="115"/>
                  <a:pt x="305" y="115"/>
                </a:cubicBezTo>
                <a:cubicBezTo>
                  <a:pt x="308" y="110"/>
                  <a:pt x="310" y="105"/>
                  <a:pt x="312" y="99"/>
                </a:cubicBezTo>
                <a:cubicBezTo>
                  <a:pt x="324" y="99"/>
                  <a:pt x="324" y="99"/>
                  <a:pt x="324" y="99"/>
                </a:cubicBezTo>
                <a:cubicBezTo>
                  <a:pt x="328" y="99"/>
                  <a:pt x="332" y="96"/>
                  <a:pt x="332" y="92"/>
                </a:cubicBezTo>
                <a:cubicBezTo>
                  <a:pt x="332" y="92"/>
                  <a:pt x="332" y="92"/>
                  <a:pt x="332" y="92"/>
                </a:cubicBezTo>
                <a:lnTo>
                  <a:pt x="332" y="72"/>
                </a:lnTo>
                <a:close/>
                <a:moveTo>
                  <a:pt x="313" y="91"/>
                </a:moveTo>
                <a:cubicBezTo>
                  <a:pt x="305" y="91"/>
                  <a:pt x="305" y="91"/>
                  <a:pt x="305" y="91"/>
                </a:cubicBezTo>
                <a:cubicBezTo>
                  <a:pt x="305" y="94"/>
                  <a:pt x="304" y="97"/>
                  <a:pt x="303" y="99"/>
                </a:cubicBezTo>
                <a:cubicBezTo>
                  <a:pt x="302" y="103"/>
                  <a:pt x="301" y="106"/>
                  <a:pt x="299" y="109"/>
                </a:cubicBezTo>
                <a:cubicBezTo>
                  <a:pt x="298" y="111"/>
                  <a:pt x="297" y="114"/>
                  <a:pt x="295" y="116"/>
                </a:cubicBezTo>
                <a:cubicBezTo>
                  <a:pt x="301" y="122"/>
                  <a:pt x="301" y="122"/>
                  <a:pt x="301" y="122"/>
                </a:cubicBezTo>
                <a:cubicBezTo>
                  <a:pt x="308" y="128"/>
                  <a:pt x="308" y="128"/>
                  <a:pt x="308" y="128"/>
                </a:cubicBezTo>
                <a:cubicBezTo>
                  <a:pt x="295" y="142"/>
                  <a:pt x="295" y="142"/>
                  <a:pt x="295" y="142"/>
                </a:cubicBezTo>
                <a:cubicBezTo>
                  <a:pt x="288" y="135"/>
                  <a:pt x="288" y="135"/>
                  <a:pt x="288" y="135"/>
                </a:cubicBezTo>
                <a:cubicBezTo>
                  <a:pt x="282" y="129"/>
                  <a:pt x="282" y="129"/>
                  <a:pt x="282" y="129"/>
                </a:cubicBezTo>
                <a:cubicBezTo>
                  <a:pt x="280" y="131"/>
                  <a:pt x="277" y="132"/>
                  <a:pt x="275" y="133"/>
                </a:cubicBezTo>
                <a:cubicBezTo>
                  <a:pt x="272" y="135"/>
                  <a:pt x="269" y="136"/>
                  <a:pt x="266" y="137"/>
                </a:cubicBezTo>
                <a:cubicBezTo>
                  <a:pt x="263" y="138"/>
                  <a:pt x="261" y="138"/>
                  <a:pt x="258" y="139"/>
                </a:cubicBezTo>
                <a:cubicBezTo>
                  <a:pt x="258" y="155"/>
                  <a:pt x="258" y="155"/>
                  <a:pt x="258" y="155"/>
                </a:cubicBezTo>
                <a:cubicBezTo>
                  <a:pt x="239" y="155"/>
                  <a:pt x="239" y="155"/>
                  <a:pt x="239" y="155"/>
                </a:cubicBezTo>
                <a:cubicBezTo>
                  <a:pt x="239" y="139"/>
                  <a:pt x="239" y="139"/>
                  <a:pt x="239" y="139"/>
                </a:cubicBezTo>
                <a:cubicBezTo>
                  <a:pt x="237" y="138"/>
                  <a:pt x="234" y="138"/>
                  <a:pt x="231" y="137"/>
                </a:cubicBezTo>
                <a:cubicBezTo>
                  <a:pt x="228" y="136"/>
                  <a:pt x="225" y="134"/>
                  <a:pt x="222" y="133"/>
                </a:cubicBezTo>
                <a:cubicBezTo>
                  <a:pt x="220" y="132"/>
                  <a:pt x="218" y="130"/>
                  <a:pt x="216" y="129"/>
                </a:cubicBezTo>
                <a:cubicBezTo>
                  <a:pt x="210" y="134"/>
                  <a:pt x="210" y="134"/>
                  <a:pt x="210" y="134"/>
                </a:cubicBezTo>
                <a:cubicBezTo>
                  <a:pt x="204" y="141"/>
                  <a:pt x="204" y="141"/>
                  <a:pt x="204" y="141"/>
                </a:cubicBezTo>
                <a:cubicBezTo>
                  <a:pt x="191" y="128"/>
                  <a:pt x="191" y="128"/>
                  <a:pt x="191" y="128"/>
                </a:cubicBezTo>
                <a:cubicBezTo>
                  <a:pt x="197" y="121"/>
                  <a:pt x="197" y="121"/>
                  <a:pt x="197" y="121"/>
                </a:cubicBezTo>
                <a:cubicBezTo>
                  <a:pt x="203" y="116"/>
                  <a:pt x="203" y="116"/>
                  <a:pt x="203" y="116"/>
                </a:cubicBezTo>
                <a:cubicBezTo>
                  <a:pt x="201" y="113"/>
                  <a:pt x="200" y="111"/>
                  <a:pt x="198" y="109"/>
                </a:cubicBezTo>
                <a:cubicBezTo>
                  <a:pt x="197" y="106"/>
                  <a:pt x="196" y="103"/>
                  <a:pt x="195" y="100"/>
                </a:cubicBezTo>
                <a:cubicBezTo>
                  <a:pt x="194" y="97"/>
                  <a:pt x="193" y="95"/>
                  <a:pt x="193" y="9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73"/>
                  <a:pt x="176" y="73"/>
                  <a:pt x="176" y="73"/>
                </a:cubicBezTo>
                <a:cubicBezTo>
                  <a:pt x="184" y="73"/>
                  <a:pt x="184" y="73"/>
                  <a:pt x="184" y="73"/>
                </a:cubicBezTo>
                <a:cubicBezTo>
                  <a:pt x="193" y="73"/>
                  <a:pt x="193" y="73"/>
                  <a:pt x="193" y="73"/>
                </a:cubicBezTo>
                <a:cubicBezTo>
                  <a:pt x="193" y="71"/>
                  <a:pt x="194" y="68"/>
                  <a:pt x="194" y="65"/>
                </a:cubicBezTo>
                <a:cubicBezTo>
                  <a:pt x="195" y="62"/>
                  <a:pt x="197" y="59"/>
                  <a:pt x="198" y="56"/>
                </a:cubicBezTo>
                <a:cubicBezTo>
                  <a:pt x="200" y="53"/>
                  <a:pt x="201" y="51"/>
                  <a:pt x="203" y="49"/>
                </a:cubicBezTo>
                <a:cubicBezTo>
                  <a:pt x="197" y="43"/>
                  <a:pt x="197" y="43"/>
                  <a:pt x="197" y="43"/>
                </a:cubicBezTo>
                <a:cubicBezTo>
                  <a:pt x="190" y="37"/>
                  <a:pt x="190" y="37"/>
                  <a:pt x="190" y="37"/>
                </a:cubicBezTo>
                <a:cubicBezTo>
                  <a:pt x="203" y="24"/>
                  <a:pt x="203" y="24"/>
                  <a:pt x="203" y="24"/>
                </a:cubicBezTo>
                <a:cubicBezTo>
                  <a:pt x="210" y="30"/>
                  <a:pt x="210" y="30"/>
                  <a:pt x="210" y="30"/>
                </a:cubicBezTo>
                <a:cubicBezTo>
                  <a:pt x="216" y="36"/>
                  <a:pt x="216" y="36"/>
                  <a:pt x="216" y="36"/>
                </a:cubicBezTo>
                <a:cubicBezTo>
                  <a:pt x="218" y="34"/>
                  <a:pt x="220" y="33"/>
                  <a:pt x="223" y="31"/>
                </a:cubicBezTo>
                <a:cubicBezTo>
                  <a:pt x="226" y="30"/>
                  <a:pt x="228" y="29"/>
                  <a:pt x="231" y="28"/>
                </a:cubicBezTo>
                <a:cubicBezTo>
                  <a:pt x="234" y="27"/>
                  <a:pt x="237" y="26"/>
                  <a:pt x="239" y="26"/>
                </a:cubicBezTo>
                <a:cubicBezTo>
                  <a:pt x="239" y="18"/>
                  <a:pt x="239" y="18"/>
                  <a:pt x="239" y="18"/>
                </a:cubicBezTo>
                <a:cubicBezTo>
                  <a:pt x="239" y="8"/>
                  <a:pt x="239" y="8"/>
                  <a:pt x="239" y="8"/>
                </a:cubicBezTo>
                <a:cubicBezTo>
                  <a:pt x="258" y="8"/>
                  <a:pt x="258" y="8"/>
                  <a:pt x="258" y="8"/>
                </a:cubicBezTo>
                <a:cubicBezTo>
                  <a:pt x="258" y="18"/>
                  <a:pt x="258" y="18"/>
                  <a:pt x="258" y="18"/>
                </a:cubicBezTo>
                <a:cubicBezTo>
                  <a:pt x="258" y="26"/>
                  <a:pt x="258" y="26"/>
                  <a:pt x="258" y="26"/>
                </a:cubicBezTo>
                <a:cubicBezTo>
                  <a:pt x="261" y="26"/>
                  <a:pt x="263" y="27"/>
                  <a:pt x="266" y="28"/>
                </a:cubicBezTo>
                <a:cubicBezTo>
                  <a:pt x="269" y="29"/>
                  <a:pt x="272" y="30"/>
                  <a:pt x="275" y="32"/>
                </a:cubicBezTo>
                <a:cubicBezTo>
                  <a:pt x="278" y="33"/>
                  <a:pt x="280" y="34"/>
                  <a:pt x="282" y="36"/>
                </a:cubicBezTo>
                <a:cubicBezTo>
                  <a:pt x="288" y="30"/>
                  <a:pt x="288" y="30"/>
                  <a:pt x="288" y="30"/>
                </a:cubicBezTo>
                <a:cubicBezTo>
                  <a:pt x="296" y="23"/>
                  <a:pt x="296" y="23"/>
                  <a:pt x="296" y="23"/>
                </a:cubicBezTo>
                <a:cubicBezTo>
                  <a:pt x="309" y="36"/>
                  <a:pt x="309" y="36"/>
                  <a:pt x="309" y="36"/>
                </a:cubicBezTo>
                <a:cubicBezTo>
                  <a:pt x="301" y="43"/>
                  <a:pt x="301" y="43"/>
                  <a:pt x="301" y="43"/>
                </a:cubicBezTo>
                <a:cubicBezTo>
                  <a:pt x="295" y="49"/>
                  <a:pt x="295" y="49"/>
                  <a:pt x="295" y="49"/>
                </a:cubicBezTo>
                <a:cubicBezTo>
                  <a:pt x="297" y="51"/>
                  <a:pt x="298" y="54"/>
                  <a:pt x="300" y="56"/>
                </a:cubicBezTo>
                <a:cubicBezTo>
                  <a:pt x="301" y="59"/>
                  <a:pt x="302" y="62"/>
                  <a:pt x="303" y="65"/>
                </a:cubicBezTo>
                <a:cubicBezTo>
                  <a:pt x="304" y="67"/>
                  <a:pt x="305" y="70"/>
                  <a:pt x="305" y="73"/>
                </a:cubicBezTo>
                <a:cubicBezTo>
                  <a:pt x="313" y="73"/>
                  <a:pt x="313" y="73"/>
                  <a:pt x="313" y="73"/>
                </a:cubicBezTo>
                <a:cubicBezTo>
                  <a:pt x="323" y="73"/>
                  <a:pt x="323" y="73"/>
                  <a:pt x="323" y="73"/>
                </a:cubicBezTo>
                <a:cubicBezTo>
                  <a:pt x="324" y="91"/>
                  <a:pt x="324" y="91"/>
                  <a:pt x="324" y="91"/>
                </a:cubicBezTo>
                <a:lnTo>
                  <a:pt x="313" y="91"/>
                </a:lnTo>
                <a:close/>
                <a:moveTo>
                  <a:pt x="262" y="295"/>
                </a:moveTo>
                <a:cubicBezTo>
                  <a:pt x="280" y="295"/>
                  <a:pt x="295" y="280"/>
                  <a:pt x="295" y="262"/>
                </a:cubicBezTo>
                <a:cubicBezTo>
                  <a:pt x="295" y="244"/>
                  <a:pt x="280" y="229"/>
                  <a:pt x="262" y="229"/>
                </a:cubicBezTo>
                <a:cubicBezTo>
                  <a:pt x="243" y="229"/>
                  <a:pt x="229" y="244"/>
                  <a:pt x="228" y="262"/>
                </a:cubicBezTo>
                <a:cubicBezTo>
                  <a:pt x="229" y="280"/>
                  <a:pt x="243" y="295"/>
                  <a:pt x="262" y="295"/>
                </a:cubicBezTo>
                <a:close/>
                <a:moveTo>
                  <a:pt x="262" y="241"/>
                </a:moveTo>
                <a:cubicBezTo>
                  <a:pt x="273" y="241"/>
                  <a:pt x="283" y="251"/>
                  <a:pt x="283" y="262"/>
                </a:cubicBezTo>
                <a:cubicBezTo>
                  <a:pt x="283" y="274"/>
                  <a:pt x="273" y="283"/>
                  <a:pt x="262" y="283"/>
                </a:cubicBezTo>
                <a:cubicBezTo>
                  <a:pt x="250" y="283"/>
                  <a:pt x="241" y="274"/>
                  <a:pt x="241" y="262"/>
                </a:cubicBezTo>
                <a:cubicBezTo>
                  <a:pt x="241" y="251"/>
                  <a:pt x="250" y="241"/>
                  <a:pt x="262" y="241"/>
                </a:cubicBezTo>
                <a:close/>
                <a:moveTo>
                  <a:pt x="324" y="249"/>
                </a:moveTo>
                <a:cubicBezTo>
                  <a:pt x="324" y="249"/>
                  <a:pt x="324" y="249"/>
                  <a:pt x="324" y="249"/>
                </a:cubicBezTo>
                <a:cubicBezTo>
                  <a:pt x="314" y="249"/>
                  <a:pt x="314" y="249"/>
                  <a:pt x="314" y="249"/>
                </a:cubicBezTo>
                <a:cubicBezTo>
                  <a:pt x="313" y="245"/>
                  <a:pt x="311" y="241"/>
                  <a:pt x="309" y="237"/>
                </a:cubicBezTo>
                <a:cubicBezTo>
                  <a:pt x="316" y="229"/>
                  <a:pt x="316" y="229"/>
                  <a:pt x="316" y="229"/>
                </a:cubicBezTo>
                <a:cubicBezTo>
                  <a:pt x="318" y="228"/>
                  <a:pt x="318" y="226"/>
                  <a:pt x="318" y="225"/>
                </a:cubicBezTo>
                <a:cubicBezTo>
                  <a:pt x="318" y="223"/>
                  <a:pt x="318" y="222"/>
                  <a:pt x="316" y="221"/>
                </a:cubicBezTo>
                <a:cubicBezTo>
                  <a:pt x="305" y="209"/>
                  <a:pt x="305" y="209"/>
                  <a:pt x="305" y="209"/>
                </a:cubicBezTo>
                <a:cubicBezTo>
                  <a:pt x="304" y="208"/>
                  <a:pt x="302" y="207"/>
                  <a:pt x="301" y="207"/>
                </a:cubicBezTo>
                <a:cubicBezTo>
                  <a:pt x="299" y="207"/>
                  <a:pt x="297" y="208"/>
                  <a:pt x="296" y="209"/>
                </a:cubicBezTo>
                <a:cubicBezTo>
                  <a:pt x="296" y="209"/>
                  <a:pt x="296" y="209"/>
                  <a:pt x="296" y="209"/>
                </a:cubicBezTo>
                <a:cubicBezTo>
                  <a:pt x="289" y="217"/>
                  <a:pt x="289" y="217"/>
                  <a:pt x="289" y="217"/>
                </a:cubicBezTo>
                <a:cubicBezTo>
                  <a:pt x="285" y="215"/>
                  <a:pt x="281" y="213"/>
                  <a:pt x="276" y="212"/>
                </a:cubicBezTo>
                <a:cubicBezTo>
                  <a:pt x="276" y="202"/>
                  <a:pt x="276" y="202"/>
                  <a:pt x="276" y="202"/>
                </a:cubicBezTo>
                <a:cubicBezTo>
                  <a:pt x="276" y="198"/>
                  <a:pt x="273" y="195"/>
                  <a:pt x="270" y="195"/>
                </a:cubicBezTo>
                <a:cubicBezTo>
                  <a:pt x="254" y="195"/>
                  <a:pt x="254" y="195"/>
                  <a:pt x="254" y="195"/>
                </a:cubicBezTo>
                <a:cubicBezTo>
                  <a:pt x="251" y="195"/>
                  <a:pt x="248" y="198"/>
                  <a:pt x="248" y="20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50" y="218"/>
                  <a:pt x="252" y="217"/>
                  <a:pt x="254" y="217"/>
                </a:cubicBezTo>
                <a:cubicBezTo>
                  <a:pt x="254" y="210"/>
                  <a:pt x="254" y="210"/>
                  <a:pt x="254" y="210"/>
                </a:cubicBezTo>
                <a:cubicBezTo>
                  <a:pt x="254" y="202"/>
                  <a:pt x="254" y="202"/>
                  <a:pt x="254" y="202"/>
                </a:cubicBezTo>
                <a:cubicBezTo>
                  <a:pt x="270" y="202"/>
                  <a:pt x="270" y="202"/>
                  <a:pt x="270" y="202"/>
                </a:cubicBezTo>
                <a:cubicBezTo>
                  <a:pt x="270" y="210"/>
                  <a:pt x="270" y="210"/>
                  <a:pt x="270" y="210"/>
                </a:cubicBezTo>
                <a:cubicBezTo>
                  <a:pt x="270" y="217"/>
                  <a:pt x="270" y="217"/>
                  <a:pt x="270" y="217"/>
                </a:cubicBezTo>
                <a:cubicBezTo>
                  <a:pt x="272" y="217"/>
                  <a:pt x="274" y="218"/>
                  <a:pt x="276" y="219"/>
                </a:cubicBezTo>
                <a:cubicBezTo>
                  <a:pt x="279" y="219"/>
                  <a:pt x="282" y="220"/>
                  <a:pt x="284" y="222"/>
                </a:cubicBezTo>
                <a:cubicBezTo>
                  <a:pt x="286" y="223"/>
                  <a:pt x="288" y="224"/>
                  <a:pt x="290" y="225"/>
                </a:cubicBezTo>
                <a:cubicBezTo>
                  <a:pt x="294" y="221"/>
                  <a:pt x="294" y="221"/>
                  <a:pt x="294" y="221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05" y="231"/>
                  <a:pt x="305" y="231"/>
                  <a:pt x="305" y="231"/>
                </a:cubicBezTo>
                <a:cubicBezTo>
                  <a:pt x="300" y="236"/>
                  <a:pt x="300" y="236"/>
                  <a:pt x="300" y="236"/>
                </a:cubicBezTo>
                <a:cubicBezTo>
                  <a:pt x="302" y="238"/>
                  <a:pt x="303" y="240"/>
                  <a:pt x="304" y="242"/>
                </a:cubicBezTo>
                <a:cubicBezTo>
                  <a:pt x="305" y="244"/>
                  <a:pt x="306" y="247"/>
                  <a:pt x="307" y="249"/>
                </a:cubicBezTo>
                <a:cubicBezTo>
                  <a:pt x="308" y="251"/>
                  <a:pt x="308" y="253"/>
                  <a:pt x="308" y="256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23" y="256"/>
                  <a:pt x="323" y="256"/>
                  <a:pt x="323" y="256"/>
                </a:cubicBezTo>
                <a:cubicBezTo>
                  <a:pt x="324" y="271"/>
                  <a:pt x="324" y="271"/>
                  <a:pt x="324" y="271"/>
                </a:cubicBezTo>
                <a:cubicBezTo>
                  <a:pt x="315" y="271"/>
                  <a:pt x="315" y="271"/>
                  <a:pt x="315" y="271"/>
                </a:cubicBezTo>
                <a:cubicBezTo>
                  <a:pt x="309" y="271"/>
                  <a:pt x="309" y="271"/>
                  <a:pt x="309" y="271"/>
                </a:cubicBezTo>
                <a:cubicBezTo>
                  <a:pt x="308" y="273"/>
                  <a:pt x="308" y="275"/>
                  <a:pt x="307" y="277"/>
                </a:cubicBezTo>
                <a:cubicBezTo>
                  <a:pt x="306" y="280"/>
                  <a:pt x="305" y="283"/>
                  <a:pt x="304" y="285"/>
                </a:cubicBezTo>
                <a:cubicBezTo>
                  <a:pt x="303" y="287"/>
                  <a:pt x="301" y="289"/>
                  <a:pt x="300" y="291"/>
                </a:cubicBezTo>
                <a:cubicBezTo>
                  <a:pt x="305" y="296"/>
                  <a:pt x="305" y="296"/>
                  <a:pt x="305" y="296"/>
                </a:cubicBezTo>
                <a:cubicBezTo>
                  <a:pt x="310" y="301"/>
                  <a:pt x="310" y="301"/>
                  <a:pt x="310" y="301"/>
                </a:cubicBezTo>
                <a:cubicBezTo>
                  <a:pt x="300" y="312"/>
                  <a:pt x="300" y="312"/>
                  <a:pt x="300" y="312"/>
                </a:cubicBezTo>
                <a:cubicBezTo>
                  <a:pt x="294" y="306"/>
                  <a:pt x="294" y="306"/>
                  <a:pt x="294" y="306"/>
                </a:cubicBezTo>
                <a:cubicBezTo>
                  <a:pt x="289" y="302"/>
                  <a:pt x="289" y="302"/>
                  <a:pt x="289" y="302"/>
                </a:cubicBezTo>
                <a:cubicBezTo>
                  <a:pt x="287" y="303"/>
                  <a:pt x="285" y="304"/>
                  <a:pt x="283" y="305"/>
                </a:cubicBezTo>
                <a:cubicBezTo>
                  <a:pt x="281" y="306"/>
                  <a:pt x="279" y="307"/>
                  <a:pt x="276" y="308"/>
                </a:cubicBezTo>
                <a:cubicBezTo>
                  <a:pt x="274" y="309"/>
                  <a:pt x="272" y="309"/>
                  <a:pt x="270" y="310"/>
                </a:cubicBezTo>
                <a:cubicBezTo>
                  <a:pt x="270" y="323"/>
                  <a:pt x="270" y="323"/>
                  <a:pt x="270" y="323"/>
                </a:cubicBezTo>
                <a:cubicBezTo>
                  <a:pt x="254" y="323"/>
                  <a:pt x="254" y="323"/>
                  <a:pt x="254" y="323"/>
                </a:cubicBezTo>
                <a:cubicBezTo>
                  <a:pt x="254" y="310"/>
                  <a:pt x="254" y="310"/>
                  <a:pt x="254" y="310"/>
                </a:cubicBezTo>
                <a:cubicBezTo>
                  <a:pt x="252" y="309"/>
                  <a:pt x="250" y="309"/>
                  <a:pt x="248" y="308"/>
                </a:cubicBezTo>
                <a:cubicBezTo>
                  <a:pt x="245" y="307"/>
                  <a:pt x="243" y="306"/>
                  <a:pt x="240" y="305"/>
                </a:cubicBezTo>
                <a:cubicBezTo>
                  <a:pt x="238" y="304"/>
                  <a:pt x="237" y="303"/>
                  <a:pt x="235" y="301"/>
                </a:cubicBezTo>
                <a:cubicBezTo>
                  <a:pt x="230" y="306"/>
                  <a:pt x="230" y="306"/>
                  <a:pt x="230" y="306"/>
                </a:cubicBezTo>
                <a:cubicBezTo>
                  <a:pt x="225" y="311"/>
                  <a:pt x="225" y="311"/>
                  <a:pt x="225" y="311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2" y="317"/>
                  <a:pt x="224" y="318"/>
                  <a:pt x="225" y="318"/>
                </a:cubicBezTo>
                <a:cubicBezTo>
                  <a:pt x="227" y="318"/>
                  <a:pt x="228" y="317"/>
                  <a:pt x="229" y="316"/>
                </a:cubicBezTo>
                <a:cubicBezTo>
                  <a:pt x="236" y="310"/>
                  <a:pt x="236" y="310"/>
                  <a:pt x="236" y="310"/>
                </a:cubicBezTo>
                <a:cubicBezTo>
                  <a:pt x="239" y="312"/>
                  <a:pt x="243" y="314"/>
                  <a:pt x="248" y="315"/>
                </a:cubicBezTo>
                <a:cubicBezTo>
                  <a:pt x="248" y="324"/>
                  <a:pt x="248" y="324"/>
                  <a:pt x="248" y="324"/>
                </a:cubicBezTo>
                <a:cubicBezTo>
                  <a:pt x="248" y="327"/>
                  <a:pt x="251" y="330"/>
                  <a:pt x="254" y="330"/>
                </a:cubicBezTo>
                <a:cubicBezTo>
                  <a:pt x="270" y="330"/>
                  <a:pt x="270" y="330"/>
                  <a:pt x="270" y="330"/>
                </a:cubicBezTo>
                <a:cubicBezTo>
                  <a:pt x="273" y="330"/>
                  <a:pt x="276" y="327"/>
                  <a:pt x="276" y="324"/>
                </a:cubicBezTo>
                <a:cubicBezTo>
                  <a:pt x="276" y="315"/>
                  <a:pt x="276" y="315"/>
                  <a:pt x="276" y="315"/>
                </a:cubicBezTo>
                <a:cubicBezTo>
                  <a:pt x="280" y="314"/>
                  <a:pt x="285" y="312"/>
                  <a:pt x="288" y="310"/>
                </a:cubicBezTo>
                <a:cubicBezTo>
                  <a:pt x="295" y="317"/>
                  <a:pt x="295" y="317"/>
                  <a:pt x="295" y="317"/>
                </a:cubicBezTo>
                <a:cubicBezTo>
                  <a:pt x="297" y="318"/>
                  <a:pt x="298" y="319"/>
                  <a:pt x="300" y="319"/>
                </a:cubicBezTo>
                <a:cubicBezTo>
                  <a:pt x="300" y="319"/>
                  <a:pt x="300" y="319"/>
                  <a:pt x="300" y="319"/>
                </a:cubicBezTo>
                <a:cubicBezTo>
                  <a:pt x="301" y="319"/>
                  <a:pt x="303" y="318"/>
                  <a:pt x="304" y="317"/>
                </a:cubicBezTo>
                <a:cubicBezTo>
                  <a:pt x="315" y="306"/>
                  <a:pt x="315" y="306"/>
                  <a:pt x="315" y="306"/>
                </a:cubicBezTo>
                <a:cubicBezTo>
                  <a:pt x="317" y="304"/>
                  <a:pt x="317" y="303"/>
                  <a:pt x="317" y="301"/>
                </a:cubicBezTo>
                <a:cubicBezTo>
                  <a:pt x="317" y="300"/>
                  <a:pt x="317" y="298"/>
                  <a:pt x="315" y="297"/>
                </a:cubicBezTo>
                <a:cubicBezTo>
                  <a:pt x="315" y="297"/>
                  <a:pt x="315" y="297"/>
                  <a:pt x="315" y="297"/>
                </a:cubicBezTo>
                <a:cubicBezTo>
                  <a:pt x="309" y="290"/>
                  <a:pt x="309" y="290"/>
                  <a:pt x="309" y="290"/>
                </a:cubicBezTo>
                <a:cubicBezTo>
                  <a:pt x="311" y="286"/>
                  <a:pt x="313" y="282"/>
                  <a:pt x="314" y="277"/>
                </a:cubicBezTo>
                <a:cubicBezTo>
                  <a:pt x="324" y="277"/>
                  <a:pt x="324" y="277"/>
                  <a:pt x="324" y="277"/>
                </a:cubicBezTo>
                <a:cubicBezTo>
                  <a:pt x="327" y="277"/>
                  <a:pt x="330" y="275"/>
                  <a:pt x="330" y="271"/>
                </a:cubicBezTo>
                <a:cubicBezTo>
                  <a:pt x="330" y="271"/>
                  <a:pt x="330" y="271"/>
                  <a:pt x="330" y="271"/>
                </a:cubicBezTo>
                <a:cubicBezTo>
                  <a:pt x="330" y="255"/>
                  <a:pt x="330" y="255"/>
                  <a:pt x="330" y="255"/>
                </a:cubicBezTo>
                <a:cubicBezTo>
                  <a:pt x="330" y="252"/>
                  <a:pt x="327" y="249"/>
                  <a:pt x="324" y="249"/>
                </a:cubicBezTo>
                <a:close/>
                <a:moveTo>
                  <a:pt x="223" y="243"/>
                </a:moveTo>
                <a:cubicBezTo>
                  <a:pt x="225" y="224"/>
                  <a:pt x="225" y="224"/>
                  <a:pt x="225" y="224"/>
                </a:cubicBezTo>
                <a:cubicBezTo>
                  <a:pt x="225" y="224"/>
                  <a:pt x="225" y="224"/>
                  <a:pt x="225" y="224"/>
                </a:cubicBezTo>
                <a:cubicBezTo>
                  <a:pt x="225" y="219"/>
                  <a:pt x="222" y="216"/>
                  <a:pt x="217" y="216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0" y="208"/>
                  <a:pt x="199" y="201"/>
                  <a:pt x="197" y="195"/>
                </a:cubicBezTo>
                <a:cubicBezTo>
                  <a:pt x="214" y="186"/>
                  <a:pt x="214" y="186"/>
                  <a:pt x="214" y="186"/>
                </a:cubicBezTo>
                <a:cubicBezTo>
                  <a:pt x="217" y="184"/>
                  <a:pt x="218" y="182"/>
                  <a:pt x="218" y="179"/>
                </a:cubicBezTo>
                <a:cubicBezTo>
                  <a:pt x="218" y="178"/>
                  <a:pt x="218" y="176"/>
                  <a:pt x="217" y="175"/>
                </a:cubicBezTo>
                <a:cubicBezTo>
                  <a:pt x="217" y="175"/>
                  <a:pt x="217" y="175"/>
                  <a:pt x="217" y="175"/>
                </a:cubicBezTo>
                <a:cubicBezTo>
                  <a:pt x="208" y="158"/>
                  <a:pt x="208" y="158"/>
                  <a:pt x="208" y="158"/>
                </a:cubicBezTo>
                <a:cubicBezTo>
                  <a:pt x="207" y="156"/>
                  <a:pt x="204" y="154"/>
                  <a:pt x="201" y="154"/>
                </a:cubicBezTo>
                <a:cubicBezTo>
                  <a:pt x="200" y="154"/>
                  <a:pt x="198" y="154"/>
                  <a:pt x="197" y="155"/>
                </a:cubicBezTo>
                <a:cubicBezTo>
                  <a:pt x="181" y="164"/>
                  <a:pt x="181" y="164"/>
                  <a:pt x="181" y="164"/>
                </a:cubicBezTo>
                <a:cubicBezTo>
                  <a:pt x="176" y="158"/>
                  <a:pt x="171" y="153"/>
                  <a:pt x="165" y="148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5" y="133"/>
                  <a:pt x="175" y="131"/>
                  <a:pt x="175" y="130"/>
                </a:cubicBezTo>
                <a:cubicBezTo>
                  <a:pt x="175" y="127"/>
                  <a:pt x="174" y="124"/>
                  <a:pt x="171" y="123"/>
                </a:cubicBezTo>
                <a:cubicBezTo>
                  <a:pt x="171" y="123"/>
                  <a:pt x="171" y="123"/>
                  <a:pt x="171" y="12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54" y="112"/>
                  <a:pt x="152" y="111"/>
                  <a:pt x="151" y="111"/>
                </a:cubicBezTo>
                <a:cubicBezTo>
                  <a:pt x="148" y="111"/>
                  <a:pt x="146" y="113"/>
                  <a:pt x="144" y="115"/>
                </a:cubicBezTo>
                <a:cubicBezTo>
                  <a:pt x="132" y="134"/>
                  <a:pt x="132" y="134"/>
                  <a:pt x="132" y="134"/>
                </a:cubicBezTo>
                <a:cubicBezTo>
                  <a:pt x="126" y="132"/>
                  <a:pt x="120" y="132"/>
                  <a:pt x="113" y="132"/>
                </a:cubicBezTo>
                <a:cubicBezTo>
                  <a:pt x="113" y="132"/>
                  <a:pt x="113" y="132"/>
                  <a:pt x="113" y="132"/>
                </a:cubicBezTo>
                <a:cubicBezTo>
                  <a:pt x="112" y="116"/>
                  <a:pt x="112" y="116"/>
                  <a:pt x="112" y="116"/>
                </a:cubicBezTo>
                <a:cubicBezTo>
                  <a:pt x="112" y="112"/>
                  <a:pt x="109" y="108"/>
                  <a:pt x="105" y="108"/>
                </a:cubicBezTo>
                <a:cubicBezTo>
                  <a:pt x="104" y="108"/>
                  <a:pt x="104" y="108"/>
                  <a:pt x="104" y="108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81" y="110"/>
                  <a:pt x="78" y="113"/>
                  <a:pt x="78" y="118"/>
                </a:cubicBezTo>
                <a:cubicBezTo>
                  <a:pt x="78" y="118"/>
                  <a:pt x="78" y="118"/>
                  <a:pt x="78" y="118"/>
                </a:cubicBezTo>
                <a:cubicBezTo>
                  <a:pt x="80" y="139"/>
                  <a:pt x="80" y="139"/>
                  <a:pt x="80" y="139"/>
                </a:cubicBezTo>
                <a:cubicBezTo>
                  <a:pt x="73" y="141"/>
                  <a:pt x="67" y="145"/>
                  <a:pt x="62" y="149"/>
                </a:cubicBezTo>
                <a:cubicBezTo>
                  <a:pt x="49" y="136"/>
                  <a:pt x="49" y="136"/>
                  <a:pt x="49" y="136"/>
                </a:cubicBezTo>
                <a:cubicBezTo>
                  <a:pt x="47" y="134"/>
                  <a:pt x="45" y="134"/>
                  <a:pt x="43" y="134"/>
                </a:cubicBezTo>
                <a:cubicBezTo>
                  <a:pt x="41" y="134"/>
                  <a:pt x="39" y="135"/>
                  <a:pt x="37" y="136"/>
                </a:cubicBezTo>
                <a:cubicBezTo>
                  <a:pt x="37" y="136"/>
                  <a:pt x="37" y="136"/>
                  <a:pt x="37" y="136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22" y="151"/>
                  <a:pt x="22" y="153"/>
                  <a:pt x="22" y="155"/>
                </a:cubicBezTo>
                <a:cubicBezTo>
                  <a:pt x="22" y="157"/>
                  <a:pt x="22" y="159"/>
                  <a:pt x="24" y="161"/>
                </a:cubicBezTo>
                <a:cubicBezTo>
                  <a:pt x="38" y="175"/>
                  <a:pt x="38" y="175"/>
                  <a:pt x="38" y="175"/>
                </a:cubicBezTo>
                <a:cubicBezTo>
                  <a:pt x="35" y="181"/>
                  <a:pt x="32" y="187"/>
                  <a:pt x="30" y="193"/>
                </a:cubicBezTo>
                <a:cubicBezTo>
                  <a:pt x="15" y="189"/>
                  <a:pt x="15" y="189"/>
                  <a:pt x="15" y="189"/>
                </a:cubicBezTo>
                <a:cubicBezTo>
                  <a:pt x="14" y="189"/>
                  <a:pt x="13" y="188"/>
                  <a:pt x="13" y="188"/>
                </a:cubicBezTo>
                <a:cubicBezTo>
                  <a:pt x="9" y="188"/>
                  <a:pt x="6" y="191"/>
                  <a:pt x="5" y="194"/>
                </a:cubicBezTo>
                <a:cubicBezTo>
                  <a:pt x="0" y="212"/>
                  <a:pt x="0" y="212"/>
                  <a:pt x="0" y="212"/>
                </a:cubicBezTo>
                <a:cubicBezTo>
                  <a:pt x="0" y="213"/>
                  <a:pt x="0" y="213"/>
                  <a:pt x="0" y="214"/>
                </a:cubicBezTo>
                <a:cubicBezTo>
                  <a:pt x="0" y="218"/>
                  <a:pt x="2" y="221"/>
                  <a:pt x="6" y="222"/>
                </a:cubicBezTo>
                <a:cubicBezTo>
                  <a:pt x="27" y="228"/>
                  <a:pt x="27" y="228"/>
                  <a:pt x="27" y="228"/>
                </a:cubicBezTo>
                <a:cubicBezTo>
                  <a:pt x="28" y="233"/>
                  <a:pt x="29" y="239"/>
                  <a:pt x="31" y="244"/>
                </a:cubicBezTo>
                <a:cubicBezTo>
                  <a:pt x="14" y="254"/>
                  <a:pt x="14" y="254"/>
                  <a:pt x="14" y="254"/>
                </a:cubicBezTo>
                <a:cubicBezTo>
                  <a:pt x="11" y="255"/>
                  <a:pt x="10" y="258"/>
                  <a:pt x="10" y="261"/>
                </a:cubicBezTo>
                <a:cubicBezTo>
                  <a:pt x="10" y="262"/>
                  <a:pt x="10" y="263"/>
                  <a:pt x="11" y="264"/>
                </a:cubicBezTo>
                <a:cubicBezTo>
                  <a:pt x="20" y="281"/>
                  <a:pt x="20" y="281"/>
                  <a:pt x="20" y="281"/>
                </a:cubicBezTo>
                <a:cubicBezTo>
                  <a:pt x="21" y="284"/>
                  <a:pt x="24" y="285"/>
                  <a:pt x="27" y="285"/>
                </a:cubicBezTo>
                <a:cubicBezTo>
                  <a:pt x="28" y="285"/>
                  <a:pt x="29" y="285"/>
                  <a:pt x="30" y="284"/>
                </a:cubicBezTo>
                <a:cubicBezTo>
                  <a:pt x="47" y="275"/>
                  <a:pt x="47" y="275"/>
                  <a:pt x="47" y="275"/>
                </a:cubicBezTo>
                <a:cubicBezTo>
                  <a:pt x="52" y="280"/>
                  <a:pt x="56" y="284"/>
                  <a:pt x="61" y="288"/>
                </a:cubicBezTo>
                <a:cubicBezTo>
                  <a:pt x="52" y="303"/>
                  <a:pt x="52" y="303"/>
                  <a:pt x="52" y="303"/>
                </a:cubicBezTo>
                <a:cubicBezTo>
                  <a:pt x="52" y="305"/>
                  <a:pt x="51" y="306"/>
                  <a:pt x="51" y="307"/>
                </a:cubicBezTo>
                <a:cubicBezTo>
                  <a:pt x="51" y="310"/>
                  <a:pt x="53" y="313"/>
                  <a:pt x="55" y="314"/>
                </a:cubicBezTo>
                <a:cubicBezTo>
                  <a:pt x="72" y="324"/>
                  <a:pt x="72" y="324"/>
                  <a:pt x="72" y="324"/>
                </a:cubicBezTo>
                <a:cubicBezTo>
                  <a:pt x="73" y="325"/>
                  <a:pt x="74" y="325"/>
                  <a:pt x="76" y="325"/>
                </a:cubicBezTo>
                <a:cubicBezTo>
                  <a:pt x="76" y="325"/>
                  <a:pt x="76" y="325"/>
                  <a:pt x="76" y="325"/>
                </a:cubicBezTo>
                <a:cubicBezTo>
                  <a:pt x="79" y="325"/>
                  <a:pt x="81" y="324"/>
                  <a:pt x="83" y="321"/>
                </a:cubicBezTo>
                <a:cubicBezTo>
                  <a:pt x="93" y="303"/>
                  <a:pt x="93" y="303"/>
                  <a:pt x="93" y="303"/>
                </a:cubicBezTo>
                <a:cubicBezTo>
                  <a:pt x="99" y="304"/>
                  <a:pt x="106" y="305"/>
                  <a:pt x="112" y="305"/>
                </a:cubicBezTo>
                <a:cubicBezTo>
                  <a:pt x="114" y="323"/>
                  <a:pt x="114" y="323"/>
                  <a:pt x="114" y="323"/>
                </a:cubicBezTo>
                <a:cubicBezTo>
                  <a:pt x="114" y="327"/>
                  <a:pt x="118" y="330"/>
                  <a:pt x="122" y="330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22" y="326"/>
                  <a:pt x="122" y="326"/>
                  <a:pt x="122" y="326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41" y="328"/>
                  <a:pt x="141" y="328"/>
                  <a:pt x="141" y="328"/>
                </a:cubicBezTo>
                <a:cubicBezTo>
                  <a:pt x="145" y="327"/>
                  <a:pt x="149" y="324"/>
                  <a:pt x="149" y="320"/>
                </a:cubicBezTo>
                <a:cubicBezTo>
                  <a:pt x="149" y="320"/>
                  <a:pt x="149" y="319"/>
                  <a:pt x="149" y="319"/>
                </a:cubicBezTo>
                <a:cubicBezTo>
                  <a:pt x="146" y="299"/>
                  <a:pt x="146" y="299"/>
                  <a:pt x="146" y="299"/>
                </a:cubicBezTo>
                <a:cubicBezTo>
                  <a:pt x="152" y="297"/>
                  <a:pt x="156" y="294"/>
                  <a:pt x="161" y="291"/>
                </a:cubicBezTo>
                <a:cubicBezTo>
                  <a:pt x="175" y="305"/>
                  <a:pt x="175" y="305"/>
                  <a:pt x="175" y="305"/>
                </a:cubicBezTo>
                <a:cubicBezTo>
                  <a:pt x="177" y="306"/>
                  <a:pt x="179" y="307"/>
                  <a:pt x="181" y="307"/>
                </a:cubicBezTo>
                <a:cubicBezTo>
                  <a:pt x="181" y="307"/>
                  <a:pt x="181" y="307"/>
                  <a:pt x="181" y="307"/>
                </a:cubicBezTo>
                <a:cubicBezTo>
                  <a:pt x="183" y="307"/>
                  <a:pt x="185" y="306"/>
                  <a:pt x="186" y="305"/>
                </a:cubicBezTo>
                <a:cubicBezTo>
                  <a:pt x="200" y="291"/>
                  <a:pt x="200" y="291"/>
                  <a:pt x="200" y="291"/>
                </a:cubicBezTo>
                <a:cubicBezTo>
                  <a:pt x="201" y="290"/>
                  <a:pt x="202" y="288"/>
                  <a:pt x="202" y="286"/>
                </a:cubicBezTo>
                <a:cubicBezTo>
                  <a:pt x="202" y="284"/>
                  <a:pt x="201" y="281"/>
                  <a:pt x="199" y="280"/>
                </a:cubicBezTo>
                <a:cubicBezTo>
                  <a:pt x="186" y="266"/>
                  <a:pt x="186" y="266"/>
                  <a:pt x="186" y="266"/>
                </a:cubicBezTo>
                <a:cubicBezTo>
                  <a:pt x="189" y="261"/>
                  <a:pt x="192" y="255"/>
                  <a:pt x="195" y="249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6" y="251"/>
                  <a:pt x="216" y="251"/>
                  <a:pt x="216" y="251"/>
                </a:cubicBezTo>
                <a:cubicBezTo>
                  <a:pt x="220" y="251"/>
                  <a:pt x="223" y="247"/>
                  <a:pt x="223" y="243"/>
                </a:cubicBezTo>
                <a:close/>
                <a:moveTo>
                  <a:pt x="217" y="224"/>
                </a:moveTo>
                <a:cubicBezTo>
                  <a:pt x="215" y="243"/>
                  <a:pt x="215" y="243"/>
                  <a:pt x="215" y="243"/>
                </a:cubicBezTo>
                <a:cubicBezTo>
                  <a:pt x="215" y="243"/>
                  <a:pt x="215" y="243"/>
                  <a:pt x="215" y="243"/>
                </a:cubicBezTo>
                <a:cubicBezTo>
                  <a:pt x="197" y="241"/>
                  <a:pt x="197" y="241"/>
                  <a:pt x="197" y="241"/>
                </a:cubicBezTo>
                <a:cubicBezTo>
                  <a:pt x="189" y="241"/>
                  <a:pt x="189" y="241"/>
                  <a:pt x="189" y="241"/>
                </a:cubicBezTo>
                <a:cubicBezTo>
                  <a:pt x="188" y="243"/>
                  <a:pt x="187" y="246"/>
                  <a:pt x="186" y="248"/>
                </a:cubicBezTo>
                <a:cubicBezTo>
                  <a:pt x="185" y="253"/>
                  <a:pt x="182" y="257"/>
                  <a:pt x="180" y="261"/>
                </a:cubicBezTo>
                <a:cubicBezTo>
                  <a:pt x="179" y="263"/>
                  <a:pt x="177" y="265"/>
                  <a:pt x="175" y="267"/>
                </a:cubicBezTo>
                <a:cubicBezTo>
                  <a:pt x="181" y="273"/>
                  <a:pt x="181" y="273"/>
                  <a:pt x="181" y="273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68" y="286"/>
                  <a:pt x="168" y="286"/>
                  <a:pt x="168" y="286"/>
                </a:cubicBezTo>
                <a:cubicBezTo>
                  <a:pt x="162" y="281"/>
                  <a:pt x="162" y="281"/>
                  <a:pt x="162" y="281"/>
                </a:cubicBezTo>
                <a:cubicBezTo>
                  <a:pt x="160" y="282"/>
                  <a:pt x="157" y="284"/>
                  <a:pt x="155" y="285"/>
                </a:cubicBezTo>
                <a:cubicBezTo>
                  <a:pt x="152" y="287"/>
                  <a:pt x="149" y="289"/>
                  <a:pt x="146" y="290"/>
                </a:cubicBezTo>
                <a:cubicBezTo>
                  <a:pt x="143" y="292"/>
                  <a:pt x="140" y="293"/>
                  <a:pt x="138" y="293"/>
                </a:cubicBezTo>
                <a:cubicBezTo>
                  <a:pt x="139" y="302"/>
                  <a:pt x="139" y="302"/>
                  <a:pt x="139" y="302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0" y="305"/>
                  <a:pt x="120" y="305"/>
                  <a:pt x="120" y="305"/>
                </a:cubicBezTo>
                <a:cubicBezTo>
                  <a:pt x="119" y="297"/>
                  <a:pt x="119" y="297"/>
                  <a:pt x="119" y="297"/>
                </a:cubicBezTo>
                <a:cubicBezTo>
                  <a:pt x="117" y="297"/>
                  <a:pt x="115" y="297"/>
                  <a:pt x="113" y="297"/>
                </a:cubicBezTo>
                <a:cubicBezTo>
                  <a:pt x="113" y="297"/>
                  <a:pt x="112" y="297"/>
                  <a:pt x="111" y="297"/>
                </a:cubicBezTo>
                <a:cubicBezTo>
                  <a:pt x="106" y="297"/>
                  <a:pt x="102" y="297"/>
                  <a:pt x="98" y="296"/>
                </a:cubicBezTo>
                <a:cubicBezTo>
                  <a:pt x="95" y="295"/>
                  <a:pt x="92" y="294"/>
                  <a:pt x="90" y="294"/>
                </a:cubicBezTo>
                <a:cubicBezTo>
                  <a:pt x="85" y="301"/>
                  <a:pt x="85" y="301"/>
                  <a:pt x="85" y="301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68" y="293"/>
                  <a:pt x="68" y="293"/>
                  <a:pt x="68" y="293"/>
                </a:cubicBezTo>
                <a:cubicBezTo>
                  <a:pt x="72" y="286"/>
                  <a:pt x="72" y="286"/>
                  <a:pt x="72" y="286"/>
                </a:cubicBezTo>
                <a:cubicBezTo>
                  <a:pt x="70" y="284"/>
                  <a:pt x="68" y="283"/>
                  <a:pt x="66" y="281"/>
                </a:cubicBezTo>
                <a:cubicBezTo>
                  <a:pt x="62" y="278"/>
                  <a:pt x="58" y="275"/>
                  <a:pt x="55" y="271"/>
                </a:cubicBezTo>
                <a:cubicBezTo>
                  <a:pt x="53" y="269"/>
                  <a:pt x="51" y="267"/>
                  <a:pt x="50" y="265"/>
                </a:cubicBezTo>
                <a:cubicBezTo>
                  <a:pt x="43" y="269"/>
                  <a:pt x="43" y="269"/>
                  <a:pt x="43" y="269"/>
                </a:cubicBezTo>
                <a:cubicBezTo>
                  <a:pt x="27" y="277"/>
                  <a:pt x="27" y="277"/>
                  <a:pt x="27" y="277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33" y="252"/>
                  <a:pt x="33" y="252"/>
                  <a:pt x="33" y="252"/>
                </a:cubicBezTo>
                <a:cubicBezTo>
                  <a:pt x="40" y="248"/>
                  <a:pt x="40" y="248"/>
                  <a:pt x="40" y="248"/>
                </a:cubicBezTo>
                <a:cubicBezTo>
                  <a:pt x="39" y="246"/>
                  <a:pt x="39" y="243"/>
                  <a:pt x="38" y="240"/>
                </a:cubicBezTo>
                <a:cubicBezTo>
                  <a:pt x="37" y="237"/>
                  <a:pt x="36" y="233"/>
                  <a:pt x="36" y="230"/>
                </a:cubicBezTo>
                <a:cubicBezTo>
                  <a:pt x="35" y="227"/>
                  <a:pt x="35" y="224"/>
                  <a:pt x="35" y="221"/>
                </a:cubicBezTo>
                <a:cubicBezTo>
                  <a:pt x="27" y="219"/>
                  <a:pt x="27" y="219"/>
                  <a:pt x="27" y="219"/>
                </a:cubicBezTo>
                <a:cubicBezTo>
                  <a:pt x="8" y="214"/>
                  <a:pt x="8" y="214"/>
                  <a:pt x="8" y="214"/>
                </a:cubicBezTo>
                <a:cubicBezTo>
                  <a:pt x="13" y="196"/>
                  <a:pt x="13" y="196"/>
                  <a:pt x="13" y="196"/>
                </a:cubicBezTo>
                <a:cubicBezTo>
                  <a:pt x="28" y="201"/>
                  <a:pt x="28" y="201"/>
                  <a:pt x="28" y="201"/>
                </a:cubicBezTo>
                <a:cubicBezTo>
                  <a:pt x="36" y="203"/>
                  <a:pt x="36" y="203"/>
                  <a:pt x="36" y="203"/>
                </a:cubicBezTo>
                <a:cubicBezTo>
                  <a:pt x="37" y="200"/>
                  <a:pt x="37" y="198"/>
                  <a:pt x="38" y="195"/>
                </a:cubicBezTo>
                <a:cubicBezTo>
                  <a:pt x="40" y="190"/>
                  <a:pt x="42" y="185"/>
                  <a:pt x="44" y="181"/>
                </a:cubicBezTo>
                <a:cubicBezTo>
                  <a:pt x="46" y="178"/>
                  <a:pt x="47" y="176"/>
                  <a:pt x="49" y="174"/>
                </a:cubicBezTo>
                <a:cubicBezTo>
                  <a:pt x="43" y="168"/>
                  <a:pt x="43" y="168"/>
                  <a:pt x="43" y="168"/>
                </a:cubicBezTo>
                <a:cubicBezTo>
                  <a:pt x="30" y="155"/>
                  <a:pt x="30" y="155"/>
                  <a:pt x="30" y="155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55" y="154"/>
                  <a:pt x="55" y="154"/>
                  <a:pt x="55" y="154"/>
                </a:cubicBezTo>
                <a:cubicBezTo>
                  <a:pt x="61" y="160"/>
                  <a:pt x="61" y="160"/>
                  <a:pt x="61" y="160"/>
                </a:cubicBezTo>
                <a:cubicBezTo>
                  <a:pt x="63" y="158"/>
                  <a:pt x="65" y="156"/>
                  <a:pt x="68" y="155"/>
                </a:cubicBezTo>
                <a:cubicBezTo>
                  <a:pt x="71" y="152"/>
                  <a:pt x="76" y="149"/>
                  <a:pt x="80" y="147"/>
                </a:cubicBezTo>
                <a:cubicBezTo>
                  <a:pt x="83" y="146"/>
                  <a:pt x="85" y="145"/>
                  <a:pt x="88" y="144"/>
                </a:cubicBezTo>
                <a:cubicBezTo>
                  <a:pt x="87" y="136"/>
                  <a:pt x="87" y="136"/>
                  <a:pt x="87" y="136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32"/>
                  <a:pt x="105" y="132"/>
                  <a:pt x="105" y="132"/>
                </a:cubicBezTo>
                <a:cubicBezTo>
                  <a:pt x="106" y="140"/>
                  <a:pt x="106" y="140"/>
                  <a:pt x="106" y="140"/>
                </a:cubicBezTo>
                <a:cubicBezTo>
                  <a:pt x="108" y="140"/>
                  <a:pt x="111" y="140"/>
                  <a:pt x="113" y="140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19" y="140"/>
                  <a:pt x="123" y="140"/>
                  <a:pt x="128" y="141"/>
                </a:cubicBezTo>
                <a:cubicBezTo>
                  <a:pt x="131" y="142"/>
                  <a:pt x="133" y="142"/>
                  <a:pt x="136" y="143"/>
                </a:cubicBezTo>
                <a:cubicBezTo>
                  <a:pt x="141" y="136"/>
                  <a:pt x="141" y="136"/>
                  <a:pt x="141" y="136"/>
                </a:cubicBezTo>
                <a:cubicBezTo>
                  <a:pt x="151" y="120"/>
                  <a:pt x="151" y="120"/>
                  <a:pt x="151" y="120"/>
                </a:cubicBezTo>
                <a:cubicBezTo>
                  <a:pt x="151" y="120"/>
                  <a:pt x="151" y="119"/>
                  <a:pt x="151" y="119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58" y="144"/>
                  <a:pt x="158" y="144"/>
                  <a:pt x="158" y="144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52"/>
                  <a:pt x="158" y="154"/>
                  <a:pt x="160" y="155"/>
                </a:cubicBezTo>
                <a:cubicBezTo>
                  <a:pt x="165" y="159"/>
                  <a:pt x="170" y="163"/>
                  <a:pt x="174" y="168"/>
                </a:cubicBezTo>
                <a:cubicBezTo>
                  <a:pt x="176" y="170"/>
                  <a:pt x="177" y="172"/>
                  <a:pt x="179" y="174"/>
                </a:cubicBezTo>
                <a:cubicBezTo>
                  <a:pt x="186" y="171"/>
                  <a:pt x="186" y="171"/>
                  <a:pt x="186" y="171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4" y="177"/>
                  <a:pt x="214" y="177"/>
                  <a:pt x="214" y="177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195" y="187"/>
                  <a:pt x="195" y="187"/>
                  <a:pt x="195" y="187"/>
                </a:cubicBezTo>
                <a:cubicBezTo>
                  <a:pt x="187" y="191"/>
                  <a:pt x="187" y="191"/>
                  <a:pt x="187" y="191"/>
                </a:cubicBezTo>
                <a:cubicBezTo>
                  <a:pt x="188" y="194"/>
                  <a:pt x="189" y="196"/>
                  <a:pt x="190" y="199"/>
                </a:cubicBezTo>
                <a:cubicBezTo>
                  <a:pt x="191" y="204"/>
                  <a:pt x="192" y="209"/>
                  <a:pt x="192" y="214"/>
                </a:cubicBezTo>
                <a:cubicBezTo>
                  <a:pt x="192" y="215"/>
                  <a:pt x="192" y="217"/>
                  <a:pt x="192" y="219"/>
                </a:cubicBezTo>
                <a:cubicBezTo>
                  <a:pt x="192" y="220"/>
                  <a:pt x="192" y="221"/>
                  <a:pt x="192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17" y="224"/>
                  <a:pt x="217" y="224"/>
                  <a:pt x="217" y="224"/>
                </a:cubicBezTo>
                <a:cubicBezTo>
                  <a:pt x="217" y="224"/>
                  <a:pt x="217" y="224"/>
                  <a:pt x="217" y="224"/>
                </a:cubicBezTo>
                <a:close/>
                <a:moveTo>
                  <a:pt x="149" y="250"/>
                </a:moveTo>
                <a:cubicBezTo>
                  <a:pt x="146" y="250"/>
                  <a:pt x="144" y="252"/>
                  <a:pt x="144" y="255"/>
                </a:cubicBezTo>
                <a:cubicBezTo>
                  <a:pt x="144" y="258"/>
                  <a:pt x="146" y="260"/>
                  <a:pt x="149" y="260"/>
                </a:cubicBezTo>
                <a:cubicBezTo>
                  <a:pt x="152" y="260"/>
                  <a:pt x="155" y="258"/>
                  <a:pt x="155" y="255"/>
                </a:cubicBezTo>
                <a:cubicBezTo>
                  <a:pt x="155" y="252"/>
                  <a:pt x="152" y="250"/>
                  <a:pt x="149" y="2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41">
            <a:extLst>
              <a:ext uri="{FF2B5EF4-FFF2-40B4-BE49-F238E27FC236}">
                <a16:creationId xmlns:a16="http://schemas.microsoft.com/office/drawing/2014/main" id="{3519FC62-E674-4D0D-BCDF-29D40DD368A9}"/>
              </a:ext>
            </a:extLst>
          </p:cNvPr>
          <p:cNvSpPr>
            <a:spLocks noEditPoints="1"/>
          </p:cNvSpPr>
          <p:nvPr/>
        </p:nvSpPr>
        <p:spPr bwMode="auto">
          <a:xfrm>
            <a:off x="8651292" y="3259183"/>
            <a:ext cx="435630" cy="442633"/>
          </a:xfrm>
          <a:custGeom>
            <a:avLst/>
            <a:gdLst>
              <a:gd name="T0" fmla="*/ 176 w 334"/>
              <a:gd name="T1" fmla="*/ 142 h 338"/>
              <a:gd name="T2" fmla="*/ 158 w 334"/>
              <a:gd name="T3" fmla="*/ 115 h 338"/>
              <a:gd name="T4" fmla="*/ 135 w 334"/>
              <a:gd name="T5" fmla="*/ 112 h 338"/>
              <a:gd name="T6" fmla="*/ 101 w 334"/>
              <a:gd name="T7" fmla="*/ 120 h 338"/>
              <a:gd name="T8" fmla="*/ 72 w 334"/>
              <a:gd name="T9" fmla="*/ 118 h 338"/>
              <a:gd name="T10" fmla="*/ 67 w 334"/>
              <a:gd name="T11" fmla="*/ 148 h 338"/>
              <a:gd name="T12" fmla="*/ 43 w 334"/>
              <a:gd name="T13" fmla="*/ 184 h 338"/>
              <a:gd name="T14" fmla="*/ 61 w 334"/>
              <a:gd name="T15" fmla="*/ 209 h 338"/>
              <a:gd name="T16" fmla="*/ 79 w 334"/>
              <a:gd name="T17" fmla="*/ 236 h 338"/>
              <a:gd name="T18" fmla="*/ 101 w 334"/>
              <a:gd name="T19" fmla="*/ 240 h 338"/>
              <a:gd name="T20" fmla="*/ 135 w 334"/>
              <a:gd name="T21" fmla="*/ 230 h 338"/>
              <a:gd name="T22" fmla="*/ 165 w 334"/>
              <a:gd name="T23" fmla="*/ 233 h 338"/>
              <a:gd name="T24" fmla="*/ 169 w 334"/>
              <a:gd name="T25" fmla="*/ 202 h 338"/>
              <a:gd name="T26" fmla="*/ 190 w 334"/>
              <a:gd name="T27" fmla="*/ 168 h 338"/>
              <a:gd name="T28" fmla="*/ 163 w 334"/>
              <a:gd name="T29" fmla="*/ 185 h 338"/>
              <a:gd name="T30" fmla="*/ 157 w 334"/>
              <a:gd name="T31" fmla="*/ 200 h 338"/>
              <a:gd name="T32" fmla="*/ 150 w 334"/>
              <a:gd name="T33" fmla="*/ 215 h 338"/>
              <a:gd name="T34" fmla="*/ 123 w 334"/>
              <a:gd name="T35" fmla="*/ 226 h 338"/>
              <a:gd name="T36" fmla="*/ 111 w 334"/>
              <a:gd name="T37" fmla="*/ 221 h 338"/>
              <a:gd name="T38" fmla="*/ 79 w 334"/>
              <a:gd name="T39" fmla="*/ 223 h 338"/>
              <a:gd name="T40" fmla="*/ 79 w 334"/>
              <a:gd name="T41" fmla="*/ 199 h 338"/>
              <a:gd name="T42" fmla="*/ 68 w 334"/>
              <a:gd name="T43" fmla="*/ 181 h 338"/>
              <a:gd name="T44" fmla="*/ 73 w 334"/>
              <a:gd name="T45" fmla="*/ 166 h 338"/>
              <a:gd name="T46" fmla="*/ 79 w 334"/>
              <a:gd name="T47" fmla="*/ 143 h 338"/>
              <a:gd name="T48" fmla="*/ 92 w 334"/>
              <a:gd name="T49" fmla="*/ 137 h 338"/>
              <a:gd name="T50" fmla="*/ 113 w 334"/>
              <a:gd name="T51" fmla="*/ 125 h 338"/>
              <a:gd name="T52" fmla="*/ 123 w 334"/>
              <a:gd name="T53" fmla="*/ 114 h 338"/>
              <a:gd name="T54" fmla="*/ 143 w 334"/>
              <a:gd name="T55" fmla="*/ 136 h 338"/>
              <a:gd name="T56" fmla="*/ 166 w 334"/>
              <a:gd name="T57" fmla="*/ 136 h 338"/>
              <a:gd name="T58" fmla="*/ 163 w 334"/>
              <a:gd name="T59" fmla="*/ 165 h 338"/>
              <a:gd name="T60" fmla="*/ 178 w 334"/>
              <a:gd name="T61" fmla="*/ 181 h 338"/>
              <a:gd name="T62" fmla="*/ 153 w 334"/>
              <a:gd name="T63" fmla="*/ 175 h 338"/>
              <a:gd name="T64" fmla="*/ 118 w 334"/>
              <a:gd name="T65" fmla="*/ 152 h 338"/>
              <a:gd name="T66" fmla="*/ 234 w 334"/>
              <a:gd name="T67" fmla="*/ 82 h 338"/>
              <a:gd name="T68" fmla="*/ 0 w 334"/>
              <a:gd name="T69" fmla="*/ 266 h 338"/>
              <a:gd name="T70" fmla="*/ 118 w 334"/>
              <a:gd name="T71" fmla="*/ 328 h 338"/>
              <a:gd name="T72" fmla="*/ 220 w 334"/>
              <a:gd name="T73" fmla="*/ 280 h 338"/>
              <a:gd name="T74" fmla="*/ 112 w 334"/>
              <a:gd name="T75" fmla="*/ 274 h 338"/>
              <a:gd name="T76" fmla="*/ 14 w 334"/>
              <a:gd name="T77" fmla="*/ 268 h 338"/>
              <a:gd name="T78" fmla="*/ 220 w 334"/>
              <a:gd name="T79" fmla="*/ 80 h 338"/>
              <a:gd name="T80" fmla="*/ 118 w 334"/>
              <a:gd name="T81" fmla="*/ 268 h 338"/>
              <a:gd name="T82" fmla="*/ 79 w 334"/>
              <a:gd name="T83" fmla="*/ 51 h 338"/>
              <a:gd name="T84" fmla="*/ 184 w 334"/>
              <a:gd name="T85" fmla="*/ 12 h 338"/>
              <a:gd name="T86" fmla="*/ 288 w 334"/>
              <a:gd name="T87" fmla="*/ 114 h 338"/>
              <a:gd name="T88" fmla="*/ 270 w 334"/>
              <a:gd name="T89" fmla="*/ 247 h 338"/>
              <a:gd name="T90" fmla="*/ 334 w 334"/>
              <a:gd name="T91" fmla="*/ 214 h 338"/>
              <a:gd name="T92" fmla="*/ 312 w 334"/>
              <a:gd name="T93" fmla="*/ 224 h 338"/>
              <a:gd name="T94" fmla="*/ 289 w 334"/>
              <a:gd name="T95" fmla="*/ 185 h 338"/>
              <a:gd name="T96" fmla="*/ 270 w 334"/>
              <a:gd name="T97" fmla="*/ 235 h 338"/>
              <a:gd name="T98" fmla="*/ 288 w 334"/>
              <a:gd name="T99" fmla="*/ 126 h 338"/>
              <a:gd name="T100" fmla="*/ 301 w 334"/>
              <a:gd name="T101" fmla="*/ 148 h 338"/>
              <a:gd name="T102" fmla="*/ 322 w 334"/>
              <a:gd name="T103" fmla="*/ 214 h 338"/>
              <a:gd name="T104" fmla="*/ 299 w 334"/>
              <a:gd name="T105" fmla="*/ 251 h 338"/>
              <a:gd name="T106" fmla="*/ 170 w 334"/>
              <a:gd name="T107" fmla="*/ 302 h 338"/>
              <a:gd name="T108" fmla="*/ 208 w 334"/>
              <a:gd name="T109" fmla="*/ 338 h 338"/>
              <a:gd name="T110" fmla="*/ 312 w 334"/>
              <a:gd name="T111" fmla="*/ 251 h 338"/>
              <a:gd name="T112" fmla="*/ 208 w 334"/>
              <a:gd name="T113" fmla="*/ 326 h 338"/>
              <a:gd name="T114" fmla="*/ 170 w 334"/>
              <a:gd name="T115" fmla="*/ 314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4" h="338">
                <a:moveTo>
                  <a:pt x="181" y="159"/>
                </a:moveTo>
                <a:cubicBezTo>
                  <a:pt x="174" y="159"/>
                  <a:pt x="174" y="159"/>
                  <a:pt x="174" y="159"/>
                </a:cubicBezTo>
                <a:cubicBezTo>
                  <a:pt x="173" y="155"/>
                  <a:pt x="172" y="152"/>
                  <a:pt x="170" y="148"/>
                </a:cubicBezTo>
                <a:cubicBezTo>
                  <a:pt x="176" y="142"/>
                  <a:pt x="176" y="142"/>
                  <a:pt x="176" y="142"/>
                </a:cubicBezTo>
                <a:cubicBezTo>
                  <a:pt x="178" y="140"/>
                  <a:pt x="179" y="138"/>
                  <a:pt x="179" y="136"/>
                </a:cubicBezTo>
                <a:cubicBezTo>
                  <a:pt x="179" y="133"/>
                  <a:pt x="178" y="131"/>
                  <a:pt x="176" y="129"/>
                </a:cubicBezTo>
                <a:cubicBezTo>
                  <a:pt x="165" y="118"/>
                  <a:pt x="165" y="118"/>
                  <a:pt x="165" y="118"/>
                </a:cubicBezTo>
                <a:cubicBezTo>
                  <a:pt x="163" y="116"/>
                  <a:pt x="161" y="115"/>
                  <a:pt x="158" y="115"/>
                </a:cubicBezTo>
                <a:cubicBezTo>
                  <a:pt x="156" y="115"/>
                  <a:pt x="154" y="116"/>
                  <a:pt x="152" y="118"/>
                </a:cubicBezTo>
                <a:cubicBezTo>
                  <a:pt x="146" y="124"/>
                  <a:pt x="146" y="124"/>
                  <a:pt x="146" y="124"/>
                </a:cubicBezTo>
                <a:cubicBezTo>
                  <a:pt x="143" y="122"/>
                  <a:pt x="139" y="121"/>
                  <a:pt x="135" y="119"/>
                </a:cubicBezTo>
                <a:cubicBezTo>
                  <a:pt x="135" y="112"/>
                  <a:pt x="135" y="112"/>
                  <a:pt x="135" y="112"/>
                </a:cubicBezTo>
                <a:cubicBezTo>
                  <a:pt x="135" y="106"/>
                  <a:pt x="131" y="102"/>
                  <a:pt x="126" y="102"/>
                </a:cubicBezTo>
                <a:cubicBezTo>
                  <a:pt x="110" y="102"/>
                  <a:pt x="110" y="102"/>
                  <a:pt x="110" y="102"/>
                </a:cubicBezTo>
                <a:cubicBezTo>
                  <a:pt x="105" y="102"/>
                  <a:pt x="101" y="106"/>
                  <a:pt x="101" y="112"/>
                </a:cubicBezTo>
                <a:cubicBezTo>
                  <a:pt x="101" y="120"/>
                  <a:pt x="101" y="120"/>
                  <a:pt x="101" y="120"/>
                </a:cubicBezTo>
                <a:cubicBezTo>
                  <a:pt x="97" y="121"/>
                  <a:pt x="94" y="122"/>
                  <a:pt x="91" y="124"/>
                </a:cubicBezTo>
                <a:cubicBezTo>
                  <a:pt x="85" y="118"/>
                  <a:pt x="85" y="118"/>
                  <a:pt x="85" y="118"/>
                </a:cubicBezTo>
                <a:cubicBezTo>
                  <a:pt x="84" y="116"/>
                  <a:pt x="81" y="115"/>
                  <a:pt x="79" y="115"/>
                </a:cubicBezTo>
                <a:cubicBezTo>
                  <a:pt x="77" y="115"/>
                  <a:pt x="74" y="116"/>
                  <a:pt x="72" y="118"/>
                </a:cubicBezTo>
                <a:cubicBezTo>
                  <a:pt x="61" y="129"/>
                  <a:pt x="61" y="129"/>
                  <a:pt x="61" y="129"/>
                </a:cubicBezTo>
                <a:cubicBezTo>
                  <a:pt x="59" y="131"/>
                  <a:pt x="58" y="134"/>
                  <a:pt x="58" y="136"/>
                </a:cubicBezTo>
                <a:cubicBezTo>
                  <a:pt x="58" y="138"/>
                  <a:pt x="59" y="141"/>
                  <a:pt x="61" y="143"/>
                </a:cubicBezTo>
                <a:cubicBezTo>
                  <a:pt x="67" y="148"/>
                  <a:pt x="67" y="148"/>
                  <a:pt x="67" y="148"/>
                </a:cubicBezTo>
                <a:cubicBezTo>
                  <a:pt x="65" y="152"/>
                  <a:pt x="64" y="155"/>
                  <a:pt x="63" y="159"/>
                </a:cubicBezTo>
                <a:cubicBezTo>
                  <a:pt x="52" y="159"/>
                  <a:pt x="52" y="159"/>
                  <a:pt x="52" y="159"/>
                </a:cubicBezTo>
                <a:cubicBezTo>
                  <a:pt x="47" y="159"/>
                  <a:pt x="43" y="163"/>
                  <a:pt x="43" y="168"/>
                </a:cubicBezTo>
                <a:cubicBezTo>
                  <a:pt x="43" y="184"/>
                  <a:pt x="43" y="184"/>
                  <a:pt x="43" y="184"/>
                </a:cubicBezTo>
                <a:cubicBezTo>
                  <a:pt x="43" y="189"/>
                  <a:pt x="47" y="193"/>
                  <a:pt x="52" y="193"/>
                </a:cubicBezTo>
                <a:cubicBezTo>
                  <a:pt x="63" y="193"/>
                  <a:pt x="63" y="193"/>
                  <a:pt x="63" y="193"/>
                </a:cubicBezTo>
                <a:cubicBezTo>
                  <a:pt x="65" y="196"/>
                  <a:pt x="66" y="199"/>
                  <a:pt x="67" y="202"/>
                </a:cubicBezTo>
                <a:cubicBezTo>
                  <a:pt x="61" y="209"/>
                  <a:pt x="61" y="209"/>
                  <a:pt x="61" y="209"/>
                </a:cubicBezTo>
                <a:cubicBezTo>
                  <a:pt x="59" y="211"/>
                  <a:pt x="58" y="213"/>
                  <a:pt x="58" y="215"/>
                </a:cubicBezTo>
                <a:cubicBezTo>
                  <a:pt x="58" y="218"/>
                  <a:pt x="59" y="220"/>
                  <a:pt x="61" y="222"/>
                </a:cubicBezTo>
                <a:cubicBezTo>
                  <a:pt x="72" y="233"/>
                  <a:pt x="72" y="233"/>
                  <a:pt x="72" y="233"/>
                </a:cubicBezTo>
                <a:cubicBezTo>
                  <a:pt x="74" y="235"/>
                  <a:pt x="76" y="236"/>
                  <a:pt x="79" y="236"/>
                </a:cubicBezTo>
                <a:cubicBezTo>
                  <a:pt x="81" y="236"/>
                  <a:pt x="83" y="235"/>
                  <a:pt x="85" y="233"/>
                </a:cubicBezTo>
                <a:cubicBezTo>
                  <a:pt x="92" y="226"/>
                  <a:pt x="92" y="226"/>
                  <a:pt x="92" y="226"/>
                </a:cubicBezTo>
                <a:cubicBezTo>
                  <a:pt x="95" y="228"/>
                  <a:pt x="98" y="229"/>
                  <a:pt x="101" y="230"/>
                </a:cubicBezTo>
                <a:cubicBezTo>
                  <a:pt x="101" y="240"/>
                  <a:pt x="101" y="240"/>
                  <a:pt x="101" y="240"/>
                </a:cubicBezTo>
                <a:cubicBezTo>
                  <a:pt x="101" y="245"/>
                  <a:pt x="105" y="249"/>
                  <a:pt x="110" y="249"/>
                </a:cubicBezTo>
                <a:cubicBezTo>
                  <a:pt x="126" y="249"/>
                  <a:pt x="126" y="249"/>
                  <a:pt x="126" y="249"/>
                </a:cubicBezTo>
                <a:cubicBezTo>
                  <a:pt x="131" y="249"/>
                  <a:pt x="135" y="245"/>
                  <a:pt x="135" y="240"/>
                </a:cubicBezTo>
                <a:cubicBezTo>
                  <a:pt x="135" y="230"/>
                  <a:pt x="135" y="230"/>
                  <a:pt x="135" y="230"/>
                </a:cubicBezTo>
                <a:cubicBezTo>
                  <a:pt x="139" y="229"/>
                  <a:pt x="142" y="228"/>
                  <a:pt x="145" y="226"/>
                </a:cubicBezTo>
                <a:cubicBezTo>
                  <a:pt x="152" y="233"/>
                  <a:pt x="152" y="233"/>
                  <a:pt x="152" y="233"/>
                </a:cubicBezTo>
                <a:cubicBezTo>
                  <a:pt x="154" y="235"/>
                  <a:pt x="156" y="236"/>
                  <a:pt x="159" y="236"/>
                </a:cubicBezTo>
                <a:cubicBezTo>
                  <a:pt x="161" y="236"/>
                  <a:pt x="163" y="235"/>
                  <a:pt x="165" y="233"/>
                </a:cubicBezTo>
                <a:cubicBezTo>
                  <a:pt x="176" y="222"/>
                  <a:pt x="176" y="222"/>
                  <a:pt x="176" y="222"/>
                </a:cubicBezTo>
                <a:cubicBezTo>
                  <a:pt x="178" y="221"/>
                  <a:pt x="179" y="218"/>
                  <a:pt x="179" y="216"/>
                </a:cubicBezTo>
                <a:cubicBezTo>
                  <a:pt x="179" y="213"/>
                  <a:pt x="178" y="211"/>
                  <a:pt x="176" y="209"/>
                </a:cubicBezTo>
                <a:cubicBezTo>
                  <a:pt x="169" y="202"/>
                  <a:pt x="169" y="202"/>
                  <a:pt x="169" y="202"/>
                </a:cubicBezTo>
                <a:cubicBezTo>
                  <a:pt x="171" y="199"/>
                  <a:pt x="172" y="196"/>
                  <a:pt x="173" y="193"/>
                </a:cubicBezTo>
                <a:cubicBezTo>
                  <a:pt x="181" y="193"/>
                  <a:pt x="181" y="193"/>
                  <a:pt x="181" y="193"/>
                </a:cubicBezTo>
                <a:cubicBezTo>
                  <a:pt x="186" y="193"/>
                  <a:pt x="190" y="189"/>
                  <a:pt x="190" y="184"/>
                </a:cubicBezTo>
                <a:cubicBezTo>
                  <a:pt x="190" y="168"/>
                  <a:pt x="190" y="168"/>
                  <a:pt x="190" y="168"/>
                </a:cubicBezTo>
                <a:cubicBezTo>
                  <a:pt x="190" y="163"/>
                  <a:pt x="186" y="159"/>
                  <a:pt x="181" y="159"/>
                </a:cubicBezTo>
                <a:close/>
                <a:moveTo>
                  <a:pt x="178" y="181"/>
                </a:moveTo>
                <a:cubicBezTo>
                  <a:pt x="169" y="181"/>
                  <a:pt x="169" y="181"/>
                  <a:pt x="169" y="181"/>
                </a:cubicBezTo>
                <a:cubicBezTo>
                  <a:pt x="166" y="181"/>
                  <a:pt x="164" y="183"/>
                  <a:pt x="163" y="185"/>
                </a:cubicBezTo>
                <a:cubicBezTo>
                  <a:pt x="163" y="185"/>
                  <a:pt x="163" y="185"/>
                  <a:pt x="163" y="185"/>
                </a:cubicBezTo>
                <a:cubicBezTo>
                  <a:pt x="163" y="186"/>
                  <a:pt x="163" y="186"/>
                  <a:pt x="163" y="186"/>
                </a:cubicBezTo>
                <a:cubicBezTo>
                  <a:pt x="162" y="191"/>
                  <a:pt x="160" y="196"/>
                  <a:pt x="157" y="200"/>
                </a:cubicBezTo>
                <a:cubicBezTo>
                  <a:pt x="157" y="200"/>
                  <a:pt x="157" y="200"/>
                  <a:pt x="157" y="200"/>
                </a:cubicBezTo>
                <a:cubicBezTo>
                  <a:pt x="155" y="202"/>
                  <a:pt x="156" y="205"/>
                  <a:pt x="158" y="207"/>
                </a:cubicBezTo>
                <a:cubicBezTo>
                  <a:pt x="166" y="216"/>
                  <a:pt x="166" y="216"/>
                  <a:pt x="166" y="216"/>
                </a:cubicBezTo>
                <a:cubicBezTo>
                  <a:pt x="159" y="223"/>
                  <a:pt x="159" y="223"/>
                  <a:pt x="159" y="223"/>
                </a:cubicBezTo>
                <a:cubicBezTo>
                  <a:pt x="150" y="215"/>
                  <a:pt x="150" y="215"/>
                  <a:pt x="150" y="215"/>
                </a:cubicBezTo>
                <a:cubicBezTo>
                  <a:pt x="148" y="212"/>
                  <a:pt x="144" y="212"/>
                  <a:pt x="142" y="214"/>
                </a:cubicBezTo>
                <a:cubicBezTo>
                  <a:pt x="138" y="217"/>
                  <a:pt x="133" y="218"/>
                  <a:pt x="129" y="220"/>
                </a:cubicBezTo>
                <a:cubicBezTo>
                  <a:pt x="128" y="220"/>
                  <a:pt x="128" y="220"/>
                  <a:pt x="128" y="220"/>
                </a:cubicBezTo>
                <a:cubicBezTo>
                  <a:pt x="125" y="220"/>
                  <a:pt x="123" y="223"/>
                  <a:pt x="123" y="226"/>
                </a:cubicBezTo>
                <a:cubicBezTo>
                  <a:pt x="123" y="237"/>
                  <a:pt x="123" y="237"/>
                  <a:pt x="123" y="237"/>
                </a:cubicBezTo>
                <a:cubicBezTo>
                  <a:pt x="113" y="237"/>
                  <a:pt x="113" y="237"/>
                  <a:pt x="113" y="237"/>
                </a:cubicBezTo>
                <a:cubicBezTo>
                  <a:pt x="113" y="225"/>
                  <a:pt x="113" y="225"/>
                  <a:pt x="113" y="225"/>
                </a:cubicBezTo>
                <a:cubicBezTo>
                  <a:pt x="113" y="224"/>
                  <a:pt x="112" y="222"/>
                  <a:pt x="111" y="221"/>
                </a:cubicBezTo>
                <a:cubicBezTo>
                  <a:pt x="110" y="220"/>
                  <a:pt x="108" y="219"/>
                  <a:pt x="107" y="219"/>
                </a:cubicBezTo>
                <a:cubicBezTo>
                  <a:pt x="103" y="218"/>
                  <a:pt x="98" y="216"/>
                  <a:pt x="95" y="214"/>
                </a:cubicBezTo>
                <a:cubicBezTo>
                  <a:pt x="92" y="212"/>
                  <a:pt x="89" y="212"/>
                  <a:pt x="87" y="215"/>
                </a:cubicBezTo>
                <a:cubicBezTo>
                  <a:pt x="79" y="223"/>
                  <a:pt x="79" y="223"/>
                  <a:pt x="79" y="223"/>
                </a:cubicBezTo>
                <a:cubicBezTo>
                  <a:pt x="71" y="215"/>
                  <a:pt x="71" y="215"/>
                  <a:pt x="71" y="215"/>
                </a:cubicBezTo>
                <a:cubicBezTo>
                  <a:pt x="79" y="207"/>
                  <a:pt x="79" y="207"/>
                  <a:pt x="79" y="207"/>
                </a:cubicBezTo>
                <a:cubicBezTo>
                  <a:pt x="81" y="205"/>
                  <a:pt x="82" y="202"/>
                  <a:pt x="80" y="200"/>
                </a:cubicBezTo>
                <a:cubicBezTo>
                  <a:pt x="79" y="199"/>
                  <a:pt x="79" y="199"/>
                  <a:pt x="79" y="199"/>
                </a:cubicBezTo>
                <a:cubicBezTo>
                  <a:pt x="77" y="195"/>
                  <a:pt x="75" y="191"/>
                  <a:pt x="74" y="186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3" y="183"/>
                  <a:pt x="70" y="181"/>
                  <a:pt x="68" y="181"/>
                </a:cubicBezTo>
                <a:cubicBezTo>
                  <a:pt x="55" y="181"/>
                  <a:pt x="55" y="181"/>
                  <a:pt x="55" y="181"/>
                </a:cubicBezTo>
                <a:cubicBezTo>
                  <a:pt x="55" y="171"/>
                  <a:pt x="55" y="171"/>
                  <a:pt x="55" y="171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71" y="171"/>
                  <a:pt x="73" y="168"/>
                  <a:pt x="73" y="166"/>
                </a:cubicBezTo>
                <a:cubicBezTo>
                  <a:pt x="74" y="165"/>
                  <a:pt x="74" y="165"/>
                  <a:pt x="74" y="165"/>
                </a:cubicBezTo>
                <a:cubicBezTo>
                  <a:pt x="75" y="160"/>
                  <a:pt x="76" y="156"/>
                  <a:pt x="79" y="151"/>
                </a:cubicBezTo>
                <a:cubicBezTo>
                  <a:pt x="80" y="150"/>
                  <a:pt x="80" y="149"/>
                  <a:pt x="80" y="147"/>
                </a:cubicBezTo>
                <a:cubicBezTo>
                  <a:pt x="81" y="146"/>
                  <a:pt x="80" y="144"/>
                  <a:pt x="79" y="143"/>
                </a:cubicBezTo>
                <a:cubicBezTo>
                  <a:pt x="71" y="136"/>
                  <a:pt x="71" y="136"/>
                  <a:pt x="71" y="136"/>
                </a:cubicBezTo>
                <a:cubicBezTo>
                  <a:pt x="79" y="129"/>
                  <a:pt x="79" y="129"/>
                  <a:pt x="79" y="129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8" y="137"/>
                  <a:pt x="90" y="138"/>
                  <a:pt x="92" y="137"/>
                </a:cubicBezTo>
                <a:cubicBezTo>
                  <a:pt x="92" y="137"/>
                  <a:pt x="92" y="137"/>
                  <a:pt x="92" y="137"/>
                </a:cubicBezTo>
                <a:cubicBezTo>
                  <a:pt x="94" y="136"/>
                  <a:pt x="94" y="136"/>
                  <a:pt x="94" y="136"/>
                </a:cubicBezTo>
                <a:cubicBezTo>
                  <a:pt x="98" y="133"/>
                  <a:pt x="103" y="131"/>
                  <a:pt x="108" y="130"/>
                </a:cubicBezTo>
                <a:cubicBezTo>
                  <a:pt x="111" y="130"/>
                  <a:pt x="112" y="128"/>
                  <a:pt x="113" y="125"/>
                </a:cubicBezTo>
                <a:cubicBezTo>
                  <a:pt x="113" y="125"/>
                  <a:pt x="113" y="125"/>
                  <a:pt x="113" y="125"/>
                </a:cubicBezTo>
                <a:cubicBezTo>
                  <a:pt x="113" y="124"/>
                  <a:pt x="113" y="124"/>
                  <a:pt x="113" y="124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3" y="114"/>
                  <a:pt x="123" y="114"/>
                  <a:pt x="123" y="114"/>
                </a:cubicBezTo>
                <a:cubicBezTo>
                  <a:pt x="123" y="124"/>
                  <a:pt x="123" y="124"/>
                  <a:pt x="123" y="124"/>
                </a:cubicBezTo>
                <a:cubicBezTo>
                  <a:pt x="123" y="127"/>
                  <a:pt x="126" y="130"/>
                  <a:pt x="129" y="130"/>
                </a:cubicBezTo>
                <a:cubicBezTo>
                  <a:pt x="134" y="131"/>
                  <a:pt x="139" y="133"/>
                  <a:pt x="143" y="136"/>
                </a:cubicBezTo>
                <a:cubicBezTo>
                  <a:pt x="143" y="136"/>
                  <a:pt x="143" y="136"/>
                  <a:pt x="143" y="136"/>
                </a:cubicBezTo>
                <a:cubicBezTo>
                  <a:pt x="144" y="137"/>
                  <a:pt x="144" y="137"/>
                  <a:pt x="144" y="137"/>
                </a:cubicBezTo>
                <a:cubicBezTo>
                  <a:pt x="147" y="138"/>
                  <a:pt x="149" y="137"/>
                  <a:pt x="151" y="136"/>
                </a:cubicBezTo>
                <a:cubicBezTo>
                  <a:pt x="158" y="128"/>
                  <a:pt x="158" y="128"/>
                  <a:pt x="158" y="128"/>
                </a:cubicBezTo>
                <a:cubicBezTo>
                  <a:pt x="166" y="136"/>
                  <a:pt x="166" y="136"/>
                  <a:pt x="166" y="136"/>
                </a:cubicBezTo>
                <a:cubicBezTo>
                  <a:pt x="158" y="143"/>
                  <a:pt x="158" y="143"/>
                  <a:pt x="158" y="143"/>
                </a:cubicBezTo>
                <a:cubicBezTo>
                  <a:pt x="156" y="145"/>
                  <a:pt x="156" y="149"/>
                  <a:pt x="158" y="151"/>
                </a:cubicBezTo>
                <a:cubicBezTo>
                  <a:pt x="158" y="151"/>
                  <a:pt x="158" y="151"/>
                  <a:pt x="158" y="151"/>
                </a:cubicBezTo>
                <a:cubicBezTo>
                  <a:pt x="160" y="155"/>
                  <a:pt x="162" y="160"/>
                  <a:pt x="163" y="165"/>
                </a:cubicBezTo>
                <a:cubicBezTo>
                  <a:pt x="163" y="165"/>
                  <a:pt x="163" y="165"/>
                  <a:pt x="163" y="165"/>
                </a:cubicBezTo>
                <a:cubicBezTo>
                  <a:pt x="164" y="168"/>
                  <a:pt x="166" y="171"/>
                  <a:pt x="169" y="171"/>
                </a:cubicBezTo>
                <a:cubicBezTo>
                  <a:pt x="178" y="171"/>
                  <a:pt x="178" y="171"/>
                  <a:pt x="178" y="171"/>
                </a:cubicBezTo>
                <a:lnTo>
                  <a:pt x="178" y="181"/>
                </a:lnTo>
                <a:close/>
                <a:moveTo>
                  <a:pt x="118" y="140"/>
                </a:moveTo>
                <a:cubicBezTo>
                  <a:pt x="99" y="140"/>
                  <a:pt x="83" y="156"/>
                  <a:pt x="83" y="175"/>
                </a:cubicBezTo>
                <a:cubicBezTo>
                  <a:pt x="83" y="194"/>
                  <a:pt x="99" y="210"/>
                  <a:pt x="118" y="210"/>
                </a:cubicBezTo>
                <a:cubicBezTo>
                  <a:pt x="137" y="210"/>
                  <a:pt x="153" y="194"/>
                  <a:pt x="153" y="175"/>
                </a:cubicBezTo>
                <a:cubicBezTo>
                  <a:pt x="153" y="156"/>
                  <a:pt x="137" y="140"/>
                  <a:pt x="118" y="140"/>
                </a:cubicBezTo>
                <a:close/>
                <a:moveTo>
                  <a:pt x="118" y="198"/>
                </a:moveTo>
                <a:cubicBezTo>
                  <a:pt x="105" y="198"/>
                  <a:pt x="95" y="188"/>
                  <a:pt x="95" y="175"/>
                </a:cubicBezTo>
                <a:cubicBezTo>
                  <a:pt x="95" y="163"/>
                  <a:pt x="105" y="152"/>
                  <a:pt x="118" y="152"/>
                </a:cubicBezTo>
                <a:cubicBezTo>
                  <a:pt x="131" y="152"/>
                  <a:pt x="141" y="163"/>
                  <a:pt x="141" y="175"/>
                </a:cubicBezTo>
                <a:cubicBezTo>
                  <a:pt x="141" y="188"/>
                  <a:pt x="131" y="198"/>
                  <a:pt x="118" y="198"/>
                </a:cubicBezTo>
                <a:close/>
                <a:moveTo>
                  <a:pt x="234" y="266"/>
                </a:moveTo>
                <a:cubicBezTo>
                  <a:pt x="234" y="82"/>
                  <a:pt x="234" y="82"/>
                  <a:pt x="234" y="82"/>
                </a:cubicBezTo>
                <a:cubicBezTo>
                  <a:pt x="234" y="74"/>
                  <a:pt x="228" y="68"/>
                  <a:pt x="220" y="68"/>
                </a:cubicBezTo>
                <a:cubicBezTo>
                  <a:pt x="14" y="68"/>
                  <a:pt x="14" y="68"/>
                  <a:pt x="14" y="68"/>
                </a:cubicBezTo>
                <a:cubicBezTo>
                  <a:pt x="7" y="68"/>
                  <a:pt x="0" y="74"/>
                  <a:pt x="0" y="82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74"/>
                  <a:pt x="7" y="280"/>
                  <a:pt x="14" y="280"/>
                </a:cubicBezTo>
                <a:cubicBezTo>
                  <a:pt x="68" y="280"/>
                  <a:pt x="68" y="280"/>
                  <a:pt x="68" y="280"/>
                </a:cubicBezTo>
                <a:cubicBezTo>
                  <a:pt x="114" y="327"/>
                  <a:pt x="114" y="327"/>
                  <a:pt x="114" y="327"/>
                </a:cubicBezTo>
                <a:cubicBezTo>
                  <a:pt x="115" y="328"/>
                  <a:pt x="117" y="328"/>
                  <a:pt x="118" y="328"/>
                </a:cubicBezTo>
                <a:cubicBezTo>
                  <a:pt x="119" y="328"/>
                  <a:pt x="120" y="328"/>
                  <a:pt x="121" y="328"/>
                </a:cubicBezTo>
                <a:cubicBezTo>
                  <a:pt x="123" y="327"/>
                  <a:pt x="124" y="325"/>
                  <a:pt x="124" y="322"/>
                </a:cubicBezTo>
                <a:cubicBezTo>
                  <a:pt x="124" y="280"/>
                  <a:pt x="124" y="280"/>
                  <a:pt x="124" y="280"/>
                </a:cubicBezTo>
                <a:cubicBezTo>
                  <a:pt x="220" y="280"/>
                  <a:pt x="220" y="280"/>
                  <a:pt x="220" y="280"/>
                </a:cubicBezTo>
                <a:cubicBezTo>
                  <a:pt x="228" y="280"/>
                  <a:pt x="234" y="274"/>
                  <a:pt x="234" y="266"/>
                </a:cubicBezTo>
                <a:close/>
                <a:moveTo>
                  <a:pt x="118" y="268"/>
                </a:moveTo>
                <a:cubicBezTo>
                  <a:pt x="117" y="268"/>
                  <a:pt x="115" y="269"/>
                  <a:pt x="114" y="270"/>
                </a:cubicBezTo>
                <a:cubicBezTo>
                  <a:pt x="113" y="271"/>
                  <a:pt x="112" y="273"/>
                  <a:pt x="112" y="274"/>
                </a:cubicBezTo>
                <a:cubicBezTo>
                  <a:pt x="112" y="308"/>
                  <a:pt x="112" y="308"/>
                  <a:pt x="112" y="308"/>
                </a:cubicBezTo>
                <a:cubicBezTo>
                  <a:pt x="75" y="270"/>
                  <a:pt x="75" y="270"/>
                  <a:pt x="75" y="270"/>
                </a:cubicBezTo>
                <a:cubicBezTo>
                  <a:pt x="73" y="269"/>
                  <a:pt x="72" y="268"/>
                  <a:pt x="70" y="268"/>
                </a:cubicBezTo>
                <a:cubicBezTo>
                  <a:pt x="14" y="268"/>
                  <a:pt x="14" y="268"/>
                  <a:pt x="14" y="268"/>
                </a:cubicBezTo>
                <a:cubicBezTo>
                  <a:pt x="13" y="268"/>
                  <a:pt x="12" y="268"/>
                  <a:pt x="12" y="266"/>
                </a:cubicBezTo>
                <a:cubicBezTo>
                  <a:pt x="12" y="82"/>
                  <a:pt x="12" y="82"/>
                  <a:pt x="12" y="82"/>
                </a:cubicBezTo>
                <a:cubicBezTo>
                  <a:pt x="12" y="81"/>
                  <a:pt x="13" y="80"/>
                  <a:pt x="14" y="80"/>
                </a:cubicBezTo>
                <a:cubicBezTo>
                  <a:pt x="220" y="80"/>
                  <a:pt x="220" y="80"/>
                  <a:pt x="220" y="80"/>
                </a:cubicBezTo>
                <a:cubicBezTo>
                  <a:pt x="221" y="80"/>
                  <a:pt x="222" y="81"/>
                  <a:pt x="222" y="82"/>
                </a:cubicBezTo>
                <a:cubicBezTo>
                  <a:pt x="222" y="266"/>
                  <a:pt x="222" y="266"/>
                  <a:pt x="222" y="266"/>
                </a:cubicBezTo>
                <a:cubicBezTo>
                  <a:pt x="222" y="268"/>
                  <a:pt x="221" y="268"/>
                  <a:pt x="220" y="268"/>
                </a:cubicBezTo>
                <a:lnTo>
                  <a:pt x="118" y="268"/>
                </a:lnTo>
                <a:close/>
                <a:moveTo>
                  <a:pt x="312" y="125"/>
                </a:moveTo>
                <a:cubicBezTo>
                  <a:pt x="312" y="123"/>
                  <a:pt x="312" y="121"/>
                  <a:pt x="312" y="118"/>
                </a:cubicBezTo>
                <a:cubicBezTo>
                  <a:pt x="312" y="53"/>
                  <a:pt x="254" y="0"/>
                  <a:pt x="184" y="0"/>
                </a:cubicBezTo>
                <a:cubicBezTo>
                  <a:pt x="140" y="0"/>
                  <a:pt x="102" y="20"/>
                  <a:pt x="79" y="51"/>
                </a:cubicBezTo>
                <a:cubicBezTo>
                  <a:pt x="77" y="53"/>
                  <a:pt x="77" y="57"/>
                  <a:pt x="80" y="59"/>
                </a:cubicBezTo>
                <a:cubicBezTo>
                  <a:pt x="82" y="61"/>
                  <a:pt x="86" y="61"/>
                  <a:pt x="88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109" y="30"/>
                  <a:pt x="144" y="12"/>
                  <a:pt x="184" y="12"/>
                </a:cubicBezTo>
                <a:cubicBezTo>
                  <a:pt x="216" y="12"/>
                  <a:pt x="245" y="24"/>
                  <a:pt x="266" y="43"/>
                </a:cubicBezTo>
                <a:cubicBezTo>
                  <a:pt x="287" y="63"/>
                  <a:pt x="300" y="89"/>
                  <a:pt x="300" y="118"/>
                </a:cubicBezTo>
                <a:cubicBezTo>
                  <a:pt x="300" y="120"/>
                  <a:pt x="300" y="122"/>
                  <a:pt x="300" y="123"/>
                </a:cubicBezTo>
                <a:cubicBezTo>
                  <a:pt x="298" y="118"/>
                  <a:pt x="294" y="114"/>
                  <a:pt x="288" y="114"/>
                </a:cubicBezTo>
                <a:cubicBezTo>
                  <a:pt x="270" y="114"/>
                  <a:pt x="270" y="114"/>
                  <a:pt x="270" y="114"/>
                </a:cubicBezTo>
                <a:cubicBezTo>
                  <a:pt x="263" y="114"/>
                  <a:pt x="257" y="121"/>
                  <a:pt x="257" y="128"/>
                </a:cubicBezTo>
                <a:cubicBezTo>
                  <a:pt x="257" y="233"/>
                  <a:pt x="257" y="233"/>
                  <a:pt x="257" y="233"/>
                </a:cubicBezTo>
                <a:cubicBezTo>
                  <a:pt x="257" y="240"/>
                  <a:pt x="263" y="247"/>
                  <a:pt x="270" y="247"/>
                </a:cubicBezTo>
                <a:cubicBezTo>
                  <a:pt x="288" y="247"/>
                  <a:pt x="288" y="247"/>
                  <a:pt x="288" y="247"/>
                </a:cubicBezTo>
                <a:cubicBezTo>
                  <a:pt x="294" y="247"/>
                  <a:pt x="299" y="242"/>
                  <a:pt x="301" y="236"/>
                </a:cubicBezTo>
                <a:cubicBezTo>
                  <a:pt x="312" y="236"/>
                  <a:pt x="312" y="236"/>
                  <a:pt x="312" y="236"/>
                </a:cubicBezTo>
                <a:cubicBezTo>
                  <a:pt x="324" y="236"/>
                  <a:pt x="334" y="226"/>
                  <a:pt x="334" y="214"/>
                </a:cubicBezTo>
                <a:cubicBezTo>
                  <a:pt x="334" y="147"/>
                  <a:pt x="334" y="147"/>
                  <a:pt x="334" y="147"/>
                </a:cubicBezTo>
                <a:cubicBezTo>
                  <a:pt x="334" y="135"/>
                  <a:pt x="324" y="125"/>
                  <a:pt x="312" y="125"/>
                </a:cubicBezTo>
                <a:close/>
                <a:moveTo>
                  <a:pt x="322" y="214"/>
                </a:moveTo>
                <a:cubicBezTo>
                  <a:pt x="322" y="219"/>
                  <a:pt x="318" y="224"/>
                  <a:pt x="312" y="224"/>
                </a:cubicBezTo>
                <a:cubicBezTo>
                  <a:pt x="301" y="224"/>
                  <a:pt x="301" y="224"/>
                  <a:pt x="301" y="224"/>
                </a:cubicBezTo>
                <a:cubicBezTo>
                  <a:pt x="301" y="185"/>
                  <a:pt x="301" y="185"/>
                  <a:pt x="301" y="185"/>
                </a:cubicBezTo>
                <a:cubicBezTo>
                  <a:pt x="301" y="182"/>
                  <a:pt x="298" y="179"/>
                  <a:pt x="295" y="179"/>
                </a:cubicBezTo>
                <a:cubicBezTo>
                  <a:pt x="292" y="179"/>
                  <a:pt x="289" y="182"/>
                  <a:pt x="289" y="185"/>
                </a:cubicBezTo>
                <a:cubicBezTo>
                  <a:pt x="289" y="185"/>
                  <a:pt x="289" y="185"/>
                  <a:pt x="289" y="185"/>
                </a:cubicBezTo>
                <a:cubicBezTo>
                  <a:pt x="289" y="233"/>
                  <a:pt x="289" y="233"/>
                  <a:pt x="289" y="233"/>
                </a:cubicBezTo>
                <a:cubicBezTo>
                  <a:pt x="289" y="234"/>
                  <a:pt x="288" y="235"/>
                  <a:pt x="288" y="235"/>
                </a:cubicBezTo>
                <a:cubicBezTo>
                  <a:pt x="270" y="235"/>
                  <a:pt x="270" y="235"/>
                  <a:pt x="270" y="235"/>
                </a:cubicBezTo>
                <a:cubicBezTo>
                  <a:pt x="270" y="235"/>
                  <a:pt x="269" y="234"/>
                  <a:pt x="269" y="233"/>
                </a:cubicBezTo>
                <a:cubicBezTo>
                  <a:pt x="269" y="128"/>
                  <a:pt x="269" y="128"/>
                  <a:pt x="269" y="128"/>
                </a:cubicBezTo>
                <a:cubicBezTo>
                  <a:pt x="269" y="127"/>
                  <a:pt x="270" y="126"/>
                  <a:pt x="270" y="126"/>
                </a:cubicBezTo>
                <a:cubicBezTo>
                  <a:pt x="288" y="126"/>
                  <a:pt x="288" y="126"/>
                  <a:pt x="288" y="126"/>
                </a:cubicBezTo>
                <a:cubicBezTo>
                  <a:pt x="288" y="126"/>
                  <a:pt x="289" y="127"/>
                  <a:pt x="289" y="128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89" y="152"/>
                  <a:pt x="292" y="154"/>
                  <a:pt x="295" y="154"/>
                </a:cubicBezTo>
                <a:cubicBezTo>
                  <a:pt x="298" y="154"/>
                  <a:pt x="301" y="152"/>
                  <a:pt x="301" y="148"/>
                </a:cubicBezTo>
                <a:cubicBezTo>
                  <a:pt x="301" y="137"/>
                  <a:pt x="301" y="137"/>
                  <a:pt x="301" y="137"/>
                </a:cubicBezTo>
                <a:cubicBezTo>
                  <a:pt x="312" y="137"/>
                  <a:pt x="312" y="137"/>
                  <a:pt x="312" y="137"/>
                </a:cubicBezTo>
                <a:cubicBezTo>
                  <a:pt x="318" y="137"/>
                  <a:pt x="322" y="142"/>
                  <a:pt x="322" y="147"/>
                </a:cubicBezTo>
                <a:lnTo>
                  <a:pt x="322" y="214"/>
                </a:lnTo>
                <a:close/>
                <a:moveTo>
                  <a:pt x="305" y="242"/>
                </a:moveTo>
                <a:cubicBezTo>
                  <a:pt x="302" y="243"/>
                  <a:pt x="299" y="245"/>
                  <a:pt x="299" y="249"/>
                </a:cubicBezTo>
                <a:cubicBezTo>
                  <a:pt x="299" y="249"/>
                  <a:pt x="299" y="249"/>
                  <a:pt x="299" y="249"/>
                </a:cubicBezTo>
                <a:cubicBezTo>
                  <a:pt x="299" y="250"/>
                  <a:pt x="299" y="251"/>
                  <a:pt x="299" y="251"/>
                </a:cubicBezTo>
                <a:cubicBezTo>
                  <a:pt x="300" y="282"/>
                  <a:pt x="277" y="312"/>
                  <a:pt x="247" y="314"/>
                </a:cubicBezTo>
                <a:cubicBezTo>
                  <a:pt x="222" y="314"/>
                  <a:pt x="222" y="314"/>
                  <a:pt x="222" y="314"/>
                </a:cubicBezTo>
                <a:cubicBezTo>
                  <a:pt x="221" y="307"/>
                  <a:pt x="215" y="302"/>
                  <a:pt x="208" y="302"/>
                </a:cubicBezTo>
                <a:cubicBezTo>
                  <a:pt x="170" y="302"/>
                  <a:pt x="170" y="302"/>
                  <a:pt x="170" y="302"/>
                </a:cubicBezTo>
                <a:cubicBezTo>
                  <a:pt x="162" y="302"/>
                  <a:pt x="156" y="308"/>
                  <a:pt x="156" y="316"/>
                </a:cubicBezTo>
                <a:cubicBezTo>
                  <a:pt x="156" y="324"/>
                  <a:pt x="156" y="324"/>
                  <a:pt x="156" y="324"/>
                </a:cubicBezTo>
                <a:cubicBezTo>
                  <a:pt x="156" y="332"/>
                  <a:pt x="162" y="338"/>
                  <a:pt x="170" y="338"/>
                </a:cubicBezTo>
                <a:cubicBezTo>
                  <a:pt x="208" y="338"/>
                  <a:pt x="208" y="338"/>
                  <a:pt x="208" y="338"/>
                </a:cubicBezTo>
                <a:cubicBezTo>
                  <a:pt x="215" y="338"/>
                  <a:pt x="221" y="333"/>
                  <a:pt x="222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85" y="323"/>
                  <a:pt x="311" y="288"/>
                  <a:pt x="312" y="251"/>
                </a:cubicBezTo>
                <a:cubicBezTo>
                  <a:pt x="311" y="250"/>
                  <a:pt x="311" y="249"/>
                  <a:pt x="311" y="248"/>
                </a:cubicBezTo>
                <a:cubicBezTo>
                  <a:pt x="311" y="245"/>
                  <a:pt x="308" y="242"/>
                  <a:pt x="305" y="242"/>
                </a:cubicBezTo>
                <a:close/>
                <a:moveTo>
                  <a:pt x="210" y="324"/>
                </a:moveTo>
                <a:cubicBezTo>
                  <a:pt x="210" y="325"/>
                  <a:pt x="209" y="326"/>
                  <a:pt x="208" y="326"/>
                </a:cubicBezTo>
                <a:cubicBezTo>
                  <a:pt x="170" y="326"/>
                  <a:pt x="170" y="326"/>
                  <a:pt x="170" y="326"/>
                </a:cubicBezTo>
                <a:cubicBezTo>
                  <a:pt x="169" y="326"/>
                  <a:pt x="168" y="325"/>
                  <a:pt x="168" y="324"/>
                </a:cubicBezTo>
                <a:cubicBezTo>
                  <a:pt x="168" y="316"/>
                  <a:pt x="168" y="316"/>
                  <a:pt x="168" y="316"/>
                </a:cubicBezTo>
                <a:cubicBezTo>
                  <a:pt x="168" y="315"/>
                  <a:pt x="169" y="314"/>
                  <a:pt x="170" y="314"/>
                </a:cubicBezTo>
                <a:cubicBezTo>
                  <a:pt x="208" y="314"/>
                  <a:pt x="208" y="314"/>
                  <a:pt x="208" y="314"/>
                </a:cubicBezTo>
                <a:cubicBezTo>
                  <a:pt x="209" y="314"/>
                  <a:pt x="210" y="315"/>
                  <a:pt x="210" y="316"/>
                </a:cubicBezTo>
                <a:lnTo>
                  <a:pt x="210" y="3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15">
            <a:extLst>
              <a:ext uri="{FF2B5EF4-FFF2-40B4-BE49-F238E27FC236}">
                <a16:creationId xmlns:a16="http://schemas.microsoft.com/office/drawing/2014/main" id="{983C09E5-3866-44EA-9199-2CB363779820}"/>
              </a:ext>
            </a:extLst>
          </p:cNvPr>
          <p:cNvSpPr>
            <a:spLocks noEditPoints="1"/>
          </p:cNvSpPr>
          <p:nvPr/>
        </p:nvSpPr>
        <p:spPr bwMode="auto">
          <a:xfrm>
            <a:off x="6391074" y="3595754"/>
            <a:ext cx="435630" cy="437030"/>
          </a:xfrm>
          <a:custGeom>
            <a:avLst/>
            <a:gdLst>
              <a:gd name="T0" fmla="*/ 126 w 333"/>
              <a:gd name="T1" fmla="*/ 197 h 335"/>
              <a:gd name="T2" fmla="*/ 119 w 333"/>
              <a:gd name="T3" fmla="*/ 222 h 335"/>
              <a:gd name="T4" fmla="*/ 44 w 333"/>
              <a:gd name="T5" fmla="*/ 236 h 335"/>
              <a:gd name="T6" fmla="*/ 12 w 333"/>
              <a:gd name="T7" fmla="*/ 260 h 335"/>
              <a:gd name="T8" fmla="*/ 12 w 333"/>
              <a:gd name="T9" fmla="*/ 333 h 335"/>
              <a:gd name="T10" fmla="*/ 87 w 333"/>
              <a:gd name="T11" fmla="*/ 333 h 335"/>
              <a:gd name="T12" fmla="*/ 87 w 333"/>
              <a:gd name="T13" fmla="*/ 260 h 335"/>
              <a:gd name="T14" fmla="*/ 56 w 333"/>
              <a:gd name="T15" fmla="*/ 236 h 335"/>
              <a:gd name="T16" fmla="*/ 92 w 333"/>
              <a:gd name="T17" fmla="*/ 234 h 335"/>
              <a:gd name="T18" fmla="*/ 132 w 333"/>
              <a:gd name="T19" fmla="*/ 220 h 335"/>
              <a:gd name="T20" fmla="*/ 22 w 333"/>
              <a:gd name="T21" fmla="*/ 323 h 335"/>
              <a:gd name="T22" fmla="*/ 306 w 333"/>
              <a:gd name="T23" fmla="*/ 258 h 335"/>
              <a:gd name="T24" fmla="*/ 266 w 333"/>
              <a:gd name="T25" fmla="*/ 222 h 335"/>
              <a:gd name="T26" fmla="*/ 199 w 333"/>
              <a:gd name="T27" fmla="*/ 203 h 335"/>
              <a:gd name="T28" fmla="*/ 187 w 333"/>
              <a:gd name="T29" fmla="*/ 203 h 335"/>
              <a:gd name="T30" fmla="*/ 219 w 333"/>
              <a:gd name="T31" fmla="*/ 234 h 335"/>
              <a:gd name="T32" fmla="*/ 267 w 333"/>
              <a:gd name="T33" fmla="*/ 236 h 335"/>
              <a:gd name="T34" fmla="*/ 235 w 333"/>
              <a:gd name="T35" fmla="*/ 260 h 335"/>
              <a:gd name="T36" fmla="*/ 235 w 333"/>
              <a:gd name="T37" fmla="*/ 333 h 335"/>
              <a:gd name="T38" fmla="*/ 310 w 333"/>
              <a:gd name="T39" fmla="*/ 333 h 335"/>
              <a:gd name="T40" fmla="*/ 310 w 333"/>
              <a:gd name="T41" fmla="*/ 260 h 335"/>
              <a:gd name="T42" fmla="*/ 245 w 333"/>
              <a:gd name="T43" fmla="*/ 270 h 335"/>
              <a:gd name="T44" fmla="*/ 245 w 333"/>
              <a:gd name="T45" fmla="*/ 323 h 335"/>
              <a:gd name="T46" fmla="*/ 168 w 333"/>
              <a:gd name="T47" fmla="*/ 201 h 335"/>
              <a:gd name="T48" fmla="*/ 156 w 333"/>
              <a:gd name="T49" fmla="*/ 258 h 335"/>
              <a:gd name="T50" fmla="*/ 122 w 333"/>
              <a:gd name="T51" fmla="*/ 264 h 335"/>
              <a:gd name="T52" fmla="*/ 128 w 333"/>
              <a:gd name="T53" fmla="*/ 335 h 335"/>
              <a:gd name="T54" fmla="*/ 200 w 333"/>
              <a:gd name="T55" fmla="*/ 329 h 335"/>
              <a:gd name="T56" fmla="*/ 194 w 333"/>
              <a:gd name="T57" fmla="*/ 258 h 335"/>
              <a:gd name="T58" fmla="*/ 134 w 333"/>
              <a:gd name="T59" fmla="*/ 270 h 335"/>
              <a:gd name="T60" fmla="*/ 37 w 333"/>
              <a:gd name="T61" fmla="*/ 211 h 335"/>
              <a:gd name="T62" fmla="*/ 92 w 333"/>
              <a:gd name="T63" fmla="*/ 206 h 335"/>
              <a:gd name="T64" fmla="*/ 12 w 333"/>
              <a:gd name="T65" fmla="*/ 157 h 335"/>
              <a:gd name="T66" fmla="*/ 55 w 333"/>
              <a:gd name="T67" fmla="*/ 110 h 335"/>
              <a:gd name="T68" fmla="*/ 71 w 333"/>
              <a:gd name="T69" fmla="*/ 39 h 335"/>
              <a:gd name="T70" fmla="*/ 61 w 333"/>
              <a:gd name="T71" fmla="*/ 31 h 335"/>
              <a:gd name="T72" fmla="*/ 0 w 333"/>
              <a:gd name="T73" fmla="*/ 157 h 335"/>
              <a:gd name="T74" fmla="*/ 295 w 333"/>
              <a:gd name="T75" fmla="*/ 111 h 335"/>
              <a:gd name="T76" fmla="*/ 127 w 333"/>
              <a:gd name="T77" fmla="*/ 0 h 335"/>
              <a:gd name="T78" fmla="*/ 99 w 333"/>
              <a:gd name="T79" fmla="*/ 18 h 335"/>
              <a:gd name="T80" fmla="*/ 194 w 333"/>
              <a:gd name="T81" fmla="*/ 59 h 335"/>
              <a:gd name="T82" fmla="*/ 228 w 333"/>
              <a:gd name="T83" fmla="*/ 57 h 335"/>
              <a:gd name="T84" fmla="*/ 280 w 333"/>
              <a:gd name="T85" fmla="*/ 128 h 335"/>
              <a:gd name="T86" fmla="*/ 289 w 333"/>
              <a:gd name="T87" fmla="*/ 136 h 335"/>
              <a:gd name="T88" fmla="*/ 234 w 333"/>
              <a:gd name="T89" fmla="*/ 199 h 335"/>
              <a:gd name="T90" fmla="*/ 298 w 333"/>
              <a:gd name="T91" fmla="*/ 211 h 335"/>
              <a:gd name="T92" fmla="*/ 293 w 333"/>
              <a:gd name="T93" fmla="*/ 124 h 335"/>
              <a:gd name="T94" fmla="*/ 81 w 333"/>
              <a:gd name="T95" fmla="*/ 16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33" h="335">
                <a:moveTo>
                  <a:pt x="132" y="220"/>
                </a:moveTo>
                <a:cubicBezTo>
                  <a:pt x="132" y="203"/>
                  <a:pt x="132" y="203"/>
                  <a:pt x="132" y="203"/>
                </a:cubicBezTo>
                <a:cubicBezTo>
                  <a:pt x="132" y="200"/>
                  <a:pt x="129" y="197"/>
                  <a:pt x="126" y="197"/>
                </a:cubicBezTo>
                <a:cubicBezTo>
                  <a:pt x="123" y="197"/>
                  <a:pt x="120" y="200"/>
                  <a:pt x="120" y="203"/>
                </a:cubicBezTo>
                <a:cubicBezTo>
                  <a:pt x="120" y="220"/>
                  <a:pt x="120" y="220"/>
                  <a:pt x="120" y="220"/>
                </a:cubicBezTo>
                <a:cubicBezTo>
                  <a:pt x="120" y="221"/>
                  <a:pt x="120" y="222"/>
                  <a:pt x="119" y="222"/>
                </a:cubicBezTo>
                <a:cubicBezTo>
                  <a:pt x="119" y="222"/>
                  <a:pt x="119" y="222"/>
                  <a:pt x="119" y="222"/>
                </a:cubicBezTo>
                <a:cubicBezTo>
                  <a:pt x="57" y="222"/>
                  <a:pt x="57" y="222"/>
                  <a:pt x="57" y="222"/>
                </a:cubicBezTo>
                <a:cubicBezTo>
                  <a:pt x="49" y="223"/>
                  <a:pt x="44" y="229"/>
                  <a:pt x="44" y="236"/>
                </a:cubicBezTo>
                <a:cubicBezTo>
                  <a:pt x="44" y="258"/>
                  <a:pt x="44" y="258"/>
                  <a:pt x="44" y="258"/>
                </a:cubicBezTo>
                <a:cubicBezTo>
                  <a:pt x="16" y="258"/>
                  <a:pt x="16" y="258"/>
                  <a:pt x="16" y="258"/>
                </a:cubicBezTo>
                <a:cubicBezTo>
                  <a:pt x="15" y="258"/>
                  <a:pt x="13" y="259"/>
                  <a:pt x="12" y="260"/>
                </a:cubicBezTo>
                <a:cubicBezTo>
                  <a:pt x="11" y="261"/>
                  <a:pt x="10" y="262"/>
                  <a:pt x="10" y="264"/>
                </a:cubicBezTo>
                <a:cubicBezTo>
                  <a:pt x="10" y="329"/>
                  <a:pt x="10" y="329"/>
                  <a:pt x="10" y="329"/>
                </a:cubicBezTo>
                <a:cubicBezTo>
                  <a:pt x="10" y="330"/>
                  <a:pt x="11" y="332"/>
                  <a:pt x="12" y="333"/>
                </a:cubicBezTo>
                <a:cubicBezTo>
                  <a:pt x="13" y="334"/>
                  <a:pt x="15" y="335"/>
                  <a:pt x="16" y="335"/>
                </a:cubicBezTo>
                <a:cubicBezTo>
                  <a:pt x="83" y="335"/>
                  <a:pt x="83" y="335"/>
                  <a:pt x="83" y="335"/>
                </a:cubicBezTo>
                <a:cubicBezTo>
                  <a:pt x="84" y="335"/>
                  <a:pt x="86" y="334"/>
                  <a:pt x="87" y="333"/>
                </a:cubicBezTo>
                <a:cubicBezTo>
                  <a:pt x="88" y="332"/>
                  <a:pt x="88" y="330"/>
                  <a:pt x="88" y="329"/>
                </a:cubicBezTo>
                <a:cubicBezTo>
                  <a:pt x="88" y="264"/>
                  <a:pt x="88" y="264"/>
                  <a:pt x="88" y="264"/>
                </a:cubicBezTo>
                <a:cubicBezTo>
                  <a:pt x="88" y="262"/>
                  <a:pt x="88" y="261"/>
                  <a:pt x="87" y="260"/>
                </a:cubicBezTo>
                <a:cubicBezTo>
                  <a:pt x="86" y="259"/>
                  <a:pt x="84" y="258"/>
                  <a:pt x="83" y="258"/>
                </a:cubicBezTo>
                <a:cubicBezTo>
                  <a:pt x="56" y="258"/>
                  <a:pt x="56" y="258"/>
                  <a:pt x="56" y="258"/>
                </a:cubicBezTo>
                <a:cubicBezTo>
                  <a:pt x="56" y="236"/>
                  <a:pt x="56" y="236"/>
                  <a:pt x="56" y="236"/>
                </a:cubicBezTo>
                <a:cubicBezTo>
                  <a:pt x="56" y="236"/>
                  <a:pt x="57" y="235"/>
                  <a:pt x="57" y="235"/>
                </a:cubicBezTo>
                <a:cubicBezTo>
                  <a:pt x="57" y="234"/>
                  <a:pt x="57" y="234"/>
                  <a:pt x="57" y="234"/>
                </a:cubicBezTo>
                <a:cubicBezTo>
                  <a:pt x="92" y="234"/>
                  <a:pt x="92" y="234"/>
                  <a:pt x="92" y="234"/>
                </a:cubicBezTo>
                <a:cubicBezTo>
                  <a:pt x="102" y="234"/>
                  <a:pt x="102" y="234"/>
                  <a:pt x="102" y="234"/>
                </a:cubicBezTo>
                <a:cubicBezTo>
                  <a:pt x="119" y="234"/>
                  <a:pt x="119" y="234"/>
                  <a:pt x="119" y="234"/>
                </a:cubicBezTo>
                <a:cubicBezTo>
                  <a:pt x="127" y="234"/>
                  <a:pt x="132" y="228"/>
                  <a:pt x="132" y="220"/>
                </a:cubicBezTo>
                <a:close/>
                <a:moveTo>
                  <a:pt x="76" y="270"/>
                </a:moveTo>
                <a:cubicBezTo>
                  <a:pt x="76" y="323"/>
                  <a:pt x="76" y="323"/>
                  <a:pt x="76" y="323"/>
                </a:cubicBezTo>
                <a:cubicBezTo>
                  <a:pt x="22" y="323"/>
                  <a:pt x="22" y="323"/>
                  <a:pt x="22" y="323"/>
                </a:cubicBezTo>
                <a:cubicBezTo>
                  <a:pt x="22" y="270"/>
                  <a:pt x="22" y="270"/>
                  <a:pt x="22" y="270"/>
                </a:cubicBezTo>
                <a:lnTo>
                  <a:pt x="76" y="270"/>
                </a:lnTo>
                <a:close/>
                <a:moveTo>
                  <a:pt x="306" y="258"/>
                </a:moveTo>
                <a:cubicBezTo>
                  <a:pt x="279" y="258"/>
                  <a:pt x="279" y="258"/>
                  <a:pt x="279" y="258"/>
                </a:cubicBezTo>
                <a:cubicBezTo>
                  <a:pt x="279" y="236"/>
                  <a:pt x="279" y="236"/>
                  <a:pt x="279" y="236"/>
                </a:cubicBezTo>
                <a:cubicBezTo>
                  <a:pt x="279" y="229"/>
                  <a:pt x="273" y="223"/>
                  <a:pt x="266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00" y="222"/>
                  <a:pt x="199" y="222"/>
                  <a:pt x="199" y="220"/>
                </a:cubicBezTo>
                <a:cubicBezTo>
                  <a:pt x="199" y="203"/>
                  <a:pt x="199" y="203"/>
                  <a:pt x="199" y="203"/>
                </a:cubicBezTo>
                <a:cubicBezTo>
                  <a:pt x="199" y="200"/>
                  <a:pt x="196" y="197"/>
                  <a:pt x="193" y="197"/>
                </a:cubicBezTo>
                <a:cubicBezTo>
                  <a:pt x="190" y="197"/>
                  <a:pt x="187" y="200"/>
                  <a:pt x="187" y="203"/>
                </a:cubicBezTo>
                <a:cubicBezTo>
                  <a:pt x="187" y="203"/>
                  <a:pt x="187" y="203"/>
                  <a:pt x="187" y="203"/>
                </a:cubicBezTo>
                <a:cubicBezTo>
                  <a:pt x="187" y="220"/>
                  <a:pt x="187" y="220"/>
                  <a:pt x="187" y="220"/>
                </a:cubicBezTo>
                <a:cubicBezTo>
                  <a:pt x="187" y="228"/>
                  <a:pt x="193" y="234"/>
                  <a:pt x="200" y="234"/>
                </a:cubicBezTo>
                <a:cubicBezTo>
                  <a:pt x="219" y="234"/>
                  <a:pt x="219" y="234"/>
                  <a:pt x="219" y="234"/>
                </a:cubicBezTo>
                <a:cubicBezTo>
                  <a:pt x="229" y="234"/>
                  <a:pt x="229" y="234"/>
                  <a:pt x="229" y="234"/>
                </a:cubicBezTo>
                <a:cubicBezTo>
                  <a:pt x="266" y="234"/>
                  <a:pt x="266" y="234"/>
                  <a:pt x="266" y="234"/>
                </a:cubicBezTo>
                <a:cubicBezTo>
                  <a:pt x="266" y="234"/>
                  <a:pt x="267" y="235"/>
                  <a:pt x="267" y="236"/>
                </a:cubicBezTo>
                <a:cubicBezTo>
                  <a:pt x="267" y="258"/>
                  <a:pt x="267" y="258"/>
                  <a:pt x="267" y="258"/>
                </a:cubicBezTo>
                <a:cubicBezTo>
                  <a:pt x="239" y="258"/>
                  <a:pt x="239" y="258"/>
                  <a:pt x="239" y="258"/>
                </a:cubicBezTo>
                <a:cubicBezTo>
                  <a:pt x="238" y="258"/>
                  <a:pt x="236" y="259"/>
                  <a:pt x="235" y="260"/>
                </a:cubicBezTo>
                <a:cubicBezTo>
                  <a:pt x="234" y="261"/>
                  <a:pt x="233" y="262"/>
                  <a:pt x="233" y="264"/>
                </a:cubicBezTo>
                <a:cubicBezTo>
                  <a:pt x="233" y="329"/>
                  <a:pt x="233" y="329"/>
                  <a:pt x="233" y="329"/>
                </a:cubicBezTo>
                <a:cubicBezTo>
                  <a:pt x="233" y="330"/>
                  <a:pt x="234" y="332"/>
                  <a:pt x="235" y="333"/>
                </a:cubicBezTo>
                <a:cubicBezTo>
                  <a:pt x="236" y="334"/>
                  <a:pt x="238" y="335"/>
                  <a:pt x="239" y="335"/>
                </a:cubicBezTo>
                <a:cubicBezTo>
                  <a:pt x="306" y="335"/>
                  <a:pt x="306" y="335"/>
                  <a:pt x="306" y="335"/>
                </a:cubicBezTo>
                <a:cubicBezTo>
                  <a:pt x="307" y="335"/>
                  <a:pt x="309" y="334"/>
                  <a:pt x="310" y="333"/>
                </a:cubicBezTo>
                <a:cubicBezTo>
                  <a:pt x="311" y="332"/>
                  <a:pt x="311" y="330"/>
                  <a:pt x="311" y="329"/>
                </a:cubicBezTo>
                <a:cubicBezTo>
                  <a:pt x="311" y="264"/>
                  <a:pt x="311" y="264"/>
                  <a:pt x="311" y="264"/>
                </a:cubicBezTo>
                <a:cubicBezTo>
                  <a:pt x="311" y="262"/>
                  <a:pt x="311" y="261"/>
                  <a:pt x="310" y="260"/>
                </a:cubicBezTo>
                <a:cubicBezTo>
                  <a:pt x="309" y="259"/>
                  <a:pt x="307" y="258"/>
                  <a:pt x="306" y="258"/>
                </a:cubicBezTo>
                <a:close/>
                <a:moveTo>
                  <a:pt x="245" y="323"/>
                </a:moveTo>
                <a:cubicBezTo>
                  <a:pt x="245" y="270"/>
                  <a:pt x="245" y="270"/>
                  <a:pt x="245" y="270"/>
                </a:cubicBezTo>
                <a:cubicBezTo>
                  <a:pt x="299" y="270"/>
                  <a:pt x="299" y="270"/>
                  <a:pt x="299" y="270"/>
                </a:cubicBezTo>
                <a:cubicBezTo>
                  <a:pt x="300" y="323"/>
                  <a:pt x="300" y="323"/>
                  <a:pt x="300" y="323"/>
                </a:cubicBezTo>
                <a:lnTo>
                  <a:pt x="245" y="323"/>
                </a:lnTo>
                <a:close/>
                <a:moveTo>
                  <a:pt x="194" y="258"/>
                </a:moveTo>
                <a:cubicBezTo>
                  <a:pt x="168" y="258"/>
                  <a:pt x="168" y="258"/>
                  <a:pt x="168" y="258"/>
                </a:cubicBezTo>
                <a:cubicBezTo>
                  <a:pt x="168" y="201"/>
                  <a:pt x="168" y="201"/>
                  <a:pt x="168" y="201"/>
                </a:cubicBezTo>
                <a:cubicBezTo>
                  <a:pt x="168" y="198"/>
                  <a:pt x="165" y="195"/>
                  <a:pt x="162" y="195"/>
                </a:cubicBezTo>
                <a:cubicBezTo>
                  <a:pt x="159" y="195"/>
                  <a:pt x="156" y="198"/>
                  <a:pt x="156" y="201"/>
                </a:cubicBezTo>
                <a:cubicBezTo>
                  <a:pt x="156" y="258"/>
                  <a:pt x="156" y="258"/>
                  <a:pt x="156" y="258"/>
                </a:cubicBezTo>
                <a:cubicBezTo>
                  <a:pt x="128" y="258"/>
                  <a:pt x="128" y="258"/>
                  <a:pt x="128" y="258"/>
                </a:cubicBezTo>
                <a:cubicBezTo>
                  <a:pt x="126" y="258"/>
                  <a:pt x="125" y="259"/>
                  <a:pt x="124" y="260"/>
                </a:cubicBezTo>
                <a:cubicBezTo>
                  <a:pt x="122" y="261"/>
                  <a:pt x="122" y="262"/>
                  <a:pt x="122" y="264"/>
                </a:cubicBezTo>
                <a:cubicBezTo>
                  <a:pt x="122" y="329"/>
                  <a:pt x="122" y="329"/>
                  <a:pt x="122" y="329"/>
                </a:cubicBezTo>
                <a:cubicBezTo>
                  <a:pt x="122" y="330"/>
                  <a:pt x="122" y="332"/>
                  <a:pt x="124" y="333"/>
                </a:cubicBezTo>
                <a:cubicBezTo>
                  <a:pt x="125" y="334"/>
                  <a:pt x="126" y="335"/>
                  <a:pt x="128" y="335"/>
                </a:cubicBezTo>
                <a:cubicBezTo>
                  <a:pt x="194" y="335"/>
                  <a:pt x="194" y="335"/>
                  <a:pt x="194" y="335"/>
                </a:cubicBezTo>
                <a:cubicBezTo>
                  <a:pt x="196" y="335"/>
                  <a:pt x="197" y="334"/>
                  <a:pt x="198" y="333"/>
                </a:cubicBezTo>
                <a:cubicBezTo>
                  <a:pt x="199" y="332"/>
                  <a:pt x="200" y="330"/>
                  <a:pt x="200" y="329"/>
                </a:cubicBezTo>
                <a:cubicBezTo>
                  <a:pt x="200" y="264"/>
                  <a:pt x="200" y="264"/>
                  <a:pt x="200" y="264"/>
                </a:cubicBezTo>
                <a:cubicBezTo>
                  <a:pt x="200" y="262"/>
                  <a:pt x="199" y="261"/>
                  <a:pt x="198" y="260"/>
                </a:cubicBezTo>
                <a:cubicBezTo>
                  <a:pt x="197" y="259"/>
                  <a:pt x="196" y="258"/>
                  <a:pt x="194" y="258"/>
                </a:cubicBezTo>
                <a:close/>
                <a:moveTo>
                  <a:pt x="188" y="323"/>
                </a:moveTo>
                <a:cubicBezTo>
                  <a:pt x="134" y="323"/>
                  <a:pt x="134" y="323"/>
                  <a:pt x="134" y="323"/>
                </a:cubicBezTo>
                <a:cubicBezTo>
                  <a:pt x="134" y="270"/>
                  <a:pt x="134" y="270"/>
                  <a:pt x="134" y="270"/>
                </a:cubicBezTo>
                <a:cubicBezTo>
                  <a:pt x="188" y="270"/>
                  <a:pt x="188" y="270"/>
                  <a:pt x="188" y="270"/>
                </a:cubicBezTo>
                <a:lnTo>
                  <a:pt x="188" y="323"/>
                </a:lnTo>
                <a:close/>
                <a:moveTo>
                  <a:pt x="37" y="211"/>
                </a:moveTo>
                <a:cubicBezTo>
                  <a:pt x="38" y="212"/>
                  <a:pt x="39" y="212"/>
                  <a:pt x="40" y="212"/>
                </a:cubicBezTo>
                <a:cubicBezTo>
                  <a:pt x="86" y="212"/>
                  <a:pt x="86" y="212"/>
                  <a:pt x="86" y="212"/>
                </a:cubicBezTo>
                <a:cubicBezTo>
                  <a:pt x="89" y="212"/>
                  <a:pt x="92" y="209"/>
                  <a:pt x="92" y="206"/>
                </a:cubicBezTo>
                <a:cubicBezTo>
                  <a:pt x="92" y="202"/>
                  <a:pt x="89" y="200"/>
                  <a:pt x="86" y="200"/>
                </a:cubicBezTo>
                <a:cubicBezTo>
                  <a:pt x="41" y="200"/>
                  <a:pt x="41" y="200"/>
                  <a:pt x="41" y="200"/>
                </a:cubicBezTo>
                <a:cubicBezTo>
                  <a:pt x="24" y="192"/>
                  <a:pt x="12" y="176"/>
                  <a:pt x="12" y="157"/>
                </a:cubicBezTo>
                <a:cubicBezTo>
                  <a:pt x="12" y="135"/>
                  <a:pt x="28" y="117"/>
                  <a:pt x="50" y="112"/>
                </a:cubicBezTo>
                <a:cubicBezTo>
                  <a:pt x="51" y="112"/>
                  <a:pt x="51" y="112"/>
                  <a:pt x="51" y="112"/>
                </a:cubicBezTo>
                <a:cubicBezTo>
                  <a:pt x="55" y="110"/>
                  <a:pt x="55" y="110"/>
                  <a:pt x="55" y="110"/>
                </a:cubicBezTo>
                <a:cubicBezTo>
                  <a:pt x="58" y="109"/>
                  <a:pt x="60" y="106"/>
                  <a:pt x="59" y="103"/>
                </a:cubicBezTo>
                <a:cubicBezTo>
                  <a:pt x="57" y="96"/>
                  <a:pt x="55" y="89"/>
                  <a:pt x="55" y="82"/>
                </a:cubicBezTo>
                <a:cubicBezTo>
                  <a:pt x="55" y="66"/>
                  <a:pt x="61" y="51"/>
                  <a:pt x="71" y="39"/>
                </a:cubicBezTo>
                <a:cubicBezTo>
                  <a:pt x="73" y="36"/>
                  <a:pt x="72" y="33"/>
                  <a:pt x="70" y="30"/>
                </a:cubicBezTo>
                <a:cubicBezTo>
                  <a:pt x="67" y="28"/>
                  <a:pt x="63" y="29"/>
                  <a:pt x="61" y="31"/>
                </a:cubicBezTo>
                <a:cubicBezTo>
                  <a:pt x="61" y="31"/>
                  <a:pt x="61" y="31"/>
                  <a:pt x="61" y="31"/>
                </a:cubicBezTo>
                <a:cubicBezTo>
                  <a:pt x="50" y="45"/>
                  <a:pt x="43" y="63"/>
                  <a:pt x="43" y="82"/>
                </a:cubicBezTo>
                <a:cubicBezTo>
                  <a:pt x="43" y="88"/>
                  <a:pt x="44" y="95"/>
                  <a:pt x="46" y="101"/>
                </a:cubicBezTo>
                <a:cubicBezTo>
                  <a:pt x="20" y="107"/>
                  <a:pt x="0" y="130"/>
                  <a:pt x="0" y="157"/>
                </a:cubicBezTo>
                <a:cubicBezTo>
                  <a:pt x="0" y="182"/>
                  <a:pt x="16" y="203"/>
                  <a:pt x="37" y="211"/>
                </a:cubicBezTo>
                <a:close/>
                <a:moveTo>
                  <a:pt x="293" y="124"/>
                </a:moveTo>
                <a:cubicBezTo>
                  <a:pt x="294" y="120"/>
                  <a:pt x="295" y="115"/>
                  <a:pt x="295" y="111"/>
                </a:cubicBezTo>
                <a:cubicBezTo>
                  <a:pt x="295" y="74"/>
                  <a:pt x="265" y="45"/>
                  <a:pt x="228" y="45"/>
                </a:cubicBezTo>
                <a:cubicBezTo>
                  <a:pt x="219" y="45"/>
                  <a:pt x="211" y="46"/>
                  <a:pt x="203" y="49"/>
                </a:cubicBezTo>
                <a:cubicBezTo>
                  <a:pt x="190" y="20"/>
                  <a:pt x="161" y="0"/>
                  <a:pt x="127" y="0"/>
                </a:cubicBezTo>
                <a:cubicBezTo>
                  <a:pt x="115" y="0"/>
                  <a:pt x="104" y="3"/>
                  <a:pt x="94" y="7"/>
                </a:cubicBezTo>
                <a:cubicBezTo>
                  <a:pt x="91" y="8"/>
                  <a:pt x="90" y="12"/>
                  <a:pt x="91" y="15"/>
                </a:cubicBezTo>
                <a:cubicBezTo>
                  <a:pt x="92" y="18"/>
                  <a:pt x="96" y="19"/>
                  <a:pt x="99" y="18"/>
                </a:cubicBezTo>
                <a:cubicBezTo>
                  <a:pt x="107" y="14"/>
                  <a:pt x="117" y="12"/>
                  <a:pt x="127" y="12"/>
                </a:cubicBezTo>
                <a:cubicBezTo>
                  <a:pt x="157" y="12"/>
                  <a:pt x="183" y="31"/>
                  <a:pt x="194" y="58"/>
                </a:cubicBezTo>
                <a:cubicBezTo>
                  <a:pt x="194" y="59"/>
                  <a:pt x="194" y="59"/>
                  <a:pt x="194" y="59"/>
                </a:cubicBezTo>
                <a:cubicBezTo>
                  <a:pt x="194" y="61"/>
                  <a:pt x="196" y="62"/>
                  <a:pt x="197" y="63"/>
                </a:cubicBezTo>
                <a:cubicBezTo>
                  <a:pt x="199" y="63"/>
                  <a:pt x="201" y="63"/>
                  <a:pt x="202" y="63"/>
                </a:cubicBezTo>
                <a:cubicBezTo>
                  <a:pt x="210" y="59"/>
                  <a:pt x="219" y="57"/>
                  <a:pt x="228" y="57"/>
                </a:cubicBezTo>
                <a:cubicBezTo>
                  <a:pt x="258" y="57"/>
                  <a:pt x="283" y="81"/>
                  <a:pt x="283" y="111"/>
                </a:cubicBezTo>
                <a:cubicBezTo>
                  <a:pt x="283" y="117"/>
                  <a:pt x="282" y="122"/>
                  <a:pt x="280" y="127"/>
                </a:cubicBezTo>
                <a:cubicBezTo>
                  <a:pt x="280" y="128"/>
                  <a:pt x="280" y="128"/>
                  <a:pt x="280" y="128"/>
                </a:cubicBezTo>
                <a:cubicBezTo>
                  <a:pt x="279" y="130"/>
                  <a:pt x="280" y="132"/>
                  <a:pt x="281" y="134"/>
                </a:cubicBezTo>
                <a:cubicBezTo>
                  <a:pt x="282" y="135"/>
                  <a:pt x="284" y="136"/>
                  <a:pt x="286" y="136"/>
                </a:cubicBezTo>
                <a:cubicBezTo>
                  <a:pt x="287" y="136"/>
                  <a:pt x="288" y="136"/>
                  <a:pt x="289" y="136"/>
                </a:cubicBezTo>
                <a:cubicBezTo>
                  <a:pt x="307" y="136"/>
                  <a:pt x="321" y="150"/>
                  <a:pt x="321" y="168"/>
                </a:cubicBezTo>
                <a:cubicBezTo>
                  <a:pt x="321" y="183"/>
                  <a:pt x="311" y="196"/>
                  <a:pt x="297" y="199"/>
                </a:cubicBezTo>
                <a:cubicBezTo>
                  <a:pt x="234" y="199"/>
                  <a:pt x="234" y="199"/>
                  <a:pt x="234" y="199"/>
                </a:cubicBezTo>
                <a:cubicBezTo>
                  <a:pt x="231" y="199"/>
                  <a:pt x="228" y="202"/>
                  <a:pt x="228" y="205"/>
                </a:cubicBezTo>
                <a:cubicBezTo>
                  <a:pt x="228" y="209"/>
                  <a:pt x="231" y="211"/>
                  <a:pt x="234" y="211"/>
                </a:cubicBezTo>
                <a:cubicBezTo>
                  <a:pt x="298" y="211"/>
                  <a:pt x="298" y="211"/>
                  <a:pt x="298" y="211"/>
                </a:cubicBezTo>
                <a:cubicBezTo>
                  <a:pt x="300" y="211"/>
                  <a:pt x="300" y="211"/>
                  <a:pt x="300" y="211"/>
                </a:cubicBezTo>
                <a:cubicBezTo>
                  <a:pt x="319" y="206"/>
                  <a:pt x="333" y="189"/>
                  <a:pt x="333" y="168"/>
                </a:cubicBezTo>
                <a:cubicBezTo>
                  <a:pt x="333" y="145"/>
                  <a:pt x="316" y="126"/>
                  <a:pt x="293" y="124"/>
                </a:cubicBezTo>
                <a:close/>
                <a:moveTo>
                  <a:pt x="81" y="25"/>
                </a:moveTo>
                <a:cubicBezTo>
                  <a:pt x="83" y="25"/>
                  <a:pt x="85" y="23"/>
                  <a:pt x="85" y="20"/>
                </a:cubicBezTo>
                <a:cubicBezTo>
                  <a:pt x="85" y="18"/>
                  <a:pt x="83" y="16"/>
                  <a:pt x="81" y="16"/>
                </a:cubicBezTo>
                <a:cubicBezTo>
                  <a:pt x="78" y="16"/>
                  <a:pt x="76" y="18"/>
                  <a:pt x="76" y="20"/>
                </a:cubicBezTo>
                <a:cubicBezTo>
                  <a:pt x="76" y="23"/>
                  <a:pt x="78" y="25"/>
                  <a:pt x="81" y="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39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hevron 3">
            <a:extLst>
              <a:ext uri="{FF2B5EF4-FFF2-40B4-BE49-F238E27FC236}">
                <a16:creationId xmlns:a16="http://schemas.microsoft.com/office/drawing/2014/main" id="{57396596-D097-40F9-B423-EB4384CD7DEE}"/>
              </a:ext>
            </a:extLst>
          </p:cNvPr>
          <p:cNvSpPr/>
          <p:nvPr/>
        </p:nvSpPr>
        <p:spPr>
          <a:xfrm>
            <a:off x="8232597" y="1509825"/>
            <a:ext cx="2792321" cy="2174809"/>
          </a:xfrm>
          <a:prstGeom prst="chevron">
            <a:avLst>
              <a:gd name="adj" fmla="val 20758"/>
            </a:avLst>
          </a:prstGeom>
          <a:solidFill>
            <a:srgbClr val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hevron 4">
            <a:extLst>
              <a:ext uri="{FF2B5EF4-FFF2-40B4-BE49-F238E27FC236}">
                <a16:creationId xmlns:a16="http://schemas.microsoft.com/office/drawing/2014/main" id="{0AA8FFD1-2DE8-49B1-A353-F58B982F0B50}"/>
              </a:ext>
            </a:extLst>
          </p:cNvPr>
          <p:cNvSpPr/>
          <p:nvPr/>
        </p:nvSpPr>
        <p:spPr>
          <a:xfrm>
            <a:off x="5771792" y="1509825"/>
            <a:ext cx="2792321" cy="2174809"/>
          </a:xfrm>
          <a:prstGeom prst="chevron">
            <a:avLst>
              <a:gd name="adj" fmla="val 20758"/>
            </a:avLst>
          </a:prstGeom>
          <a:solidFill>
            <a:srgbClr val="FDB913">
              <a:lumMod val="40000"/>
              <a:lumOff val="6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Chevron 5">
            <a:extLst>
              <a:ext uri="{FF2B5EF4-FFF2-40B4-BE49-F238E27FC236}">
                <a16:creationId xmlns:a16="http://schemas.microsoft.com/office/drawing/2014/main" id="{511CD34B-C4B8-45E6-9D8C-EAD321ECB98C}"/>
              </a:ext>
            </a:extLst>
          </p:cNvPr>
          <p:cNvSpPr/>
          <p:nvPr/>
        </p:nvSpPr>
        <p:spPr>
          <a:xfrm>
            <a:off x="3310985" y="1509825"/>
            <a:ext cx="2792324" cy="2174809"/>
          </a:xfrm>
          <a:prstGeom prst="chevron">
            <a:avLst>
              <a:gd name="adj" fmla="val 20758"/>
            </a:avLst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137196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Pentagon 6">
            <a:extLst>
              <a:ext uri="{FF2B5EF4-FFF2-40B4-BE49-F238E27FC236}">
                <a16:creationId xmlns:a16="http://schemas.microsoft.com/office/drawing/2014/main" id="{E1A7405D-3F18-4B04-AD5E-07D6259FA692}"/>
              </a:ext>
            </a:extLst>
          </p:cNvPr>
          <p:cNvSpPr/>
          <p:nvPr/>
        </p:nvSpPr>
        <p:spPr>
          <a:xfrm>
            <a:off x="1094647" y="1509825"/>
            <a:ext cx="2547856" cy="2174809"/>
          </a:xfrm>
          <a:prstGeom prst="homePlate">
            <a:avLst>
              <a:gd name="adj" fmla="val 22102"/>
            </a:avLst>
          </a:prstGeom>
          <a:solidFill>
            <a:srgbClr val="F5822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68598" tIns="0" bIns="68598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70BB707D-0DBF-4E46-95CB-390865147C7E}"/>
              </a:ext>
            </a:extLst>
          </p:cNvPr>
          <p:cNvSpPr/>
          <p:nvPr/>
        </p:nvSpPr>
        <p:spPr>
          <a:xfrm>
            <a:off x="3261747" y="2325530"/>
            <a:ext cx="591747" cy="591747"/>
          </a:xfrm>
          <a:prstGeom prst="ellipse">
            <a:avLst/>
          </a:prstGeom>
          <a:solidFill>
            <a:srgbClr val="FDB91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6D9C0614-3307-433F-96AA-000E97B0417F}"/>
              </a:ext>
            </a:extLst>
          </p:cNvPr>
          <p:cNvSpPr/>
          <p:nvPr/>
        </p:nvSpPr>
        <p:spPr>
          <a:xfrm>
            <a:off x="5736161" y="2325530"/>
            <a:ext cx="591747" cy="591747"/>
          </a:xfrm>
          <a:prstGeom prst="ellipse">
            <a:avLst/>
          </a:prstGeom>
          <a:solidFill>
            <a:srgbClr val="FDB913">
              <a:lumMod val="40000"/>
              <a:lumOff val="6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10">
            <a:extLst>
              <a:ext uri="{FF2B5EF4-FFF2-40B4-BE49-F238E27FC236}">
                <a16:creationId xmlns:a16="http://schemas.microsoft.com/office/drawing/2014/main" id="{1C717022-3286-45EC-8014-C4194D85387F}"/>
              </a:ext>
            </a:extLst>
          </p:cNvPr>
          <p:cNvSpPr/>
          <p:nvPr/>
        </p:nvSpPr>
        <p:spPr>
          <a:xfrm>
            <a:off x="8216832" y="2325530"/>
            <a:ext cx="591747" cy="59174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bIns="102897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 45">
            <a:extLst>
              <a:ext uri="{FF2B5EF4-FFF2-40B4-BE49-F238E27FC236}">
                <a16:creationId xmlns:a16="http://schemas.microsoft.com/office/drawing/2014/main" id="{190C8AB8-AC64-41BF-8EBD-F072EFA572A8}"/>
              </a:ext>
            </a:extLst>
          </p:cNvPr>
          <p:cNvSpPr>
            <a:spLocks/>
          </p:cNvSpPr>
          <p:nvPr/>
        </p:nvSpPr>
        <p:spPr bwMode="auto">
          <a:xfrm>
            <a:off x="351375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45">
            <a:extLst>
              <a:ext uri="{FF2B5EF4-FFF2-40B4-BE49-F238E27FC236}">
                <a16:creationId xmlns:a16="http://schemas.microsoft.com/office/drawing/2014/main" id="{CC315114-9708-453E-AC8F-4D9BBE92CA34}"/>
              </a:ext>
            </a:extLst>
          </p:cNvPr>
          <p:cNvSpPr>
            <a:spLocks/>
          </p:cNvSpPr>
          <p:nvPr/>
        </p:nvSpPr>
        <p:spPr bwMode="auto">
          <a:xfrm>
            <a:off x="5971932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92119EA5-5906-4C58-8E45-2D8994F3B69D}"/>
              </a:ext>
            </a:extLst>
          </p:cNvPr>
          <p:cNvSpPr>
            <a:spLocks/>
          </p:cNvSpPr>
          <p:nvPr/>
        </p:nvSpPr>
        <p:spPr bwMode="auto">
          <a:xfrm>
            <a:off x="8462793" y="2495157"/>
            <a:ext cx="131377" cy="232650"/>
          </a:xfrm>
          <a:custGeom>
            <a:avLst/>
            <a:gdLst/>
            <a:ahLst/>
            <a:cxnLst>
              <a:cxn ang="0">
                <a:pos x="4" y="21"/>
              </a:cxn>
              <a:cxn ang="0">
                <a:pos x="67" y="84"/>
              </a:cxn>
              <a:cxn ang="0">
                <a:pos x="3" y="148"/>
              </a:cxn>
              <a:cxn ang="0">
                <a:pos x="3" y="148"/>
              </a:cxn>
              <a:cxn ang="0">
                <a:pos x="0" y="156"/>
              </a:cxn>
              <a:cxn ang="0">
                <a:pos x="12" y="168"/>
              </a:cxn>
              <a:cxn ang="0">
                <a:pos x="20" y="165"/>
              </a:cxn>
              <a:cxn ang="0">
                <a:pos x="20" y="165"/>
              </a:cxn>
              <a:cxn ang="0">
                <a:pos x="92" y="93"/>
              </a:cxn>
              <a:cxn ang="0">
                <a:pos x="92" y="93"/>
              </a:cxn>
              <a:cxn ang="0">
                <a:pos x="96" y="84"/>
              </a:cxn>
              <a:cxn ang="0">
                <a:pos x="96" y="84"/>
              </a:cxn>
              <a:cxn ang="0">
                <a:pos x="96" y="84"/>
              </a:cxn>
              <a:cxn ang="0">
                <a:pos x="92" y="75"/>
              </a:cxn>
              <a:cxn ang="0">
                <a:pos x="92" y="75"/>
              </a:cxn>
              <a:cxn ang="0">
                <a:pos x="20" y="3"/>
              </a:cxn>
              <a:cxn ang="0">
                <a:pos x="20" y="3"/>
              </a:cxn>
              <a:cxn ang="0">
                <a:pos x="12" y="0"/>
              </a:cxn>
              <a:cxn ang="0">
                <a:pos x="0" y="12"/>
              </a:cxn>
              <a:cxn ang="0">
                <a:pos x="4" y="21"/>
              </a:cxn>
            </a:cxnLst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ysClr val="windowText" lastClr="000000">
              <a:lumMod val="50000"/>
              <a:lumOff val="50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68598" tIns="34299" rIns="68598" bIns="34299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Rectangle 18">
            <a:extLst>
              <a:ext uri="{FF2B5EF4-FFF2-40B4-BE49-F238E27FC236}">
                <a16:creationId xmlns:a16="http://schemas.microsoft.com/office/drawing/2014/main" id="{7762EA2D-3684-4477-A54F-A1457F56A815}"/>
              </a:ext>
            </a:extLst>
          </p:cNvPr>
          <p:cNvSpPr/>
          <p:nvPr/>
        </p:nvSpPr>
        <p:spPr>
          <a:xfrm>
            <a:off x="124962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C530E608-259E-4E28-BE06-0F713D70EB72}"/>
              </a:ext>
            </a:extLst>
          </p:cNvPr>
          <p:cNvSpPr txBox="1">
            <a:spLocks/>
          </p:cNvSpPr>
          <p:nvPr/>
        </p:nvSpPr>
        <p:spPr>
          <a:xfrm>
            <a:off x="902970" y="4502278"/>
            <a:ext cx="2406570" cy="1372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14A0A4A1-6E7F-408A-AEF1-628C751AF090}"/>
              </a:ext>
            </a:extLst>
          </p:cNvPr>
          <p:cNvSpPr>
            <a:spLocks noEditPoints="1"/>
          </p:cNvSpPr>
          <p:nvPr/>
        </p:nvSpPr>
        <p:spPr bwMode="auto">
          <a:xfrm>
            <a:off x="6836033" y="2038998"/>
            <a:ext cx="630440" cy="616462"/>
          </a:xfrm>
          <a:custGeom>
            <a:avLst/>
            <a:gdLst>
              <a:gd name="T0" fmla="*/ 192 w 225"/>
              <a:gd name="T1" fmla="*/ 33 h 220"/>
              <a:gd name="T2" fmla="*/ 210 w 225"/>
              <a:gd name="T3" fmla="*/ 10 h 220"/>
              <a:gd name="T4" fmla="*/ 186 w 225"/>
              <a:gd name="T5" fmla="*/ 28 h 220"/>
              <a:gd name="T6" fmla="*/ 172 w 225"/>
              <a:gd name="T7" fmla="*/ 1 h 220"/>
              <a:gd name="T8" fmla="*/ 180 w 225"/>
              <a:gd name="T9" fmla="*/ 33 h 220"/>
              <a:gd name="T10" fmla="*/ 173 w 225"/>
              <a:gd name="T11" fmla="*/ 42 h 220"/>
              <a:gd name="T12" fmla="*/ 158 w 225"/>
              <a:gd name="T13" fmla="*/ 14 h 220"/>
              <a:gd name="T14" fmla="*/ 167 w 225"/>
              <a:gd name="T15" fmla="*/ 47 h 220"/>
              <a:gd name="T16" fmla="*/ 148 w 225"/>
              <a:gd name="T17" fmla="*/ 66 h 220"/>
              <a:gd name="T18" fmla="*/ 0 w 225"/>
              <a:gd name="T19" fmla="*/ 131 h 220"/>
              <a:gd name="T20" fmla="*/ 177 w 225"/>
              <a:gd name="T21" fmla="*/ 131 h 220"/>
              <a:gd name="T22" fmla="*/ 170 w 225"/>
              <a:gd name="T23" fmla="*/ 55 h 220"/>
              <a:gd name="T24" fmla="*/ 208 w 225"/>
              <a:gd name="T25" fmla="*/ 60 h 220"/>
              <a:gd name="T26" fmla="*/ 212 w 225"/>
              <a:gd name="T27" fmla="*/ 57 h 220"/>
              <a:gd name="T28" fmla="*/ 176 w 225"/>
              <a:gd name="T29" fmla="*/ 49 h 220"/>
              <a:gd name="T30" fmla="*/ 186 w 225"/>
              <a:gd name="T31" fmla="*/ 40 h 220"/>
              <a:gd name="T32" fmla="*/ 221 w 225"/>
              <a:gd name="T33" fmla="*/ 43 h 220"/>
              <a:gd name="T34" fmla="*/ 221 w 225"/>
              <a:gd name="T35" fmla="*/ 36 h 220"/>
              <a:gd name="T36" fmla="*/ 88 w 225"/>
              <a:gd name="T37" fmla="*/ 212 h 220"/>
              <a:gd name="T38" fmla="*/ 88 w 225"/>
              <a:gd name="T39" fmla="*/ 50 h 220"/>
              <a:gd name="T40" fmla="*/ 125 w 225"/>
              <a:gd name="T41" fmla="*/ 89 h 220"/>
              <a:gd name="T42" fmla="*/ 32 w 225"/>
              <a:gd name="T43" fmla="*/ 131 h 220"/>
              <a:gd name="T44" fmla="*/ 145 w 225"/>
              <a:gd name="T45" fmla="*/ 131 h 220"/>
              <a:gd name="T46" fmla="*/ 148 w 225"/>
              <a:gd name="T47" fmla="*/ 76 h 220"/>
              <a:gd name="T48" fmla="*/ 86 w 225"/>
              <a:gd name="T49" fmla="*/ 134 h 220"/>
              <a:gd name="T50" fmla="*/ 91 w 225"/>
              <a:gd name="T51" fmla="*/ 134 h 220"/>
              <a:gd name="T52" fmla="*/ 105 w 225"/>
              <a:gd name="T53" fmla="*/ 131 h 220"/>
              <a:gd name="T54" fmla="*/ 72 w 225"/>
              <a:gd name="T55" fmla="*/ 131 h 220"/>
              <a:gd name="T56" fmla="*/ 97 w 225"/>
              <a:gd name="T57" fmla="*/ 117 h 220"/>
              <a:gd name="T58" fmla="*/ 86 w 225"/>
              <a:gd name="T59" fmla="*/ 134 h 220"/>
              <a:gd name="T60" fmla="*/ 88 w 225"/>
              <a:gd name="T61" fmla="*/ 107 h 220"/>
              <a:gd name="T62" fmla="*/ 88 w 225"/>
              <a:gd name="T63" fmla="*/ 155 h 220"/>
              <a:gd name="T64" fmla="*/ 108 w 225"/>
              <a:gd name="T65" fmla="*/ 117 h 220"/>
              <a:gd name="T66" fmla="*/ 137 w 225"/>
              <a:gd name="T67" fmla="*/ 131 h 220"/>
              <a:gd name="T68" fmla="*/ 39 w 225"/>
              <a:gd name="T69" fmla="*/ 131 h 220"/>
              <a:gd name="T70" fmla="*/ 120 w 225"/>
              <a:gd name="T71" fmla="*/ 94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25" h="220">
                <a:moveTo>
                  <a:pt x="221" y="36"/>
                </a:moveTo>
                <a:cubicBezTo>
                  <a:pt x="192" y="33"/>
                  <a:pt x="192" y="33"/>
                  <a:pt x="192" y="33"/>
                </a:cubicBezTo>
                <a:cubicBezTo>
                  <a:pt x="210" y="15"/>
                  <a:pt x="210" y="15"/>
                  <a:pt x="210" y="15"/>
                </a:cubicBezTo>
                <a:cubicBezTo>
                  <a:pt x="211" y="13"/>
                  <a:pt x="211" y="11"/>
                  <a:pt x="210" y="10"/>
                </a:cubicBezTo>
                <a:cubicBezTo>
                  <a:pt x="208" y="8"/>
                  <a:pt x="206" y="8"/>
                  <a:pt x="205" y="10"/>
                </a:cubicBezTo>
                <a:cubicBezTo>
                  <a:pt x="186" y="28"/>
                  <a:pt x="186" y="28"/>
                  <a:pt x="186" y="28"/>
                </a:cubicBezTo>
                <a:cubicBezTo>
                  <a:pt x="177" y="3"/>
                  <a:pt x="177" y="3"/>
                  <a:pt x="177" y="3"/>
                </a:cubicBezTo>
                <a:cubicBezTo>
                  <a:pt x="176" y="1"/>
                  <a:pt x="174" y="0"/>
                  <a:pt x="172" y="1"/>
                </a:cubicBezTo>
                <a:cubicBezTo>
                  <a:pt x="170" y="2"/>
                  <a:pt x="169" y="4"/>
                  <a:pt x="170" y="6"/>
                </a:cubicBezTo>
                <a:cubicBezTo>
                  <a:pt x="180" y="33"/>
                  <a:pt x="180" y="33"/>
                  <a:pt x="180" y="33"/>
                </a:cubicBezTo>
                <a:cubicBezTo>
                  <a:pt x="180" y="33"/>
                  <a:pt x="180" y="34"/>
                  <a:pt x="181" y="34"/>
                </a:cubicBezTo>
                <a:cubicBezTo>
                  <a:pt x="173" y="42"/>
                  <a:pt x="173" y="42"/>
                  <a:pt x="173" y="42"/>
                </a:cubicBezTo>
                <a:cubicBezTo>
                  <a:pt x="163" y="16"/>
                  <a:pt x="163" y="16"/>
                  <a:pt x="163" y="16"/>
                </a:cubicBezTo>
                <a:cubicBezTo>
                  <a:pt x="162" y="14"/>
                  <a:pt x="160" y="13"/>
                  <a:pt x="158" y="14"/>
                </a:cubicBezTo>
                <a:cubicBezTo>
                  <a:pt x="156" y="14"/>
                  <a:pt x="155" y="16"/>
                  <a:pt x="156" y="18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32" y="51"/>
                  <a:pt x="111" y="43"/>
                  <a:pt x="88" y="43"/>
                </a:cubicBezTo>
                <a:cubicBezTo>
                  <a:pt x="40" y="43"/>
                  <a:pt x="0" y="82"/>
                  <a:pt x="0" y="131"/>
                </a:cubicBezTo>
                <a:cubicBezTo>
                  <a:pt x="0" y="180"/>
                  <a:pt x="40" y="220"/>
                  <a:pt x="88" y="220"/>
                </a:cubicBezTo>
                <a:cubicBezTo>
                  <a:pt x="137" y="220"/>
                  <a:pt x="177" y="180"/>
                  <a:pt x="177" y="131"/>
                </a:cubicBezTo>
                <a:cubicBezTo>
                  <a:pt x="177" y="108"/>
                  <a:pt x="168" y="87"/>
                  <a:pt x="153" y="71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1" y="55"/>
                  <a:pt x="172" y="56"/>
                  <a:pt x="173" y="56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10" y="60"/>
                  <a:pt x="211" y="59"/>
                  <a:pt x="212" y="57"/>
                </a:cubicBezTo>
                <a:cubicBezTo>
                  <a:pt x="212" y="55"/>
                  <a:pt x="210" y="53"/>
                  <a:pt x="208" y="53"/>
                </a:cubicBezTo>
                <a:cubicBezTo>
                  <a:pt x="176" y="49"/>
                  <a:pt x="176" y="49"/>
                  <a:pt x="176" y="49"/>
                </a:cubicBezTo>
                <a:cubicBezTo>
                  <a:pt x="185" y="39"/>
                  <a:pt x="185" y="39"/>
                  <a:pt x="185" y="39"/>
                </a:cubicBezTo>
                <a:cubicBezTo>
                  <a:pt x="185" y="39"/>
                  <a:pt x="186" y="39"/>
                  <a:pt x="186" y="40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3" y="43"/>
                  <a:pt x="224" y="42"/>
                  <a:pt x="225" y="40"/>
                </a:cubicBezTo>
                <a:cubicBezTo>
                  <a:pt x="225" y="38"/>
                  <a:pt x="223" y="36"/>
                  <a:pt x="221" y="36"/>
                </a:cubicBezTo>
                <a:close/>
                <a:moveTo>
                  <a:pt x="169" y="131"/>
                </a:moveTo>
                <a:cubicBezTo>
                  <a:pt x="169" y="176"/>
                  <a:pt x="133" y="212"/>
                  <a:pt x="88" y="212"/>
                </a:cubicBezTo>
                <a:cubicBezTo>
                  <a:pt x="44" y="212"/>
                  <a:pt x="7" y="176"/>
                  <a:pt x="7" y="131"/>
                </a:cubicBezTo>
                <a:cubicBezTo>
                  <a:pt x="7" y="86"/>
                  <a:pt x="44" y="50"/>
                  <a:pt x="88" y="50"/>
                </a:cubicBezTo>
                <a:cubicBezTo>
                  <a:pt x="109" y="50"/>
                  <a:pt x="129" y="58"/>
                  <a:pt x="143" y="71"/>
                </a:cubicBezTo>
                <a:cubicBezTo>
                  <a:pt x="125" y="89"/>
                  <a:pt x="125" y="89"/>
                  <a:pt x="125" y="89"/>
                </a:cubicBezTo>
                <a:cubicBezTo>
                  <a:pt x="115" y="80"/>
                  <a:pt x="103" y="75"/>
                  <a:pt x="88" y="75"/>
                </a:cubicBezTo>
                <a:cubicBezTo>
                  <a:pt x="57" y="75"/>
                  <a:pt x="32" y="100"/>
                  <a:pt x="32" y="131"/>
                </a:cubicBezTo>
                <a:cubicBezTo>
                  <a:pt x="32" y="162"/>
                  <a:pt x="57" y="187"/>
                  <a:pt x="88" y="187"/>
                </a:cubicBezTo>
                <a:cubicBezTo>
                  <a:pt x="119" y="187"/>
                  <a:pt x="145" y="162"/>
                  <a:pt x="145" y="131"/>
                </a:cubicBezTo>
                <a:cubicBezTo>
                  <a:pt x="145" y="117"/>
                  <a:pt x="139" y="104"/>
                  <a:pt x="131" y="94"/>
                </a:cubicBezTo>
                <a:cubicBezTo>
                  <a:pt x="148" y="76"/>
                  <a:pt x="148" y="76"/>
                  <a:pt x="148" y="76"/>
                </a:cubicBezTo>
                <a:cubicBezTo>
                  <a:pt x="161" y="91"/>
                  <a:pt x="169" y="110"/>
                  <a:pt x="169" y="131"/>
                </a:cubicBezTo>
                <a:close/>
                <a:moveTo>
                  <a:pt x="86" y="134"/>
                </a:moveTo>
                <a:cubicBezTo>
                  <a:pt x="86" y="134"/>
                  <a:pt x="87" y="135"/>
                  <a:pt x="88" y="135"/>
                </a:cubicBezTo>
                <a:cubicBezTo>
                  <a:pt x="89" y="135"/>
                  <a:pt x="90" y="134"/>
                  <a:pt x="91" y="134"/>
                </a:cubicBezTo>
                <a:cubicBezTo>
                  <a:pt x="102" y="122"/>
                  <a:pt x="102" y="122"/>
                  <a:pt x="102" y="122"/>
                </a:cubicBezTo>
                <a:cubicBezTo>
                  <a:pt x="104" y="125"/>
                  <a:pt x="105" y="128"/>
                  <a:pt x="105" y="131"/>
                </a:cubicBezTo>
                <a:cubicBezTo>
                  <a:pt x="105" y="140"/>
                  <a:pt x="97" y="148"/>
                  <a:pt x="88" y="148"/>
                </a:cubicBezTo>
                <a:cubicBezTo>
                  <a:pt x="79" y="148"/>
                  <a:pt x="72" y="140"/>
                  <a:pt x="72" y="131"/>
                </a:cubicBezTo>
                <a:cubicBezTo>
                  <a:pt x="72" y="122"/>
                  <a:pt x="79" y="114"/>
                  <a:pt x="88" y="114"/>
                </a:cubicBezTo>
                <a:cubicBezTo>
                  <a:pt x="92" y="114"/>
                  <a:pt x="95" y="115"/>
                  <a:pt x="97" y="117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84" y="130"/>
                  <a:pt x="84" y="132"/>
                  <a:pt x="86" y="134"/>
                </a:cubicBezTo>
                <a:close/>
                <a:moveTo>
                  <a:pt x="102" y="112"/>
                </a:moveTo>
                <a:cubicBezTo>
                  <a:pt x="98" y="109"/>
                  <a:pt x="94" y="107"/>
                  <a:pt x="88" y="107"/>
                </a:cubicBezTo>
                <a:cubicBezTo>
                  <a:pt x="75" y="107"/>
                  <a:pt x="64" y="118"/>
                  <a:pt x="64" y="131"/>
                </a:cubicBezTo>
                <a:cubicBezTo>
                  <a:pt x="64" y="144"/>
                  <a:pt x="75" y="155"/>
                  <a:pt x="88" y="155"/>
                </a:cubicBezTo>
                <a:cubicBezTo>
                  <a:pt x="102" y="155"/>
                  <a:pt x="112" y="144"/>
                  <a:pt x="112" y="131"/>
                </a:cubicBezTo>
                <a:cubicBezTo>
                  <a:pt x="112" y="126"/>
                  <a:pt x="111" y="121"/>
                  <a:pt x="108" y="117"/>
                </a:cubicBezTo>
                <a:cubicBezTo>
                  <a:pt x="125" y="99"/>
                  <a:pt x="125" y="99"/>
                  <a:pt x="125" y="99"/>
                </a:cubicBezTo>
                <a:cubicBezTo>
                  <a:pt x="133" y="108"/>
                  <a:pt x="137" y="119"/>
                  <a:pt x="137" y="131"/>
                </a:cubicBezTo>
                <a:cubicBezTo>
                  <a:pt x="137" y="158"/>
                  <a:pt x="115" y="180"/>
                  <a:pt x="88" y="180"/>
                </a:cubicBezTo>
                <a:cubicBezTo>
                  <a:pt x="61" y="180"/>
                  <a:pt x="39" y="158"/>
                  <a:pt x="39" y="131"/>
                </a:cubicBezTo>
                <a:cubicBezTo>
                  <a:pt x="39" y="104"/>
                  <a:pt x="61" y="82"/>
                  <a:pt x="88" y="82"/>
                </a:cubicBezTo>
                <a:cubicBezTo>
                  <a:pt x="100" y="82"/>
                  <a:pt x="112" y="87"/>
                  <a:pt x="120" y="94"/>
                </a:cubicBezTo>
                <a:lnTo>
                  <a:pt x="102" y="112"/>
                </a:ln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5" name="Freeform 28">
            <a:extLst>
              <a:ext uri="{FF2B5EF4-FFF2-40B4-BE49-F238E27FC236}">
                <a16:creationId xmlns:a16="http://schemas.microsoft.com/office/drawing/2014/main" id="{4A966496-02B7-465F-BA9C-9630765C78D4}"/>
              </a:ext>
            </a:extLst>
          </p:cNvPr>
          <p:cNvSpPr>
            <a:spLocks noEditPoints="1"/>
          </p:cNvSpPr>
          <p:nvPr/>
        </p:nvSpPr>
        <p:spPr bwMode="auto">
          <a:xfrm>
            <a:off x="4251088" y="2120340"/>
            <a:ext cx="838436" cy="453778"/>
          </a:xfrm>
          <a:custGeom>
            <a:avLst/>
            <a:gdLst>
              <a:gd name="T0" fmla="*/ 135 w 279"/>
              <a:gd name="T1" fmla="*/ 11 h 151"/>
              <a:gd name="T2" fmla="*/ 135 w 279"/>
              <a:gd name="T3" fmla="*/ 16 h 151"/>
              <a:gd name="T4" fmla="*/ 128 w 279"/>
              <a:gd name="T5" fmla="*/ 23 h 151"/>
              <a:gd name="T6" fmla="*/ 215 w 279"/>
              <a:gd name="T7" fmla="*/ 61 h 151"/>
              <a:gd name="T8" fmla="*/ 191 w 279"/>
              <a:gd name="T9" fmla="*/ 84 h 151"/>
              <a:gd name="T10" fmla="*/ 218 w 279"/>
              <a:gd name="T11" fmla="*/ 64 h 151"/>
              <a:gd name="T12" fmla="*/ 248 w 279"/>
              <a:gd name="T13" fmla="*/ 45 h 151"/>
              <a:gd name="T14" fmla="*/ 205 w 279"/>
              <a:gd name="T15" fmla="*/ 12 h 151"/>
              <a:gd name="T16" fmla="*/ 157 w 279"/>
              <a:gd name="T17" fmla="*/ 14 h 151"/>
              <a:gd name="T18" fmla="*/ 116 w 279"/>
              <a:gd name="T19" fmla="*/ 12 h 151"/>
              <a:gd name="T20" fmla="*/ 88 w 279"/>
              <a:gd name="T21" fmla="*/ 13 h 151"/>
              <a:gd name="T22" fmla="*/ 23 w 279"/>
              <a:gd name="T23" fmla="*/ 45 h 151"/>
              <a:gd name="T24" fmla="*/ 8 w 279"/>
              <a:gd name="T25" fmla="*/ 119 h 151"/>
              <a:gd name="T26" fmla="*/ 110 w 279"/>
              <a:gd name="T27" fmla="*/ 94 h 151"/>
              <a:gd name="T28" fmla="*/ 129 w 279"/>
              <a:gd name="T29" fmla="*/ 65 h 151"/>
              <a:gd name="T30" fmla="*/ 148 w 279"/>
              <a:gd name="T31" fmla="*/ 84 h 151"/>
              <a:gd name="T32" fmla="*/ 172 w 279"/>
              <a:gd name="T33" fmla="*/ 123 h 151"/>
              <a:gd name="T34" fmla="*/ 135 w 279"/>
              <a:gd name="T35" fmla="*/ 5 h 151"/>
              <a:gd name="T36" fmla="*/ 118 w 279"/>
              <a:gd name="T37" fmla="*/ 23 h 151"/>
              <a:gd name="T38" fmla="*/ 5 w 279"/>
              <a:gd name="T39" fmla="*/ 90 h 151"/>
              <a:gd name="T40" fmla="*/ 54 w 279"/>
              <a:gd name="T41" fmla="*/ 140 h 151"/>
              <a:gd name="T42" fmla="*/ 109 w 279"/>
              <a:gd name="T43" fmla="*/ 88 h 151"/>
              <a:gd name="T44" fmla="*/ 57 w 279"/>
              <a:gd name="T45" fmla="*/ 25 h 151"/>
              <a:gd name="T46" fmla="*/ 110 w 279"/>
              <a:gd name="T47" fmla="*/ 49 h 151"/>
              <a:gd name="T48" fmla="*/ 135 w 279"/>
              <a:gd name="T49" fmla="*/ 57 h 151"/>
              <a:gd name="T50" fmla="*/ 113 w 279"/>
              <a:gd name="T51" fmla="*/ 19 h 151"/>
              <a:gd name="T52" fmla="*/ 157 w 279"/>
              <a:gd name="T53" fmla="*/ 19 h 151"/>
              <a:gd name="T54" fmla="*/ 135 w 279"/>
              <a:gd name="T55" fmla="*/ 57 h 151"/>
              <a:gd name="T56" fmla="*/ 151 w 279"/>
              <a:gd name="T57" fmla="*/ 81 h 151"/>
              <a:gd name="T58" fmla="*/ 183 w 279"/>
              <a:gd name="T59" fmla="*/ 20 h 151"/>
              <a:gd name="T60" fmla="*/ 222 w 279"/>
              <a:gd name="T61" fmla="*/ 32 h 151"/>
              <a:gd name="T62" fmla="*/ 181 w 279"/>
              <a:gd name="T63" fmla="*/ 47 h 151"/>
              <a:gd name="T64" fmla="*/ 166 w 279"/>
              <a:gd name="T65" fmla="*/ 89 h 151"/>
              <a:gd name="T66" fmla="*/ 216 w 279"/>
              <a:gd name="T67" fmla="*/ 140 h 151"/>
              <a:gd name="T68" fmla="*/ 215 w 279"/>
              <a:gd name="T69" fmla="*/ 130 h 151"/>
              <a:gd name="T70" fmla="*/ 216 w 279"/>
              <a:gd name="T71" fmla="*/ 125 h 151"/>
              <a:gd name="T72" fmla="*/ 251 w 279"/>
              <a:gd name="T73" fmla="*/ 90 h 151"/>
              <a:gd name="T74" fmla="*/ 53 w 279"/>
              <a:gd name="T75" fmla="*/ 61 h 151"/>
              <a:gd name="T76" fmla="*/ 29 w 279"/>
              <a:gd name="T77" fmla="*/ 84 h 151"/>
              <a:gd name="T78" fmla="*/ 54 w 279"/>
              <a:gd name="T79" fmla="*/ 66 h 151"/>
              <a:gd name="T80" fmla="*/ 56 w 279"/>
              <a:gd name="T81" fmla="*/ 62 h 151"/>
              <a:gd name="T82" fmla="*/ 55 w 279"/>
              <a:gd name="T83" fmla="*/ 130 h 151"/>
              <a:gd name="T84" fmla="*/ 55 w 279"/>
              <a:gd name="T85" fmla="*/ 125 h 151"/>
              <a:gd name="T86" fmla="*/ 90 w 279"/>
              <a:gd name="T87" fmla="*/ 9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9" h="151">
                <a:moveTo>
                  <a:pt x="135" y="34"/>
                </a:moveTo>
                <a:cubicBezTo>
                  <a:pt x="142" y="34"/>
                  <a:pt x="147" y="29"/>
                  <a:pt x="147" y="23"/>
                </a:cubicBezTo>
                <a:cubicBezTo>
                  <a:pt x="147" y="16"/>
                  <a:pt x="142" y="11"/>
                  <a:pt x="135" y="11"/>
                </a:cubicBezTo>
                <a:cubicBezTo>
                  <a:pt x="129" y="11"/>
                  <a:pt x="124" y="16"/>
                  <a:pt x="123" y="22"/>
                </a:cubicBezTo>
                <a:cubicBezTo>
                  <a:pt x="123" y="29"/>
                  <a:pt x="129" y="34"/>
                  <a:pt x="135" y="34"/>
                </a:cubicBezTo>
                <a:close/>
                <a:moveTo>
                  <a:pt x="135" y="16"/>
                </a:moveTo>
                <a:cubicBezTo>
                  <a:pt x="139" y="16"/>
                  <a:pt x="142" y="19"/>
                  <a:pt x="142" y="23"/>
                </a:cubicBezTo>
                <a:cubicBezTo>
                  <a:pt x="142" y="26"/>
                  <a:pt x="139" y="30"/>
                  <a:pt x="135" y="30"/>
                </a:cubicBezTo>
                <a:cubicBezTo>
                  <a:pt x="131" y="29"/>
                  <a:pt x="128" y="26"/>
                  <a:pt x="128" y="23"/>
                </a:cubicBezTo>
                <a:cubicBezTo>
                  <a:pt x="128" y="19"/>
                  <a:pt x="131" y="16"/>
                  <a:pt x="135" y="16"/>
                </a:cubicBezTo>
                <a:close/>
                <a:moveTo>
                  <a:pt x="215" y="61"/>
                </a:moveTo>
                <a:cubicBezTo>
                  <a:pt x="215" y="61"/>
                  <a:pt x="215" y="61"/>
                  <a:pt x="215" y="61"/>
                </a:cubicBezTo>
                <a:cubicBezTo>
                  <a:pt x="211" y="62"/>
                  <a:pt x="208" y="62"/>
                  <a:pt x="205" y="64"/>
                </a:cubicBezTo>
                <a:cubicBezTo>
                  <a:pt x="197" y="67"/>
                  <a:pt x="192" y="73"/>
                  <a:pt x="189" y="80"/>
                </a:cubicBezTo>
                <a:cubicBezTo>
                  <a:pt x="189" y="82"/>
                  <a:pt x="189" y="83"/>
                  <a:pt x="191" y="84"/>
                </a:cubicBezTo>
                <a:cubicBezTo>
                  <a:pt x="192" y="84"/>
                  <a:pt x="193" y="84"/>
                  <a:pt x="194" y="82"/>
                </a:cubicBezTo>
                <a:cubicBezTo>
                  <a:pt x="198" y="72"/>
                  <a:pt x="205" y="67"/>
                  <a:pt x="215" y="66"/>
                </a:cubicBezTo>
                <a:cubicBezTo>
                  <a:pt x="217" y="66"/>
                  <a:pt x="218" y="65"/>
                  <a:pt x="218" y="64"/>
                </a:cubicBezTo>
                <a:cubicBezTo>
                  <a:pt x="218" y="62"/>
                  <a:pt x="216" y="61"/>
                  <a:pt x="215" y="61"/>
                </a:cubicBezTo>
                <a:close/>
                <a:moveTo>
                  <a:pt x="262" y="60"/>
                </a:moveTo>
                <a:cubicBezTo>
                  <a:pt x="258" y="54"/>
                  <a:pt x="253" y="49"/>
                  <a:pt x="248" y="45"/>
                </a:cubicBezTo>
                <a:cubicBezTo>
                  <a:pt x="245" y="43"/>
                  <a:pt x="242" y="42"/>
                  <a:pt x="239" y="40"/>
                </a:cubicBezTo>
                <a:cubicBezTo>
                  <a:pt x="236" y="37"/>
                  <a:pt x="232" y="34"/>
                  <a:pt x="229" y="31"/>
                </a:cubicBezTo>
                <a:cubicBezTo>
                  <a:pt x="221" y="25"/>
                  <a:pt x="213" y="19"/>
                  <a:pt x="205" y="12"/>
                </a:cubicBezTo>
                <a:cubicBezTo>
                  <a:pt x="198" y="7"/>
                  <a:pt x="189" y="7"/>
                  <a:pt x="182" y="13"/>
                </a:cubicBezTo>
                <a:cubicBezTo>
                  <a:pt x="182" y="13"/>
                  <a:pt x="181" y="14"/>
                  <a:pt x="180" y="14"/>
                </a:cubicBezTo>
                <a:cubicBezTo>
                  <a:pt x="172" y="14"/>
                  <a:pt x="165" y="14"/>
                  <a:pt x="157" y="14"/>
                </a:cubicBezTo>
                <a:cubicBezTo>
                  <a:pt x="156" y="14"/>
                  <a:pt x="155" y="13"/>
                  <a:pt x="155" y="13"/>
                </a:cubicBezTo>
                <a:cubicBezTo>
                  <a:pt x="151" y="5"/>
                  <a:pt x="144" y="1"/>
                  <a:pt x="136" y="1"/>
                </a:cubicBezTo>
                <a:cubicBezTo>
                  <a:pt x="127" y="0"/>
                  <a:pt x="120" y="5"/>
                  <a:pt x="116" y="12"/>
                </a:cubicBezTo>
                <a:cubicBezTo>
                  <a:pt x="115" y="13"/>
                  <a:pt x="115" y="14"/>
                  <a:pt x="113" y="14"/>
                </a:cubicBezTo>
                <a:cubicBezTo>
                  <a:pt x="106" y="14"/>
                  <a:pt x="98" y="14"/>
                  <a:pt x="90" y="14"/>
                </a:cubicBezTo>
                <a:cubicBezTo>
                  <a:pt x="89" y="14"/>
                  <a:pt x="88" y="13"/>
                  <a:pt x="88" y="13"/>
                </a:cubicBezTo>
                <a:cubicBezTo>
                  <a:pt x="81" y="7"/>
                  <a:pt x="72" y="7"/>
                  <a:pt x="65" y="12"/>
                </a:cubicBezTo>
                <a:cubicBezTo>
                  <a:pt x="56" y="20"/>
                  <a:pt x="47" y="27"/>
                  <a:pt x="37" y="34"/>
                </a:cubicBezTo>
                <a:cubicBezTo>
                  <a:pt x="33" y="38"/>
                  <a:pt x="27" y="42"/>
                  <a:pt x="23" y="45"/>
                </a:cubicBezTo>
                <a:cubicBezTo>
                  <a:pt x="19" y="48"/>
                  <a:pt x="16" y="50"/>
                  <a:pt x="14" y="53"/>
                </a:cubicBezTo>
                <a:cubicBezTo>
                  <a:pt x="4" y="64"/>
                  <a:pt x="0" y="76"/>
                  <a:pt x="0" y="89"/>
                </a:cubicBezTo>
                <a:cubicBezTo>
                  <a:pt x="0" y="100"/>
                  <a:pt x="3" y="110"/>
                  <a:pt x="8" y="119"/>
                </a:cubicBezTo>
                <a:cubicBezTo>
                  <a:pt x="21" y="139"/>
                  <a:pt x="45" y="149"/>
                  <a:pt x="68" y="143"/>
                </a:cubicBezTo>
                <a:cubicBezTo>
                  <a:pt x="90" y="137"/>
                  <a:pt x="106" y="119"/>
                  <a:pt x="109" y="96"/>
                </a:cubicBezTo>
                <a:cubicBezTo>
                  <a:pt x="109" y="95"/>
                  <a:pt x="110" y="94"/>
                  <a:pt x="110" y="94"/>
                </a:cubicBezTo>
                <a:cubicBezTo>
                  <a:pt x="114" y="91"/>
                  <a:pt x="118" y="88"/>
                  <a:pt x="122" y="85"/>
                </a:cubicBezTo>
                <a:cubicBezTo>
                  <a:pt x="127" y="80"/>
                  <a:pt x="130" y="74"/>
                  <a:pt x="129" y="67"/>
                </a:cubicBezTo>
                <a:cubicBezTo>
                  <a:pt x="128" y="66"/>
                  <a:pt x="129" y="66"/>
                  <a:pt x="129" y="65"/>
                </a:cubicBezTo>
                <a:cubicBezTo>
                  <a:pt x="131" y="61"/>
                  <a:pt x="138" y="61"/>
                  <a:pt x="141" y="64"/>
                </a:cubicBezTo>
                <a:cubicBezTo>
                  <a:pt x="141" y="65"/>
                  <a:pt x="142" y="66"/>
                  <a:pt x="141" y="67"/>
                </a:cubicBezTo>
                <a:cubicBezTo>
                  <a:pt x="140" y="74"/>
                  <a:pt x="142" y="80"/>
                  <a:pt x="148" y="84"/>
                </a:cubicBezTo>
                <a:cubicBezTo>
                  <a:pt x="152" y="88"/>
                  <a:pt x="156" y="91"/>
                  <a:pt x="160" y="94"/>
                </a:cubicBezTo>
                <a:cubicBezTo>
                  <a:pt x="161" y="95"/>
                  <a:pt x="161" y="96"/>
                  <a:pt x="161" y="97"/>
                </a:cubicBezTo>
                <a:cubicBezTo>
                  <a:pt x="163" y="106"/>
                  <a:pt x="166" y="115"/>
                  <a:pt x="172" y="123"/>
                </a:cubicBezTo>
                <a:cubicBezTo>
                  <a:pt x="188" y="144"/>
                  <a:pt x="218" y="151"/>
                  <a:pt x="241" y="138"/>
                </a:cubicBezTo>
                <a:cubicBezTo>
                  <a:pt x="270" y="123"/>
                  <a:pt x="279" y="87"/>
                  <a:pt x="262" y="60"/>
                </a:cubicBezTo>
                <a:close/>
                <a:moveTo>
                  <a:pt x="135" y="5"/>
                </a:moveTo>
                <a:cubicBezTo>
                  <a:pt x="144" y="5"/>
                  <a:pt x="152" y="13"/>
                  <a:pt x="153" y="22"/>
                </a:cubicBezTo>
                <a:cubicBezTo>
                  <a:pt x="153" y="31"/>
                  <a:pt x="145" y="40"/>
                  <a:pt x="136" y="40"/>
                </a:cubicBezTo>
                <a:cubicBezTo>
                  <a:pt x="125" y="40"/>
                  <a:pt x="118" y="31"/>
                  <a:pt x="118" y="23"/>
                </a:cubicBezTo>
                <a:cubicBezTo>
                  <a:pt x="118" y="13"/>
                  <a:pt x="125" y="5"/>
                  <a:pt x="135" y="5"/>
                </a:cubicBezTo>
                <a:close/>
                <a:moveTo>
                  <a:pt x="54" y="140"/>
                </a:moveTo>
                <a:cubicBezTo>
                  <a:pt x="27" y="139"/>
                  <a:pt x="4" y="117"/>
                  <a:pt x="5" y="90"/>
                </a:cubicBezTo>
                <a:cubicBezTo>
                  <a:pt x="5" y="62"/>
                  <a:pt x="27" y="39"/>
                  <a:pt x="55" y="40"/>
                </a:cubicBezTo>
                <a:cubicBezTo>
                  <a:pt x="82" y="40"/>
                  <a:pt x="105" y="62"/>
                  <a:pt x="105" y="90"/>
                </a:cubicBezTo>
                <a:cubicBezTo>
                  <a:pt x="105" y="118"/>
                  <a:pt x="81" y="140"/>
                  <a:pt x="54" y="140"/>
                </a:cubicBezTo>
                <a:close/>
                <a:moveTo>
                  <a:pt x="119" y="80"/>
                </a:moveTo>
                <a:cubicBezTo>
                  <a:pt x="116" y="83"/>
                  <a:pt x="114" y="85"/>
                  <a:pt x="111" y="87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71"/>
                  <a:pt x="102" y="57"/>
                  <a:pt x="89" y="47"/>
                </a:cubicBezTo>
                <a:cubicBezTo>
                  <a:pt x="75" y="36"/>
                  <a:pt x="60" y="33"/>
                  <a:pt x="43" y="36"/>
                </a:cubicBezTo>
                <a:cubicBezTo>
                  <a:pt x="48" y="32"/>
                  <a:pt x="52" y="28"/>
                  <a:pt x="57" y="25"/>
                </a:cubicBezTo>
                <a:cubicBezTo>
                  <a:pt x="60" y="22"/>
                  <a:pt x="64" y="19"/>
                  <a:pt x="68" y="16"/>
                </a:cubicBezTo>
                <a:cubicBezTo>
                  <a:pt x="74" y="11"/>
                  <a:pt x="81" y="12"/>
                  <a:pt x="86" y="18"/>
                </a:cubicBezTo>
                <a:cubicBezTo>
                  <a:pt x="94" y="28"/>
                  <a:pt x="102" y="39"/>
                  <a:pt x="110" y="49"/>
                </a:cubicBezTo>
                <a:cubicBezTo>
                  <a:pt x="114" y="53"/>
                  <a:pt x="118" y="58"/>
                  <a:pt x="121" y="63"/>
                </a:cubicBezTo>
                <a:cubicBezTo>
                  <a:pt x="126" y="68"/>
                  <a:pt x="125" y="76"/>
                  <a:pt x="119" y="80"/>
                </a:cubicBezTo>
                <a:close/>
                <a:moveTo>
                  <a:pt x="135" y="57"/>
                </a:moveTo>
                <a:cubicBezTo>
                  <a:pt x="132" y="57"/>
                  <a:pt x="129" y="59"/>
                  <a:pt x="126" y="61"/>
                </a:cubicBezTo>
                <a:cubicBezTo>
                  <a:pt x="115" y="47"/>
                  <a:pt x="104" y="33"/>
                  <a:pt x="9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2" y="26"/>
                  <a:pt x="114" y="33"/>
                  <a:pt x="120" y="38"/>
                </a:cubicBezTo>
                <a:cubicBezTo>
                  <a:pt x="125" y="43"/>
                  <a:pt x="130" y="45"/>
                  <a:pt x="136" y="44"/>
                </a:cubicBezTo>
                <a:cubicBezTo>
                  <a:pt x="148" y="44"/>
                  <a:pt x="159" y="33"/>
                  <a:pt x="157" y="19"/>
                </a:cubicBezTo>
                <a:cubicBezTo>
                  <a:pt x="177" y="19"/>
                  <a:pt x="177" y="19"/>
                  <a:pt x="177" y="19"/>
                </a:cubicBezTo>
                <a:cubicBezTo>
                  <a:pt x="166" y="33"/>
                  <a:pt x="155" y="47"/>
                  <a:pt x="144" y="61"/>
                </a:cubicBezTo>
                <a:cubicBezTo>
                  <a:pt x="141" y="58"/>
                  <a:pt x="139" y="57"/>
                  <a:pt x="135" y="57"/>
                </a:cubicBezTo>
                <a:close/>
                <a:moveTo>
                  <a:pt x="161" y="89"/>
                </a:moveTo>
                <a:cubicBezTo>
                  <a:pt x="160" y="88"/>
                  <a:pt x="160" y="88"/>
                  <a:pt x="160" y="88"/>
                </a:cubicBezTo>
                <a:cubicBezTo>
                  <a:pt x="157" y="85"/>
                  <a:pt x="154" y="83"/>
                  <a:pt x="151" y="81"/>
                </a:cubicBezTo>
                <a:cubicBezTo>
                  <a:pt x="145" y="76"/>
                  <a:pt x="144" y="68"/>
                  <a:pt x="149" y="62"/>
                </a:cubicBezTo>
                <a:cubicBezTo>
                  <a:pt x="159" y="50"/>
                  <a:pt x="168" y="38"/>
                  <a:pt x="178" y="26"/>
                </a:cubicBezTo>
                <a:cubicBezTo>
                  <a:pt x="179" y="24"/>
                  <a:pt x="181" y="22"/>
                  <a:pt x="183" y="20"/>
                </a:cubicBezTo>
                <a:cubicBezTo>
                  <a:pt x="184" y="18"/>
                  <a:pt x="185" y="17"/>
                  <a:pt x="187" y="16"/>
                </a:cubicBezTo>
                <a:cubicBezTo>
                  <a:pt x="191" y="12"/>
                  <a:pt x="197" y="12"/>
                  <a:pt x="202" y="16"/>
                </a:cubicBezTo>
                <a:cubicBezTo>
                  <a:pt x="209" y="21"/>
                  <a:pt x="215" y="27"/>
                  <a:pt x="222" y="32"/>
                </a:cubicBezTo>
                <a:cubicBezTo>
                  <a:pt x="223" y="33"/>
                  <a:pt x="225" y="34"/>
                  <a:pt x="226" y="35"/>
                </a:cubicBezTo>
                <a:cubicBezTo>
                  <a:pt x="226" y="35"/>
                  <a:pt x="226" y="36"/>
                  <a:pt x="226" y="36"/>
                </a:cubicBezTo>
                <a:cubicBezTo>
                  <a:pt x="210" y="33"/>
                  <a:pt x="195" y="36"/>
                  <a:pt x="181" y="47"/>
                </a:cubicBezTo>
                <a:cubicBezTo>
                  <a:pt x="168" y="58"/>
                  <a:pt x="162" y="72"/>
                  <a:pt x="161" y="89"/>
                </a:cubicBezTo>
                <a:close/>
                <a:moveTo>
                  <a:pt x="216" y="140"/>
                </a:moveTo>
                <a:cubicBezTo>
                  <a:pt x="189" y="140"/>
                  <a:pt x="166" y="117"/>
                  <a:pt x="166" y="89"/>
                </a:cubicBezTo>
                <a:cubicBezTo>
                  <a:pt x="166" y="62"/>
                  <a:pt x="188" y="40"/>
                  <a:pt x="216" y="40"/>
                </a:cubicBezTo>
                <a:cubicBezTo>
                  <a:pt x="243" y="40"/>
                  <a:pt x="266" y="62"/>
                  <a:pt x="266" y="90"/>
                </a:cubicBezTo>
                <a:cubicBezTo>
                  <a:pt x="266" y="117"/>
                  <a:pt x="243" y="140"/>
                  <a:pt x="216" y="140"/>
                </a:cubicBezTo>
                <a:close/>
                <a:moveTo>
                  <a:pt x="216" y="49"/>
                </a:moveTo>
                <a:cubicBezTo>
                  <a:pt x="194" y="49"/>
                  <a:pt x="176" y="67"/>
                  <a:pt x="176" y="90"/>
                </a:cubicBezTo>
                <a:cubicBezTo>
                  <a:pt x="176" y="111"/>
                  <a:pt x="193" y="130"/>
                  <a:pt x="215" y="130"/>
                </a:cubicBezTo>
                <a:cubicBezTo>
                  <a:pt x="238" y="130"/>
                  <a:pt x="256" y="112"/>
                  <a:pt x="256" y="90"/>
                </a:cubicBezTo>
                <a:cubicBezTo>
                  <a:pt x="256" y="68"/>
                  <a:pt x="238" y="50"/>
                  <a:pt x="216" y="49"/>
                </a:cubicBezTo>
                <a:close/>
                <a:moveTo>
                  <a:pt x="216" y="125"/>
                </a:moveTo>
                <a:cubicBezTo>
                  <a:pt x="197" y="125"/>
                  <a:pt x="180" y="109"/>
                  <a:pt x="180" y="90"/>
                </a:cubicBezTo>
                <a:cubicBezTo>
                  <a:pt x="181" y="70"/>
                  <a:pt x="196" y="54"/>
                  <a:pt x="216" y="54"/>
                </a:cubicBezTo>
                <a:cubicBezTo>
                  <a:pt x="235" y="54"/>
                  <a:pt x="251" y="70"/>
                  <a:pt x="251" y="90"/>
                </a:cubicBezTo>
                <a:cubicBezTo>
                  <a:pt x="251" y="109"/>
                  <a:pt x="235" y="125"/>
                  <a:pt x="216" y="125"/>
                </a:cubicBezTo>
                <a:close/>
                <a:moveTo>
                  <a:pt x="56" y="62"/>
                </a:moveTo>
                <a:cubicBezTo>
                  <a:pt x="55" y="61"/>
                  <a:pt x="54" y="61"/>
                  <a:pt x="53" y="61"/>
                </a:cubicBezTo>
                <a:cubicBezTo>
                  <a:pt x="47" y="62"/>
                  <a:pt x="42" y="64"/>
                  <a:pt x="37" y="68"/>
                </a:cubicBezTo>
                <a:cubicBezTo>
                  <a:pt x="33" y="71"/>
                  <a:pt x="30" y="75"/>
                  <a:pt x="28" y="81"/>
                </a:cubicBezTo>
                <a:cubicBezTo>
                  <a:pt x="28" y="82"/>
                  <a:pt x="28" y="83"/>
                  <a:pt x="29" y="84"/>
                </a:cubicBezTo>
                <a:cubicBezTo>
                  <a:pt x="31" y="84"/>
                  <a:pt x="32" y="84"/>
                  <a:pt x="33" y="82"/>
                </a:cubicBezTo>
                <a:cubicBezTo>
                  <a:pt x="33" y="82"/>
                  <a:pt x="33" y="81"/>
                  <a:pt x="33" y="81"/>
                </a:cubicBezTo>
                <a:cubicBezTo>
                  <a:pt x="37" y="71"/>
                  <a:pt x="44" y="67"/>
                  <a:pt x="54" y="66"/>
                </a:cubicBezTo>
                <a:cubicBezTo>
                  <a:pt x="55" y="66"/>
                  <a:pt x="55" y="66"/>
                  <a:pt x="56" y="66"/>
                </a:cubicBezTo>
                <a:cubicBezTo>
                  <a:pt x="57" y="66"/>
                  <a:pt x="58" y="66"/>
                  <a:pt x="58" y="64"/>
                </a:cubicBezTo>
                <a:cubicBezTo>
                  <a:pt x="58" y="63"/>
                  <a:pt x="58" y="62"/>
                  <a:pt x="56" y="62"/>
                </a:cubicBezTo>
                <a:close/>
                <a:moveTo>
                  <a:pt x="55" y="49"/>
                </a:moveTo>
                <a:cubicBezTo>
                  <a:pt x="32" y="50"/>
                  <a:pt x="15" y="67"/>
                  <a:pt x="14" y="89"/>
                </a:cubicBezTo>
                <a:cubicBezTo>
                  <a:pt x="14" y="112"/>
                  <a:pt x="32" y="130"/>
                  <a:pt x="55" y="130"/>
                </a:cubicBezTo>
                <a:cubicBezTo>
                  <a:pt x="77" y="130"/>
                  <a:pt x="95" y="112"/>
                  <a:pt x="95" y="90"/>
                </a:cubicBezTo>
                <a:cubicBezTo>
                  <a:pt x="95" y="68"/>
                  <a:pt x="77" y="49"/>
                  <a:pt x="55" y="49"/>
                </a:cubicBezTo>
                <a:close/>
                <a:moveTo>
                  <a:pt x="55" y="125"/>
                </a:moveTo>
                <a:cubicBezTo>
                  <a:pt x="35" y="125"/>
                  <a:pt x="19" y="109"/>
                  <a:pt x="19" y="90"/>
                </a:cubicBezTo>
                <a:cubicBezTo>
                  <a:pt x="19" y="70"/>
                  <a:pt x="35" y="54"/>
                  <a:pt x="55" y="54"/>
                </a:cubicBezTo>
                <a:cubicBezTo>
                  <a:pt x="74" y="54"/>
                  <a:pt x="90" y="70"/>
                  <a:pt x="90" y="90"/>
                </a:cubicBezTo>
                <a:cubicBezTo>
                  <a:pt x="90" y="110"/>
                  <a:pt x="74" y="125"/>
                  <a:pt x="55" y="125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6" name="Freeform 29">
            <a:extLst>
              <a:ext uri="{FF2B5EF4-FFF2-40B4-BE49-F238E27FC236}">
                <a16:creationId xmlns:a16="http://schemas.microsoft.com/office/drawing/2014/main" id="{28AAE902-96A3-4FFB-B2BF-25494177B839}"/>
              </a:ext>
            </a:extLst>
          </p:cNvPr>
          <p:cNvSpPr>
            <a:spLocks noEditPoints="1"/>
          </p:cNvSpPr>
          <p:nvPr/>
        </p:nvSpPr>
        <p:spPr bwMode="auto">
          <a:xfrm>
            <a:off x="1866352" y="2057804"/>
            <a:ext cx="577410" cy="578848"/>
          </a:xfrm>
          <a:custGeom>
            <a:avLst/>
            <a:gdLst>
              <a:gd name="T0" fmla="*/ 159 w 200"/>
              <a:gd name="T1" fmla="*/ 3 h 201"/>
              <a:gd name="T2" fmla="*/ 84 w 200"/>
              <a:gd name="T3" fmla="*/ 47 h 201"/>
              <a:gd name="T4" fmla="*/ 54 w 200"/>
              <a:gd name="T5" fmla="*/ 55 h 201"/>
              <a:gd name="T6" fmla="*/ 26 w 200"/>
              <a:gd name="T7" fmla="*/ 90 h 201"/>
              <a:gd name="T8" fmla="*/ 41 w 200"/>
              <a:gd name="T9" fmla="*/ 115 h 201"/>
              <a:gd name="T10" fmla="*/ 41 w 200"/>
              <a:gd name="T11" fmla="*/ 134 h 201"/>
              <a:gd name="T12" fmla="*/ 76 w 200"/>
              <a:gd name="T13" fmla="*/ 164 h 201"/>
              <a:gd name="T14" fmla="*/ 97 w 200"/>
              <a:gd name="T15" fmla="*/ 186 h 201"/>
              <a:gd name="T16" fmla="*/ 149 w 200"/>
              <a:gd name="T17" fmla="*/ 144 h 201"/>
              <a:gd name="T18" fmla="*/ 154 w 200"/>
              <a:gd name="T19" fmla="*/ 117 h 201"/>
              <a:gd name="T20" fmla="*/ 159 w 200"/>
              <a:gd name="T21" fmla="*/ 111 h 201"/>
              <a:gd name="T22" fmla="*/ 200 w 200"/>
              <a:gd name="T23" fmla="*/ 4 h 201"/>
              <a:gd name="T24" fmla="*/ 28 w 200"/>
              <a:gd name="T25" fmla="*/ 100 h 201"/>
              <a:gd name="T26" fmla="*/ 61 w 200"/>
              <a:gd name="T27" fmla="*/ 60 h 201"/>
              <a:gd name="T28" fmla="*/ 76 w 200"/>
              <a:gd name="T29" fmla="*/ 56 h 201"/>
              <a:gd name="T30" fmla="*/ 47 w 200"/>
              <a:gd name="T31" fmla="*/ 108 h 201"/>
              <a:gd name="T32" fmla="*/ 78 w 200"/>
              <a:gd name="T33" fmla="*/ 155 h 201"/>
              <a:gd name="T34" fmla="*/ 46 w 200"/>
              <a:gd name="T35" fmla="*/ 128 h 201"/>
              <a:gd name="T36" fmla="*/ 49 w 200"/>
              <a:gd name="T37" fmla="*/ 120 h 201"/>
              <a:gd name="T38" fmla="*/ 78 w 200"/>
              <a:gd name="T39" fmla="*/ 155 h 201"/>
              <a:gd name="T40" fmla="*/ 142 w 200"/>
              <a:gd name="T41" fmla="*/ 139 h 201"/>
              <a:gd name="T42" fmla="*/ 100 w 200"/>
              <a:gd name="T43" fmla="*/ 172 h 201"/>
              <a:gd name="T44" fmla="*/ 145 w 200"/>
              <a:gd name="T45" fmla="*/ 122 h 201"/>
              <a:gd name="T46" fmla="*/ 176 w 200"/>
              <a:gd name="T47" fmla="*/ 78 h 201"/>
              <a:gd name="T48" fmla="*/ 89 w 200"/>
              <a:gd name="T49" fmla="*/ 146 h 201"/>
              <a:gd name="T50" fmla="*/ 55 w 200"/>
              <a:gd name="T51" fmla="*/ 114 h 201"/>
              <a:gd name="T52" fmla="*/ 84 w 200"/>
              <a:gd name="T53" fmla="*/ 63 h 201"/>
              <a:gd name="T54" fmla="*/ 148 w 200"/>
              <a:gd name="T55" fmla="*/ 14 h 201"/>
              <a:gd name="T56" fmla="*/ 192 w 200"/>
              <a:gd name="T57" fmla="*/ 9 h 201"/>
              <a:gd name="T58" fmla="*/ 50 w 200"/>
              <a:gd name="T59" fmla="*/ 153 h 201"/>
              <a:gd name="T60" fmla="*/ 24 w 200"/>
              <a:gd name="T61" fmla="*/ 171 h 201"/>
              <a:gd name="T62" fmla="*/ 5 w 200"/>
              <a:gd name="T63" fmla="*/ 196 h 201"/>
              <a:gd name="T64" fmla="*/ 20 w 200"/>
              <a:gd name="T65" fmla="*/ 186 h 201"/>
              <a:gd name="T66" fmla="*/ 50 w 200"/>
              <a:gd name="T67" fmla="*/ 153 h 201"/>
              <a:gd name="T68" fmla="*/ 31 w 200"/>
              <a:gd name="T69" fmla="*/ 193 h 201"/>
              <a:gd name="T70" fmla="*/ 37 w 200"/>
              <a:gd name="T71" fmla="*/ 198 h 201"/>
              <a:gd name="T72" fmla="*/ 63 w 200"/>
              <a:gd name="T73" fmla="*/ 172 h 201"/>
              <a:gd name="T74" fmla="*/ 57 w 200"/>
              <a:gd name="T75" fmla="*/ 167 h 201"/>
              <a:gd name="T76" fmla="*/ 34 w 200"/>
              <a:gd name="T77" fmla="*/ 143 h 201"/>
              <a:gd name="T78" fmla="*/ 28 w 200"/>
              <a:gd name="T79" fmla="*/ 138 h 201"/>
              <a:gd name="T80" fmla="*/ 15 w 200"/>
              <a:gd name="T81" fmla="*/ 151 h 201"/>
              <a:gd name="T82" fmla="*/ 2 w 200"/>
              <a:gd name="T83" fmla="*/ 170 h 201"/>
              <a:gd name="T84" fmla="*/ 111 w 200"/>
              <a:gd name="T85" fmla="*/ 48 h 201"/>
              <a:gd name="T86" fmla="*/ 153 w 200"/>
              <a:gd name="T87" fmla="*/ 89 h 201"/>
              <a:gd name="T88" fmla="*/ 111 w 200"/>
              <a:gd name="T89" fmla="*/ 48 h 201"/>
              <a:gd name="T90" fmla="*/ 117 w 200"/>
              <a:gd name="T91" fmla="*/ 84 h 201"/>
              <a:gd name="T92" fmla="*/ 148 w 200"/>
              <a:gd name="T93" fmla="*/ 53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0" h="201">
                <a:moveTo>
                  <a:pt x="196" y="0"/>
                </a:moveTo>
                <a:cubicBezTo>
                  <a:pt x="183" y="0"/>
                  <a:pt x="171" y="1"/>
                  <a:pt x="159" y="3"/>
                </a:cubicBezTo>
                <a:cubicBezTo>
                  <a:pt x="129" y="8"/>
                  <a:pt x="105" y="22"/>
                  <a:pt x="87" y="45"/>
                </a:cubicBezTo>
                <a:cubicBezTo>
                  <a:pt x="86" y="46"/>
                  <a:pt x="85" y="47"/>
                  <a:pt x="84" y="47"/>
                </a:cubicBezTo>
                <a:cubicBezTo>
                  <a:pt x="78" y="48"/>
                  <a:pt x="72" y="49"/>
                  <a:pt x="66" y="49"/>
                </a:cubicBezTo>
                <a:cubicBezTo>
                  <a:pt x="61" y="49"/>
                  <a:pt x="56" y="51"/>
                  <a:pt x="54" y="55"/>
                </a:cubicBezTo>
                <a:cubicBezTo>
                  <a:pt x="53" y="56"/>
                  <a:pt x="53" y="56"/>
                  <a:pt x="53" y="57"/>
                </a:cubicBezTo>
                <a:cubicBezTo>
                  <a:pt x="44" y="68"/>
                  <a:pt x="35" y="79"/>
                  <a:pt x="26" y="90"/>
                </a:cubicBezTo>
                <a:cubicBezTo>
                  <a:pt x="22" y="94"/>
                  <a:pt x="19" y="99"/>
                  <a:pt x="15" y="103"/>
                </a:cubicBezTo>
                <a:cubicBezTo>
                  <a:pt x="24" y="107"/>
                  <a:pt x="32" y="111"/>
                  <a:pt x="41" y="115"/>
                </a:cubicBezTo>
                <a:cubicBezTo>
                  <a:pt x="41" y="116"/>
                  <a:pt x="41" y="116"/>
                  <a:pt x="40" y="116"/>
                </a:cubicBezTo>
                <a:cubicBezTo>
                  <a:pt x="35" y="122"/>
                  <a:pt x="36" y="128"/>
                  <a:pt x="41" y="134"/>
                </a:cubicBezTo>
                <a:cubicBezTo>
                  <a:pt x="50" y="142"/>
                  <a:pt x="58" y="151"/>
                  <a:pt x="67" y="160"/>
                </a:cubicBezTo>
                <a:cubicBezTo>
                  <a:pt x="70" y="162"/>
                  <a:pt x="72" y="164"/>
                  <a:pt x="76" y="164"/>
                </a:cubicBezTo>
                <a:cubicBezTo>
                  <a:pt x="80" y="164"/>
                  <a:pt x="83" y="162"/>
                  <a:pt x="86" y="159"/>
                </a:cubicBezTo>
                <a:cubicBezTo>
                  <a:pt x="90" y="168"/>
                  <a:pt x="93" y="177"/>
                  <a:pt x="97" y="186"/>
                </a:cubicBezTo>
                <a:cubicBezTo>
                  <a:pt x="107" y="178"/>
                  <a:pt x="116" y="171"/>
                  <a:pt x="125" y="163"/>
                </a:cubicBezTo>
                <a:cubicBezTo>
                  <a:pt x="133" y="157"/>
                  <a:pt x="141" y="150"/>
                  <a:pt x="149" y="144"/>
                </a:cubicBezTo>
                <a:cubicBezTo>
                  <a:pt x="150" y="143"/>
                  <a:pt x="151" y="142"/>
                  <a:pt x="151" y="141"/>
                </a:cubicBezTo>
                <a:cubicBezTo>
                  <a:pt x="152" y="133"/>
                  <a:pt x="153" y="125"/>
                  <a:pt x="154" y="117"/>
                </a:cubicBezTo>
                <a:cubicBezTo>
                  <a:pt x="154" y="116"/>
                  <a:pt x="154" y="115"/>
                  <a:pt x="155" y="114"/>
                </a:cubicBezTo>
                <a:cubicBezTo>
                  <a:pt x="156" y="113"/>
                  <a:pt x="157" y="112"/>
                  <a:pt x="159" y="111"/>
                </a:cubicBezTo>
                <a:cubicBezTo>
                  <a:pt x="173" y="99"/>
                  <a:pt x="184" y="85"/>
                  <a:pt x="190" y="69"/>
                </a:cubicBezTo>
                <a:cubicBezTo>
                  <a:pt x="198" y="48"/>
                  <a:pt x="200" y="26"/>
                  <a:pt x="200" y="4"/>
                </a:cubicBezTo>
                <a:cubicBezTo>
                  <a:pt x="200" y="2"/>
                  <a:pt x="199" y="0"/>
                  <a:pt x="196" y="0"/>
                </a:cubicBezTo>
                <a:close/>
                <a:moveTo>
                  <a:pt x="28" y="100"/>
                </a:moveTo>
                <a:cubicBezTo>
                  <a:pt x="32" y="95"/>
                  <a:pt x="36" y="90"/>
                  <a:pt x="40" y="86"/>
                </a:cubicBezTo>
                <a:cubicBezTo>
                  <a:pt x="47" y="77"/>
                  <a:pt x="54" y="68"/>
                  <a:pt x="61" y="60"/>
                </a:cubicBezTo>
                <a:cubicBezTo>
                  <a:pt x="62" y="58"/>
                  <a:pt x="63" y="58"/>
                  <a:pt x="65" y="57"/>
                </a:cubicBezTo>
                <a:cubicBezTo>
                  <a:pt x="68" y="57"/>
                  <a:pt x="72" y="57"/>
                  <a:pt x="76" y="56"/>
                </a:cubicBezTo>
                <a:cubicBezTo>
                  <a:pt x="77" y="56"/>
                  <a:pt x="78" y="56"/>
                  <a:pt x="78" y="56"/>
                </a:cubicBezTo>
                <a:cubicBezTo>
                  <a:pt x="68" y="73"/>
                  <a:pt x="57" y="91"/>
                  <a:pt x="47" y="108"/>
                </a:cubicBezTo>
                <a:cubicBezTo>
                  <a:pt x="41" y="106"/>
                  <a:pt x="34" y="103"/>
                  <a:pt x="28" y="100"/>
                </a:cubicBezTo>
                <a:close/>
                <a:moveTo>
                  <a:pt x="78" y="155"/>
                </a:moveTo>
                <a:cubicBezTo>
                  <a:pt x="76" y="156"/>
                  <a:pt x="75" y="156"/>
                  <a:pt x="73" y="154"/>
                </a:cubicBezTo>
                <a:cubicBezTo>
                  <a:pt x="64" y="145"/>
                  <a:pt x="55" y="136"/>
                  <a:pt x="46" y="128"/>
                </a:cubicBezTo>
                <a:cubicBezTo>
                  <a:pt x="45" y="126"/>
                  <a:pt x="45" y="124"/>
                  <a:pt x="46" y="122"/>
                </a:cubicBezTo>
                <a:cubicBezTo>
                  <a:pt x="47" y="121"/>
                  <a:pt x="48" y="120"/>
                  <a:pt x="49" y="120"/>
                </a:cubicBezTo>
                <a:cubicBezTo>
                  <a:pt x="59" y="130"/>
                  <a:pt x="70" y="141"/>
                  <a:pt x="81" y="152"/>
                </a:cubicBezTo>
                <a:cubicBezTo>
                  <a:pt x="80" y="153"/>
                  <a:pt x="79" y="154"/>
                  <a:pt x="78" y="155"/>
                </a:cubicBezTo>
                <a:close/>
                <a:moveTo>
                  <a:pt x="143" y="138"/>
                </a:moveTo>
                <a:cubicBezTo>
                  <a:pt x="143" y="138"/>
                  <a:pt x="142" y="139"/>
                  <a:pt x="142" y="139"/>
                </a:cubicBezTo>
                <a:cubicBezTo>
                  <a:pt x="128" y="150"/>
                  <a:pt x="115" y="161"/>
                  <a:pt x="101" y="172"/>
                </a:cubicBezTo>
                <a:cubicBezTo>
                  <a:pt x="101" y="172"/>
                  <a:pt x="101" y="172"/>
                  <a:pt x="100" y="172"/>
                </a:cubicBezTo>
                <a:cubicBezTo>
                  <a:pt x="98" y="166"/>
                  <a:pt x="95" y="160"/>
                  <a:pt x="92" y="154"/>
                </a:cubicBezTo>
                <a:cubicBezTo>
                  <a:pt x="110" y="143"/>
                  <a:pt x="127" y="133"/>
                  <a:pt x="145" y="122"/>
                </a:cubicBezTo>
                <a:cubicBezTo>
                  <a:pt x="144" y="127"/>
                  <a:pt x="143" y="132"/>
                  <a:pt x="143" y="138"/>
                </a:cubicBezTo>
                <a:close/>
                <a:moveTo>
                  <a:pt x="176" y="78"/>
                </a:moveTo>
                <a:cubicBezTo>
                  <a:pt x="169" y="91"/>
                  <a:pt x="158" y="101"/>
                  <a:pt x="147" y="110"/>
                </a:cubicBezTo>
                <a:cubicBezTo>
                  <a:pt x="129" y="123"/>
                  <a:pt x="109" y="134"/>
                  <a:pt x="89" y="146"/>
                </a:cubicBezTo>
                <a:cubicBezTo>
                  <a:pt x="88" y="146"/>
                  <a:pt x="87" y="146"/>
                  <a:pt x="86" y="145"/>
                </a:cubicBezTo>
                <a:cubicBezTo>
                  <a:pt x="76" y="135"/>
                  <a:pt x="66" y="125"/>
                  <a:pt x="55" y="114"/>
                </a:cubicBezTo>
                <a:cubicBezTo>
                  <a:pt x="54" y="114"/>
                  <a:pt x="54" y="113"/>
                  <a:pt x="55" y="112"/>
                </a:cubicBezTo>
                <a:cubicBezTo>
                  <a:pt x="65" y="95"/>
                  <a:pt x="74" y="79"/>
                  <a:pt x="84" y="63"/>
                </a:cubicBezTo>
                <a:cubicBezTo>
                  <a:pt x="91" y="53"/>
                  <a:pt x="99" y="43"/>
                  <a:pt x="108" y="35"/>
                </a:cubicBezTo>
                <a:cubicBezTo>
                  <a:pt x="120" y="25"/>
                  <a:pt x="133" y="18"/>
                  <a:pt x="148" y="14"/>
                </a:cubicBezTo>
                <a:cubicBezTo>
                  <a:pt x="162" y="10"/>
                  <a:pt x="176" y="9"/>
                  <a:pt x="191" y="8"/>
                </a:cubicBezTo>
                <a:cubicBezTo>
                  <a:pt x="191" y="8"/>
                  <a:pt x="191" y="9"/>
                  <a:pt x="192" y="9"/>
                </a:cubicBezTo>
                <a:cubicBezTo>
                  <a:pt x="192" y="33"/>
                  <a:pt x="189" y="57"/>
                  <a:pt x="176" y="78"/>
                </a:cubicBezTo>
                <a:close/>
                <a:moveTo>
                  <a:pt x="50" y="153"/>
                </a:moveTo>
                <a:cubicBezTo>
                  <a:pt x="49" y="150"/>
                  <a:pt x="45" y="150"/>
                  <a:pt x="43" y="152"/>
                </a:cubicBezTo>
                <a:cubicBezTo>
                  <a:pt x="36" y="158"/>
                  <a:pt x="30" y="165"/>
                  <a:pt x="24" y="171"/>
                </a:cubicBezTo>
                <a:cubicBezTo>
                  <a:pt x="18" y="177"/>
                  <a:pt x="12" y="183"/>
                  <a:pt x="5" y="189"/>
                </a:cubicBezTo>
                <a:cubicBezTo>
                  <a:pt x="3" y="192"/>
                  <a:pt x="3" y="194"/>
                  <a:pt x="5" y="196"/>
                </a:cubicBezTo>
                <a:cubicBezTo>
                  <a:pt x="7" y="198"/>
                  <a:pt x="9" y="197"/>
                  <a:pt x="11" y="195"/>
                </a:cubicBezTo>
                <a:cubicBezTo>
                  <a:pt x="14" y="192"/>
                  <a:pt x="17" y="189"/>
                  <a:pt x="20" y="186"/>
                </a:cubicBezTo>
                <a:cubicBezTo>
                  <a:pt x="30" y="177"/>
                  <a:pt x="39" y="168"/>
                  <a:pt x="48" y="158"/>
                </a:cubicBezTo>
                <a:cubicBezTo>
                  <a:pt x="50" y="157"/>
                  <a:pt x="51" y="155"/>
                  <a:pt x="50" y="153"/>
                </a:cubicBezTo>
                <a:close/>
                <a:moveTo>
                  <a:pt x="57" y="167"/>
                </a:moveTo>
                <a:cubicBezTo>
                  <a:pt x="49" y="175"/>
                  <a:pt x="40" y="184"/>
                  <a:pt x="31" y="193"/>
                </a:cubicBezTo>
                <a:cubicBezTo>
                  <a:pt x="29" y="195"/>
                  <a:pt x="29" y="197"/>
                  <a:pt x="31" y="199"/>
                </a:cubicBezTo>
                <a:cubicBezTo>
                  <a:pt x="33" y="201"/>
                  <a:pt x="35" y="201"/>
                  <a:pt x="37" y="198"/>
                </a:cubicBezTo>
                <a:cubicBezTo>
                  <a:pt x="41" y="194"/>
                  <a:pt x="46" y="190"/>
                  <a:pt x="50" y="186"/>
                </a:cubicBezTo>
                <a:cubicBezTo>
                  <a:pt x="54" y="181"/>
                  <a:pt x="59" y="177"/>
                  <a:pt x="63" y="172"/>
                </a:cubicBezTo>
                <a:cubicBezTo>
                  <a:pt x="65" y="171"/>
                  <a:pt x="65" y="168"/>
                  <a:pt x="63" y="167"/>
                </a:cubicBezTo>
                <a:cubicBezTo>
                  <a:pt x="62" y="165"/>
                  <a:pt x="59" y="165"/>
                  <a:pt x="57" y="167"/>
                </a:cubicBezTo>
                <a:close/>
                <a:moveTo>
                  <a:pt x="8" y="169"/>
                </a:moveTo>
                <a:cubicBezTo>
                  <a:pt x="17" y="161"/>
                  <a:pt x="25" y="152"/>
                  <a:pt x="34" y="143"/>
                </a:cubicBezTo>
                <a:cubicBezTo>
                  <a:pt x="36" y="141"/>
                  <a:pt x="36" y="139"/>
                  <a:pt x="34" y="137"/>
                </a:cubicBezTo>
                <a:cubicBezTo>
                  <a:pt x="32" y="135"/>
                  <a:pt x="30" y="136"/>
                  <a:pt x="28" y="138"/>
                </a:cubicBezTo>
                <a:cubicBezTo>
                  <a:pt x="24" y="142"/>
                  <a:pt x="19" y="146"/>
                  <a:pt x="15" y="151"/>
                </a:cubicBezTo>
                <a:cubicBezTo>
                  <a:pt x="15" y="151"/>
                  <a:pt x="15" y="151"/>
                  <a:pt x="15" y="151"/>
                </a:cubicBezTo>
                <a:cubicBezTo>
                  <a:pt x="11" y="155"/>
                  <a:pt x="7" y="159"/>
                  <a:pt x="2" y="163"/>
                </a:cubicBezTo>
                <a:cubicBezTo>
                  <a:pt x="0" y="166"/>
                  <a:pt x="0" y="168"/>
                  <a:pt x="2" y="170"/>
                </a:cubicBezTo>
                <a:cubicBezTo>
                  <a:pt x="3" y="172"/>
                  <a:pt x="6" y="171"/>
                  <a:pt x="8" y="169"/>
                </a:cubicBezTo>
                <a:close/>
                <a:moveTo>
                  <a:pt x="111" y="48"/>
                </a:moveTo>
                <a:cubicBezTo>
                  <a:pt x="99" y="59"/>
                  <a:pt x="99" y="78"/>
                  <a:pt x="111" y="90"/>
                </a:cubicBezTo>
                <a:cubicBezTo>
                  <a:pt x="122" y="101"/>
                  <a:pt x="141" y="101"/>
                  <a:pt x="153" y="89"/>
                </a:cubicBezTo>
                <a:cubicBezTo>
                  <a:pt x="165" y="78"/>
                  <a:pt x="165" y="59"/>
                  <a:pt x="154" y="47"/>
                </a:cubicBezTo>
                <a:cubicBezTo>
                  <a:pt x="142" y="36"/>
                  <a:pt x="123" y="36"/>
                  <a:pt x="111" y="48"/>
                </a:cubicBezTo>
                <a:close/>
                <a:moveTo>
                  <a:pt x="147" y="83"/>
                </a:moveTo>
                <a:cubicBezTo>
                  <a:pt x="138" y="92"/>
                  <a:pt x="125" y="92"/>
                  <a:pt x="117" y="84"/>
                </a:cubicBezTo>
                <a:cubicBezTo>
                  <a:pt x="108" y="76"/>
                  <a:pt x="109" y="62"/>
                  <a:pt x="117" y="54"/>
                </a:cubicBezTo>
                <a:cubicBezTo>
                  <a:pt x="126" y="45"/>
                  <a:pt x="139" y="45"/>
                  <a:pt x="148" y="53"/>
                </a:cubicBezTo>
                <a:cubicBezTo>
                  <a:pt x="156" y="61"/>
                  <a:pt x="156" y="75"/>
                  <a:pt x="147" y="83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52517C-569C-4F3A-B23B-EF0BFA2D64A7}"/>
              </a:ext>
            </a:extLst>
          </p:cNvPr>
          <p:cNvSpPr txBox="1"/>
          <p:nvPr/>
        </p:nvSpPr>
        <p:spPr>
          <a:xfrm>
            <a:off x="151048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93F003-78C2-4048-943D-2D3DF0C4FFE1}"/>
              </a:ext>
            </a:extLst>
          </p:cNvPr>
          <p:cNvSpPr txBox="1"/>
          <p:nvPr/>
        </p:nvSpPr>
        <p:spPr>
          <a:xfrm>
            <a:off x="4025739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Bahnschrift SemiBold Condensed" panose="020B0502040204020203" pitchFamily="34" charset="0"/>
                <a:cs typeface="Sora" pitchFamily="2" charset="0"/>
              </a:rPr>
              <a:t>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933380-D607-4DA7-995E-8DB5FA8F3DCC}"/>
              </a:ext>
            </a:extLst>
          </p:cNvPr>
          <p:cNvSpPr txBox="1"/>
          <p:nvPr/>
        </p:nvSpPr>
        <p:spPr>
          <a:xfrm>
            <a:off x="6506687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sp>
        <p:nvSpPr>
          <p:cNvPr id="50" name="Freeform 405">
            <a:extLst>
              <a:ext uri="{FF2B5EF4-FFF2-40B4-BE49-F238E27FC236}">
                <a16:creationId xmlns:a16="http://schemas.microsoft.com/office/drawing/2014/main" id="{CABCEC68-C250-4D76-B00C-DCEA45BB010B}"/>
              </a:ext>
            </a:extLst>
          </p:cNvPr>
          <p:cNvSpPr>
            <a:spLocks noEditPoints="1"/>
          </p:cNvSpPr>
          <p:nvPr/>
        </p:nvSpPr>
        <p:spPr bwMode="auto">
          <a:xfrm>
            <a:off x="9396066" y="2027941"/>
            <a:ext cx="435112" cy="626562"/>
          </a:xfrm>
          <a:custGeom>
            <a:avLst/>
            <a:gdLst>
              <a:gd name="T0" fmla="*/ 111 w 130"/>
              <a:gd name="T1" fmla="*/ 26 h 190"/>
              <a:gd name="T2" fmla="*/ 111 w 130"/>
              <a:gd name="T3" fmla="*/ 25 h 190"/>
              <a:gd name="T4" fmla="*/ 96 w 130"/>
              <a:gd name="T5" fmla="*/ 1 h 190"/>
              <a:gd name="T6" fmla="*/ 84 w 130"/>
              <a:gd name="T7" fmla="*/ 27 h 190"/>
              <a:gd name="T8" fmla="*/ 76 w 130"/>
              <a:gd name="T9" fmla="*/ 12 h 190"/>
              <a:gd name="T10" fmla="*/ 46 w 130"/>
              <a:gd name="T11" fmla="*/ 12 h 190"/>
              <a:gd name="T12" fmla="*/ 37 w 130"/>
              <a:gd name="T13" fmla="*/ 55 h 190"/>
              <a:gd name="T14" fmla="*/ 37 w 130"/>
              <a:gd name="T15" fmla="*/ 49 h 190"/>
              <a:gd name="T16" fmla="*/ 35 w 130"/>
              <a:gd name="T17" fmla="*/ 39 h 190"/>
              <a:gd name="T18" fmla="*/ 32 w 130"/>
              <a:gd name="T19" fmla="*/ 3 h 190"/>
              <a:gd name="T20" fmla="*/ 23 w 130"/>
              <a:gd name="T21" fmla="*/ 14 h 190"/>
              <a:gd name="T22" fmla="*/ 22 w 130"/>
              <a:gd name="T23" fmla="*/ 40 h 190"/>
              <a:gd name="T24" fmla="*/ 21 w 130"/>
              <a:gd name="T25" fmla="*/ 49 h 190"/>
              <a:gd name="T26" fmla="*/ 21 w 130"/>
              <a:gd name="T27" fmla="*/ 63 h 190"/>
              <a:gd name="T28" fmla="*/ 0 w 130"/>
              <a:gd name="T29" fmla="*/ 90 h 190"/>
              <a:gd name="T30" fmla="*/ 10 w 130"/>
              <a:gd name="T31" fmla="*/ 168 h 190"/>
              <a:gd name="T32" fmla="*/ 120 w 130"/>
              <a:gd name="T33" fmla="*/ 164 h 190"/>
              <a:gd name="T34" fmla="*/ 130 w 130"/>
              <a:gd name="T35" fmla="*/ 90 h 190"/>
              <a:gd name="T36" fmla="*/ 98 w 130"/>
              <a:gd name="T37" fmla="*/ 5 h 190"/>
              <a:gd name="T38" fmla="*/ 102 w 130"/>
              <a:gd name="T39" fmla="*/ 25 h 190"/>
              <a:gd name="T40" fmla="*/ 94 w 130"/>
              <a:gd name="T41" fmla="*/ 25 h 190"/>
              <a:gd name="T42" fmla="*/ 88 w 130"/>
              <a:gd name="T43" fmla="*/ 25 h 190"/>
              <a:gd name="T44" fmla="*/ 89 w 130"/>
              <a:gd name="T45" fmla="*/ 30 h 190"/>
              <a:gd name="T46" fmla="*/ 97 w 130"/>
              <a:gd name="T47" fmla="*/ 30 h 190"/>
              <a:gd name="T48" fmla="*/ 101 w 130"/>
              <a:gd name="T49" fmla="*/ 28 h 190"/>
              <a:gd name="T50" fmla="*/ 108 w 130"/>
              <a:gd name="T51" fmla="*/ 29 h 190"/>
              <a:gd name="T52" fmla="*/ 87 w 130"/>
              <a:gd name="T53" fmla="*/ 29 h 190"/>
              <a:gd name="T54" fmla="*/ 61 w 130"/>
              <a:gd name="T55" fmla="*/ 51 h 190"/>
              <a:gd name="T56" fmla="*/ 49 w 130"/>
              <a:gd name="T57" fmla="*/ 43 h 190"/>
              <a:gd name="T58" fmla="*/ 60 w 130"/>
              <a:gd name="T59" fmla="*/ 40 h 190"/>
              <a:gd name="T60" fmla="*/ 60 w 130"/>
              <a:gd name="T61" fmla="*/ 34 h 190"/>
              <a:gd name="T62" fmla="*/ 49 w 130"/>
              <a:gd name="T63" fmla="*/ 31 h 190"/>
              <a:gd name="T64" fmla="*/ 61 w 130"/>
              <a:gd name="T65" fmla="*/ 23 h 190"/>
              <a:gd name="T66" fmla="*/ 49 w 130"/>
              <a:gd name="T67" fmla="*/ 14 h 190"/>
              <a:gd name="T68" fmla="*/ 49 w 130"/>
              <a:gd name="T69" fmla="*/ 63 h 190"/>
              <a:gd name="T70" fmla="*/ 26 w 130"/>
              <a:gd name="T71" fmla="*/ 16 h 190"/>
              <a:gd name="T72" fmla="*/ 36 w 130"/>
              <a:gd name="T73" fmla="*/ 22 h 190"/>
              <a:gd name="T74" fmla="*/ 31 w 130"/>
              <a:gd name="T75" fmla="*/ 38 h 190"/>
              <a:gd name="T76" fmla="*/ 26 w 130"/>
              <a:gd name="T77" fmla="*/ 38 h 190"/>
              <a:gd name="T78" fmla="*/ 24 w 130"/>
              <a:gd name="T79" fmla="*/ 47 h 190"/>
              <a:gd name="T80" fmla="*/ 25 w 130"/>
              <a:gd name="T81" fmla="*/ 41 h 190"/>
              <a:gd name="T82" fmla="*/ 32 w 130"/>
              <a:gd name="T83" fmla="*/ 41 h 190"/>
              <a:gd name="T84" fmla="*/ 33 w 130"/>
              <a:gd name="T85" fmla="*/ 44 h 190"/>
              <a:gd name="T86" fmla="*/ 33 w 130"/>
              <a:gd name="T87" fmla="*/ 50 h 190"/>
              <a:gd name="T88" fmla="*/ 24 w 130"/>
              <a:gd name="T89" fmla="*/ 63 h 190"/>
              <a:gd name="T90" fmla="*/ 33 w 130"/>
              <a:gd name="T91" fmla="*/ 50 h 190"/>
              <a:gd name="T92" fmla="*/ 31 w 130"/>
              <a:gd name="T93" fmla="*/ 187 h 190"/>
              <a:gd name="T94" fmla="*/ 69 w 130"/>
              <a:gd name="T95" fmla="*/ 151 h 190"/>
              <a:gd name="T96" fmla="*/ 69 w 130"/>
              <a:gd name="T97" fmla="*/ 122 h 190"/>
              <a:gd name="T98" fmla="*/ 117 w 130"/>
              <a:gd name="T99" fmla="*/ 92 h 190"/>
              <a:gd name="T100" fmla="*/ 13 w 130"/>
              <a:gd name="T101" fmla="*/ 125 h 190"/>
              <a:gd name="T102" fmla="*/ 13 w 130"/>
              <a:gd name="T103" fmla="*/ 148 h 190"/>
              <a:gd name="T104" fmla="*/ 3 w 130"/>
              <a:gd name="T105" fmla="*/ 75 h 190"/>
              <a:gd name="T106" fmla="*/ 89 w 130"/>
              <a:gd name="T107" fmla="*/ 72 h 190"/>
              <a:gd name="T108" fmla="*/ 127 w 130"/>
              <a:gd name="T109" fmla="*/ 66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0" h="190">
                <a:moveTo>
                  <a:pt x="128" y="63"/>
                </a:moveTo>
                <a:cubicBezTo>
                  <a:pt x="111" y="63"/>
                  <a:pt x="111" y="63"/>
                  <a:pt x="111" y="63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5"/>
                  <a:pt x="111" y="25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0"/>
                  <a:pt x="98" y="0"/>
                  <a:pt x="98" y="0"/>
                </a:cubicBezTo>
                <a:cubicBezTo>
                  <a:pt x="97" y="0"/>
                  <a:pt x="96" y="0"/>
                  <a:pt x="96" y="1"/>
                </a:cubicBezTo>
                <a:cubicBezTo>
                  <a:pt x="85" y="24"/>
                  <a:pt x="85" y="24"/>
                  <a:pt x="85" y="24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25"/>
                  <a:pt x="84" y="26"/>
                  <a:pt x="84" y="27"/>
                </a:cubicBezTo>
                <a:cubicBezTo>
                  <a:pt x="84" y="63"/>
                  <a:pt x="84" y="63"/>
                  <a:pt x="84" y="6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12"/>
                  <a:pt x="76" y="12"/>
                  <a:pt x="76" y="12"/>
                </a:cubicBezTo>
                <a:cubicBezTo>
                  <a:pt x="76" y="11"/>
                  <a:pt x="76" y="11"/>
                  <a:pt x="75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1"/>
                  <a:pt x="46" y="11"/>
                  <a:pt x="46" y="12"/>
                </a:cubicBezTo>
                <a:cubicBezTo>
                  <a:pt x="46" y="63"/>
                  <a:pt x="46" y="63"/>
                  <a:pt x="46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1"/>
                  <a:pt x="37" y="58"/>
                  <a:pt x="37" y="55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42"/>
                  <a:pt x="36" y="41"/>
                  <a:pt x="36" y="40"/>
                </a:cubicBezTo>
                <a:cubicBezTo>
                  <a:pt x="35" y="40"/>
                  <a:pt x="35" y="39"/>
                  <a:pt x="35" y="39"/>
                </a:cubicBezTo>
                <a:cubicBezTo>
                  <a:pt x="37" y="35"/>
                  <a:pt x="39" y="30"/>
                  <a:pt x="39" y="22"/>
                </a:cubicBezTo>
                <a:cubicBezTo>
                  <a:pt x="39" y="18"/>
                  <a:pt x="38" y="14"/>
                  <a:pt x="36" y="10"/>
                </a:cubicBezTo>
                <a:cubicBezTo>
                  <a:pt x="35" y="8"/>
                  <a:pt x="34" y="5"/>
                  <a:pt x="32" y="3"/>
                </a:cubicBezTo>
                <a:cubicBezTo>
                  <a:pt x="31" y="3"/>
                  <a:pt x="31" y="3"/>
                  <a:pt x="30" y="3"/>
                </a:cubicBezTo>
                <a:cubicBezTo>
                  <a:pt x="30" y="3"/>
                  <a:pt x="29" y="3"/>
                  <a:pt x="29" y="4"/>
                </a:cubicBezTo>
                <a:cubicBezTo>
                  <a:pt x="28" y="9"/>
                  <a:pt x="26" y="11"/>
                  <a:pt x="23" y="14"/>
                </a:cubicBezTo>
                <a:cubicBezTo>
                  <a:pt x="21" y="16"/>
                  <a:pt x="19" y="19"/>
                  <a:pt x="19" y="23"/>
                </a:cubicBezTo>
                <a:cubicBezTo>
                  <a:pt x="19" y="30"/>
                  <a:pt x="20" y="35"/>
                  <a:pt x="23" y="39"/>
                </a:cubicBezTo>
                <a:cubicBezTo>
                  <a:pt x="23" y="39"/>
                  <a:pt x="22" y="40"/>
                  <a:pt x="22" y="40"/>
                </a:cubicBezTo>
                <a:cubicBezTo>
                  <a:pt x="21" y="41"/>
                  <a:pt x="21" y="42"/>
                  <a:pt x="21" y="44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9"/>
                  <a:pt x="21" y="61"/>
                  <a:pt x="21" y="63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3"/>
                  <a:pt x="0" y="63"/>
                  <a:pt x="0" y="6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1"/>
                  <a:pt x="1" y="92"/>
                  <a:pt x="2" y="92"/>
                </a:cubicBezTo>
                <a:cubicBezTo>
                  <a:pt x="10" y="92"/>
                  <a:pt x="10" y="92"/>
                  <a:pt x="10" y="92"/>
                </a:cubicBezTo>
                <a:cubicBezTo>
                  <a:pt x="10" y="168"/>
                  <a:pt x="10" y="168"/>
                  <a:pt x="10" y="168"/>
                </a:cubicBezTo>
                <a:cubicBezTo>
                  <a:pt x="10" y="180"/>
                  <a:pt x="20" y="190"/>
                  <a:pt x="31" y="190"/>
                </a:cubicBezTo>
                <a:cubicBezTo>
                  <a:pt x="94" y="190"/>
                  <a:pt x="94" y="190"/>
                  <a:pt x="94" y="190"/>
                </a:cubicBezTo>
                <a:cubicBezTo>
                  <a:pt x="108" y="190"/>
                  <a:pt x="120" y="178"/>
                  <a:pt x="120" y="16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29" y="92"/>
                  <a:pt x="130" y="91"/>
                  <a:pt x="130" y="90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3"/>
                  <a:pt x="129" y="63"/>
                  <a:pt x="128" y="63"/>
                </a:cubicBezTo>
                <a:close/>
                <a:moveTo>
                  <a:pt x="98" y="5"/>
                </a:moveTo>
                <a:cubicBezTo>
                  <a:pt x="108" y="25"/>
                  <a:pt x="108" y="25"/>
                  <a:pt x="108" y="25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102" y="24"/>
                  <a:pt x="101" y="24"/>
                  <a:pt x="100" y="25"/>
                </a:cubicBezTo>
                <a:cubicBezTo>
                  <a:pt x="98" y="27"/>
                  <a:pt x="98" y="27"/>
                  <a:pt x="98" y="27"/>
                </a:cubicBezTo>
                <a:cubicBezTo>
                  <a:pt x="94" y="25"/>
                  <a:pt x="94" y="25"/>
                  <a:pt x="94" y="25"/>
                </a:cubicBezTo>
                <a:cubicBezTo>
                  <a:pt x="93" y="24"/>
                  <a:pt x="93" y="24"/>
                  <a:pt x="92" y="25"/>
                </a:cubicBezTo>
                <a:cubicBezTo>
                  <a:pt x="90" y="27"/>
                  <a:pt x="90" y="27"/>
                  <a:pt x="90" y="27"/>
                </a:cubicBezTo>
                <a:cubicBezTo>
                  <a:pt x="88" y="25"/>
                  <a:pt x="88" y="25"/>
                  <a:pt x="88" y="25"/>
                </a:cubicBezTo>
                <a:lnTo>
                  <a:pt x="98" y="5"/>
                </a:lnTo>
                <a:close/>
                <a:moveTo>
                  <a:pt x="87" y="29"/>
                </a:moveTo>
                <a:cubicBezTo>
                  <a:pt x="89" y="30"/>
                  <a:pt x="89" y="30"/>
                  <a:pt x="89" y="30"/>
                </a:cubicBezTo>
                <a:cubicBezTo>
                  <a:pt x="90" y="30"/>
                  <a:pt x="91" y="30"/>
                  <a:pt x="91" y="30"/>
                </a:cubicBezTo>
                <a:cubicBezTo>
                  <a:pt x="93" y="28"/>
                  <a:pt x="93" y="28"/>
                  <a:pt x="93" y="28"/>
                </a:cubicBezTo>
                <a:cubicBezTo>
                  <a:pt x="97" y="30"/>
                  <a:pt x="97" y="30"/>
                  <a:pt x="97" y="30"/>
                </a:cubicBezTo>
                <a:cubicBezTo>
                  <a:pt x="97" y="31"/>
                  <a:pt x="98" y="31"/>
                  <a:pt x="98" y="31"/>
                </a:cubicBezTo>
                <a:cubicBezTo>
                  <a:pt x="98" y="31"/>
                  <a:pt x="99" y="31"/>
                  <a:pt x="99" y="30"/>
                </a:cubicBezTo>
                <a:cubicBezTo>
                  <a:pt x="101" y="28"/>
                  <a:pt x="101" y="28"/>
                  <a:pt x="101" y="28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104" y="31"/>
                  <a:pt x="105" y="31"/>
                  <a:pt x="106" y="30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108" y="63"/>
                  <a:pt x="108" y="63"/>
                  <a:pt x="108" y="63"/>
                </a:cubicBezTo>
                <a:cubicBezTo>
                  <a:pt x="87" y="63"/>
                  <a:pt x="87" y="63"/>
                  <a:pt x="87" y="63"/>
                </a:cubicBezTo>
                <a:lnTo>
                  <a:pt x="87" y="29"/>
                </a:lnTo>
                <a:close/>
                <a:moveTo>
                  <a:pt x="49" y="53"/>
                </a:moveTo>
                <a:cubicBezTo>
                  <a:pt x="60" y="53"/>
                  <a:pt x="60" y="53"/>
                  <a:pt x="60" y="53"/>
                </a:cubicBezTo>
                <a:cubicBezTo>
                  <a:pt x="61" y="53"/>
                  <a:pt x="61" y="52"/>
                  <a:pt x="61" y="51"/>
                </a:cubicBezTo>
                <a:cubicBezTo>
                  <a:pt x="61" y="50"/>
                  <a:pt x="61" y="49"/>
                  <a:pt x="6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3"/>
                  <a:pt x="49" y="43"/>
                  <a:pt x="49" y="43"/>
                </a:cubicBezTo>
                <a:cubicBezTo>
                  <a:pt x="60" y="43"/>
                  <a:pt x="60" y="43"/>
                  <a:pt x="60" y="43"/>
                </a:cubicBezTo>
                <a:cubicBezTo>
                  <a:pt x="61" y="43"/>
                  <a:pt x="61" y="42"/>
                  <a:pt x="61" y="42"/>
                </a:cubicBezTo>
                <a:cubicBezTo>
                  <a:pt x="61" y="41"/>
                  <a:pt x="61" y="40"/>
                  <a:pt x="60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49" y="34"/>
                  <a:pt x="49" y="34"/>
                  <a:pt x="49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1" y="34"/>
                  <a:pt x="61" y="33"/>
                  <a:pt x="61" y="32"/>
                </a:cubicBezTo>
                <a:cubicBezTo>
                  <a:pt x="61" y="31"/>
                  <a:pt x="61" y="31"/>
                  <a:pt x="60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9" y="24"/>
                  <a:pt x="49" y="24"/>
                  <a:pt x="49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1" y="24"/>
                  <a:pt x="61" y="23"/>
                  <a:pt x="61" y="23"/>
                </a:cubicBezTo>
                <a:cubicBezTo>
                  <a:pt x="61" y="22"/>
                  <a:pt x="61" y="21"/>
                  <a:pt x="60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14"/>
                  <a:pt x="49" y="14"/>
                  <a:pt x="49" y="14"/>
                </a:cubicBezTo>
                <a:cubicBezTo>
                  <a:pt x="73" y="14"/>
                  <a:pt x="73" y="14"/>
                  <a:pt x="73" y="14"/>
                </a:cubicBezTo>
                <a:cubicBezTo>
                  <a:pt x="73" y="63"/>
                  <a:pt x="73" y="63"/>
                  <a:pt x="73" y="63"/>
                </a:cubicBezTo>
                <a:cubicBezTo>
                  <a:pt x="49" y="63"/>
                  <a:pt x="49" y="63"/>
                  <a:pt x="49" y="63"/>
                </a:cubicBezTo>
                <a:lnTo>
                  <a:pt x="49" y="53"/>
                </a:lnTo>
                <a:close/>
                <a:moveTo>
                  <a:pt x="22" y="23"/>
                </a:moveTo>
                <a:cubicBezTo>
                  <a:pt x="22" y="20"/>
                  <a:pt x="24" y="18"/>
                  <a:pt x="26" y="16"/>
                </a:cubicBezTo>
                <a:cubicBezTo>
                  <a:pt x="28" y="14"/>
                  <a:pt x="30" y="11"/>
                  <a:pt x="31" y="8"/>
                </a:cubicBezTo>
                <a:cubicBezTo>
                  <a:pt x="32" y="9"/>
                  <a:pt x="33" y="10"/>
                  <a:pt x="33" y="11"/>
                </a:cubicBezTo>
                <a:cubicBezTo>
                  <a:pt x="35" y="15"/>
                  <a:pt x="36" y="19"/>
                  <a:pt x="36" y="22"/>
                </a:cubicBezTo>
                <a:cubicBezTo>
                  <a:pt x="36" y="30"/>
                  <a:pt x="34" y="35"/>
                  <a:pt x="32" y="38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38"/>
                  <a:pt x="31" y="38"/>
                  <a:pt x="31" y="38"/>
                </a:cubicBezTo>
                <a:cubicBezTo>
                  <a:pt x="31" y="38"/>
                  <a:pt x="31" y="39"/>
                  <a:pt x="31" y="39"/>
                </a:cubicBezTo>
                <a:cubicBezTo>
                  <a:pt x="29" y="39"/>
                  <a:pt x="28" y="39"/>
                  <a:pt x="27" y="39"/>
                </a:cubicBezTo>
                <a:cubicBezTo>
                  <a:pt x="27" y="38"/>
                  <a:pt x="26" y="38"/>
                  <a:pt x="26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3" y="35"/>
                  <a:pt x="22" y="30"/>
                  <a:pt x="22" y="23"/>
                </a:cubicBezTo>
                <a:close/>
                <a:moveTo>
                  <a:pt x="24" y="47"/>
                </a:moveTo>
                <a:cubicBezTo>
                  <a:pt x="24" y="44"/>
                  <a:pt x="24" y="44"/>
                  <a:pt x="24" y="44"/>
                </a:cubicBezTo>
                <a:cubicBezTo>
                  <a:pt x="24" y="43"/>
                  <a:pt x="24" y="42"/>
                  <a:pt x="25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2"/>
                  <a:pt x="28" y="42"/>
                  <a:pt x="29" y="42"/>
                </a:cubicBezTo>
                <a:cubicBezTo>
                  <a:pt x="30" y="42"/>
                  <a:pt x="31" y="42"/>
                  <a:pt x="32" y="41"/>
                </a:cubicBezTo>
                <a:cubicBezTo>
                  <a:pt x="32" y="41"/>
                  <a:pt x="33" y="41"/>
                  <a:pt x="33" y="41"/>
                </a:cubicBezTo>
                <a:cubicBezTo>
                  <a:pt x="33" y="41"/>
                  <a:pt x="33" y="41"/>
                  <a:pt x="33" y="41"/>
                </a:cubicBezTo>
                <a:cubicBezTo>
                  <a:pt x="33" y="42"/>
                  <a:pt x="33" y="43"/>
                  <a:pt x="33" y="44"/>
                </a:cubicBezTo>
                <a:cubicBezTo>
                  <a:pt x="33" y="47"/>
                  <a:pt x="33" y="47"/>
                  <a:pt x="33" y="47"/>
                </a:cubicBezTo>
                <a:lnTo>
                  <a:pt x="24" y="47"/>
                </a:lnTo>
                <a:close/>
                <a:moveTo>
                  <a:pt x="33" y="50"/>
                </a:moveTo>
                <a:cubicBezTo>
                  <a:pt x="33" y="55"/>
                  <a:pt x="33" y="55"/>
                  <a:pt x="33" y="55"/>
                </a:cubicBezTo>
                <a:cubicBezTo>
                  <a:pt x="33" y="58"/>
                  <a:pt x="33" y="61"/>
                  <a:pt x="33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1"/>
                  <a:pt x="24" y="59"/>
                  <a:pt x="24" y="56"/>
                </a:cubicBezTo>
                <a:cubicBezTo>
                  <a:pt x="24" y="50"/>
                  <a:pt x="24" y="50"/>
                  <a:pt x="24" y="50"/>
                </a:cubicBezTo>
                <a:lnTo>
                  <a:pt x="33" y="50"/>
                </a:lnTo>
                <a:close/>
                <a:moveTo>
                  <a:pt x="117" y="164"/>
                </a:moveTo>
                <a:cubicBezTo>
                  <a:pt x="117" y="177"/>
                  <a:pt x="106" y="187"/>
                  <a:pt x="94" y="187"/>
                </a:cubicBezTo>
                <a:cubicBezTo>
                  <a:pt x="31" y="187"/>
                  <a:pt x="31" y="187"/>
                  <a:pt x="31" y="187"/>
                </a:cubicBezTo>
                <a:cubicBezTo>
                  <a:pt x="21" y="187"/>
                  <a:pt x="13" y="179"/>
                  <a:pt x="13" y="168"/>
                </a:cubicBezTo>
                <a:cubicBezTo>
                  <a:pt x="13" y="151"/>
                  <a:pt x="13" y="151"/>
                  <a:pt x="13" y="151"/>
                </a:cubicBezTo>
                <a:cubicBezTo>
                  <a:pt x="69" y="151"/>
                  <a:pt x="69" y="151"/>
                  <a:pt x="69" y="151"/>
                </a:cubicBezTo>
                <a:cubicBezTo>
                  <a:pt x="70" y="151"/>
                  <a:pt x="70" y="151"/>
                  <a:pt x="70" y="150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2"/>
                  <a:pt x="69" y="122"/>
                </a:cubicBezTo>
                <a:cubicBezTo>
                  <a:pt x="13" y="122"/>
                  <a:pt x="13" y="122"/>
                  <a:pt x="13" y="122"/>
                </a:cubicBezTo>
                <a:cubicBezTo>
                  <a:pt x="13" y="92"/>
                  <a:pt x="13" y="92"/>
                  <a:pt x="13" y="92"/>
                </a:cubicBezTo>
                <a:cubicBezTo>
                  <a:pt x="117" y="92"/>
                  <a:pt x="117" y="92"/>
                  <a:pt x="117" y="92"/>
                </a:cubicBezTo>
                <a:lnTo>
                  <a:pt x="117" y="164"/>
                </a:lnTo>
                <a:close/>
                <a:moveTo>
                  <a:pt x="13" y="148"/>
                </a:moveTo>
                <a:cubicBezTo>
                  <a:pt x="13" y="125"/>
                  <a:pt x="13" y="125"/>
                  <a:pt x="13" y="125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48"/>
                  <a:pt x="67" y="148"/>
                  <a:pt x="67" y="148"/>
                </a:cubicBezTo>
                <a:lnTo>
                  <a:pt x="13" y="148"/>
                </a:lnTo>
                <a:close/>
                <a:moveTo>
                  <a:pt x="127" y="89"/>
                </a:moveTo>
                <a:cubicBezTo>
                  <a:pt x="3" y="89"/>
                  <a:pt x="3" y="89"/>
                  <a:pt x="3" y="89"/>
                </a:cubicBezTo>
                <a:cubicBezTo>
                  <a:pt x="3" y="75"/>
                  <a:pt x="3" y="75"/>
                  <a:pt x="3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90" y="75"/>
                  <a:pt x="91" y="74"/>
                  <a:pt x="91" y="73"/>
                </a:cubicBezTo>
                <a:cubicBezTo>
                  <a:pt x="91" y="73"/>
                  <a:pt x="90" y="72"/>
                  <a:pt x="89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66"/>
                  <a:pt x="3" y="66"/>
                  <a:pt x="3" y="66"/>
                </a:cubicBezTo>
                <a:cubicBezTo>
                  <a:pt x="127" y="66"/>
                  <a:pt x="127" y="66"/>
                  <a:pt x="127" y="66"/>
                </a:cubicBezTo>
                <a:lnTo>
                  <a:pt x="127" y="89"/>
                </a:lnTo>
                <a:close/>
              </a:path>
            </a:pathLst>
          </a:custGeom>
          <a:solidFill>
            <a:srgbClr val="F5822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163BB9-E63E-46B1-B5B8-F0BBAC4F4592}"/>
              </a:ext>
            </a:extLst>
          </p:cNvPr>
          <p:cNvSpPr txBox="1"/>
          <p:nvPr/>
        </p:nvSpPr>
        <p:spPr>
          <a:xfrm>
            <a:off x="8969055" y="2784460"/>
            <a:ext cx="1289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PROCESS STEP</a:t>
            </a:r>
          </a:p>
          <a:p>
            <a:pPr algn="ctr"/>
            <a:r>
              <a:rPr lang="en-US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03</a:t>
            </a:r>
          </a:p>
        </p:txBody>
      </p: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AF0D0D79-D658-4B22-B3D3-79BECC8DF906}"/>
              </a:ext>
            </a:extLst>
          </p:cNvPr>
          <p:cNvCxnSpPr/>
          <p:nvPr/>
        </p:nvCxnSpPr>
        <p:spPr>
          <a:xfrm>
            <a:off x="2160539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>
                <a:lumMod val="75000"/>
              </a:srgbClr>
            </a:solidFill>
            <a:prstDash val="solid"/>
            <a:miter lim="800000"/>
            <a:tailEnd type="oval"/>
          </a:ln>
          <a:effectLst/>
        </p:spPr>
      </p:cxnSp>
      <p:sp>
        <p:nvSpPr>
          <p:cNvPr id="53" name="Rectangle 41">
            <a:extLst>
              <a:ext uri="{FF2B5EF4-FFF2-40B4-BE49-F238E27FC236}">
                <a16:creationId xmlns:a16="http://schemas.microsoft.com/office/drawing/2014/main" id="{13220A2D-CE70-470E-87F2-08E031AB256A}"/>
              </a:ext>
            </a:extLst>
          </p:cNvPr>
          <p:cNvSpPr/>
          <p:nvPr/>
        </p:nvSpPr>
        <p:spPr>
          <a:xfrm>
            <a:off x="3764875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C9AC0C0B-B509-40F1-A601-2FAD3CD64E2B}"/>
              </a:ext>
            </a:extLst>
          </p:cNvPr>
          <p:cNvSpPr txBox="1">
            <a:spLocks/>
          </p:cNvSpPr>
          <p:nvPr/>
        </p:nvSpPr>
        <p:spPr>
          <a:xfrm>
            <a:off x="3418220" y="4502278"/>
            <a:ext cx="2406570" cy="1372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</a:p>
        </p:txBody>
      </p:sp>
      <p:cxnSp>
        <p:nvCxnSpPr>
          <p:cNvPr id="55" name="Straight Connector 43">
            <a:extLst>
              <a:ext uri="{FF2B5EF4-FFF2-40B4-BE49-F238E27FC236}">
                <a16:creationId xmlns:a16="http://schemas.microsoft.com/office/drawing/2014/main" id="{06701712-8D1E-44B3-8FAC-AF3103A78BDC}"/>
              </a:ext>
            </a:extLst>
          </p:cNvPr>
          <p:cNvCxnSpPr/>
          <p:nvPr/>
        </p:nvCxnSpPr>
        <p:spPr>
          <a:xfrm>
            <a:off x="4670306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DB913"/>
            </a:solidFill>
            <a:prstDash val="solid"/>
            <a:miter lim="800000"/>
            <a:tailEnd type="oval"/>
          </a:ln>
          <a:effectLst/>
        </p:spPr>
      </p:cxnSp>
      <p:sp>
        <p:nvSpPr>
          <p:cNvPr id="56" name="Rectangle 44">
            <a:extLst>
              <a:ext uri="{FF2B5EF4-FFF2-40B4-BE49-F238E27FC236}">
                <a16:creationId xmlns:a16="http://schemas.microsoft.com/office/drawing/2014/main" id="{7D83ADCB-7DFA-4E43-BFF3-F87E4BB1FC0D}"/>
              </a:ext>
            </a:extLst>
          </p:cNvPr>
          <p:cNvSpPr/>
          <p:nvPr/>
        </p:nvSpPr>
        <p:spPr>
          <a:xfrm>
            <a:off x="6245823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586E2CA-04C3-4EB5-AEB0-51B38EDA971D}"/>
              </a:ext>
            </a:extLst>
          </p:cNvPr>
          <p:cNvSpPr txBox="1">
            <a:spLocks/>
          </p:cNvSpPr>
          <p:nvPr/>
        </p:nvSpPr>
        <p:spPr>
          <a:xfrm>
            <a:off x="5899168" y="4502278"/>
            <a:ext cx="2406570" cy="1372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</a:p>
        </p:txBody>
      </p:sp>
      <p:cxnSp>
        <p:nvCxnSpPr>
          <p:cNvPr id="58" name="Straight Connector 46">
            <a:extLst>
              <a:ext uri="{FF2B5EF4-FFF2-40B4-BE49-F238E27FC236}">
                <a16:creationId xmlns:a16="http://schemas.microsoft.com/office/drawing/2014/main" id="{457FE111-84E3-4189-90FD-BF076DA5C541}"/>
              </a:ext>
            </a:extLst>
          </p:cNvPr>
          <p:cNvCxnSpPr/>
          <p:nvPr/>
        </p:nvCxnSpPr>
        <p:spPr>
          <a:xfrm>
            <a:off x="7151253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oval"/>
          </a:ln>
          <a:effectLst/>
        </p:spPr>
      </p:cxnSp>
      <p:sp>
        <p:nvSpPr>
          <p:cNvPr id="59" name="Rectangle 47">
            <a:extLst>
              <a:ext uri="{FF2B5EF4-FFF2-40B4-BE49-F238E27FC236}">
                <a16:creationId xmlns:a16="http://schemas.microsoft.com/office/drawing/2014/main" id="{9A16E7A8-F29A-4789-959B-19D6847DD256}"/>
              </a:ext>
            </a:extLst>
          </p:cNvPr>
          <p:cNvSpPr/>
          <p:nvPr/>
        </p:nvSpPr>
        <p:spPr>
          <a:xfrm>
            <a:off x="8708191" y="4206047"/>
            <a:ext cx="18108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500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TITLE TEXT HERE</a:t>
            </a:r>
            <a:endParaRPr lang="en-US" sz="1500" dirty="0">
              <a:solidFill>
                <a:prstClr val="black"/>
              </a:solidFill>
              <a:latin typeface="Bahnschrift SemiBold Condensed" panose="020B0502040204020203" pitchFamily="34" charset="0"/>
              <a:cs typeface="Sora" pitchFamily="2" charset="0"/>
            </a:endParaRPr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6F07A14D-EBF2-4D91-831A-37750165444C}"/>
              </a:ext>
            </a:extLst>
          </p:cNvPr>
          <p:cNvSpPr txBox="1">
            <a:spLocks/>
          </p:cNvSpPr>
          <p:nvPr/>
        </p:nvSpPr>
        <p:spPr>
          <a:xfrm>
            <a:off x="8361536" y="4502278"/>
            <a:ext cx="2406570" cy="1372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 eiusmod tempor is incididunt ut labore et dolore</a:t>
            </a:r>
          </a:p>
        </p:txBody>
      </p:sp>
      <p:cxnSp>
        <p:nvCxnSpPr>
          <p:cNvPr id="61" name="Straight Connector 49">
            <a:extLst>
              <a:ext uri="{FF2B5EF4-FFF2-40B4-BE49-F238E27FC236}">
                <a16:creationId xmlns:a16="http://schemas.microsoft.com/office/drawing/2014/main" id="{2519BA35-0FF9-4AD8-8D9E-0FD63749D435}"/>
              </a:ext>
            </a:extLst>
          </p:cNvPr>
          <p:cNvCxnSpPr/>
          <p:nvPr/>
        </p:nvCxnSpPr>
        <p:spPr>
          <a:xfrm>
            <a:off x="9613622" y="3684634"/>
            <a:ext cx="0" cy="405958"/>
          </a:xfrm>
          <a:prstGeom prst="line">
            <a:avLst/>
          </a:prstGeom>
          <a:noFill/>
          <a:ln w="19050" cap="flat" cmpd="sng" algn="ctr">
            <a:solidFill>
              <a:srgbClr val="232323"/>
            </a:solidFill>
            <a:prstDash val="solid"/>
            <a:miter lim="800000"/>
            <a:tailEnd type="oval"/>
          </a:ln>
          <a:effectLst/>
        </p:spPr>
      </p:cxnSp>
      <p:sp>
        <p:nvSpPr>
          <p:cNvPr id="62" name="Shape 0">
            <a:extLst>
              <a:ext uri="{FF2B5EF4-FFF2-40B4-BE49-F238E27FC236}">
                <a16:creationId xmlns:a16="http://schemas.microsoft.com/office/drawing/2014/main" id="{00DE15C7-DF63-4610-BE7A-1219092EB4B2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D90C65AA-95F8-4CBD-9F20-389EE900A003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047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2492746" y="1367873"/>
            <a:ext cx="6495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92744" y="1700563"/>
            <a:ext cx="3416386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8929" y="1314011"/>
            <a:ext cx="7970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$ 4.7M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92746" y="2833837"/>
            <a:ext cx="801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SPENDING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2745" y="3166527"/>
            <a:ext cx="3416386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0531" y="2779975"/>
            <a:ext cx="7954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$ 3.5M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92746" y="4299801"/>
            <a:ext cx="6367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Bahnschrift SemiBold Condensed" panose="020B0502040204020203" pitchFamily="34" charset="0"/>
                <a:cs typeface="Sora" pitchFamily="2" charset="0"/>
              </a:rPr>
              <a:t>SAVING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92745" y="4632491"/>
            <a:ext cx="3416386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This is the sample Dummy Text insert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your desired text here because this the.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10832" y="4245939"/>
            <a:ext cx="635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200" dirty="0">
                <a:solidFill>
                  <a:schemeClr val="accent2"/>
                </a:solidFill>
                <a:latin typeface="Bahnschrift SemiBold Condensed" panose="020B0502040204020203" pitchFamily="34" charset="0"/>
                <a:cs typeface="Sora Bold" pitchFamily="2" charset="0"/>
              </a:rPr>
              <a:t>$ 5M</a:t>
            </a: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216915067"/>
              </p:ext>
            </p:extLst>
          </p:nvPr>
        </p:nvGraphicFramePr>
        <p:xfrm>
          <a:off x="6387736" y="1367873"/>
          <a:ext cx="4737463" cy="3985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ЦИФРЫ ИССЛЕДОВАНИЯ</a:t>
            </a:r>
            <a:endParaRPr sz="3000" dirty="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786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>
            <a:extLst>
              <a:ext uri="{FF2B5EF4-FFF2-40B4-BE49-F238E27FC236}">
                <a16:creationId xmlns:a16="http://schemas.microsoft.com/office/drawing/2014/main" id="{F164822A-3FBB-4227-B88B-F6021C62ED0E}"/>
              </a:ext>
            </a:extLst>
          </p:cNvPr>
          <p:cNvSpPr>
            <a:spLocks noGrp="1"/>
          </p:cNvSpPr>
          <p:nvPr/>
        </p:nvSpPr>
        <p:spPr>
          <a:xfrm flipV="1">
            <a:off x="0" y="3643948"/>
            <a:ext cx="12192000" cy="56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noGrp="1"/>
          </p:cNvSpPr>
          <p:nvPr/>
        </p:nvSpPr>
        <p:spPr>
          <a:xfrm>
            <a:off x="7520941" y="438912"/>
            <a:ext cx="381761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ru-RU" sz="3000" b="1" dirty="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ТАЙМЛАЙН</a:t>
            </a:r>
            <a:endParaRPr sz="3000" dirty="0">
              <a:solidFill>
                <a:srgbClr val="3F454F"/>
              </a:solidFill>
            </a:endParaRPr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6125EE07-EC7E-414C-8DCE-056C0B9369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9382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D9CD8-C3B1-4AA2-AAAC-5527577FA518}"/>
              </a:ext>
            </a:extLst>
          </p:cNvPr>
          <p:cNvSpPr txBox="1"/>
          <p:nvPr/>
        </p:nvSpPr>
        <p:spPr>
          <a:xfrm>
            <a:off x="1929852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EB8F3-D8FA-4FB6-8433-9EA1F6F8FC3E}"/>
              </a:ext>
            </a:extLst>
          </p:cNvPr>
          <p:cNvSpPr txBox="1"/>
          <p:nvPr/>
        </p:nvSpPr>
        <p:spPr>
          <a:xfrm>
            <a:off x="1396871" y="4927618"/>
            <a:ext cx="2105024" cy="91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DD87C-8BA7-489C-B337-1FB5E3051EDB}"/>
              </a:ext>
            </a:extLst>
          </p:cNvPr>
          <p:cNvSpPr txBox="1"/>
          <p:nvPr/>
        </p:nvSpPr>
        <p:spPr>
          <a:xfrm>
            <a:off x="3753674" y="1307358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B03CF9-A3C3-49E7-A62F-D9C31D899E82}"/>
              </a:ext>
            </a:extLst>
          </p:cNvPr>
          <p:cNvSpPr txBox="1"/>
          <p:nvPr/>
        </p:nvSpPr>
        <p:spPr>
          <a:xfrm>
            <a:off x="3220694" y="1695341"/>
            <a:ext cx="2105024" cy="91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20" name="Oval 6">
            <a:extLst>
              <a:ext uri="{FF2B5EF4-FFF2-40B4-BE49-F238E27FC236}">
                <a16:creationId xmlns:a16="http://schemas.microsoft.com/office/drawing/2014/main" id="{C95585F0-62F5-4BA6-B6D7-F023EE01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203" y="3310182"/>
            <a:ext cx="690358" cy="691521"/>
          </a:xfrm>
          <a:prstGeom prst="ellipse">
            <a:avLst/>
          </a:prstGeom>
          <a:solidFill>
            <a:sysClr val="window" lastClr="FF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Line 9">
            <a:extLst>
              <a:ext uri="{FF2B5EF4-FFF2-40B4-BE49-F238E27FC236}">
                <a16:creationId xmlns:a16="http://schemas.microsoft.com/office/drawing/2014/main" id="{9D0FD6FA-9992-4C5D-9192-40CF2A1A6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117" y="2878702"/>
            <a:ext cx="0" cy="1554480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4AED69D1-9FBA-4341-97B6-BF9C2EE70C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850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Line 13">
            <a:extLst>
              <a:ext uri="{FF2B5EF4-FFF2-40B4-BE49-F238E27FC236}">
                <a16:creationId xmlns:a16="http://schemas.microsoft.com/office/drawing/2014/main" id="{648C726E-5B79-40EA-8BC8-61D07F7776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42619" y="2878702"/>
            <a:ext cx="0" cy="1478281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43ED7B39-E5ED-4E97-A9E4-199C91A07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883" y="2878702"/>
            <a:ext cx="0" cy="1554480"/>
          </a:xfrm>
          <a:prstGeom prst="line">
            <a:avLst/>
          </a:prstGeom>
          <a:noFill/>
          <a:ln w="22225" cap="rnd">
            <a:solidFill>
              <a:srgbClr val="232323"/>
            </a:solidFill>
            <a:prstDash val="sysDot"/>
            <a:miter lim="800000"/>
            <a:headEnd type="oval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B2649892-4994-489C-B20B-1F004B76F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937" y="3310182"/>
            <a:ext cx="690358" cy="691521"/>
          </a:xfrm>
          <a:prstGeom prst="ellipse">
            <a:avLst/>
          </a:prstGeom>
          <a:solidFill>
            <a:sysClr val="window" lastClr="FFFFFF">
              <a:lumMod val="85000"/>
            </a:sysClr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6E74245E-A08E-42C8-93DB-2BF6A4255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821" y="3310182"/>
            <a:ext cx="690358" cy="691521"/>
          </a:xfrm>
          <a:prstGeom prst="ellipse">
            <a:avLst/>
          </a:prstGeom>
          <a:solidFill>
            <a:srgbClr val="F58220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E39F6DFC-00D2-45B8-BB20-E9FE1EFE9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704" y="3310182"/>
            <a:ext cx="690358" cy="691521"/>
          </a:xfrm>
          <a:prstGeom prst="ellipse">
            <a:avLst/>
          </a:prstGeom>
          <a:solidFill>
            <a:srgbClr val="232323">
              <a:lumMod val="75000"/>
              <a:lumOff val="25000"/>
            </a:srgbClr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167160E1-8F3F-4881-944B-65F7E26DB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7439" y="3310182"/>
            <a:ext cx="690358" cy="691521"/>
          </a:xfrm>
          <a:prstGeom prst="ellipse">
            <a:avLst/>
          </a:prstGeom>
          <a:solidFill>
            <a:sysClr val="window" lastClr="FF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369DAA-2F83-4326-B8BF-4EA79AFBCBBC}"/>
              </a:ext>
            </a:extLst>
          </p:cNvPr>
          <p:cNvSpPr txBox="1"/>
          <p:nvPr/>
        </p:nvSpPr>
        <p:spPr>
          <a:xfrm>
            <a:off x="5576467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704727-8D42-425F-A118-EA4AE8FFD8FA}"/>
              </a:ext>
            </a:extLst>
          </p:cNvPr>
          <p:cNvSpPr txBox="1"/>
          <p:nvPr/>
        </p:nvSpPr>
        <p:spPr>
          <a:xfrm>
            <a:off x="5043488" y="4927618"/>
            <a:ext cx="2105024" cy="91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C7F73-8F7B-41F8-972C-A0701C096B1A}"/>
              </a:ext>
            </a:extLst>
          </p:cNvPr>
          <p:cNvSpPr txBox="1"/>
          <p:nvPr/>
        </p:nvSpPr>
        <p:spPr>
          <a:xfrm>
            <a:off x="7399263" y="1307358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C8485B-9D79-43E4-A10D-FFDEFB5D7478}"/>
              </a:ext>
            </a:extLst>
          </p:cNvPr>
          <p:cNvSpPr txBox="1"/>
          <p:nvPr/>
        </p:nvSpPr>
        <p:spPr>
          <a:xfrm>
            <a:off x="6866283" y="1695341"/>
            <a:ext cx="2105024" cy="91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CCF66D-EA31-476F-843F-516ED01A6E6F}"/>
              </a:ext>
            </a:extLst>
          </p:cNvPr>
          <p:cNvSpPr txBox="1"/>
          <p:nvPr/>
        </p:nvSpPr>
        <p:spPr>
          <a:xfrm>
            <a:off x="9222145" y="458535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prstClr val="black"/>
                </a:solidFill>
                <a:latin typeface="Bahnschrift SemiBold Condensed" panose="020B0502040204020203" pitchFamily="34" charset="0"/>
                <a:cs typeface="Sora" pitchFamily="2" charset="0"/>
              </a:rPr>
              <a:t>DESCRIPTION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A100A2-48D4-4310-8AFD-62FD87592A35}"/>
              </a:ext>
            </a:extLst>
          </p:cNvPr>
          <p:cNvSpPr txBox="1"/>
          <p:nvPr/>
        </p:nvSpPr>
        <p:spPr>
          <a:xfrm>
            <a:off x="8689166" y="4927618"/>
            <a:ext cx="2105024" cy="91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document 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design, Lorem ipsum use ipsum</a:t>
            </a:r>
          </a:p>
          <a:p>
            <a:pPr algn="ctr">
              <a:lnSpc>
                <a:spcPts val="1600"/>
              </a:lnSpc>
            </a:pPr>
            <a:r>
              <a:rPr 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Nunito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placeholder text.</a:t>
            </a:r>
          </a:p>
        </p:txBody>
      </p:sp>
      <p:sp>
        <p:nvSpPr>
          <p:cNvPr id="38" name="Freeform 55">
            <a:extLst>
              <a:ext uri="{FF2B5EF4-FFF2-40B4-BE49-F238E27FC236}">
                <a16:creationId xmlns:a16="http://schemas.microsoft.com/office/drawing/2014/main" id="{49732C12-939C-4346-9493-0EC58F2E2514}"/>
              </a:ext>
            </a:extLst>
          </p:cNvPr>
          <p:cNvSpPr>
            <a:spLocks noEditPoints="1"/>
          </p:cNvSpPr>
          <p:nvPr/>
        </p:nvSpPr>
        <p:spPr bwMode="auto">
          <a:xfrm>
            <a:off x="2309383" y="3514579"/>
            <a:ext cx="279998" cy="282727"/>
          </a:xfrm>
          <a:custGeom>
            <a:avLst/>
            <a:gdLst>
              <a:gd name="T0" fmla="*/ 24 w 154"/>
              <a:gd name="T1" fmla="*/ 0 h 155"/>
              <a:gd name="T2" fmla="*/ 0 w 154"/>
              <a:gd name="T3" fmla="*/ 49 h 155"/>
              <a:gd name="T4" fmla="*/ 24 w 154"/>
              <a:gd name="T5" fmla="*/ 155 h 155"/>
              <a:gd name="T6" fmla="*/ 48 w 154"/>
              <a:gd name="T7" fmla="*/ 49 h 155"/>
              <a:gd name="T8" fmla="*/ 24 w 154"/>
              <a:gd name="T9" fmla="*/ 10 h 155"/>
              <a:gd name="T10" fmla="*/ 24 w 154"/>
              <a:gd name="T11" fmla="*/ 24 h 155"/>
              <a:gd name="T12" fmla="*/ 29 w 154"/>
              <a:gd name="T13" fmla="*/ 140 h 155"/>
              <a:gd name="T14" fmla="*/ 19 w 154"/>
              <a:gd name="T15" fmla="*/ 72 h 155"/>
              <a:gd name="T16" fmla="*/ 29 w 154"/>
              <a:gd name="T17" fmla="*/ 140 h 155"/>
              <a:gd name="T18" fmla="*/ 36 w 154"/>
              <a:gd name="T19" fmla="*/ 57 h 155"/>
              <a:gd name="T20" fmla="*/ 33 w 154"/>
              <a:gd name="T21" fmla="*/ 60 h 155"/>
              <a:gd name="T22" fmla="*/ 19 w 154"/>
              <a:gd name="T23" fmla="*/ 62 h 155"/>
              <a:gd name="T24" fmla="*/ 12 w 154"/>
              <a:gd name="T25" fmla="*/ 57 h 155"/>
              <a:gd name="T26" fmla="*/ 10 w 154"/>
              <a:gd name="T27" fmla="*/ 53 h 155"/>
              <a:gd name="T28" fmla="*/ 11 w 154"/>
              <a:gd name="T29" fmla="*/ 44 h 155"/>
              <a:gd name="T30" fmla="*/ 15 w 154"/>
              <a:gd name="T31" fmla="*/ 37 h 155"/>
              <a:gd name="T32" fmla="*/ 24 w 154"/>
              <a:gd name="T33" fmla="*/ 34 h 155"/>
              <a:gd name="T34" fmla="*/ 33 w 154"/>
              <a:gd name="T35" fmla="*/ 37 h 155"/>
              <a:gd name="T36" fmla="*/ 38 w 154"/>
              <a:gd name="T37" fmla="*/ 44 h 155"/>
              <a:gd name="T38" fmla="*/ 38 w 154"/>
              <a:gd name="T39" fmla="*/ 53 h 155"/>
              <a:gd name="T40" fmla="*/ 130 w 154"/>
              <a:gd name="T41" fmla="*/ 0 h 155"/>
              <a:gd name="T42" fmla="*/ 106 w 154"/>
              <a:gd name="T43" fmla="*/ 49 h 155"/>
              <a:gd name="T44" fmla="*/ 130 w 154"/>
              <a:gd name="T45" fmla="*/ 155 h 155"/>
              <a:gd name="T46" fmla="*/ 154 w 154"/>
              <a:gd name="T47" fmla="*/ 49 h 155"/>
              <a:gd name="T48" fmla="*/ 130 w 154"/>
              <a:gd name="T49" fmla="*/ 10 h 155"/>
              <a:gd name="T50" fmla="*/ 130 w 154"/>
              <a:gd name="T51" fmla="*/ 24 h 155"/>
              <a:gd name="T52" fmla="*/ 135 w 154"/>
              <a:gd name="T53" fmla="*/ 140 h 155"/>
              <a:gd name="T54" fmla="*/ 125 w 154"/>
              <a:gd name="T55" fmla="*/ 72 h 155"/>
              <a:gd name="T56" fmla="*/ 135 w 154"/>
              <a:gd name="T57" fmla="*/ 140 h 155"/>
              <a:gd name="T58" fmla="*/ 142 w 154"/>
              <a:gd name="T59" fmla="*/ 57 h 155"/>
              <a:gd name="T60" fmla="*/ 139 w 154"/>
              <a:gd name="T61" fmla="*/ 60 h 155"/>
              <a:gd name="T62" fmla="*/ 125 w 154"/>
              <a:gd name="T63" fmla="*/ 62 h 155"/>
              <a:gd name="T64" fmla="*/ 118 w 154"/>
              <a:gd name="T65" fmla="*/ 57 h 155"/>
              <a:gd name="T66" fmla="*/ 116 w 154"/>
              <a:gd name="T67" fmla="*/ 53 h 155"/>
              <a:gd name="T68" fmla="*/ 117 w 154"/>
              <a:gd name="T69" fmla="*/ 44 h 155"/>
              <a:gd name="T70" fmla="*/ 121 w 154"/>
              <a:gd name="T71" fmla="*/ 37 h 155"/>
              <a:gd name="T72" fmla="*/ 130 w 154"/>
              <a:gd name="T73" fmla="*/ 34 h 155"/>
              <a:gd name="T74" fmla="*/ 139 w 154"/>
              <a:gd name="T75" fmla="*/ 37 h 155"/>
              <a:gd name="T76" fmla="*/ 144 w 154"/>
              <a:gd name="T77" fmla="*/ 44 h 155"/>
              <a:gd name="T78" fmla="*/ 144 w 154"/>
              <a:gd name="T79" fmla="*/ 53 h 155"/>
              <a:gd name="T80" fmla="*/ 77 w 154"/>
              <a:gd name="T81" fmla="*/ 0 h 155"/>
              <a:gd name="T82" fmla="*/ 53 w 154"/>
              <a:gd name="T83" fmla="*/ 106 h 155"/>
              <a:gd name="T84" fmla="*/ 77 w 154"/>
              <a:gd name="T85" fmla="*/ 155 h 155"/>
              <a:gd name="T86" fmla="*/ 101 w 154"/>
              <a:gd name="T87" fmla="*/ 106 h 155"/>
              <a:gd name="T88" fmla="*/ 77 w 154"/>
              <a:gd name="T89" fmla="*/ 10 h 155"/>
              <a:gd name="T90" fmla="*/ 77 w 154"/>
              <a:gd name="T91" fmla="*/ 82 h 155"/>
              <a:gd name="T92" fmla="*/ 82 w 154"/>
              <a:gd name="T93" fmla="*/ 140 h 155"/>
              <a:gd name="T94" fmla="*/ 72 w 154"/>
              <a:gd name="T95" fmla="*/ 130 h 155"/>
              <a:gd name="T96" fmla="*/ 82 w 154"/>
              <a:gd name="T97" fmla="*/ 140 h 155"/>
              <a:gd name="T98" fmla="*/ 89 w 154"/>
              <a:gd name="T99" fmla="*/ 115 h 155"/>
              <a:gd name="T100" fmla="*/ 86 w 154"/>
              <a:gd name="T101" fmla="*/ 118 h 155"/>
              <a:gd name="T102" fmla="*/ 72 w 154"/>
              <a:gd name="T103" fmla="*/ 120 h 155"/>
              <a:gd name="T104" fmla="*/ 65 w 154"/>
              <a:gd name="T105" fmla="*/ 115 h 155"/>
              <a:gd name="T106" fmla="*/ 63 w 154"/>
              <a:gd name="T107" fmla="*/ 110 h 155"/>
              <a:gd name="T108" fmla="*/ 64 w 154"/>
              <a:gd name="T109" fmla="*/ 102 h 155"/>
              <a:gd name="T110" fmla="*/ 68 w 154"/>
              <a:gd name="T111" fmla="*/ 95 h 155"/>
              <a:gd name="T112" fmla="*/ 77 w 154"/>
              <a:gd name="T113" fmla="*/ 92 h 155"/>
              <a:gd name="T114" fmla="*/ 86 w 154"/>
              <a:gd name="T115" fmla="*/ 95 h 155"/>
              <a:gd name="T116" fmla="*/ 91 w 154"/>
              <a:gd name="T117" fmla="*/ 102 h 155"/>
              <a:gd name="T118" fmla="*/ 91 w 154"/>
              <a:gd name="T119" fmla="*/ 111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4" h="155">
                <a:moveTo>
                  <a:pt x="39" y="29"/>
                </a:moveTo>
                <a:cubicBezTo>
                  <a:pt x="39" y="15"/>
                  <a:pt x="39" y="15"/>
                  <a:pt x="39" y="15"/>
                </a:cubicBezTo>
                <a:cubicBezTo>
                  <a:pt x="39" y="7"/>
                  <a:pt x="32" y="0"/>
                  <a:pt x="24" y="0"/>
                </a:cubicBezTo>
                <a:cubicBezTo>
                  <a:pt x="16" y="0"/>
                  <a:pt x="10" y="7"/>
                  <a:pt x="10" y="15"/>
                </a:cubicBezTo>
                <a:cubicBezTo>
                  <a:pt x="10" y="29"/>
                  <a:pt x="10" y="29"/>
                  <a:pt x="10" y="29"/>
                </a:cubicBezTo>
                <a:cubicBezTo>
                  <a:pt x="4" y="34"/>
                  <a:pt x="0" y="41"/>
                  <a:pt x="0" y="49"/>
                </a:cubicBezTo>
                <a:cubicBezTo>
                  <a:pt x="0" y="56"/>
                  <a:pt x="4" y="63"/>
                  <a:pt x="10" y="68"/>
                </a:cubicBezTo>
                <a:cubicBezTo>
                  <a:pt x="10" y="140"/>
                  <a:pt x="10" y="140"/>
                  <a:pt x="10" y="140"/>
                </a:cubicBezTo>
                <a:cubicBezTo>
                  <a:pt x="10" y="148"/>
                  <a:pt x="16" y="155"/>
                  <a:pt x="24" y="155"/>
                </a:cubicBezTo>
                <a:cubicBezTo>
                  <a:pt x="32" y="155"/>
                  <a:pt x="39" y="148"/>
                  <a:pt x="39" y="140"/>
                </a:cubicBezTo>
                <a:cubicBezTo>
                  <a:pt x="39" y="68"/>
                  <a:pt x="39" y="68"/>
                  <a:pt x="39" y="68"/>
                </a:cubicBezTo>
                <a:cubicBezTo>
                  <a:pt x="44" y="63"/>
                  <a:pt x="48" y="56"/>
                  <a:pt x="48" y="49"/>
                </a:cubicBezTo>
                <a:cubicBezTo>
                  <a:pt x="48" y="41"/>
                  <a:pt x="44" y="34"/>
                  <a:pt x="39" y="29"/>
                </a:cubicBezTo>
                <a:close/>
                <a:moveTo>
                  <a:pt x="19" y="15"/>
                </a:moveTo>
                <a:cubicBezTo>
                  <a:pt x="19" y="12"/>
                  <a:pt x="21" y="10"/>
                  <a:pt x="24" y="10"/>
                </a:cubicBezTo>
                <a:cubicBezTo>
                  <a:pt x="27" y="10"/>
                  <a:pt x="29" y="12"/>
                  <a:pt x="29" y="15"/>
                </a:cubicBezTo>
                <a:cubicBezTo>
                  <a:pt x="29" y="25"/>
                  <a:pt x="29" y="25"/>
                  <a:pt x="29" y="25"/>
                </a:cubicBezTo>
                <a:cubicBezTo>
                  <a:pt x="27" y="25"/>
                  <a:pt x="26" y="24"/>
                  <a:pt x="24" y="24"/>
                </a:cubicBezTo>
                <a:cubicBezTo>
                  <a:pt x="22" y="24"/>
                  <a:pt x="21" y="25"/>
                  <a:pt x="19" y="25"/>
                </a:cubicBezTo>
                <a:lnTo>
                  <a:pt x="19" y="15"/>
                </a:lnTo>
                <a:close/>
                <a:moveTo>
                  <a:pt x="29" y="140"/>
                </a:moveTo>
                <a:cubicBezTo>
                  <a:pt x="29" y="143"/>
                  <a:pt x="27" y="145"/>
                  <a:pt x="24" y="145"/>
                </a:cubicBezTo>
                <a:cubicBezTo>
                  <a:pt x="21" y="145"/>
                  <a:pt x="19" y="143"/>
                  <a:pt x="19" y="140"/>
                </a:cubicBezTo>
                <a:cubicBezTo>
                  <a:pt x="19" y="72"/>
                  <a:pt x="19" y="72"/>
                  <a:pt x="19" y="72"/>
                </a:cubicBezTo>
                <a:cubicBezTo>
                  <a:pt x="21" y="73"/>
                  <a:pt x="22" y="73"/>
                  <a:pt x="24" y="73"/>
                </a:cubicBezTo>
                <a:cubicBezTo>
                  <a:pt x="26" y="73"/>
                  <a:pt x="27" y="73"/>
                  <a:pt x="29" y="72"/>
                </a:cubicBezTo>
                <a:lnTo>
                  <a:pt x="29" y="140"/>
                </a:lnTo>
                <a:close/>
                <a:moveTo>
                  <a:pt x="38" y="53"/>
                </a:moveTo>
                <a:cubicBezTo>
                  <a:pt x="38" y="53"/>
                  <a:pt x="38" y="53"/>
                  <a:pt x="38" y="53"/>
                </a:cubicBezTo>
                <a:cubicBezTo>
                  <a:pt x="37" y="55"/>
                  <a:pt x="37" y="56"/>
                  <a:pt x="36" y="57"/>
                </a:cubicBezTo>
                <a:cubicBezTo>
                  <a:pt x="36" y="57"/>
                  <a:pt x="36" y="57"/>
                  <a:pt x="36" y="57"/>
                </a:cubicBezTo>
                <a:cubicBezTo>
                  <a:pt x="35" y="58"/>
                  <a:pt x="34" y="59"/>
                  <a:pt x="33" y="60"/>
                </a:cubicBezTo>
                <a:cubicBezTo>
                  <a:pt x="33" y="60"/>
                  <a:pt x="33" y="60"/>
                  <a:pt x="33" y="60"/>
                </a:cubicBezTo>
                <a:cubicBezTo>
                  <a:pt x="32" y="61"/>
                  <a:pt x="30" y="62"/>
                  <a:pt x="29" y="62"/>
                </a:cubicBezTo>
                <a:cubicBezTo>
                  <a:pt x="27" y="63"/>
                  <a:pt x="26" y="63"/>
                  <a:pt x="24" y="63"/>
                </a:cubicBezTo>
                <a:cubicBezTo>
                  <a:pt x="22" y="63"/>
                  <a:pt x="21" y="63"/>
                  <a:pt x="19" y="62"/>
                </a:cubicBezTo>
                <a:cubicBezTo>
                  <a:pt x="18" y="62"/>
                  <a:pt x="17" y="61"/>
                  <a:pt x="15" y="60"/>
                </a:cubicBezTo>
                <a:cubicBezTo>
                  <a:pt x="15" y="60"/>
                  <a:pt x="15" y="60"/>
                  <a:pt x="15" y="60"/>
                </a:cubicBezTo>
                <a:cubicBezTo>
                  <a:pt x="14" y="59"/>
                  <a:pt x="13" y="58"/>
                  <a:pt x="12" y="57"/>
                </a:cubicBezTo>
                <a:cubicBezTo>
                  <a:pt x="12" y="57"/>
                  <a:pt x="12" y="57"/>
                  <a:pt x="12" y="57"/>
                </a:cubicBezTo>
                <a:cubicBezTo>
                  <a:pt x="12" y="56"/>
                  <a:pt x="11" y="55"/>
                  <a:pt x="11" y="53"/>
                </a:cubicBezTo>
                <a:cubicBezTo>
                  <a:pt x="10" y="53"/>
                  <a:pt x="10" y="53"/>
                  <a:pt x="10" y="53"/>
                </a:cubicBezTo>
                <a:cubicBezTo>
                  <a:pt x="10" y="51"/>
                  <a:pt x="10" y="50"/>
                  <a:pt x="10" y="49"/>
                </a:cubicBezTo>
                <a:cubicBezTo>
                  <a:pt x="10" y="47"/>
                  <a:pt x="10" y="46"/>
                  <a:pt x="10" y="45"/>
                </a:cubicBezTo>
                <a:cubicBezTo>
                  <a:pt x="10" y="44"/>
                  <a:pt x="10" y="44"/>
                  <a:pt x="11" y="44"/>
                </a:cubicBezTo>
                <a:cubicBezTo>
                  <a:pt x="11" y="43"/>
                  <a:pt x="12" y="41"/>
                  <a:pt x="12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3" y="39"/>
                  <a:pt x="14" y="38"/>
                  <a:pt x="15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17" y="36"/>
                  <a:pt x="18" y="36"/>
                  <a:pt x="19" y="35"/>
                </a:cubicBezTo>
                <a:cubicBezTo>
                  <a:pt x="21" y="34"/>
                  <a:pt x="22" y="34"/>
                  <a:pt x="24" y="34"/>
                </a:cubicBezTo>
                <a:cubicBezTo>
                  <a:pt x="26" y="34"/>
                  <a:pt x="27" y="34"/>
                  <a:pt x="29" y="35"/>
                </a:cubicBezTo>
                <a:cubicBezTo>
                  <a:pt x="30" y="36"/>
                  <a:pt x="32" y="36"/>
                  <a:pt x="33" y="37"/>
                </a:cubicBezTo>
                <a:cubicBezTo>
                  <a:pt x="33" y="37"/>
                  <a:pt x="33" y="37"/>
                  <a:pt x="33" y="37"/>
                </a:cubicBezTo>
                <a:cubicBezTo>
                  <a:pt x="34" y="38"/>
                  <a:pt x="35" y="39"/>
                  <a:pt x="36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7" y="43"/>
                  <a:pt x="38" y="44"/>
                </a:cubicBezTo>
                <a:cubicBezTo>
                  <a:pt x="38" y="44"/>
                  <a:pt x="38" y="44"/>
                  <a:pt x="38" y="45"/>
                </a:cubicBezTo>
                <a:cubicBezTo>
                  <a:pt x="38" y="46"/>
                  <a:pt x="39" y="47"/>
                  <a:pt x="39" y="49"/>
                </a:cubicBezTo>
                <a:cubicBezTo>
                  <a:pt x="39" y="50"/>
                  <a:pt x="38" y="51"/>
                  <a:pt x="38" y="53"/>
                </a:cubicBezTo>
                <a:close/>
                <a:moveTo>
                  <a:pt x="145" y="29"/>
                </a:moveTo>
                <a:cubicBezTo>
                  <a:pt x="145" y="15"/>
                  <a:pt x="145" y="15"/>
                  <a:pt x="145" y="15"/>
                </a:cubicBezTo>
                <a:cubicBezTo>
                  <a:pt x="145" y="7"/>
                  <a:pt x="138" y="0"/>
                  <a:pt x="130" y="0"/>
                </a:cubicBezTo>
                <a:cubicBezTo>
                  <a:pt x="122" y="0"/>
                  <a:pt x="116" y="7"/>
                  <a:pt x="116" y="15"/>
                </a:cubicBezTo>
                <a:cubicBezTo>
                  <a:pt x="116" y="29"/>
                  <a:pt x="116" y="29"/>
                  <a:pt x="116" y="29"/>
                </a:cubicBezTo>
                <a:cubicBezTo>
                  <a:pt x="110" y="34"/>
                  <a:pt x="106" y="41"/>
                  <a:pt x="106" y="49"/>
                </a:cubicBezTo>
                <a:cubicBezTo>
                  <a:pt x="106" y="56"/>
                  <a:pt x="110" y="63"/>
                  <a:pt x="116" y="68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116" y="148"/>
                  <a:pt x="122" y="155"/>
                  <a:pt x="130" y="155"/>
                </a:cubicBezTo>
                <a:cubicBezTo>
                  <a:pt x="138" y="155"/>
                  <a:pt x="145" y="148"/>
                  <a:pt x="145" y="140"/>
                </a:cubicBezTo>
                <a:cubicBezTo>
                  <a:pt x="145" y="68"/>
                  <a:pt x="145" y="68"/>
                  <a:pt x="145" y="68"/>
                </a:cubicBezTo>
                <a:cubicBezTo>
                  <a:pt x="150" y="63"/>
                  <a:pt x="154" y="56"/>
                  <a:pt x="154" y="49"/>
                </a:cubicBezTo>
                <a:cubicBezTo>
                  <a:pt x="154" y="41"/>
                  <a:pt x="150" y="34"/>
                  <a:pt x="145" y="29"/>
                </a:cubicBezTo>
                <a:close/>
                <a:moveTo>
                  <a:pt x="125" y="15"/>
                </a:moveTo>
                <a:cubicBezTo>
                  <a:pt x="125" y="12"/>
                  <a:pt x="127" y="10"/>
                  <a:pt x="130" y="10"/>
                </a:cubicBezTo>
                <a:cubicBezTo>
                  <a:pt x="133" y="10"/>
                  <a:pt x="135" y="12"/>
                  <a:pt x="135" y="15"/>
                </a:cubicBezTo>
                <a:cubicBezTo>
                  <a:pt x="135" y="25"/>
                  <a:pt x="135" y="25"/>
                  <a:pt x="135" y="25"/>
                </a:cubicBezTo>
                <a:cubicBezTo>
                  <a:pt x="133" y="25"/>
                  <a:pt x="132" y="24"/>
                  <a:pt x="130" y="24"/>
                </a:cubicBezTo>
                <a:cubicBezTo>
                  <a:pt x="129" y="24"/>
                  <a:pt x="127" y="25"/>
                  <a:pt x="125" y="25"/>
                </a:cubicBezTo>
                <a:lnTo>
                  <a:pt x="125" y="15"/>
                </a:lnTo>
                <a:close/>
                <a:moveTo>
                  <a:pt x="135" y="140"/>
                </a:moveTo>
                <a:cubicBezTo>
                  <a:pt x="135" y="143"/>
                  <a:pt x="133" y="145"/>
                  <a:pt x="130" y="145"/>
                </a:cubicBezTo>
                <a:cubicBezTo>
                  <a:pt x="127" y="145"/>
                  <a:pt x="125" y="143"/>
                  <a:pt x="125" y="140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7" y="73"/>
                  <a:pt x="129" y="73"/>
                  <a:pt x="130" y="73"/>
                </a:cubicBezTo>
                <a:cubicBezTo>
                  <a:pt x="132" y="73"/>
                  <a:pt x="133" y="73"/>
                  <a:pt x="135" y="72"/>
                </a:cubicBezTo>
                <a:lnTo>
                  <a:pt x="135" y="140"/>
                </a:lnTo>
                <a:close/>
                <a:moveTo>
                  <a:pt x="144" y="53"/>
                </a:moveTo>
                <a:cubicBezTo>
                  <a:pt x="144" y="53"/>
                  <a:pt x="144" y="53"/>
                  <a:pt x="144" y="53"/>
                </a:cubicBezTo>
                <a:cubicBezTo>
                  <a:pt x="143" y="55"/>
                  <a:pt x="143" y="56"/>
                  <a:pt x="142" y="57"/>
                </a:cubicBezTo>
                <a:cubicBezTo>
                  <a:pt x="142" y="57"/>
                  <a:pt x="142" y="57"/>
                  <a:pt x="142" y="57"/>
                </a:cubicBezTo>
                <a:cubicBezTo>
                  <a:pt x="141" y="58"/>
                  <a:pt x="140" y="59"/>
                  <a:pt x="139" y="60"/>
                </a:cubicBezTo>
                <a:cubicBezTo>
                  <a:pt x="139" y="60"/>
                  <a:pt x="139" y="60"/>
                  <a:pt x="139" y="60"/>
                </a:cubicBezTo>
                <a:cubicBezTo>
                  <a:pt x="138" y="61"/>
                  <a:pt x="136" y="62"/>
                  <a:pt x="135" y="62"/>
                </a:cubicBezTo>
                <a:cubicBezTo>
                  <a:pt x="133" y="63"/>
                  <a:pt x="132" y="63"/>
                  <a:pt x="130" y="63"/>
                </a:cubicBezTo>
                <a:cubicBezTo>
                  <a:pt x="128" y="63"/>
                  <a:pt x="127" y="63"/>
                  <a:pt x="125" y="62"/>
                </a:cubicBezTo>
                <a:cubicBezTo>
                  <a:pt x="124" y="62"/>
                  <a:pt x="123" y="61"/>
                  <a:pt x="121" y="60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0" y="59"/>
                  <a:pt x="119" y="58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6"/>
                  <a:pt x="117" y="55"/>
                  <a:pt x="117" y="53"/>
                </a:cubicBezTo>
                <a:cubicBezTo>
                  <a:pt x="117" y="53"/>
                  <a:pt x="116" y="53"/>
                  <a:pt x="116" y="53"/>
                </a:cubicBezTo>
                <a:cubicBezTo>
                  <a:pt x="116" y="51"/>
                  <a:pt x="116" y="50"/>
                  <a:pt x="116" y="49"/>
                </a:cubicBezTo>
                <a:cubicBezTo>
                  <a:pt x="116" y="47"/>
                  <a:pt x="116" y="46"/>
                  <a:pt x="116" y="45"/>
                </a:cubicBezTo>
                <a:cubicBezTo>
                  <a:pt x="116" y="44"/>
                  <a:pt x="117" y="44"/>
                  <a:pt x="117" y="44"/>
                </a:cubicBezTo>
                <a:cubicBezTo>
                  <a:pt x="117" y="43"/>
                  <a:pt x="118" y="41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9" y="39"/>
                  <a:pt x="120" y="38"/>
                  <a:pt x="121" y="37"/>
                </a:cubicBezTo>
                <a:cubicBezTo>
                  <a:pt x="121" y="37"/>
                  <a:pt x="121" y="37"/>
                  <a:pt x="121" y="37"/>
                </a:cubicBezTo>
                <a:cubicBezTo>
                  <a:pt x="123" y="36"/>
                  <a:pt x="124" y="36"/>
                  <a:pt x="125" y="35"/>
                </a:cubicBezTo>
                <a:cubicBezTo>
                  <a:pt x="127" y="34"/>
                  <a:pt x="128" y="34"/>
                  <a:pt x="130" y="34"/>
                </a:cubicBezTo>
                <a:cubicBezTo>
                  <a:pt x="132" y="34"/>
                  <a:pt x="133" y="34"/>
                  <a:pt x="135" y="35"/>
                </a:cubicBezTo>
                <a:cubicBezTo>
                  <a:pt x="136" y="36"/>
                  <a:pt x="138" y="36"/>
                  <a:pt x="139" y="37"/>
                </a:cubicBezTo>
                <a:cubicBezTo>
                  <a:pt x="139" y="37"/>
                  <a:pt x="139" y="37"/>
                  <a:pt x="139" y="37"/>
                </a:cubicBezTo>
                <a:cubicBezTo>
                  <a:pt x="140" y="38"/>
                  <a:pt x="141" y="39"/>
                  <a:pt x="142" y="40"/>
                </a:cubicBezTo>
                <a:cubicBezTo>
                  <a:pt x="142" y="40"/>
                  <a:pt x="142" y="40"/>
                  <a:pt x="142" y="40"/>
                </a:cubicBezTo>
                <a:cubicBezTo>
                  <a:pt x="143" y="41"/>
                  <a:pt x="143" y="43"/>
                  <a:pt x="144" y="44"/>
                </a:cubicBezTo>
                <a:cubicBezTo>
                  <a:pt x="144" y="44"/>
                  <a:pt x="144" y="44"/>
                  <a:pt x="144" y="45"/>
                </a:cubicBezTo>
                <a:cubicBezTo>
                  <a:pt x="144" y="46"/>
                  <a:pt x="145" y="47"/>
                  <a:pt x="145" y="49"/>
                </a:cubicBezTo>
                <a:cubicBezTo>
                  <a:pt x="145" y="50"/>
                  <a:pt x="144" y="51"/>
                  <a:pt x="144" y="53"/>
                </a:cubicBezTo>
                <a:close/>
                <a:moveTo>
                  <a:pt x="92" y="87"/>
                </a:moveTo>
                <a:cubicBezTo>
                  <a:pt x="92" y="15"/>
                  <a:pt x="92" y="15"/>
                  <a:pt x="92" y="15"/>
                </a:cubicBezTo>
                <a:cubicBezTo>
                  <a:pt x="92" y="7"/>
                  <a:pt x="85" y="0"/>
                  <a:pt x="77" y="0"/>
                </a:cubicBezTo>
                <a:cubicBezTo>
                  <a:pt x="69" y="0"/>
                  <a:pt x="63" y="7"/>
                  <a:pt x="63" y="15"/>
                </a:cubicBezTo>
                <a:cubicBezTo>
                  <a:pt x="63" y="87"/>
                  <a:pt x="63" y="87"/>
                  <a:pt x="63" y="87"/>
                </a:cubicBezTo>
                <a:cubicBezTo>
                  <a:pt x="57" y="92"/>
                  <a:pt x="53" y="99"/>
                  <a:pt x="53" y="106"/>
                </a:cubicBezTo>
                <a:cubicBezTo>
                  <a:pt x="53" y="114"/>
                  <a:pt x="57" y="121"/>
                  <a:pt x="63" y="126"/>
                </a:cubicBezTo>
                <a:cubicBezTo>
                  <a:pt x="63" y="140"/>
                  <a:pt x="63" y="140"/>
                  <a:pt x="63" y="140"/>
                </a:cubicBezTo>
                <a:cubicBezTo>
                  <a:pt x="63" y="148"/>
                  <a:pt x="69" y="155"/>
                  <a:pt x="77" y="155"/>
                </a:cubicBezTo>
                <a:cubicBezTo>
                  <a:pt x="85" y="155"/>
                  <a:pt x="92" y="148"/>
                  <a:pt x="92" y="140"/>
                </a:cubicBezTo>
                <a:cubicBezTo>
                  <a:pt x="92" y="126"/>
                  <a:pt x="92" y="126"/>
                  <a:pt x="92" y="126"/>
                </a:cubicBezTo>
                <a:cubicBezTo>
                  <a:pt x="97" y="121"/>
                  <a:pt x="101" y="114"/>
                  <a:pt x="101" y="106"/>
                </a:cubicBezTo>
                <a:cubicBezTo>
                  <a:pt x="101" y="99"/>
                  <a:pt x="97" y="92"/>
                  <a:pt x="92" y="87"/>
                </a:cubicBezTo>
                <a:close/>
                <a:moveTo>
                  <a:pt x="72" y="15"/>
                </a:moveTo>
                <a:cubicBezTo>
                  <a:pt x="72" y="12"/>
                  <a:pt x="74" y="10"/>
                  <a:pt x="77" y="10"/>
                </a:cubicBezTo>
                <a:cubicBezTo>
                  <a:pt x="80" y="10"/>
                  <a:pt x="82" y="12"/>
                  <a:pt x="82" y="15"/>
                </a:cubicBezTo>
                <a:cubicBezTo>
                  <a:pt x="82" y="83"/>
                  <a:pt x="82" y="83"/>
                  <a:pt x="82" y="83"/>
                </a:cubicBezTo>
                <a:cubicBezTo>
                  <a:pt x="80" y="83"/>
                  <a:pt x="79" y="82"/>
                  <a:pt x="77" y="82"/>
                </a:cubicBezTo>
                <a:cubicBezTo>
                  <a:pt x="75" y="82"/>
                  <a:pt x="74" y="83"/>
                  <a:pt x="72" y="83"/>
                </a:cubicBezTo>
                <a:lnTo>
                  <a:pt x="72" y="15"/>
                </a:lnTo>
                <a:close/>
                <a:moveTo>
                  <a:pt x="82" y="140"/>
                </a:moveTo>
                <a:cubicBezTo>
                  <a:pt x="82" y="143"/>
                  <a:pt x="80" y="145"/>
                  <a:pt x="77" y="145"/>
                </a:cubicBezTo>
                <a:cubicBezTo>
                  <a:pt x="74" y="145"/>
                  <a:pt x="72" y="143"/>
                  <a:pt x="72" y="140"/>
                </a:cubicBezTo>
                <a:cubicBezTo>
                  <a:pt x="72" y="130"/>
                  <a:pt x="72" y="130"/>
                  <a:pt x="72" y="130"/>
                </a:cubicBezTo>
                <a:cubicBezTo>
                  <a:pt x="74" y="130"/>
                  <a:pt x="75" y="131"/>
                  <a:pt x="77" y="131"/>
                </a:cubicBezTo>
                <a:cubicBezTo>
                  <a:pt x="79" y="131"/>
                  <a:pt x="80" y="130"/>
                  <a:pt x="82" y="130"/>
                </a:cubicBezTo>
                <a:lnTo>
                  <a:pt x="82" y="140"/>
                </a:lnTo>
                <a:close/>
                <a:moveTo>
                  <a:pt x="91" y="111"/>
                </a:moveTo>
                <a:cubicBezTo>
                  <a:pt x="91" y="111"/>
                  <a:pt x="91" y="111"/>
                  <a:pt x="91" y="111"/>
                </a:cubicBezTo>
                <a:cubicBezTo>
                  <a:pt x="90" y="113"/>
                  <a:pt x="90" y="114"/>
                  <a:pt x="89" y="115"/>
                </a:cubicBezTo>
                <a:cubicBezTo>
                  <a:pt x="89" y="115"/>
                  <a:pt x="89" y="115"/>
                  <a:pt x="89" y="115"/>
                </a:cubicBezTo>
                <a:cubicBezTo>
                  <a:pt x="88" y="116"/>
                  <a:pt x="87" y="117"/>
                  <a:pt x="86" y="118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85" y="119"/>
                  <a:pt x="83" y="120"/>
                  <a:pt x="82" y="120"/>
                </a:cubicBezTo>
                <a:cubicBezTo>
                  <a:pt x="80" y="121"/>
                  <a:pt x="79" y="121"/>
                  <a:pt x="77" y="121"/>
                </a:cubicBezTo>
                <a:cubicBezTo>
                  <a:pt x="75" y="121"/>
                  <a:pt x="74" y="121"/>
                  <a:pt x="72" y="120"/>
                </a:cubicBezTo>
                <a:cubicBezTo>
                  <a:pt x="71" y="120"/>
                  <a:pt x="70" y="119"/>
                  <a:pt x="68" y="118"/>
                </a:cubicBezTo>
                <a:cubicBezTo>
                  <a:pt x="68" y="118"/>
                  <a:pt x="68" y="118"/>
                  <a:pt x="68" y="118"/>
                </a:cubicBezTo>
                <a:cubicBezTo>
                  <a:pt x="67" y="117"/>
                  <a:pt x="66" y="116"/>
                  <a:pt x="65" y="115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65" y="114"/>
                  <a:pt x="64" y="113"/>
                  <a:pt x="64" y="111"/>
                </a:cubicBezTo>
                <a:cubicBezTo>
                  <a:pt x="63" y="111"/>
                  <a:pt x="63" y="111"/>
                  <a:pt x="63" y="110"/>
                </a:cubicBezTo>
                <a:cubicBezTo>
                  <a:pt x="63" y="109"/>
                  <a:pt x="63" y="108"/>
                  <a:pt x="63" y="106"/>
                </a:cubicBezTo>
                <a:cubicBezTo>
                  <a:pt x="63" y="105"/>
                  <a:pt x="63" y="104"/>
                  <a:pt x="63" y="102"/>
                </a:cubicBezTo>
                <a:cubicBezTo>
                  <a:pt x="63" y="102"/>
                  <a:pt x="63" y="102"/>
                  <a:pt x="64" y="102"/>
                </a:cubicBezTo>
                <a:cubicBezTo>
                  <a:pt x="64" y="100"/>
                  <a:pt x="65" y="99"/>
                  <a:pt x="65" y="98"/>
                </a:cubicBezTo>
                <a:cubicBezTo>
                  <a:pt x="65" y="98"/>
                  <a:pt x="65" y="98"/>
                  <a:pt x="65" y="98"/>
                </a:cubicBezTo>
                <a:cubicBezTo>
                  <a:pt x="66" y="97"/>
                  <a:pt x="67" y="96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70" y="94"/>
                  <a:pt x="71" y="93"/>
                  <a:pt x="72" y="93"/>
                </a:cubicBezTo>
                <a:cubicBezTo>
                  <a:pt x="74" y="92"/>
                  <a:pt x="75" y="92"/>
                  <a:pt x="77" y="92"/>
                </a:cubicBezTo>
                <a:cubicBezTo>
                  <a:pt x="79" y="92"/>
                  <a:pt x="80" y="92"/>
                  <a:pt x="82" y="93"/>
                </a:cubicBezTo>
                <a:cubicBezTo>
                  <a:pt x="83" y="93"/>
                  <a:pt x="85" y="94"/>
                  <a:pt x="86" y="95"/>
                </a:cubicBezTo>
                <a:cubicBezTo>
                  <a:pt x="86" y="95"/>
                  <a:pt x="86" y="95"/>
                  <a:pt x="86" y="95"/>
                </a:cubicBezTo>
                <a:cubicBezTo>
                  <a:pt x="87" y="96"/>
                  <a:pt x="88" y="97"/>
                  <a:pt x="89" y="98"/>
                </a:cubicBezTo>
                <a:cubicBezTo>
                  <a:pt x="89" y="98"/>
                  <a:pt x="89" y="98"/>
                  <a:pt x="89" y="98"/>
                </a:cubicBezTo>
                <a:cubicBezTo>
                  <a:pt x="90" y="99"/>
                  <a:pt x="90" y="100"/>
                  <a:pt x="91" y="102"/>
                </a:cubicBezTo>
                <a:cubicBezTo>
                  <a:pt x="91" y="102"/>
                  <a:pt x="91" y="102"/>
                  <a:pt x="91" y="102"/>
                </a:cubicBezTo>
                <a:cubicBezTo>
                  <a:pt x="91" y="104"/>
                  <a:pt x="92" y="105"/>
                  <a:pt x="92" y="106"/>
                </a:cubicBezTo>
                <a:cubicBezTo>
                  <a:pt x="92" y="108"/>
                  <a:pt x="91" y="109"/>
                  <a:pt x="91" y="111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Freeform 40">
            <a:extLst>
              <a:ext uri="{FF2B5EF4-FFF2-40B4-BE49-F238E27FC236}">
                <a16:creationId xmlns:a16="http://schemas.microsoft.com/office/drawing/2014/main" id="{F780D10A-4D47-453D-9855-17B768B45793}"/>
              </a:ext>
            </a:extLst>
          </p:cNvPr>
          <p:cNvSpPr>
            <a:spLocks noEditPoints="1"/>
          </p:cNvSpPr>
          <p:nvPr/>
        </p:nvSpPr>
        <p:spPr bwMode="auto">
          <a:xfrm>
            <a:off x="4120379" y="3503205"/>
            <a:ext cx="305475" cy="305475"/>
          </a:xfrm>
          <a:custGeom>
            <a:avLst/>
            <a:gdLst>
              <a:gd name="T0" fmla="*/ 110 w 160"/>
              <a:gd name="T1" fmla="*/ 0 h 160"/>
              <a:gd name="T2" fmla="*/ 60 w 160"/>
              <a:gd name="T3" fmla="*/ 50 h 160"/>
              <a:gd name="T4" fmla="*/ 63 w 160"/>
              <a:gd name="T5" fmla="*/ 68 h 160"/>
              <a:gd name="T6" fmla="*/ 3 w 160"/>
              <a:gd name="T7" fmla="*/ 129 h 160"/>
              <a:gd name="T8" fmla="*/ 0 w 160"/>
              <a:gd name="T9" fmla="*/ 135 h 160"/>
              <a:gd name="T10" fmla="*/ 0 w 160"/>
              <a:gd name="T11" fmla="*/ 150 h 160"/>
              <a:gd name="T12" fmla="*/ 10 w 160"/>
              <a:gd name="T13" fmla="*/ 160 h 160"/>
              <a:gd name="T14" fmla="*/ 25 w 160"/>
              <a:gd name="T15" fmla="*/ 160 h 160"/>
              <a:gd name="T16" fmla="*/ 31 w 160"/>
              <a:gd name="T17" fmla="*/ 157 h 160"/>
              <a:gd name="T18" fmla="*/ 38 w 160"/>
              <a:gd name="T19" fmla="*/ 150 h 160"/>
              <a:gd name="T20" fmla="*/ 50 w 160"/>
              <a:gd name="T21" fmla="*/ 150 h 160"/>
              <a:gd name="T22" fmla="*/ 60 w 160"/>
              <a:gd name="T23" fmla="*/ 140 h 160"/>
              <a:gd name="T24" fmla="*/ 60 w 160"/>
              <a:gd name="T25" fmla="*/ 130 h 160"/>
              <a:gd name="T26" fmla="*/ 70 w 160"/>
              <a:gd name="T27" fmla="*/ 130 h 160"/>
              <a:gd name="T28" fmla="*/ 80 w 160"/>
              <a:gd name="T29" fmla="*/ 120 h 160"/>
              <a:gd name="T30" fmla="*/ 80 w 160"/>
              <a:gd name="T31" fmla="*/ 108 h 160"/>
              <a:gd name="T32" fmla="*/ 92 w 160"/>
              <a:gd name="T33" fmla="*/ 96 h 160"/>
              <a:gd name="T34" fmla="*/ 110 w 160"/>
              <a:gd name="T35" fmla="*/ 100 h 160"/>
              <a:gd name="T36" fmla="*/ 160 w 160"/>
              <a:gd name="T37" fmla="*/ 50 h 160"/>
              <a:gd name="T38" fmla="*/ 110 w 160"/>
              <a:gd name="T39" fmla="*/ 0 h 160"/>
              <a:gd name="T40" fmla="*/ 110 w 160"/>
              <a:gd name="T41" fmla="*/ 90 h 160"/>
              <a:gd name="T42" fmla="*/ 90 w 160"/>
              <a:gd name="T43" fmla="*/ 84 h 160"/>
              <a:gd name="T44" fmla="*/ 88 w 160"/>
              <a:gd name="T45" fmla="*/ 86 h 160"/>
              <a:gd name="T46" fmla="*/ 82 w 160"/>
              <a:gd name="T47" fmla="*/ 92 h 160"/>
              <a:gd name="T48" fmla="*/ 73 w 160"/>
              <a:gd name="T49" fmla="*/ 101 h 160"/>
              <a:gd name="T50" fmla="*/ 70 w 160"/>
              <a:gd name="T51" fmla="*/ 108 h 160"/>
              <a:gd name="T52" fmla="*/ 70 w 160"/>
              <a:gd name="T53" fmla="*/ 120 h 160"/>
              <a:gd name="T54" fmla="*/ 60 w 160"/>
              <a:gd name="T55" fmla="*/ 120 h 160"/>
              <a:gd name="T56" fmla="*/ 50 w 160"/>
              <a:gd name="T57" fmla="*/ 130 h 160"/>
              <a:gd name="T58" fmla="*/ 50 w 160"/>
              <a:gd name="T59" fmla="*/ 140 h 160"/>
              <a:gd name="T60" fmla="*/ 38 w 160"/>
              <a:gd name="T61" fmla="*/ 140 h 160"/>
              <a:gd name="T62" fmla="*/ 31 w 160"/>
              <a:gd name="T63" fmla="*/ 143 h 160"/>
              <a:gd name="T64" fmla="*/ 24 w 160"/>
              <a:gd name="T65" fmla="*/ 150 h 160"/>
              <a:gd name="T66" fmla="*/ 10 w 160"/>
              <a:gd name="T67" fmla="*/ 150 h 160"/>
              <a:gd name="T68" fmla="*/ 10 w 160"/>
              <a:gd name="T69" fmla="*/ 136 h 160"/>
              <a:gd name="T70" fmla="*/ 68 w 160"/>
              <a:gd name="T71" fmla="*/ 77 h 160"/>
              <a:gd name="T72" fmla="*/ 68 w 160"/>
              <a:gd name="T73" fmla="*/ 77 h 160"/>
              <a:gd name="T74" fmla="*/ 76 w 160"/>
              <a:gd name="T75" fmla="*/ 70 h 160"/>
              <a:gd name="T76" fmla="*/ 70 w 160"/>
              <a:gd name="T77" fmla="*/ 50 h 160"/>
              <a:gd name="T78" fmla="*/ 110 w 160"/>
              <a:gd name="T79" fmla="*/ 10 h 160"/>
              <a:gd name="T80" fmla="*/ 150 w 160"/>
              <a:gd name="T81" fmla="*/ 50 h 160"/>
              <a:gd name="T82" fmla="*/ 110 w 160"/>
              <a:gd name="T83" fmla="*/ 90 h 160"/>
              <a:gd name="T84" fmla="*/ 139 w 160"/>
              <a:gd name="T85" fmla="*/ 41 h 160"/>
              <a:gd name="T86" fmla="*/ 119 w 160"/>
              <a:gd name="T87" fmla="*/ 21 h 160"/>
              <a:gd name="T88" fmla="*/ 114 w 160"/>
              <a:gd name="T89" fmla="*/ 20 h 160"/>
              <a:gd name="T90" fmla="*/ 100 w 160"/>
              <a:gd name="T91" fmla="*/ 34 h 160"/>
              <a:gd name="T92" fmla="*/ 100 w 160"/>
              <a:gd name="T93" fmla="*/ 36 h 160"/>
              <a:gd name="T94" fmla="*/ 101 w 160"/>
              <a:gd name="T95" fmla="*/ 39 h 160"/>
              <a:gd name="T96" fmla="*/ 121 w 160"/>
              <a:gd name="T97" fmla="*/ 59 h 160"/>
              <a:gd name="T98" fmla="*/ 126 w 160"/>
              <a:gd name="T99" fmla="*/ 60 h 160"/>
              <a:gd name="T100" fmla="*/ 140 w 160"/>
              <a:gd name="T101" fmla="*/ 46 h 160"/>
              <a:gd name="T102" fmla="*/ 140 w 160"/>
              <a:gd name="T103" fmla="*/ 44 h 160"/>
              <a:gd name="T104" fmla="*/ 139 w 160"/>
              <a:gd name="T105" fmla="*/ 41 h 160"/>
              <a:gd name="T106" fmla="*/ 124 w 160"/>
              <a:gd name="T107" fmla="*/ 55 h 160"/>
              <a:gd name="T108" fmla="*/ 105 w 160"/>
              <a:gd name="T109" fmla="*/ 36 h 160"/>
              <a:gd name="T110" fmla="*/ 116 w 160"/>
              <a:gd name="T111" fmla="*/ 25 h 160"/>
              <a:gd name="T112" fmla="*/ 135 w 160"/>
              <a:gd name="T113" fmla="*/ 44 h 160"/>
              <a:gd name="T114" fmla="*/ 124 w 160"/>
              <a:gd name="T115" fmla="*/ 5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0" h="160">
                <a:moveTo>
                  <a:pt x="110" y="0"/>
                </a:moveTo>
                <a:cubicBezTo>
                  <a:pt x="82" y="0"/>
                  <a:pt x="60" y="22"/>
                  <a:pt x="60" y="50"/>
                </a:cubicBezTo>
                <a:cubicBezTo>
                  <a:pt x="60" y="56"/>
                  <a:pt x="61" y="62"/>
                  <a:pt x="63" y="68"/>
                </a:cubicBezTo>
                <a:cubicBezTo>
                  <a:pt x="3" y="129"/>
                  <a:pt x="3" y="129"/>
                  <a:pt x="3" y="129"/>
                </a:cubicBezTo>
                <a:cubicBezTo>
                  <a:pt x="1" y="131"/>
                  <a:pt x="0" y="132"/>
                  <a:pt x="0" y="135"/>
                </a:cubicBezTo>
                <a:cubicBezTo>
                  <a:pt x="0" y="150"/>
                  <a:pt x="0" y="150"/>
                  <a:pt x="0" y="150"/>
                </a:cubicBezTo>
                <a:cubicBezTo>
                  <a:pt x="0" y="155"/>
                  <a:pt x="4" y="160"/>
                  <a:pt x="10" y="160"/>
                </a:cubicBezTo>
                <a:cubicBezTo>
                  <a:pt x="25" y="160"/>
                  <a:pt x="25" y="160"/>
                  <a:pt x="25" y="160"/>
                </a:cubicBezTo>
                <a:cubicBezTo>
                  <a:pt x="28" y="160"/>
                  <a:pt x="29" y="159"/>
                  <a:pt x="31" y="157"/>
                </a:cubicBezTo>
                <a:cubicBezTo>
                  <a:pt x="38" y="150"/>
                  <a:pt x="38" y="150"/>
                  <a:pt x="38" y="150"/>
                </a:cubicBezTo>
                <a:cubicBezTo>
                  <a:pt x="50" y="150"/>
                  <a:pt x="50" y="150"/>
                  <a:pt x="50" y="150"/>
                </a:cubicBezTo>
                <a:cubicBezTo>
                  <a:pt x="55" y="150"/>
                  <a:pt x="60" y="146"/>
                  <a:pt x="60" y="140"/>
                </a:cubicBezTo>
                <a:cubicBezTo>
                  <a:pt x="60" y="130"/>
                  <a:pt x="60" y="130"/>
                  <a:pt x="60" y="130"/>
                </a:cubicBezTo>
                <a:cubicBezTo>
                  <a:pt x="70" y="130"/>
                  <a:pt x="70" y="130"/>
                  <a:pt x="70" y="130"/>
                </a:cubicBezTo>
                <a:cubicBezTo>
                  <a:pt x="75" y="130"/>
                  <a:pt x="80" y="126"/>
                  <a:pt x="80" y="120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92" y="96"/>
                  <a:pt x="92" y="96"/>
                  <a:pt x="92" y="96"/>
                </a:cubicBezTo>
                <a:cubicBezTo>
                  <a:pt x="97" y="99"/>
                  <a:pt x="104" y="100"/>
                  <a:pt x="110" y="100"/>
                </a:cubicBezTo>
                <a:cubicBezTo>
                  <a:pt x="138" y="100"/>
                  <a:pt x="160" y="78"/>
                  <a:pt x="160" y="50"/>
                </a:cubicBezTo>
                <a:cubicBezTo>
                  <a:pt x="160" y="22"/>
                  <a:pt x="138" y="0"/>
                  <a:pt x="110" y="0"/>
                </a:cubicBezTo>
                <a:close/>
                <a:moveTo>
                  <a:pt x="110" y="90"/>
                </a:moveTo>
                <a:cubicBezTo>
                  <a:pt x="103" y="90"/>
                  <a:pt x="96" y="88"/>
                  <a:pt x="90" y="84"/>
                </a:cubicBezTo>
                <a:cubicBezTo>
                  <a:pt x="88" y="86"/>
                  <a:pt x="88" y="86"/>
                  <a:pt x="88" y="86"/>
                </a:cubicBezTo>
                <a:cubicBezTo>
                  <a:pt x="82" y="92"/>
                  <a:pt x="82" y="92"/>
                  <a:pt x="82" y="9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1" y="103"/>
                  <a:pt x="70" y="106"/>
                  <a:pt x="70" y="108"/>
                </a:cubicBezTo>
                <a:cubicBezTo>
                  <a:pt x="70" y="120"/>
                  <a:pt x="70" y="120"/>
                  <a:pt x="70" y="12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54" y="120"/>
                  <a:pt x="50" y="124"/>
                  <a:pt x="50" y="13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38" y="140"/>
                  <a:pt x="38" y="140"/>
                  <a:pt x="38" y="140"/>
                </a:cubicBezTo>
                <a:cubicBezTo>
                  <a:pt x="36" y="140"/>
                  <a:pt x="33" y="141"/>
                  <a:pt x="31" y="143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10" y="150"/>
                  <a:pt x="10" y="150"/>
                  <a:pt x="10" y="150"/>
                </a:cubicBezTo>
                <a:cubicBezTo>
                  <a:pt x="10" y="136"/>
                  <a:pt x="10" y="136"/>
                  <a:pt x="10" y="136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76" y="70"/>
                  <a:pt x="76" y="70"/>
                  <a:pt x="76" y="70"/>
                </a:cubicBezTo>
                <a:cubicBezTo>
                  <a:pt x="72" y="64"/>
                  <a:pt x="70" y="57"/>
                  <a:pt x="70" y="50"/>
                </a:cubicBezTo>
                <a:cubicBezTo>
                  <a:pt x="70" y="28"/>
                  <a:pt x="88" y="10"/>
                  <a:pt x="110" y="10"/>
                </a:cubicBezTo>
                <a:cubicBezTo>
                  <a:pt x="132" y="10"/>
                  <a:pt x="150" y="28"/>
                  <a:pt x="150" y="50"/>
                </a:cubicBezTo>
                <a:cubicBezTo>
                  <a:pt x="150" y="72"/>
                  <a:pt x="132" y="90"/>
                  <a:pt x="110" y="90"/>
                </a:cubicBezTo>
                <a:close/>
                <a:moveTo>
                  <a:pt x="139" y="41"/>
                </a:moveTo>
                <a:cubicBezTo>
                  <a:pt x="134" y="33"/>
                  <a:pt x="127" y="26"/>
                  <a:pt x="119" y="21"/>
                </a:cubicBezTo>
                <a:cubicBezTo>
                  <a:pt x="118" y="20"/>
                  <a:pt x="116" y="20"/>
                  <a:pt x="114" y="20"/>
                </a:cubicBezTo>
                <a:cubicBezTo>
                  <a:pt x="107" y="23"/>
                  <a:pt x="103" y="27"/>
                  <a:pt x="100" y="34"/>
                </a:cubicBezTo>
                <a:cubicBezTo>
                  <a:pt x="100" y="35"/>
                  <a:pt x="100" y="35"/>
                  <a:pt x="100" y="36"/>
                </a:cubicBezTo>
                <a:cubicBezTo>
                  <a:pt x="100" y="37"/>
                  <a:pt x="100" y="38"/>
                  <a:pt x="101" y="39"/>
                </a:cubicBezTo>
                <a:cubicBezTo>
                  <a:pt x="107" y="47"/>
                  <a:pt x="113" y="53"/>
                  <a:pt x="121" y="59"/>
                </a:cubicBezTo>
                <a:cubicBezTo>
                  <a:pt x="122" y="60"/>
                  <a:pt x="124" y="60"/>
                  <a:pt x="126" y="60"/>
                </a:cubicBezTo>
                <a:cubicBezTo>
                  <a:pt x="133" y="57"/>
                  <a:pt x="137" y="52"/>
                  <a:pt x="140" y="46"/>
                </a:cubicBezTo>
                <a:cubicBezTo>
                  <a:pt x="140" y="45"/>
                  <a:pt x="140" y="44"/>
                  <a:pt x="140" y="44"/>
                </a:cubicBezTo>
                <a:cubicBezTo>
                  <a:pt x="140" y="43"/>
                  <a:pt x="140" y="42"/>
                  <a:pt x="139" y="41"/>
                </a:cubicBezTo>
                <a:close/>
                <a:moveTo>
                  <a:pt x="124" y="55"/>
                </a:moveTo>
                <a:cubicBezTo>
                  <a:pt x="117" y="50"/>
                  <a:pt x="110" y="43"/>
                  <a:pt x="105" y="36"/>
                </a:cubicBezTo>
                <a:cubicBezTo>
                  <a:pt x="107" y="30"/>
                  <a:pt x="111" y="27"/>
                  <a:pt x="116" y="25"/>
                </a:cubicBezTo>
                <a:cubicBezTo>
                  <a:pt x="123" y="30"/>
                  <a:pt x="130" y="37"/>
                  <a:pt x="135" y="44"/>
                </a:cubicBezTo>
                <a:cubicBezTo>
                  <a:pt x="133" y="49"/>
                  <a:pt x="129" y="53"/>
                  <a:pt x="124" y="55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Freeform 13">
            <a:extLst>
              <a:ext uri="{FF2B5EF4-FFF2-40B4-BE49-F238E27FC236}">
                <a16:creationId xmlns:a16="http://schemas.microsoft.com/office/drawing/2014/main" id="{35787B80-09F9-40CA-9201-57C61F5C088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942012" y="3501954"/>
            <a:ext cx="307976" cy="307976"/>
          </a:xfrm>
          <a:custGeom>
            <a:avLst/>
            <a:gdLst>
              <a:gd name="T0" fmla="*/ 1350 w 1639"/>
              <a:gd name="T1" fmla="*/ 60 h 1639"/>
              <a:gd name="T2" fmla="*/ 948 w 1639"/>
              <a:gd name="T3" fmla="*/ 82 h 1639"/>
              <a:gd name="T4" fmla="*/ 797 w 1639"/>
              <a:gd name="T5" fmla="*/ 0 h 1639"/>
              <a:gd name="T6" fmla="*/ 673 w 1639"/>
              <a:gd name="T7" fmla="*/ 97 h 1639"/>
              <a:gd name="T8" fmla="*/ 288 w 1639"/>
              <a:gd name="T9" fmla="*/ 60 h 1639"/>
              <a:gd name="T10" fmla="*/ 0 w 1639"/>
              <a:gd name="T11" fmla="*/ 36 h 1639"/>
              <a:gd name="T12" fmla="*/ 241 w 1639"/>
              <a:gd name="T13" fmla="*/ 288 h 1639"/>
              <a:gd name="T14" fmla="*/ 301 w 1639"/>
              <a:gd name="T15" fmla="*/ 192 h 1639"/>
              <a:gd name="T16" fmla="*/ 396 w 1639"/>
              <a:gd name="T17" fmla="*/ 263 h 1639"/>
              <a:gd name="T18" fmla="*/ 102 w 1639"/>
              <a:gd name="T19" fmla="*/ 843 h 1639"/>
              <a:gd name="T20" fmla="*/ 303 w 1639"/>
              <a:gd name="T21" fmla="*/ 689 h 1639"/>
              <a:gd name="T22" fmla="*/ 676 w 1639"/>
              <a:gd name="T23" fmla="*/ 212 h 1639"/>
              <a:gd name="T24" fmla="*/ 962 w 1639"/>
              <a:gd name="T25" fmla="*/ 212 h 1639"/>
              <a:gd name="T26" fmla="*/ 1335 w 1639"/>
              <a:gd name="T27" fmla="*/ 689 h 1639"/>
              <a:gd name="T28" fmla="*/ 1539 w 1639"/>
              <a:gd name="T29" fmla="*/ 831 h 1639"/>
              <a:gd name="T30" fmla="*/ 1230 w 1639"/>
              <a:gd name="T31" fmla="*/ 252 h 1639"/>
              <a:gd name="T32" fmla="*/ 1349 w 1639"/>
              <a:gd name="T33" fmla="*/ 195 h 1639"/>
              <a:gd name="T34" fmla="*/ 1574 w 1639"/>
              <a:gd name="T35" fmla="*/ 289 h 1639"/>
              <a:gd name="T36" fmla="*/ 1600 w 1639"/>
              <a:gd name="T37" fmla="*/ 0 h 1639"/>
              <a:gd name="T38" fmla="*/ 99 w 1639"/>
              <a:gd name="T39" fmla="*/ 189 h 1639"/>
              <a:gd name="T40" fmla="*/ 146 w 1639"/>
              <a:gd name="T41" fmla="*/ 97 h 1639"/>
              <a:gd name="T42" fmla="*/ 189 w 1639"/>
              <a:gd name="T43" fmla="*/ 190 h 1639"/>
              <a:gd name="T44" fmla="*/ 244 w 1639"/>
              <a:gd name="T45" fmla="*/ 772 h 1639"/>
              <a:gd name="T46" fmla="*/ 819 w 1639"/>
              <a:gd name="T47" fmla="*/ 192 h 1639"/>
              <a:gd name="T48" fmla="*/ 867 w 1639"/>
              <a:gd name="T49" fmla="*/ 143 h 1639"/>
              <a:gd name="T50" fmla="*/ 1443 w 1639"/>
              <a:gd name="T51" fmla="*/ 820 h 1639"/>
              <a:gd name="T52" fmla="*/ 1396 w 1639"/>
              <a:gd name="T53" fmla="*/ 772 h 1639"/>
              <a:gd name="T54" fmla="*/ 1457 w 1639"/>
              <a:gd name="T55" fmla="*/ 192 h 1639"/>
              <a:gd name="T56" fmla="*/ 1457 w 1639"/>
              <a:gd name="T57" fmla="*/ 96 h 1639"/>
              <a:gd name="T58" fmla="*/ 1543 w 1639"/>
              <a:gd name="T59" fmla="*/ 107 h 1639"/>
              <a:gd name="T60" fmla="*/ 774 w 1639"/>
              <a:gd name="T61" fmla="*/ 417 h 1639"/>
              <a:gd name="T62" fmla="*/ 407 w 1639"/>
              <a:gd name="T63" fmla="*/ 1051 h 1639"/>
              <a:gd name="T64" fmla="*/ 564 w 1639"/>
              <a:gd name="T65" fmla="*/ 1411 h 1639"/>
              <a:gd name="T66" fmla="*/ 1117 w 1639"/>
              <a:gd name="T67" fmla="*/ 1639 h 1639"/>
              <a:gd name="T68" fmla="*/ 1066 w 1639"/>
              <a:gd name="T69" fmla="*/ 1384 h 1639"/>
              <a:gd name="T70" fmla="*/ 865 w 1639"/>
              <a:gd name="T71" fmla="*/ 417 h 1639"/>
              <a:gd name="T72" fmla="*/ 816 w 1639"/>
              <a:gd name="T73" fmla="*/ 1059 h 1639"/>
              <a:gd name="T74" fmla="*/ 590 w 1639"/>
              <a:gd name="T75" fmla="*/ 1542 h 1639"/>
              <a:gd name="T76" fmla="*/ 1049 w 1639"/>
              <a:gd name="T77" fmla="*/ 1542 h 1639"/>
              <a:gd name="T78" fmla="*/ 977 w 1639"/>
              <a:gd name="T79" fmla="*/ 1343 h 1639"/>
              <a:gd name="T80" fmla="*/ 730 w 1639"/>
              <a:gd name="T81" fmla="*/ 1348 h 1639"/>
              <a:gd name="T82" fmla="*/ 504 w 1639"/>
              <a:gd name="T83" fmla="*/ 1016 h 1639"/>
              <a:gd name="T84" fmla="*/ 771 w 1639"/>
              <a:gd name="T85" fmla="*/ 595 h 1639"/>
              <a:gd name="T86" fmla="*/ 760 w 1639"/>
              <a:gd name="T87" fmla="*/ 881 h 1639"/>
              <a:gd name="T88" fmla="*/ 952 w 1639"/>
              <a:gd name="T89" fmla="*/ 1067 h 1639"/>
              <a:gd name="T90" fmla="*/ 867 w 1639"/>
              <a:gd name="T91" fmla="*/ 599 h 1639"/>
              <a:gd name="T92" fmla="*/ 1133 w 1639"/>
              <a:gd name="T93" fmla="*/ 1018 h 1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39" h="1639">
                <a:moveTo>
                  <a:pt x="1600" y="0"/>
                </a:moveTo>
                <a:cubicBezTo>
                  <a:pt x="1389" y="0"/>
                  <a:pt x="1389" y="0"/>
                  <a:pt x="1389" y="0"/>
                </a:cubicBezTo>
                <a:cubicBezTo>
                  <a:pt x="1361" y="10"/>
                  <a:pt x="1349" y="30"/>
                  <a:pt x="1350" y="60"/>
                </a:cubicBezTo>
                <a:cubicBezTo>
                  <a:pt x="1352" y="96"/>
                  <a:pt x="1351" y="96"/>
                  <a:pt x="1314" y="96"/>
                </a:cubicBezTo>
                <a:cubicBezTo>
                  <a:pt x="1200" y="96"/>
                  <a:pt x="1086" y="96"/>
                  <a:pt x="972" y="97"/>
                </a:cubicBezTo>
                <a:cubicBezTo>
                  <a:pt x="960" y="97"/>
                  <a:pt x="954" y="94"/>
                  <a:pt x="948" y="82"/>
                </a:cubicBezTo>
                <a:cubicBezTo>
                  <a:pt x="927" y="38"/>
                  <a:pt x="892" y="11"/>
                  <a:pt x="843" y="3"/>
                </a:cubicBezTo>
                <a:cubicBezTo>
                  <a:pt x="841" y="3"/>
                  <a:pt x="839" y="3"/>
                  <a:pt x="839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783" y="6"/>
                  <a:pt x="768" y="10"/>
                  <a:pt x="755" y="16"/>
                </a:cubicBezTo>
                <a:cubicBezTo>
                  <a:pt x="725" y="31"/>
                  <a:pt x="703" y="54"/>
                  <a:pt x="689" y="85"/>
                </a:cubicBezTo>
                <a:cubicBezTo>
                  <a:pt x="686" y="92"/>
                  <a:pt x="683" y="97"/>
                  <a:pt x="673" y="97"/>
                </a:cubicBezTo>
                <a:cubicBezTo>
                  <a:pt x="549" y="96"/>
                  <a:pt x="424" y="96"/>
                  <a:pt x="300" y="96"/>
                </a:cubicBezTo>
                <a:cubicBezTo>
                  <a:pt x="291" y="97"/>
                  <a:pt x="287" y="95"/>
                  <a:pt x="288" y="85"/>
                </a:cubicBezTo>
                <a:cubicBezTo>
                  <a:pt x="289" y="77"/>
                  <a:pt x="288" y="68"/>
                  <a:pt x="288" y="60"/>
                </a:cubicBezTo>
                <a:cubicBezTo>
                  <a:pt x="290" y="30"/>
                  <a:pt x="278" y="10"/>
                  <a:pt x="25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1" y="6"/>
                  <a:pt x="9" y="19"/>
                  <a:pt x="0" y="36"/>
                </a:cubicBezTo>
                <a:cubicBezTo>
                  <a:pt x="0" y="253"/>
                  <a:pt x="0" y="253"/>
                  <a:pt x="0" y="253"/>
                </a:cubicBezTo>
                <a:cubicBezTo>
                  <a:pt x="10" y="273"/>
                  <a:pt x="24" y="288"/>
                  <a:pt x="49" y="288"/>
                </a:cubicBezTo>
                <a:cubicBezTo>
                  <a:pt x="113" y="288"/>
                  <a:pt x="177" y="289"/>
                  <a:pt x="241" y="288"/>
                </a:cubicBezTo>
                <a:cubicBezTo>
                  <a:pt x="268" y="288"/>
                  <a:pt x="287" y="268"/>
                  <a:pt x="288" y="240"/>
                </a:cubicBezTo>
                <a:cubicBezTo>
                  <a:pt x="289" y="228"/>
                  <a:pt x="289" y="217"/>
                  <a:pt x="288" y="205"/>
                </a:cubicBezTo>
                <a:cubicBezTo>
                  <a:pt x="287" y="195"/>
                  <a:pt x="290" y="192"/>
                  <a:pt x="301" y="192"/>
                </a:cubicBezTo>
                <a:cubicBezTo>
                  <a:pt x="343" y="192"/>
                  <a:pt x="384" y="192"/>
                  <a:pt x="426" y="192"/>
                </a:cubicBezTo>
                <a:cubicBezTo>
                  <a:pt x="487" y="192"/>
                  <a:pt x="487" y="192"/>
                  <a:pt x="487" y="192"/>
                </a:cubicBezTo>
                <a:cubicBezTo>
                  <a:pt x="452" y="215"/>
                  <a:pt x="422" y="237"/>
                  <a:pt x="396" y="263"/>
                </a:cubicBezTo>
                <a:cubicBezTo>
                  <a:pt x="280" y="374"/>
                  <a:pt x="213" y="510"/>
                  <a:pt x="198" y="670"/>
                </a:cubicBezTo>
                <a:cubicBezTo>
                  <a:pt x="198" y="678"/>
                  <a:pt x="196" y="684"/>
                  <a:pt x="188" y="688"/>
                </a:cubicBezTo>
                <a:cubicBezTo>
                  <a:pt x="123" y="718"/>
                  <a:pt x="93" y="773"/>
                  <a:pt x="102" y="843"/>
                </a:cubicBezTo>
                <a:cubicBezTo>
                  <a:pt x="114" y="934"/>
                  <a:pt x="222" y="992"/>
                  <a:pt x="304" y="950"/>
                </a:cubicBezTo>
                <a:cubicBezTo>
                  <a:pt x="358" y="923"/>
                  <a:pt x="387" y="878"/>
                  <a:pt x="387" y="818"/>
                </a:cubicBezTo>
                <a:cubicBezTo>
                  <a:pt x="386" y="759"/>
                  <a:pt x="357" y="715"/>
                  <a:pt x="303" y="689"/>
                </a:cubicBezTo>
                <a:cubicBezTo>
                  <a:pt x="295" y="685"/>
                  <a:pt x="294" y="681"/>
                  <a:pt x="294" y="673"/>
                </a:cubicBezTo>
                <a:cubicBezTo>
                  <a:pt x="296" y="649"/>
                  <a:pt x="300" y="626"/>
                  <a:pt x="306" y="602"/>
                </a:cubicBezTo>
                <a:cubicBezTo>
                  <a:pt x="359" y="406"/>
                  <a:pt x="481" y="275"/>
                  <a:pt x="676" y="212"/>
                </a:cubicBezTo>
                <a:cubicBezTo>
                  <a:pt x="687" y="209"/>
                  <a:pt x="692" y="211"/>
                  <a:pt x="698" y="221"/>
                </a:cubicBezTo>
                <a:cubicBezTo>
                  <a:pt x="753" y="311"/>
                  <a:pt x="886" y="310"/>
                  <a:pt x="941" y="220"/>
                </a:cubicBezTo>
                <a:cubicBezTo>
                  <a:pt x="947" y="211"/>
                  <a:pt x="951" y="209"/>
                  <a:pt x="962" y="212"/>
                </a:cubicBezTo>
                <a:cubicBezTo>
                  <a:pt x="1080" y="247"/>
                  <a:pt x="1174" y="314"/>
                  <a:pt x="1246" y="413"/>
                </a:cubicBezTo>
                <a:cubicBezTo>
                  <a:pt x="1302" y="490"/>
                  <a:pt x="1335" y="577"/>
                  <a:pt x="1345" y="673"/>
                </a:cubicBezTo>
                <a:cubicBezTo>
                  <a:pt x="1346" y="681"/>
                  <a:pt x="1344" y="685"/>
                  <a:pt x="1335" y="689"/>
                </a:cubicBezTo>
                <a:cubicBezTo>
                  <a:pt x="1258" y="726"/>
                  <a:pt x="1230" y="815"/>
                  <a:pt x="1270" y="889"/>
                </a:cubicBezTo>
                <a:cubicBezTo>
                  <a:pt x="1300" y="944"/>
                  <a:pt x="1361" y="972"/>
                  <a:pt x="1425" y="960"/>
                </a:cubicBezTo>
                <a:cubicBezTo>
                  <a:pt x="1485" y="949"/>
                  <a:pt x="1531" y="898"/>
                  <a:pt x="1539" y="831"/>
                </a:cubicBezTo>
                <a:cubicBezTo>
                  <a:pt x="1545" y="774"/>
                  <a:pt x="1510" y="713"/>
                  <a:pt x="1455" y="689"/>
                </a:cubicBezTo>
                <a:cubicBezTo>
                  <a:pt x="1445" y="685"/>
                  <a:pt x="1441" y="680"/>
                  <a:pt x="1440" y="669"/>
                </a:cubicBezTo>
                <a:cubicBezTo>
                  <a:pt x="1425" y="503"/>
                  <a:pt x="1354" y="364"/>
                  <a:pt x="1230" y="252"/>
                </a:cubicBezTo>
                <a:cubicBezTo>
                  <a:pt x="1207" y="231"/>
                  <a:pt x="1181" y="213"/>
                  <a:pt x="1152" y="192"/>
                </a:cubicBezTo>
                <a:cubicBezTo>
                  <a:pt x="1207" y="192"/>
                  <a:pt x="1259" y="192"/>
                  <a:pt x="1310" y="192"/>
                </a:cubicBezTo>
                <a:cubicBezTo>
                  <a:pt x="1324" y="193"/>
                  <a:pt x="1341" y="187"/>
                  <a:pt x="1349" y="195"/>
                </a:cubicBezTo>
                <a:cubicBezTo>
                  <a:pt x="1355" y="202"/>
                  <a:pt x="1351" y="219"/>
                  <a:pt x="1351" y="232"/>
                </a:cubicBezTo>
                <a:cubicBezTo>
                  <a:pt x="1351" y="270"/>
                  <a:pt x="1369" y="288"/>
                  <a:pt x="1406" y="288"/>
                </a:cubicBezTo>
                <a:cubicBezTo>
                  <a:pt x="1462" y="288"/>
                  <a:pt x="1518" y="287"/>
                  <a:pt x="1574" y="289"/>
                </a:cubicBezTo>
                <a:cubicBezTo>
                  <a:pt x="1604" y="290"/>
                  <a:pt x="1626" y="281"/>
                  <a:pt x="1639" y="253"/>
                </a:cubicBezTo>
                <a:cubicBezTo>
                  <a:pt x="1639" y="39"/>
                  <a:pt x="1639" y="39"/>
                  <a:pt x="1639" y="39"/>
                </a:cubicBezTo>
                <a:cubicBezTo>
                  <a:pt x="1632" y="20"/>
                  <a:pt x="1619" y="7"/>
                  <a:pt x="1600" y="0"/>
                </a:cubicBezTo>
                <a:close/>
                <a:moveTo>
                  <a:pt x="189" y="190"/>
                </a:moveTo>
                <a:cubicBezTo>
                  <a:pt x="180" y="198"/>
                  <a:pt x="159" y="193"/>
                  <a:pt x="143" y="192"/>
                </a:cubicBezTo>
                <a:cubicBezTo>
                  <a:pt x="128" y="192"/>
                  <a:pt x="107" y="199"/>
                  <a:pt x="99" y="189"/>
                </a:cubicBezTo>
                <a:cubicBezTo>
                  <a:pt x="91" y="181"/>
                  <a:pt x="96" y="161"/>
                  <a:pt x="96" y="146"/>
                </a:cubicBezTo>
                <a:cubicBezTo>
                  <a:pt x="97" y="130"/>
                  <a:pt x="89" y="108"/>
                  <a:pt x="99" y="99"/>
                </a:cubicBezTo>
                <a:cubicBezTo>
                  <a:pt x="108" y="91"/>
                  <a:pt x="130" y="97"/>
                  <a:pt x="146" y="97"/>
                </a:cubicBezTo>
                <a:cubicBezTo>
                  <a:pt x="161" y="98"/>
                  <a:pt x="181" y="90"/>
                  <a:pt x="190" y="99"/>
                </a:cubicBezTo>
                <a:cubicBezTo>
                  <a:pt x="197" y="108"/>
                  <a:pt x="192" y="128"/>
                  <a:pt x="192" y="143"/>
                </a:cubicBezTo>
                <a:cubicBezTo>
                  <a:pt x="192" y="159"/>
                  <a:pt x="199" y="181"/>
                  <a:pt x="189" y="190"/>
                </a:cubicBezTo>
                <a:close/>
                <a:moveTo>
                  <a:pt x="244" y="868"/>
                </a:moveTo>
                <a:cubicBezTo>
                  <a:pt x="218" y="868"/>
                  <a:pt x="196" y="847"/>
                  <a:pt x="195" y="821"/>
                </a:cubicBezTo>
                <a:cubicBezTo>
                  <a:pt x="195" y="794"/>
                  <a:pt x="217" y="772"/>
                  <a:pt x="244" y="772"/>
                </a:cubicBezTo>
                <a:cubicBezTo>
                  <a:pt x="270" y="772"/>
                  <a:pt x="291" y="793"/>
                  <a:pt x="291" y="819"/>
                </a:cubicBezTo>
                <a:cubicBezTo>
                  <a:pt x="291" y="845"/>
                  <a:pt x="270" y="867"/>
                  <a:pt x="244" y="868"/>
                </a:cubicBezTo>
                <a:close/>
                <a:moveTo>
                  <a:pt x="819" y="192"/>
                </a:moveTo>
                <a:cubicBezTo>
                  <a:pt x="793" y="192"/>
                  <a:pt x="772" y="171"/>
                  <a:pt x="772" y="145"/>
                </a:cubicBezTo>
                <a:cubicBezTo>
                  <a:pt x="771" y="119"/>
                  <a:pt x="793" y="97"/>
                  <a:pt x="819" y="96"/>
                </a:cubicBezTo>
                <a:cubicBezTo>
                  <a:pt x="845" y="96"/>
                  <a:pt x="867" y="117"/>
                  <a:pt x="867" y="143"/>
                </a:cubicBezTo>
                <a:cubicBezTo>
                  <a:pt x="868" y="170"/>
                  <a:pt x="846" y="192"/>
                  <a:pt x="819" y="192"/>
                </a:cubicBezTo>
                <a:close/>
                <a:moveTo>
                  <a:pt x="1396" y="772"/>
                </a:moveTo>
                <a:cubicBezTo>
                  <a:pt x="1422" y="772"/>
                  <a:pt x="1444" y="794"/>
                  <a:pt x="1443" y="820"/>
                </a:cubicBezTo>
                <a:cubicBezTo>
                  <a:pt x="1443" y="846"/>
                  <a:pt x="1422" y="867"/>
                  <a:pt x="1396" y="868"/>
                </a:cubicBezTo>
                <a:cubicBezTo>
                  <a:pt x="1369" y="868"/>
                  <a:pt x="1347" y="845"/>
                  <a:pt x="1348" y="818"/>
                </a:cubicBezTo>
                <a:cubicBezTo>
                  <a:pt x="1348" y="793"/>
                  <a:pt x="1370" y="771"/>
                  <a:pt x="1396" y="772"/>
                </a:cubicBezTo>
                <a:close/>
                <a:moveTo>
                  <a:pt x="1543" y="182"/>
                </a:moveTo>
                <a:cubicBezTo>
                  <a:pt x="1543" y="190"/>
                  <a:pt x="1541" y="193"/>
                  <a:pt x="1533" y="193"/>
                </a:cubicBezTo>
                <a:cubicBezTo>
                  <a:pt x="1508" y="192"/>
                  <a:pt x="1482" y="192"/>
                  <a:pt x="1457" y="192"/>
                </a:cubicBezTo>
                <a:cubicBezTo>
                  <a:pt x="1449" y="193"/>
                  <a:pt x="1446" y="191"/>
                  <a:pt x="1447" y="182"/>
                </a:cubicBezTo>
                <a:cubicBezTo>
                  <a:pt x="1447" y="157"/>
                  <a:pt x="1447" y="132"/>
                  <a:pt x="1447" y="107"/>
                </a:cubicBezTo>
                <a:cubicBezTo>
                  <a:pt x="1446" y="99"/>
                  <a:pt x="1448" y="96"/>
                  <a:pt x="1457" y="96"/>
                </a:cubicBezTo>
                <a:cubicBezTo>
                  <a:pt x="1470" y="97"/>
                  <a:pt x="1482" y="96"/>
                  <a:pt x="1495" y="96"/>
                </a:cubicBezTo>
                <a:cubicBezTo>
                  <a:pt x="1508" y="96"/>
                  <a:pt x="1520" y="97"/>
                  <a:pt x="1532" y="96"/>
                </a:cubicBezTo>
                <a:cubicBezTo>
                  <a:pt x="1540" y="96"/>
                  <a:pt x="1543" y="98"/>
                  <a:pt x="1543" y="107"/>
                </a:cubicBezTo>
                <a:cubicBezTo>
                  <a:pt x="1542" y="132"/>
                  <a:pt x="1542" y="157"/>
                  <a:pt x="1543" y="182"/>
                </a:cubicBezTo>
                <a:close/>
                <a:moveTo>
                  <a:pt x="865" y="417"/>
                </a:moveTo>
                <a:cubicBezTo>
                  <a:pt x="838" y="377"/>
                  <a:pt x="801" y="378"/>
                  <a:pt x="774" y="417"/>
                </a:cubicBezTo>
                <a:cubicBezTo>
                  <a:pt x="708" y="516"/>
                  <a:pt x="642" y="615"/>
                  <a:pt x="576" y="713"/>
                </a:cubicBezTo>
                <a:cubicBezTo>
                  <a:pt x="518" y="801"/>
                  <a:pt x="460" y="889"/>
                  <a:pt x="401" y="977"/>
                </a:cubicBezTo>
                <a:cubicBezTo>
                  <a:pt x="382" y="1006"/>
                  <a:pt x="383" y="1025"/>
                  <a:pt x="407" y="1051"/>
                </a:cubicBezTo>
                <a:cubicBezTo>
                  <a:pt x="409" y="1054"/>
                  <a:pt x="412" y="1057"/>
                  <a:pt x="415" y="1061"/>
                </a:cubicBezTo>
                <a:cubicBezTo>
                  <a:pt x="501" y="1153"/>
                  <a:pt x="553" y="1262"/>
                  <a:pt x="573" y="1386"/>
                </a:cubicBezTo>
                <a:cubicBezTo>
                  <a:pt x="575" y="1397"/>
                  <a:pt x="572" y="1403"/>
                  <a:pt x="564" y="1411"/>
                </a:cubicBezTo>
                <a:cubicBezTo>
                  <a:pt x="523" y="1447"/>
                  <a:pt x="499" y="1492"/>
                  <a:pt x="488" y="1544"/>
                </a:cubicBezTo>
                <a:cubicBezTo>
                  <a:pt x="477" y="1599"/>
                  <a:pt x="483" y="1617"/>
                  <a:pt x="519" y="1639"/>
                </a:cubicBezTo>
                <a:cubicBezTo>
                  <a:pt x="1117" y="1639"/>
                  <a:pt x="1117" y="1639"/>
                  <a:pt x="1117" y="1639"/>
                </a:cubicBezTo>
                <a:cubicBezTo>
                  <a:pt x="1149" y="1625"/>
                  <a:pt x="1157" y="1612"/>
                  <a:pt x="1155" y="1576"/>
                </a:cubicBezTo>
                <a:cubicBezTo>
                  <a:pt x="1150" y="1511"/>
                  <a:pt x="1125" y="1456"/>
                  <a:pt x="1076" y="1412"/>
                </a:cubicBezTo>
                <a:cubicBezTo>
                  <a:pt x="1067" y="1404"/>
                  <a:pt x="1064" y="1396"/>
                  <a:pt x="1066" y="1384"/>
                </a:cubicBezTo>
                <a:cubicBezTo>
                  <a:pt x="1087" y="1258"/>
                  <a:pt x="1141" y="1148"/>
                  <a:pt x="1229" y="1054"/>
                </a:cubicBezTo>
                <a:cubicBezTo>
                  <a:pt x="1257" y="1025"/>
                  <a:pt x="1258" y="1007"/>
                  <a:pt x="1236" y="974"/>
                </a:cubicBezTo>
                <a:cubicBezTo>
                  <a:pt x="1112" y="788"/>
                  <a:pt x="988" y="603"/>
                  <a:pt x="865" y="417"/>
                </a:cubicBezTo>
                <a:close/>
                <a:moveTo>
                  <a:pt x="822" y="964"/>
                </a:moveTo>
                <a:cubicBezTo>
                  <a:pt x="848" y="965"/>
                  <a:pt x="868" y="988"/>
                  <a:pt x="867" y="1014"/>
                </a:cubicBezTo>
                <a:cubicBezTo>
                  <a:pt x="866" y="1040"/>
                  <a:pt x="843" y="1061"/>
                  <a:pt x="816" y="1059"/>
                </a:cubicBezTo>
                <a:cubicBezTo>
                  <a:pt x="790" y="1058"/>
                  <a:pt x="770" y="1035"/>
                  <a:pt x="772" y="1009"/>
                </a:cubicBezTo>
                <a:cubicBezTo>
                  <a:pt x="773" y="983"/>
                  <a:pt x="796" y="962"/>
                  <a:pt x="822" y="964"/>
                </a:cubicBezTo>
                <a:close/>
                <a:moveTo>
                  <a:pt x="590" y="1542"/>
                </a:moveTo>
                <a:cubicBezTo>
                  <a:pt x="606" y="1488"/>
                  <a:pt x="658" y="1446"/>
                  <a:pt x="716" y="1445"/>
                </a:cubicBezTo>
                <a:cubicBezTo>
                  <a:pt x="785" y="1443"/>
                  <a:pt x="854" y="1443"/>
                  <a:pt x="924" y="1445"/>
                </a:cubicBezTo>
                <a:cubicBezTo>
                  <a:pt x="981" y="1446"/>
                  <a:pt x="1034" y="1489"/>
                  <a:pt x="1049" y="1542"/>
                </a:cubicBezTo>
                <a:lnTo>
                  <a:pt x="590" y="1542"/>
                </a:lnTo>
                <a:close/>
                <a:moveTo>
                  <a:pt x="1133" y="1018"/>
                </a:moveTo>
                <a:cubicBezTo>
                  <a:pt x="1052" y="1112"/>
                  <a:pt x="1000" y="1221"/>
                  <a:pt x="977" y="1343"/>
                </a:cubicBezTo>
                <a:cubicBezTo>
                  <a:pt x="975" y="1353"/>
                  <a:pt x="972" y="1356"/>
                  <a:pt x="962" y="1353"/>
                </a:cubicBezTo>
                <a:cubicBezTo>
                  <a:pt x="945" y="1348"/>
                  <a:pt x="927" y="1348"/>
                  <a:pt x="910" y="1348"/>
                </a:cubicBezTo>
                <a:cubicBezTo>
                  <a:pt x="850" y="1348"/>
                  <a:pt x="790" y="1348"/>
                  <a:pt x="730" y="1348"/>
                </a:cubicBezTo>
                <a:cubicBezTo>
                  <a:pt x="712" y="1348"/>
                  <a:pt x="694" y="1348"/>
                  <a:pt x="676" y="1353"/>
                </a:cubicBezTo>
                <a:cubicBezTo>
                  <a:pt x="668" y="1355"/>
                  <a:pt x="664" y="1353"/>
                  <a:pt x="663" y="1344"/>
                </a:cubicBezTo>
                <a:cubicBezTo>
                  <a:pt x="639" y="1221"/>
                  <a:pt x="586" y="1111"/>
                  <a:pt x="504" y="1016"/>
                </a:cubicBezTo>
                <a:cubicBezTo>
                  <a:pt x="499" y="1009"/>
                  <a:pt x="497" y="1005"/>
                  <a:pt x="502" y="997"/>
                </a:cubicBezTo>
                <a:cubicBezTo>
                  <a:pt x="591" y="866"/>
                  <a:pt x="678" y="734"/>
                  <a:pt x="766" y="602"/>
                </a:cubicBezTo>
                <a:cubicBezTo>
                  <a:pt x="767" y="601"/>
                  <a:pt x="768" y="600"/>
                  <a:pt x="771" y="595"/>
                </a:cubicBezTo>
                <a:cubicBezTo>
                  <a:pt x="771" y="618"/>
                  <a:pt x="771" y="638"/>
                  <a:pt x="771" y="657"/>
                </a:cubicBezTo>
                <a:cubicBezTo>
                  <a:pt x="771" y="726"/>
                  <a:pt x="771" y="794"/>
                  <a:pt x="772" y="862"/>
                </a:cubicBezTo>
                <a:cubicBezTo>
                  <a:pt x="772" y="872"/>
                  <a:pt x="770" y="877"/>
                  <a:pt x="760" y="881"/>
                </a:cubicBezTo>
                <a:cubicBezTo>
                  <a:pt x="699" y="908"/>
                  <a:pt x="668" y="970"/>
                  <a:pt x="678" y="1039"/>
                </a:cubicBezTo>
                <a:cubicBezTo>
                  <a:pt x="688" y="1099"/>
                  <a:pt x="740" y="1147"/>
                  <a:pt x="808" y="1155"/>
                </a:cubicBezTo>
                <a:cubicBezTo>
                  <a:pt x="866" y="1162"/>
                  <a:pt x="929" y="1124"/>
                  <a:pt x="952" y="1067"/>
                </a:cubicBezTo>
                <a:cubicBezTo>
                  <a:pt x="982" y="995"/>
                  <a:pt x="950" y="913"/>
                  <a:pt x="878" y="881"/>
                </a:cubicBezTo>
                <a:cubicBezTo>
                  <a:pt x="872" y="878"/>
                  <a:pt x="867" y="875"/>
                  <a:pt x="867" y="866"/>
                </a:cubicBezTo>
                <a:cubicBezTo>
                  <a:pt x="868" y="777"/>
                  <a:pt x="867" y="688"/>
                  <a:pt x="867" y="599"/>
                </a:cubicBezTo>
                <a:cubicBezTo>
                  <a:pt x="873" y="599"/>
                  <a:pt x="874" y="604"/>
                  <a:pt x="876" y="607"/>
                </a:cubicBezTo>
                <a:cubicBezTo>
                  <a:pt x="962" y="736"/>
                  <a:pt x="1048" y="866"/>
                  <a:pt x="1135" y="995"/>
                </a:cubicBezTo>
                <a:cubicBezTo>
                  <a:pt x="1141" y="1004"/>
                  <a:pt x="1140" y="1009"/>
                  <a:pt x="1133" y="1018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C6B5A1C3-9389-4338-8F6E-944E13160314}"/>
              </a:ext>
            </a:extLst>
          </p:cNvPr>
          <p:cNvSpPr>
            <a:spLocks noEditPoints="1"/>
          </p:cNvSpPr>
          <p:nvPr/>
        </p:nvSpPr>
        <p:spPr bwMode="auto">
          <a:xfrm>
            <a:off x="7763760" y="3478658"/>
            <a:ext cx="310247" cy="354568"/>
          </a:xfrm>
          <a:custGeom>
            <a:avLst/>
            <a:gdLst>
              <a:gd name="T0" fmla="*/ 95 w 126"/>
              <a:gd name="T1" fmla="*/ 57 h 144"/>
              <a:gd name="T2" fmla="*/ 55 w 126"/>
              <a:gd name="T3" fmla="*/ 1 h 144"/>
              <a:gd name="T4" fmla="*/ 4 w 126"/>
              <a:gd name="T5" fmla="*/ 73 h 144"/>
              <a:gd name="T6" fmla="*/ 79 w 126"/>
              <a:gd name="T7" fmla="*/ 37 h 144"/>
              <a:gd name="T8" fmla="*/ 36 w 126"/>
              <a:gd name="T9" fmla="*/ 83 h 144"/>
              <a:gd name="T10" fmla="*/ 26 w 126"/>
              <a:gd name="T11" fmla="*/ 35 h 144"/>
              <a:gd name="T12" fmla="*/ 21 w 126"/>
              <a:gd name="T13" fmla="*/ 48 h 144"/>
              <a:gd name="T14" fmla="*/ 56 w 126"/>
              <a:gd name="T15" fmla="*/ 21 h 144"/>
              <a:gd name="T16" fmla="*/ 66 w 126"/>
              <a:gd name="T17" fmla="*/ 47 h 144"/>
              <a:gd name="T18" fmla="*/ 41 w 126"/>
              <a:gd name="T19" fmla="*/ 105 h 144"/>
              <a:gd name="T20" fmla="*/ 41 w 126"/>
              <a:gd name="T21" fmla="*/ 105 h 144"/>
              <a:gd name="T22" fmla="*/ 47 w 126"/>
              <a:gd name="T23" fmla="*/ 112 h 144"/>
              <a:gd name="T24" fmla="*/ 47 w 126"/>
              <a:gd name="T25" fmla="*/ 112 h 144"/>
              <a:gd name="T26" fmla="*/ 53 w 126"/>
              <a:gd name="T27" fmla="*/ 134 h 144"/>
              <a:gd name="T28" fmla="*/ 72 w 126"/>
              <a:gd name="T29" fmla="*/ 56 h 144"/>
              <a:gd name="T30" fmla="*/ 57 w 126"/>
              <a:gd name="T31" fmla="*/ 102 h 144"/>
              <a:gd name="T32" fmla="*/ 57 w 126"/>
              <a:gd name="T33" fmla="*/ 99 h 144"/>
              <a:gd name="T34" fmla="*/ 87 w 126"/>
              <a:gd name="T35" fmla="*/ 98 h 144"/>
              <a:gd name="T36" fmla="*/ 58 w 126"/>
              <a:gd name="T37" fmla="*/ 104 h 144"/>
              <a:gd name="T38" fmla="*/ 53 w 126"/>
              <a:gd name="T39" fmla="*/ 98 h 144"/>
              <a:gd name="T40" fmla="*/ 52 w 126"/>
              <a:gd name="T41" fmla="*/ 84 h 144"/>
              <a:gd name="T42" fmla="*/ 72 w 126"/>
              <a:gd name="T43" fmla="*/ 64 h 144"/>
              <a:gd name="T44" fmla="*/ 95 w 126"/>
              <a:gd name="T45" fmla="*/ 86 h 144"/>
              <a:gd name="T46" fmla="*/ 52 w 126"/>
              <a:gd name="T47" fmla="*/ 89 h 144"/>
              <a:gd name="T48" fmla="*/ 58 w 126"/>
              <a:gd name="T49" fmla="*/ 71 h 144"/>
              <a:gd name="T50" fmla="*/ 60 w 126"/>
              <a:gd name="T51" fmla="*/ 77 h 144"/>
              <a:gd name="T52" fmla="*/ 61 w 126"/>
              <a:gd name="T53" fmla="*/ 76 h 144"/>
              <a:gd name="T54" fmla="*/ 66 w 126"/>
              <a:gd name="T55" fmla="*/ 73 h 144"/>
              <a:gd name="T56" fmla="*/ 66 w 126"/>
              <a:gd name="T57" fmla="*/ 74 h 144"/>
              <a:gd name="T58" fmla="*/ 73 w 126"/>
              <a:gd name="T59" fmla="*/ 72 h 144"/>
              <a:gd name="T60" fmla="*/ 72 w 126"/>
              <a:gd name="T61" fmla="*/ 73 h 144"/>
              <a:gd name="T62" fmla="*/ 78 w 126"/>
              <a:gd name="T63" fmla="*/ 77 h 144"/>
              <a:gd name="T64" fmla="*/ 76 w 126"/>
              <a:gd name="T65" fmla="*/ 73 h 144"/>
              <a:gd name="T66" fmla="*/ 81 w 126"/>
              <a:gd name="T67" fmla="*/ 77 h 144"/>
              <a:gd name="T68" fmla="*/ 85 w 126"/>
              <a:gd name="T69" fmla="*/ 74 h 144"/>
              <a:gd name="T70" fmla="*/ 85 w 126"/>
              <a:gd name="T71" fmla="*/ 73 h 144"/>
              <a:gd name="T72" fmla="*/ 58 w 126"/>
              <a:gd name="T73" fmla="*/ 85 h 144"/>
              <a:gd name="T74" fmla="*/ 57 w 126"/>
              <a:gd name="T75" fmla="*/ 86 h 144"/>
              <a:gd name="T76" fmla="*/ 60 w 126"/>
              <a:gd name="T77" fmla="*/ 87 h 144"/>
              <a:gd name="T78" fmla="*/ 65 w 126"/>
              <a:gd name="T79" fmla="*/ 90 h 144"/>
              <a:gd name="T80" fmla="*/ 66 w 126"/>
              <a:gd name="T81" fmla="*/ 89 h 144"/>
              <a:gd name="T82" fmla="*/ 70 w 126"/>
              <a:gd name="T83" fmla="*/ 87 h 144"/>
              <a:gd name="T84" fmla="*/ 70 w 126"/>
              <a:gd name="T85" fmla="*/ 86 h 144"/>
              <a:gd name="T86" fmla="*/ 78 w 126"/>
              <a:gd name="T87" fmla="*/ 85 h 144"/>
              <a:gd name="T88" fmla="*/ 77 w 126"/>
              <a:gd name="T89" fmla="*/ 86 h 144"/>
              <a:gd name="T90" fmla="*/ 83 w 126"/>
              <a:gd name="T91" fmla="*/ 90 h 144"/>
              <a:gd name="T92" fmla="*/ 81 w 126"/>
              <a:gd name="T93" fmla="*/ 86 h 144"/>
              <a:gd name="T94" fmla="*/ 86 w 126"/>
              <a:gd name="T95" fmla="*/ 86 h 144"/>
              <a:gd name="T96" fmla="*/ 90 w 126"/>
              <a:gd name="T97" fmla="*/ 88 h 144"/>
              <a:gd name="T98" fmla="*/ 92 w 126"/>
              <a:gd name="T99" fmla="*/ 88 h 144"/>
              <a:gd name="T100" fmla="*/ 92 w 126"/>
              <a:gd name="T101" fmla="*/ 88 h 144"/>
              <a:gd name="T102" fmla="*/ 63 w 126"/>
              <a:gd name="T103" fmla="*/ 98 h 144"/>
              <a:gd name="T104" fmla="*/ 62 w 126"/>
              <a:gd name="T105" fmla="*/ 99 h 144"/>
              <a:gd name="T106" fmla="*/ 66 w 126"/>
              <a:gd name="T107" fmla="*/ 104 h 144"/>
              <a:gd name="T108" fmla="*/ 71 w 126"/>
              <a:gd name="T109" fmla="*/ 99 h 144"/>
              <a:gd name="T110" fmla="*/ 75 w 126"/>
              <a:gd name="T111" fmla="*/ 100 h 144"/>
              <a:gd name="T112" fmla="*/ 75 w 126"/>
              <a:gd name="T113" fmla="*/ 99 h 144"/>
              <a:gd name="T114" fmla="*/ 83 w 126"/>
              <a:gd name="T115" fmla="*/ 98 h 144"/>
              <a:gd name="T116" fmla="*/ 82 w 126"/>
              <a:gd name="T117" fmla="*/ 9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6" h="144">
                <a:moveTo>
                  <a:pt x="3" y="41"/>
                </a:moveTo>
                <a:cubicBezTo>
                  <a:pt x="3" y="42"/>
                  <a:pt x="4" y="42"/>
                  <a:pt x="7" y="39"/>
                </a:cubicBezTo>
                <a:cubicBezTo>
                  <a:pt x="8" y="39"/>
                  <a:pt x="10" y="37"/>
                  <a:pt x="12" y="35"/>
                </a:cubicBezTo>
                <a:cubicBezTo>
                  <a:pt x="12" y="34"/>
                  <a:pt x="12" y="34"/>
                  <a:pt x="12" y="34"/>
                </a:cubicBezTo>
                <a:cubicBezTo>
                  <a:pt x="19" y="26"/>
                  <a:pt x="33" y="6"/>
                  <a:pt x="54" y="7"/>
                </a:cubicBezTo>
                <a:cubicBezTo>
                  <a:pt x="71" y="9"/>
                  <a:pt x="84" y="22"/>
                  <a:pt x="89" y="45"/>
                </a:cubicBezTo>
                <a:cubicBezTo>
                  <a:pt x="90" y="46"/>
                  <a:pt x="90" y="46"/>
                  <a:pt x="90" y="47"/>
                </a:cubicBezTo>
                <a:cubicBezTo>
                  <a:pt x="91" y="51"/>
                  <a:pt x="92" y="55"/>
                  <a:pt x="95" y="57"/>
                </a:cubicBezTo>
                <a:cubicBezTo>
                  <a:pt x="95" y="57"/>
                  <a:pt x="96" y="57"/>
                  <a:pt x="96" y="57"/>
                </a:cubicBezTo>
                <a:cubicBezTo>
                  <a:pt x="97" y="57"/>
                  <a:pt x="98" y="57"/>
                  <a:pt x="99" y="56"/>
                </a:cubicBezTo>
                <a:cubicBezTo>
                  <a:pt x="100" y="55"/>
                  <a:pt x="99" y="53"/>
                  <a:pt x="98" y="52"/>
                </a:cubicBezTo>
                <a:cubicBezTo>
                  <a:pt x="98" y="51"/>
                  <a:pt x="97" y="48"/>
                  <a:pt x="96" y="45"/>
                </a:cubicBezTo>
                <a:cubicBezTo>
                  <a:pt x="96" y="45"/>
                  <a:pt x="96" y="45"/>
                  <a:pt x="96" y="45"/>
                </a:cubicBezTo>
                <a:cubicBezTo>
                  <a:pt x="96" y="44"/>
                  <a:pt x="96" y="44"/>
                  <a:pt x="95" y="44"/>
                </a:cubicBezTo>
                <a:cubicBezTo>
                  <a:pt x="94" y="40"/>
                  <a:pt x="92" y="30"/>
                  <a:pt x="86" y="21"/>
                </a:cubicBezTo>
                <a:cubicBezTo>
                  <a:pt x="78" y="9"/>
                  <a:pt x="68" y="2"/>
                  <a:pt x="55" y="1"/>
                </a:cubicBezTo>
                <a:cubicBezTo>
                  <a:pt x="54" y="1"/>
                  <a:pt x="54" y="1"/>
                  <a:pt x="54" y="1"/>
                </a:cubicBezTo>
                <a:cubicBezTo>
                  <a:pt x="30" y="0"/>
                  <a:pt x="14" y="21"/>
                  <a:pt x="8" y="30"/>
                </a:cubicBezTo>
                <a:cubicBezTo>
                  <a:pt x="7" y="31"/>
                  <a:pt x="7" y="31"/>
                  <a:pt x="7" y="31"/>
                </a:cubicBezTo>
                <a:cubicBezTo>
                  <a:pt x="5" y="34"/>
                  <a:pt x="3" y="35"/>
                  <a:pt x="2" y="36"/>
                </a:cubicBezTo>
                <a:cubicBezTo>
                  <a:pt x="2" y="36"/>
                  <a:pt x="2" y="36"/>
                  <a:pt x="1" y="36"/>
                </a:cubicBezTo>
                <a:cubicBezTo>
                  <a:pt x="0" y="37"/>
                  <a:pt x="0" y="38"/>
                  <a:pt x="0" y="39"/>
                </a:cubicBezTo>
                <a:cubicBezTo>
                  <a:pt x="0" y="40"/>
                  <a:pt x="1" y="41"/>
                  <a:pt x="3" y="41"/>
                </a:cubicBezTo>
                <a:close/>
                <a:moveTo>
                  <a:pt x="4" y="73"/>
                </a:moveTo>
                <a:cubicBezTo>
                  <a:pt x="14" y="70"/>
                  <a:pt x="23" y="64"/>
                  <a:pt x="24" y="64"/>
                </a:cubicBezTo>
                <a:cubicBezTo>
                  <a:pt x="37" y="56"/>
                  <a:pt x="49" y="43"/>
                  <a:pt x="49" y="43"/>
                </a:cubicBezTo>
                <a:cubicBezTo>
                  <a:pt x="54" y="38"/>
                  <a:pt x="61" y="32"/>
                  <a:pt x="67" y="34"/>
                </a:cubicBezTo>
                <a:cubicBezTo>
                  <a:pt x="70" y="35"/>
                  <a:pt x="72" y="37"/>
                  <a:pt x="74" y="39"/>
                </a:cubicBezTo>
                <a:cubicBezTo>
                  <a:pt x="75" y="43"/>
                  <a:pt x="75" y="47"/>
                  <a:pt x="73" y="51"/>
                </a:cubicBezTo>
                <a:cubicBezTo>
                  <a:pt x="73" y="51"/>
                  <a:pt x="73" y="52"/>
                  <a:pt x="73" y="52"/>
                </a:cubicBezTo>
                <a:cubicBezTo>
                  <a:pt x="75" y="52"/>
                  <a:pt x="77" y="53"/>
                  <a:pt x="79" y="53"/>
                </a:cubicBezTo>
                <a:cubicBezTo>
                  <a:pt x="81" y="47"/>
                  <a:pt x="81" y="41"/>
                  <a:pt x="79" y="37"/>
                </a:cubicBezTo>
                <a:cubicBezTo>
                  <a:pt x="77" y="33"/>
                  <a:pt x="73" y="30"/>
                  <a:pt x="68" y="28"/>
                </a:cubicBezTo>
                <a:cubicBezTo>
                  <a:pt x="61" y="26"/>
                  <a:pt x="52" y="30"/>
                  <a:pt x="44" y="39"/>
                </a:cubicBezTo>
                <a:cubicBezTo>
                  <a:pt x="44" y="39"/>
                  <a:pt x="33" y="52"/>
                  <a:pt x="20" y="59"/>
                </a:cubicBezTo>
                <a:cubicBezTo>
                  <a:pt x="20" y="59"/>
                  <a:pt x="12" y="64"/>
                  <a:pt x="2" y="67"/>
                </a:cubicBezTo>
                <a:cubicBezTo>
                  <a:pt x="1" y="67"/>
                  <a:pt x="0" y="69"/>
                  <a:pt x="0" y="71"/>
                </a:cubicBezTo>
                <a:cubicBezTo>
                  <a:pt x="1" y="72"/>
                  <a:pt x="2" y="73"/>
                  <a:pt x="4" y="73"/>
                </a:cubicBezTo>
                <a:close/>
                <a:moveTo>
                  <a:pt x="36" y="87"/>
                </a:moveTo>
                <a:cubicBezTo>
                  <a:pt x="36" y="86"/>
                  <a:pt x="36" y="85"/>
                  <a:pt x="36" y="83"/>
                </a:cubicBezTo>
                <a:cubicBezTo>
                  <a:pt x="27" y="89"/>
                  <a:pt x="16" y="95"/>
                  <a:pt x="8" y="99"/>
                </a:cubicBezTo>
                <a:cubicBezTo>
                  <a:pt x="6" y="99"/>
                  <a:pt x="5" y="101"/>
                  <a:pt x="6" y="103"/>
                </a:cubicBezTo>
                <a:cubicBezTo>
                  <a:pt x="6" y="104"/>
                  <a:pt x="8" y="105"/>
                  <a:pt x="9" y="105"/>
                </a:cubicBezTo>
                <a:cubicBezTo>
                  <a:pt x="9" y="105"/>
                  <a:pt x="10" y="105"/>
                  <a:pt x="10" y="104"/>
                </a:cubicBezTo>
                <a:cubicBezTo>
                  <a:pt x="18" y="101"/>
                  <a:pt x="28" y="95"/>
                  <a:pt x="36" y="91"/>
                </a:cubicBezTo>
                <a:cubicBezTo>
                  <a:pt x="36" y="89"/>
                  <a:pt x="36" y="88"/>
                  <a:pt x="36" y="87"/>
                </a:cubicBezTo>
                <a:close/>
                <a:moveTo>
                  <a:pt x="30" y="30"/>
                </a:moveTo>
                <a:cubicBezTo>
                  <a:pt x="28" y="32"/>
                  <a:pt x="27" y="34"/>
                  <a:pt x="26" y="35"/>
                </a:cubicBezTo>
                <a:cubicBezTo>
                  <a:pt x="24" y="37"/>
                  <a:pt x="22" y="39"/>
                  <a:pt x="20" y="41"/>
                </a:cubicBezTo>
                <a:cubicBezTo>
                  <a:pt x="18" y="43"/>
                  <a:pt x="16" y="44"/>
                  <a:pt x="14" y="45"/>
                </a:cubicBezTo>
                <a:cubicBezTo>
                  <a:pt x="11" y="47"/>
                  <a:pt x="9" y="48"/>
                  <a:pt x="6" y="50"/>
                </a:cubicBezTo>
                <a:cubicBezTo>
                  <a:pt x="5" y="50"/>
                  <a:pt x="4" y="50"/>
                  <a:pt x="3" y="51"/>
                </a:cubicBezTo>
                <a:cubicBezTo>
                  <a:pt x="2" y="51"/>
                  <a:pt x="1" y="53"/>
                  <a:pt x="1" y="54"/>
                </a:cubicBezTo>
                <a:cubicBezTo>
                  <a:pt x="2" y="56"/>
                  <a:pt x="3" y="57"/>
                  <a:pt x="5" y="57"/>
                </a:cubicBezTo>
                <a:cubicBezTo>
                  <a:pt x="8" y="56"/>
                  <a:pt x="11" y="54"/>
                  <a:pt x="14" y="52"/>
                </a:cubicBezTo>
                <a:cubicBezTo>
                  <a:pt x="16" y="51"/>
                  <a:pt x="19" y="50"/>
                  <a:pt x="21" y="48"/>
                </a:cubicBezTo>
                <a:cubicBezTo>
                  <a:pt x="25" y="45"/>
                  <a:pt x="29" y="41"/>
                  <a:pt x="32" y="37"/>
                </a:cubicBezTo>
                <a:cubicBezTo>
                  <a:pt x="33" y="35"/>
                  <a:pt x="35" y="34"/>
                  <a:pt x="36" y="32"/>
                </a:cubicBezTo>
                <a:cubicBezTo>
                  <a:pt x="37" y="31"/>
                  <a:pt x="38" y="31"/>
                  <a:pt x="39" y="30"/>
                </a:cubicBezTo>
                <a:cubicBezTo>
                  <a:pt x="39" y="29"/>
                  <a:pt x="40" y="29"/>
                  <a:pt x="40" y="29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2" y="28"/>
                  <a:pt x="42" y="28"/>
                </a:cubicBezTo>
                <a:cubicBezTo>
                  <a:pt x="44" y="26"/>
                  <a:pt x="46" y="24"/>
                  <a:pt x="48" y="23"/>
                </a:cubicBezTo>
                <a:cubicBezTo>
                  <a:pt x="51" y="22"/>
                  <a:pt x="53" y="21"/>
                  <a:pt x="56" y="21"/>
                </a:cubicBezTo>
                <a:cubicBezTo>
                  <a:pt x="57" y="20"/>
                  <a:pt x="57" y="20"/>
                  <a:pt x="57" y="20"/>
                </a:cubicBezTo>
                <a:cubicBezTo>
                  <a:pt x="59" y="20"/>
                  <a:pt x="61" y="19"/>
                  <a:pt x="61" y="17"/>
                </a:cubicBezTo>
                <a:cubicBezTo>
                  <a:pt x="61" y="16"/>
                  <a:pt x="59" y="14"/>
                  <a:pt x="57" y="14"/>
                </a:cubicBezTo>
                <a:cubicBezTo>
                  <a:pt x="46" y="15"/>
                  <a:pt x="37" y="22"/>
                  <a:pt x="30" y="30"/>
                </a:cubicBezTo>
                <a:close/>
                <a:moveTo>
                  <a:pt x="6" y="89"/>
                </a:moveTo>
                <a:cubicBezTo>
                  <a:pt x="10" y="87"/>
                  <a:pt x="24" y="82"/>
                  <a:pt x="39" y="72"/>
                </a:cubicBezTo>
                <a:cubicBezTo>
                  <a:pt x="43" y="63"/>
                  <a:pt x="51" y="57"/>
                  <a:pt x="60" y="54"/>
                </a:cubicBezTo>
                <a:cubicBezTo>
                  <a:pt x="62" y="52"/>
                  <a:pt x="64" y="49"/>
                  <a:pt x="66" y="47"/>
                </a:cubicBezTo>
                <a:cubicBezTo>
                  <a:pt x="67" y="46"/>
                  <a:pt x="66" y="44"/>
                  <a:pt x="65" y="43"/>
                </a:cubicBezTo>
                <a:cubicBezTo>
                  <a:pt x="64" y="42"/>
                  <a:pt x="62" y="42"/>
                  <a:pt x="61" y="43"/>
                </a:cubicBezTo>
                <a:cubicBezTo>
                  <a:pt x="43" y="69"/>
                  <a:pt x="10" y="81"/>
                  <a:pt x="4" y="83"/>
                </a:cubicBezTo>
                <a:cubicBezTo>
                  <a:pt x="4" y="83"/>
                  <a:pt x="4" y="83"/>
                  <a:pt x="4" y="83"/>
                </a:cubicBezTo>
                <a:cubicBezTo>
                  <a:pt x="2" y="84"/>
                  <a:pt x="1" y="85"/>
                  <a:pt x="2" y="87"/>
                </a:cubicBezTo>
                <a:cubicBezTo>
                  <a:pt x="3" y="88"/>
                  <a:pt x="4" y="89"/>
                  <a:pt x="5" y="89"/>
                </a:cubicBezTo>
                <a:cubicBezTo>
                  <a:pt x="5" y="89"/>
                  <a:pt x="6" y="89"/>
                  <a:pt x="6" y="89"/>
                </a:cubicBezTo>
                <a:close/>
                <a:moveTo>
                  <a:pt x="41" y="105"/>
                </a:moveTo>
                <a:cubicBezTo>
                  <a:pt x="40" y="103"/>
                  <a:pt x="39" y="101"/>
                  <a:pt x="38" y="99"/>
                </a:cubicBezTo>
                <a:cubicBezTo>
                  <a:pt x="37" y="100"/>
                  <a:pt x="36" y="101"/>
                  <a:pt x="35" y="101"/>
                </a:cubicBezTo>
                <a:cubicBezTo>
                  <a:pt x="27" y="106"/>
                  <a:pt x="19" y="112"/>
                  <a:pt x="15" y="113"/>
                </a:cubicBezTo>
                <a:cubicBezTo>
                  <a:pt x="13" y="113"/>
                  <a:pt x="12" y="115"/>
                  <a:pt x="13" y="117"/>
                </a:cubicBezTo>
                <a:cubicBezTo>
                  <a:pt x="13" y="118"/>
                  <a:pt x="14" y="119"/>
                  <a:pt x="16" y="119"/>
                </a:cubicBezTo>
                <a:cubicBezTo>
                  <a:pt x="16" y="119"/>
                  <a:pt x="16" y="119"/>
                  <a:pt x="17" y="119"/>
                </a:cubicBezTo>
                <a:cubicBezTo>
                  <a:pt x="21" y="118"/>
                  <a:pt x="30" y="112"/>
                  <a:pt x="38" y="106"/>
                </a:cubicBezTo>
                <a:cubicBezTo>
                  <a:pt x="39" y="106"/>
                  <a:pt x="40" y="105"/>
                  <a:pt x="41" y="105"/>
                </a:cubicBezTo>
                <a:close/>
                <a:moveTo>
                  <a:pt x="81" y="122"/>
                </a:moveTo>
                <a:cubicBezTo>
                  <a:pt x="81" y="122"/>
                  <a:pt x="80" y="121"/>
                  <a:pt x="79" y="121"/>
                </a:cubicBezTo>
                <a:cubicBezTo>
                  <a:pt x="76" y="122"/>
                  <a:pt x="74" y="122"/>
                  <a:pt x="71" y="122"/>
                </a:cubicBezTo>
                <a:cubicBezTo>
                  <a:pt x="70" y="122"/>
                  <a:pt x="69" y="122"/>
                  <a:pt x="69" y="122"/>
                </a:cubicBezTo>
                <a:cubicBezTo>
                  <a:pt x="73" y="124"/>
                  <a:pt x="76" y="127"/>
                  <a:pt x="79" y="128"/>
                </a:cubicBezTo>
                <a:cubicBezTo>
                  <a:pt x="81" y="128"/>
                  <a:pt x="83" y="127"/>
                  <a:pt x="83" y="126"/>
                </a:cubicBezTo>
                <a:cubicBezTo>
                  <a:pt x="84" y="124"/>
                  <a:pt x="83" y="122"/>
                  <a:pt x="81" y="122"/>
                </a:cubicBezTo>
                <a:close/>
                <a:moveTo>
                  <a:pt x="47" y="112"/>
                </a:moveTo>
                <a:cubicBezTo>
                  <a:pt x="42" y="115"/>
                  <a:pt x="36" y="119"/>
                  <a:pt x="29" y="124"/>
                </a:cubicBezTo>
                <a:cubicBezTo>
                  <a:pt x="27" y="125"/>
                  <a:pt x="26" y="127"/>
                  <a:pt x="25" y="127"/>
                </a:cubicBezTo>
                <a:cubicBezTo>
                  <a:pt x="24" y="128"/>
                  <a:pt x="23" y="130"/>
                  <a:pt x="24" y="131"/>
                </a:cubicBezTo>
                <a:cubicBezTo>
                  <a:pt x="25" y="132"/>
                  <a:pt x="26" y="133"/>
                  <a:pt x="27" y="133"/>
                </a:cubicBezTo>
                <a:cubicBezTo>
                  <a:pt x="27" y="133"/>
                  <a:pt x="28" y="133"/>
                  <a:pt x="29" y="132"/>
                </a:cubicBezTo>
                <a:cubicBezTo>
                  <a:pt x="30" y="131"/>
                  <a:pt x="31" y="130"/>
                  <a:pt x="33" y="129"/>
                </a:cubicBezTo>
                <a:cubicBezTo>
                  <a:pt x="37" y="126"/>
                  <a:pt x="46" y="119"/>
                  <a:pt x="52" y="116"/>
                </a:cubicBezTo>
                <a:cubicBezTo>
                  <a:pt x="50" y="115"/>
                  <a:pt x="48" y="114"/>
                  <a:pt x="47" y="112"/>
                </a:cubicBezTo>
                <a:close/>
                <a:moveTo>
                  <a:pt x="71" y="137"/>
                </a:moveTo>
                <a:cubicBezTo>
                  <a:pt x="69" y="136"/>
                  <a:pt x="68" y="135"/>
                  <a:pt x="66" y="134"/>
                </a:cubicBezTo>
                <a:cubicBezTo>
                  <a:pt x="61" y="130"/>
                  <a:pt x="57" y="127"/>
                  <a:pt x="52" y="128"/>
                </a:cubicBezTo>
                <a:cubicBezTo>
                  <a:pt x="47" y="129"/>
                  <a:pt x="38" y="137"/>
                  <a:pt x="37" y="139"/>
                </a:cubicBezTo>
                <a:cubicBezTo>
                  <a:pt x="36" y="140"/>
                  <a:pt x="36" y="142"/>
                  <a:pt x="37" y="143"/>
                </a:cubicBezTo>
                <a:cubicBezTo>
                  <a:pt x="37" y="144"/>
                  <a:pt x="38" y="144"/>
                  <a:pt x="39" y="144"/>
                </a:cubicBezTo>
                <a:cubicBezTo>
                  <a:pt x="40" y="144"/>
                  <a:pt x="41" y="144"/>
                  <a:pt x="41" y="143"/>
                </a:cubicBezTo>
                <a:cubicBezTo>
                  <a:pt x="45" y="139"/>
                  <a:pt x="51" y="134"/>
                  <a:pt x="53" y="134"/>
                </a:cubicBezTo>
                <a:cubicBezTo>
                  <a:pt x="55" y="133"/>
                  <a:pt x="59" y="136"/>
                  <a:pt x="63" y="139"/>
                </a:cubicBezTo>
                <a:cubicBezTo>
                  <a:pt x="64" y="140"/>
                  <a:pt x="66" y="141"/>
                  <a:pt x="68" y="142"/>
                </a:cubicBezTo>
                <a:cubicBezTo>
                  <a:pt x="69" y="143"/>
                  <a:pt x="71" y="143"/>
                  <a:pt x="72" y="141"/>
                </a:cubicBezTo>
                <a:cubicBezTo>
                  <a:pt x="73" y="140"/>
                  <a:pt x="72" y="138"/>
                  <a:pt x="71" y="137"/>
                </a:cubicBezTo>
                <a:close/>
                <a:moveTo>
                  <a:pt x="123" y="133"/>
                </a:moveTo>
                <a:cubicBezTo>
                  <a:pt x="96" y="105"/>
                  <a:pt x="96" y="105"/>
                  <a:pt x="96" y="105"/>
                </a:cubicBezTo>
                <a:cubicBezTo>
                  <a:pt x="100" y="100"/>
                  <a:pt x="103" y="93"/>
                  <a:pt x="103" y="86"/>
                </a:cubicBezTo>
                <a:cubicBezTo>
                  <a:pt x="103" y="70"/>
                  <a:pt x="89" y="56"/>
                  <a:pt x="72" y="56"/>
                </a:cubicBezTo>
                <a:cubicBezTo>
                  <a:pt x="55" y="56"/>
                  <a:pt x="42" y="70"/>
                  <a:pt x="42" y="86"/>
                </a:cubicBezTo>
                <a:cubicBezTo>
                  <a:pt x="42" y="103"/>
                  <a:pt x="55" y="117"/>
                  <a:pt x="72" y="117"/>
                </a:cubicBezTo>
                <a:cubicBezTo>
                  <a:pt x="77" y="117"/>
                  <a:pt x="82" y="115"/>
                  <a:pt x="87" y="113"/>
                </a:cubicBezTo>
                <a:cubicBezTo>
                  <a:pt x="115" y="141"/>
                  <a:pt x="115" y="141"/>
                  <a:pt x="115" y="141"/>
                </a:cubicBezTo>
                <a:cubicBezTo>
                  <a:pt x="116" y="142"/>
                  <a:pt x="118" y="143"/>
                  <a:pt x="119" y="143"/>
                </a:cubicBezTo>
                <a:cubicBezTo>
                  <a:pt x="121" y="143"/>
                  <a:pt x="122" y="142"/>
                  <a:pt x="123" y="141"/>
                </a:cubicBezTo>
                <a:cubicBezTo>
                  <a:pt x="126" y="139"/>
                  <a:pt x="126" y="135"/>
                  <a:pt x="123" y="133"/>
                </a:cubicBezTo>
                <a:close/>
                <a:moveTo>
                  <a:pt x="57" y="102"/>
                </a:moveTo>
                <a:cubicBezTo>
                  <a:pt x="57" y="102"/>
                  <a:pt x="57" y="102"/>
                  <a:pt x="57" y="102"/>
                </a:cubicBezTo>
                <a:cubicBezTo>
                  <a:pt x="57" y="102"/>
                  <a:pt x="57" y="102"/>
                  <a:pt x="57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1"/>
                  <a:pt x="56" y="101"/>
                </a:cubicBezTo>
                <a:cubicBezTo>
                  <a:pt x="56" y="100"/>
                  <a:pt x="56" y="99"/>
                  <a:pt x="56" y="99"/>
                </a:cubicBezTo>
                <a:cubicBezTo>
                  <a:pt x="56" y="99"/>
                  <a:pt x="56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100"/>
                  <a:pt x="57" y="100"/>
                  <a:pt x="57" y="101"/>
                </a:cubicBezTo>
                <a:cubicBezTo>
                  <a:pt x="57" y="101"/>
                  <a:pt x="57" y="102"/>
                  <a:pt x="57" y="102"/>
                </a:cubicBezTo>
                <a:close/>
                <a:moveTo>
                  <a:pt x="92" y="98"/>
                </a:moveTo>
                <a:cubicBezTo>
                  <a:pt x="91" y="98"/>
                  <a:pt x="90" y="98"/>
                  <a:pt x="90" y="98"/>
                </a:cubicBezTo>
                <a:cubicBezTo>
                  <a:pt x="90" y="99"/>
                  <a:pt x="90" y="100"/>
                  <a:pt x="90" y="101"/>
                </a:cubicBezTo>
                <a:cubicBezTo>
                  <a:pt x="89" y="101"/>
                  <a:pt x="89" y="102"/>
                  <a:pt x="88" y="102"/>
                </a:cubicBezTo>
                <a:cubicBezTo>
                  <a:pt x="88" y="98"/>
                  <a:pt x="88" y="98"/>
                  <a:pt x="88" y="98"/>
                </a:cubicBezTo>
                <a:cubicBezTo>
                  <a:pt x="87" y="98"/>
                  <a:pt x="87" y="98"/>
                  <a:pt x="87" y="98"/>
                </a:cubicBezTo>
                <a:cubicBezTo>
                  <a:pt x="85" y="99"/>
                  <a:pt x="85" y="99"/>
                  <a:pt x="85" y="99"/>
                </a:cubicBezTo>
                <a:cubicBezTo>
                  <a:pt x="85" y="100"/>
                  <a:pt x="85" y="100"/>
                  <a:pt x="85" y="100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0"/>
                  <a:pt x="86" y="100"/>
                  <a:pt x="86" y="99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3" y="107"/>
                  <a:pt x="78" y="109"/>
                  <a:pt x="72" y="109"/>
                </a:cubicBezTo>
                <a:cubicBezTo>
                  <a:pt x="67" y="109"/>
                  <a:pt x="62" y="107"/>
                  <a:pt x="58" y="104"/>
                </a:cubicBezTo>
                <a:cubicBezTo>
                  <a:pt x="58" y="103"/>
                  <a:pt x="58" y="103"/>
                  <a:pt x="58" y="103"/>
                </a:cubicBezTo>
                <a:cubicBezTo>
                  <a:pt x="59" y="103"/>
                  <a:pt x="59" y="102"/>
                  <a:pt x="59" y="101"/>
                </a:cubicBezTo>
                <a:cubicBezTo>
                  <a:pt x="59" y="100"/>
                  <a:pt x="59" y="99"/>
                  <a:pt x="58" y="98"/>
                </a:cubicBezTo>
                <a:cubicBezTo>
                  <a:pt x="58" y="98"/>
                  <a:pt x="57" y="98"/>
                  <a:pt x="57" y="98"/>
                </a:cubicBezTo>
                <a:cubicBezTo>
                  <a:pt x="56" y="98"/>
                  <a:pt x="55" y="98"/>
                  <a:pt x="55" y="98"/>
                </a:cubicBezTo>
                <a:cubicBezTo>
                  <a:pt x="55" y="99"/>
                  <a:pt x="55" y="99"/>
                  <a:pt x="54" y="100"/>
                </a:cubicBezTo>
                <a:cubicBezTo>
                  <a:pt x="54" y="100"/>
                  <a:pt x="54" y="99"/>
                  <a:pt x="54" y="99"/>
                </a:cubicBezTo>
                <a:cubicBezTo>
                  <a:pt x="54" y="99"/>
                  <a:pt x="53" y="99"/>
                  <a:pt x="53" y="98"/>
                </a:cubicBezTo>
                <a:cubicBezTo>
                  <a:pt x="53" y="98"/>
                  <a:pt x="53" y="98"/>
                  <a:pt x="53" y="98"/>
                </a:cubicBezTo>
                <a:cubicBezTo>
                  <a:pt x="51" y="95"/>
                  <a:pt x="50" y="93"/>
                  <a:pt x="50" y="90"/>
                </a:cubicBezTo>
                <a:cubicBezTo>
                  <a:pt x="50" y="90"/>
                  <a:pt x="50" y="90"/>
                  <a:pt x="50" y="90"/>
                </a:cubicBezTo>
                <a:cubicBezTo>
                  <a:pt x="50" y="90"/>
                  <a:pt x="51" y="91"/>
                  <a:pt x="52" y="91"/>
                </a:cubicBezTo>
                <a:cubicBezTo>
                  <a:pt x="52" y="91"/>
                  <a:pt x="53" y="90"/>
                  <a:pt x="53" y="90"/>
                </a:cubicBezTo>
                <a:cubicBezTo>
                  <a:pt x="54" y="89"/>
                  <a:pt x="54" y="89"/>
                  <a:pt x="54" y="88"/>
                </a:cubicBezTo>
                <a:cubicBezTo>
                  <a:pt x="54" y="87"/>
                  <a:pt x="54" y="86"/>
                  <a:pt x="53" y="85"/>
                </a:cubicBezTo>
                <a:cubicBezTo>
                  <a:pt x="53" y="85"/>
                  <a:pt x="52" y="84"/>
                  <a:pt x="52" y="84"/>
                </a:cubicBezTo>
                <a:cubicBezTo>
                  <a:pt x="51" y="84"/>
                  <a:pt x="50" y="85"/>
                  <a:pt x="50" y="85"/>
                </a:cubicBezTo>
                <a:cubicBezTo>
                  <a:pt x="50" y="85"/>
                  <a:pt x="50" y="86"/>
                  <a:pt x="50" y="86"/>
                </a:cubicBezTo>
                <a:cubicBezTo>
                  <a:pt x="50" y="83"/>
                  <a:pt x="50" y="80"/>
                  <a:pt x="51" y="78"/>
                </a:cubicBezTo>
                <a:cubicBezTo>
                  <a:pt x="52" y="78"/>
                  <a:pt x="52" y="78"/>
                  <a:pt x="52" y="78"/>
                </a:cubicBezTo>
                <a:cubicBezTo>
                  <a:pt x="52" y="78"/>
                  <a:pt x="53" y="77"/>
                  <a:pt x="53" y="77"/>
                </a:cubicBezTo>
                <a:cubicBezTo>
                  <a:pt x="54" y="76"/>
                  <a:pt x="54" y="76"/>
                  <a:pt x="54" y="74"/>
                </a:cubicBezTo>
                <a:cubicBezTo>
                  <a:pt x="54" y="74"/>
                  <a:pt x="54" y="74"/>
                  <a:pt x="54" y="73"/>
                </a:cubicBezTo>
                <a:cubicBezTo>
                  <a:pt x="58" y="68"/>
                  <a:pt x="65" y="64"/>
                  <a:pt x="72" y="64"/>
                </a:cubicBezTo>
                <a:cubicBezTo>
                  <a:pt x="79" y="64"/>
                  <a:pt x="86" y="67"/>
                  <a:pt x="90" y="73"/>
                </a:cubicBezTo>
                <a:cubicBezTo>
                  <a:pt x="90" y="73"/>
                  <a:pt x="90" y="73"/>
                  <a:pt x="90" y="73"/>
                </a:cubicBezTo>
                <a:cubicBezTo>
                  <a:pt x="90" y="74"/>
                  <a:pt x="90" y="74"/>
                  <a:pt x="90" y="74"/>
                </a:cubicBezTo>
                <a:cubicBezTo>
                  <a:pt x="91" y="74"/>
                  <a:pt x="91" y="74"/>
                  <a:pt x="91" y="74"/>
                </a:cubicBezTo>
                <a:cubicBezTo>
                  <a:pt x="91" y="74"/>
                  <a:pt x="91" y="75"/>
                  <a:pt x="91" y="75"/>
                </a:cubicBezTo>
                <a:cubicBezTo>
                  <a:pt x="91" y="77"/>
                  <a:pt x="91" y="77"/>
                  <a:pt x="91" y="77"/>
                </a:cubicBezTo>
                <a:cubicBezTo>
                  <a:pt x="93" y="77"/>
                  <a:pt x="93" y="77"/>
                  <a:pt x="93" y="77"/>
                </a:cubicBezTo>
                <a:cubicBezTo>
                  <a:pt x="94" y="80"/>
                  <a:pt x="95" y="83"/>
                  <a:pt x="95" y="86"/>
                </a:cubicBezTo>
                <a:cubicBezTo>
                  <a:pt x="95" y="90"/>
                  <a:pt x="93" y="94"/>
                  <a:pt x="92" y="98"/>
                </a:cubicBezTo>
                <a:close/>
                <a:moveTo>
                  <a:pt x="51" y="88"/>
                </a:moveTo>
                <a:cubicBezTo>
                  <a:pt x="51" y="87"/>
                  <a:pt x="51" y="86"/>
                  <a:pt x="51" y="86"/>
                </a:cubicBezTo>
                <a:cubicBezTo>
                  <a:pt x="51" y="86"/>
                  <a:pt x="51" y="86"/>
                  <a:pt x="52" y="86"/>
                </a:cubicBezTo>
                <a:cubicBezTo>
                  <a:pt x="52" y="86"/>
                  <a:pt x="52" y="86"/>
                  <a:pt x="52" y="86"/>
                </a:cubicBezTo>
                <a:cubicBezTo>
                  <a:pt x="52" y="86"/>
                  <a:pt x="52" y="87"/>
                  <a:pt x="52" y="88"/>
                </a:cubicBezTo>
                <a:cubicBezTo>
                  <a:pt x="52" y="88"/>
                  <a:pt x="52" y="89"/>
                  <a:pt x="52" y="89"/>
                </a:cubicBezTo>
                <a:cubicBezTo>
                  <a:pt x="52" y="89"/>
                  <a:pt x="52" y="89"/>
                  <a:pt x="52" y="89"/>
                </a:cubicBezTo>
                <a:cubicBezTo>
                  <a:pt x="51" y="89"/>
                  <a:pt x="51" y="89"/>
                  <a:pt x="51" y="89"/>
                </a:cubicBezTo>
                <a:cubicBezTo>
                  <a:pt x="51" y="89"/>
                  <a:pt x="51" y="88"/>
                  <a:pt x="51" y="88"/>
                </a:cubicBezTo>
                <a:close/>
                <a:moveTo>
                  <a:pt x="56" y="74"/>
                </a:moveTo>
                <a:cubicBezTo>
                  <a:pt x="56" y="73"/>
                  <a:pt x="56" y="73"/>
                  <a:pt x="56" y="73"/>
                </a:cubicBezTo>
                <a:cubicBezTo>
                  <a:pt x="56" y="74"/>
                  <a:pt x="56" y="74"/>
                  <a:pt x="56" y="74"/>
                </a:cubicBezTo>
                <a:cubicBezTo>
                  <a:pt x="56" y="77"/>
                  <a:pt x="56" y="77"/>
                  <a:pt x="56" y="77"/>
                </a:cubicBezTo>
                <a:cubicBezTo>
                  <a:pt x="58" y="77"/>
                  <a:pt x="58" y="77"/>
                  <a:pt x="58" y="77"/>
                </a:cubicBezTo>
                <a:cubicBezTo>
                  <a:pt x="58" y="71"/>
                  <a:pt x="58" y="71"/>
                  <a:pt x="5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55" y="73"/>
                  <a:pt x="55" y="73"/>
                  <a:pt x="55" y="73"/>
                </a:cubicBezTo>
                <a:cubicBezTo>
                  <a:pt x="55" y="74"/>
                  <a:pt x="55" y="74"/>
                  <a:pt x="55" y="74"/>
                </a:cubicBezTo>
                <a:lnTo>
                  <a:pt x="56" y="74"/>
                </a:lnTo>
                <a:close/>
                <a:moveTo>
                  <a:pt x="62" y="71"/>
                </a:moveTo>
                <a:cubicBezTo>
                  <a:pt x="61" y="71"/>
                  <a:pt x="60" y="72"/>
                  <a:pt x="60" y="72"/>
                </a:cubicBezTo>
                <a:cubicBezTo>
                  <a:pt x="60" y="73"/>
                  <a:pt x="59" y="73"/>
                  <a:pt x="59" y="74"/>
                </a:cubicBezTo>
                <a:cubicBezTo>
                  <a:pt x="59" y="75"/>
                  <a:pt x="60" y="76"/>
                  <a:pt x="60" y="77"/>
                </a:cubicBezTo>
                <a:cubicBezTo>
                  <a:pt x="60" y="77"/>
                  <a:pt x="61" y="78"/>
                  <a:pt x="62" y="78"/>
                </a:cubicBezTo>
                <a:cubicBezTo>
                  <a:pt x="62" y="78"/>
                  <a:pt x="63" y="77"/>
                  <a:pt x="63" y="77"/>
                </a:cubicBezTo>
                <a:cubicBezTo>
                  <a:pt x="64" y="76"/>
                  <a:pt x="64" y="76"/>
                  <a:pt x="64" y="74"/>
                </a:cubicBezTo>
                <a:cubicBezTo>
                  <a:pt x="64" y="73"/>
                  <a:pt x="64" y="73"/>
                  <a:pt x="63" y="72"/>
                </a:cubicBezTo>
                <a:cubicBezTo>
                  <a:pt x="63" y="72"/>
                  <a:pt x="62" y="71"/>
                  <a:pt x="62" y="71"/>
                </a:cubicBezTo>
                <a:close/>
                <a:moveTo>
                  <a:pt x="62" y="76"/>
                </a:moveTo>
                <a:cubicBezTo>
                  <a:pt x="62" y="76"/>
                  <a:pt x="62" y="76"/>
                  <a:pt x="62" y="76"/>
                </a:cubicBezTo>
                <a:cubicBezTo>
                  <a:pt x="61" y="76"/>
                  <a:pt x="61" y="76"/>
                  <a:pt x="61" y="76"/>
                </a:cubicBezTo>
                <a:cubicBezTo>
                  <a:pt x="61" y="76"/>
                  <a:pt x="61" y="75"/>
                  <a:pt x="61" y="74"/>
                </a:cubicBezTo>
                <a:cubicBezTo>
                  <a:pt x="61" y="74"/>
                  <a:pt x="61" y="73"/>
                  <a:pt x="61" y="73"/>
                </a:cubicBezTo>
                <a:cubicBezTo>
                  <a:pt x="61" y="73"/>
                  <a:pt x="61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4"/>
                  <a:pt x="62" y="74"/>
                </a:cubicBezTo>
                <a:cubicBezTo>
                  <a:pt x="62" y="75"/>
                  <a:pt x="62" y="76"/>
                  <a:pt x="62" y="76"/>
                </a:cubicBezTo>
                <a:close/>
                <a:moveTo>
                  <a:pt x="66" y="74"/>
                </a:moveTo>
                <a:cubicBezTo>
                  <a:pt x="66" y="73"/>
                  <a:pt x="66" y="73"/>
                  <a:pt x="66" y="73"/>
                </a:cubicBezTo>
                <a:cubicBezTo>
                  <a:pt x="66" y="74"/>
                  <a:pt x="66" y="74"/>
                  <a:pt x="66" y="74"/>
                </a:cubicBezTo>
                <a:cubicBezTo>
                  <a:pt x="66" y="77"/>
                  <a:pt x="66" y="77"/>
                  <a:pt x="66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1"/>
                  <a:pt x="68" y="71"/>
                  <a:pt x="68" y="71"/>
                </a:cubicBezTo>
                <a:cubicBezTo>
                  <a:pt x="67" y="71"/>
                  <a:pt x="67" y="71"/>
                  <a:pt x="67" y="71"/>
                </a:cubicBezTo>
                <a:cubicBezTo>
                  <a:pt x="65" y="73"/>
                  <a:pt x="65" y="73"/>
                  <a:pt x="65" y="73"/>
                </a:cubicBezTo>
                <a:cubicBezTo>
                  <a:pt x="65" y="74"/>
                  <a:pt x="65" y="74"/>
                  <a:pt x="65" y="74"/>
                </a:cubicBezTo>
                <a:lnTo>
                  <a:pt x="66" y="74"/>
                </a:lnTo>
                <a:close/>
                <a:moveTo>
                  <a:pt x="72" y="71"/>
                </a:moveTo>
                <a:cubicBezTo>
                  <a:pt x="71" y="71"/>
                  <a:pt x="70" y="72"/>
                  <a:pt x="70" y="72"/>
                </a:cubicBezTo>
                <a:cubicBezTo>
                  <a:pt x="70" y="73"/>
                  <a:pt x="69" y="73"/>
                  <a:pt x="69" y="74"/>
                </a:cubicBezTo>
                <a:cubicBezTo>
                  <a:pt x="69" y="75"/>
                  <a:pt x="70" y="76"/>
                  <a:pt x="70" y="77"/>
                </a:cubicBezTo>
                <a:cubicBezTo>
                  <a:pt x="70" y="77"/>
                  <a:pt x="71" y="78"/>
                  <a:pt x="72" y="78"/>
                </a:cubicBezTo>
                <a:cubicBezTo>
                  <a:pt x="72" y="78"/>
                  <a:pt x="73" y="77"/>
                  <a:pt x="73" y="77"/>
                </a:cubicBezTo>
                <a:cubicBezTo>
                  <a:pt x="74" y="76"/>
                  <a:pt x="74" y="76"/>
                  <a:pt x="74" y="74"/>
                </a:cubicBezTo>
                <a:cubicBezTo>
                  <a:pt x="74" y="73"/>
                  <a:pt x="74" y="73"/>
                  <a:pt x="73" y="72"/>
                </a:cubicBezTo>
                <a:cubicBezTo>
                  <a:pt x="73" y="72"/>
                  <a:pt x="72" y="71"/>
                  <a:pt x="72" y="71"/>
                </a:cubicBezTo>
                <a:close/>
                <a:moveTo>
                  <a:pt x="72" y="76"/>
                </a:moveTo>
                <a:cubicBezTo>
                  <a:pt x="72" y="76"/>
                  <a:pt x="72" y="76"/>
                  <a:pt x="72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1" y="76"/>
                  <a:pt x="71" y="75"/>
                  <a:pt x="71" y="74"/>
                </a:cubicBezTo>
                <a:cubicBezTo>
                  <a:pt x="71" y="74"/>
                  <a:pt x="71" y="73"/>
                  <a:pt x="71" y="73"/>
                </a:cubicBezTo>
                <a:cubicBezTo>
                  <a:pt x="71" y="73"/>
                  <a:pt x="71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4"/>
                  <a:pt x="72" y="74"/>
                </a:cubicBezTo>
                <a:cubicBezTo>
                  <a:pt x="72" y="75"/>
                  <a:pt x="72" y="76"/>
                  <a:pt x="72" y="76"/>
                </a:cubicBezTo>
                <a:close/>
                <a:moveTo>
                  <a:pt x="77" y="71"/>
                </a:moveTo>
                <a:cubicBezTo>
                  <a:pt x="76" y="71"/>
                  <a:pt x="75" y="72"/>
                  <a:pt x="75" y="72"/>
                </a:cubicBezTo>
                <a:cubicBezTo>
                  <a:pt x="75" y="73"/>
                  <a:pt x="74" y="73"/>
                  <a:pt x="74" y="74"/>
                </a:cubicBezTo>
                <a:cubicBezTo>
                  <a:pt x="74" y="75"/>
                  <a:pt x="75" y="76"/>
                  <a:pt x="75" y="77"/>
                </a:cubicBezTo>
                <a:cubicBezTo>
                  <a:pt x="75" y="77"/>
                  <a:pt x="76" y="78"/>
                  <a:pt x="77" y="78"/>
                </a:cubicBezTo>
                <a:cubicBezTo>
                  <a:pt x="77" y="78"/>
                  <a:pt x="78" y="77"/>
                  <a:pt x="78" y="77"/>
                </a:cubicBezTo>
                <a:cubicBezTo>
                  <a:pt x="79" y="76"/>
                  <a:pt x="79" y="76"/>
                  <a:pt x="79" y="74"/>
                </a:cubicBezTo>
                <a:cubicBezTo>
                  <a:pt x="79" y="73"/>
                  <a:pt x="79" y="73"/>
                  <a:pt x="78" y="72"/>
                </a:cubicBezTo>
                <a:cubicBezTo>
                  <a:pt x="78" y="72"/>
                  <a:pt x="77" y="71"/>
                  <a:pt x="77" y="71"/>
                </a:cubicBezTo>
                <a:close/>
                <a:moveTo>
                  <a:pt x="77" y="76"/>
                </a:moveTo>
                <a:cubicBezTo>
                  <a:pt x="77" y="76"/>
                  <a:pt x="77" y="76"/>
                  <a:pt x="77" y="76"/>
                </a:cubicBezTo>
                <a:cubicBezTo>
                  <a:pt x="76" y="76"/>
                  <a:pt x="76" y="76"/>
                  <a:pt x="76" y="76"/>
                </a:cubicBezTo>
                <a:cubicBezTo>
                  <a:pt x="76" y="76"/>
                  <a:pt x="76" y="75"/>
                  <a:pt x="76" y="74"/>
                </a:cubicBezTo>
                <a:cubicBezTo>
                  <a:pt x="76" y="74"/>
                  <a:pt x="76" y="73"/>
                  <a:pt x="76" y="73"/>
                </a:cubicBezTo>
                <a:cubicBezTo>
                  <a:pt x="76" y="73"/>
                  <a:pt x="76" y="73"/>
                  <a:pt x="77" y="7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3"/>
                  <a:pt x="77" y="74"/>
                  <a:pt x="77" y="74"/>
                </a:cubicBezTo>
                <a:cubicBezTo>
                  <a:pt x="77" y="75"/>
                  <a:pt x="77" y="76"/>
                  <a:pt x="77" y="76"/>
                </a:cubicBezTo>
                <a:close/>
                <a:moveTo>
                  <a:pt x="81" y="74"/>
                </a:moveTo>
                <a:cubicBezTo>
                  <a:pt x="81" y="73"/>
                  <a:pt x="81" y="73"/>
                  <a:pt x="81" y="73"/>
                </a:cubicBezTo>
                <a:cubicBezTo>
                  <a:pt x="81" y="74"/>
                  <a:pt x="81" y="74"/>
                  <a:pt x="81" y="74"/>
                </a:cubicBezTo>
                <a:cubicBezTo>
                  <a:pt x="81" y="77"/>
                  <a:pt x="81" y="77"/>
                  <a:pt x="81" y="77"/>
                </a:cubicBezTo>
                <a:cubicBezTo>
                  <a:pt x="83" y="77"/>
                  <a:pt x="83" y="77"/>
                  <a:pt x="83" y="77"/>
                </a:cubicBezTo>
                <a:cubicBezTo>
                  <a:pt x="83" y="71"/>
                  <a:pt x="83" y="71"/>
                  <a:pt x="83" y="71"/>
                </a:cubicBezTo>
                <a:cubicBezTo>
                  <a:pt x="82" y="71"/>
                  <a:pt x="82" y="71"/>
                  <a:pt x="82" y="71"/>
                </a:cubicBezTo>
                <a:cubicBezTo>
                  <a:pt x="80" y="73"/>
                  <a:pt x="80" y="73"/>
                  <a:pt x="80" y="73"/>
                </a:cubicBezTo>
                <a:cubicBezTo>
                  <a:pt x="80" y="74"/>
                  <a:pt x="80" y="74"/>
                  <a:pt x="80" y="74"/>
                </a:cubicBezTo>
                <a:lnTo>
                  <a:pt x="81" y="74"/>
                </a:lnTo>
                <a:close/>
                <a:moveTo>
                  <a:pt x="85" y="73"/>
                </a:moveTo>
                <a:cubicBezTo>
                  <a:pt x="85" y="74"/>
                  <a:pt x="85" y="74"/>
                  <a:pt x="85" y="74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3"/>
                  <a:pt x="86" y="73"/>
                  <a:pt x="86" y="73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7"/>
                  <a:pt x="86" y="77"/>
                  <a:pt x="86" y="77"/>
                </a:cubicBezTo>
                <a:cubicBezTo>
                  <a:pt x="88" y="77"/>
                  <a:pt x="88" y="77"/>
                  <a:pt x="88" y="77"/>
                </a:cubicBezTo>
                <a:cubicBezTo>
                  <a:pt x="88" y="71"/>
                  <a:pt x="88" y="71"/>
                  <a:pt x="88" y="71"/>
                </a:cubicBezTo>
                <a:cubicBezTo>
                  <a:pt x="87" y="71"/>
                  <a:pt x="87" y="71"/>
                  <a:pt x="87" y="71"/>
                </a:cubicBezTo>
                <a:lnTo>
                  <a:pt x="85" y="73"/>
                </a:lnTo>
                <a:close/>
                <a:moveTo>
                  <a:pt x="57" y="84"/>
                </a:moveTo>
                <a:cubicBezTo>
                  <a:pt x="56" y="84"/>
                  <a:pt x="55" y="85"/>
                  <a:pt x="55" y="85"/>
                </a:cubicBezTo>
                <a:cubicBezTo>
                  <a:pt x="55" y="86"/>
                  <a:pt x="54" y="86"/>
                  <a:pt x="54" y="88"/>
                </a:cubicBezTo>
                <a:cubicBezTo>
                  <a:pt x="54" y="89"/>
                  <a:pt x="55" y="89"/>
                  <a:pt x="55" y="90"/>
                </a:cubicBezTo>
                <a:cubicBezTo>
                  <a:pt x="55" y="90"/>
                  <a:pt x="56" y="91"/>
                  <a:pt x="57" y="91"/>
                </a:cubicBezTo>
                <a:cubicBezTo>
                  <a:pt x="57" y="91"/>
                  <a:pt x="58" y="90"/>
                  <a:pt x="58" y="90"/>
                </a:cubicBezTo>
                <a:cubicBezTo>
                  <a:pt x="59" y="89"/>
                  <a:pt x="59" y="89"/>
                  <a:pt x="59" y="88"/>
                </a:cubicBezTo>
                <a:cubicBezTo>
                  <a:pt x="59" y="87"/>
                  <a:pt x="59" y="86"/>
                  <a:pt x="58" y="85"/>
                </a:cubicBezTo>
                <a:cubicBezTo>
                  <a:pt x="58" y="85"/>
                  <a:pt x="57" y="84"/>
                  <a:pt x="57" y="84"/>
                </a:cubicBezTo>
                <a:close/>
                <a:moveTo>
                  <a:pt x="57" y="89"/>
                </a:moveTo>
                <a:cubicBezTo>
                  <a:pt x="57" y="89"/>
                  <a:pt x="57" y="89"/>
                  <a:pt x="57" y="89"/>
                </a:cubicBezTo>
                <a:cubicBezTo>
                  <a:pt x="56" y="89"/>
                  <a:pt x="56" y="89"/>
                  <a:pt x="56" y="89"/>
                </a:cubicBezTo>
                <a:cubicBezTo>
                  <a:pt x="56" y="89"/>
                  <a:pt x="56" y="88"/>
                  <a:pt x="56" y="88"/>
                </a:cubicBezTo>
                <a:cubicBezTo>
                  <a:pt x="56" y="87"/>
                  <a:pt x="56" y="86"/>
                  <a:pt x="56" y="86"/>
                </a:cubicBezTo>
                <a:cubicBezTo>
                  <a:pt x="56" y="86"/>
                  <a:pt x="56" y="86"/>
                  <a:pt x="57" y="86"/>
                </a:cubicBezTo>
                <a:cubicBezTo>
                  <a:pt x="57" y="86"/>
                  <a:pt x="57" y="86"/>
                  <a:pt x="57" y="86"/>
                </a:cubicBezTo>
                <a:cubicBezTo>
                  <a:pt x="57" y="86"/>
                  <a:pt x="57" y="87"/>
                  <a:pt x="57" y="88"/>
                </a:cubicBezTo>
                <a:cubicBezTo>
                  <a:pt x="57" y="88"/>
                  <a:pt x="57" y="89"/>
                  <a:pt x="57" y="89"/>
                </a:cubicBezTo>
                <a:close/>
                <a:moveTo>
                  <a:pt x="61" y="91"/>
                </a:moveTo>
                <a:cubicBezTo>
                  <a:pt x="63" y="91"/>
                  <a:pt x="63" y="91"/>
                  <a:pt x="63" y="91"/>
                </a:cubicBezTo>
                <a:cubicBezTo>
                  <a:pt x="63" y="85"/>
                  <a:pt x="63" y="85"/>
                  <a:pt x="63" y="85"/>
                </a:cubicBezTo>
                <a:cubicBezTo>
                  <a:pt x="62" y="85"/>
                  <a:pt x="62" y="85"/>
                  <a:pt x="62" y="85"/>
                </a:cubicBezTo>
                <a:cubicBezTo>
                  <a:pt x="60" y="86"/>
                  <a:pt x="60" y="86"/>
                  <a:pt x="60" y="86"/>
                </a:cubicBezTo>
                <a:cubicBezTo>
                  <a:pt x="60" y="87"/>
                  <a:pt x="60" y="87"/>
                  <a:pt x="60" y="87"/>
                </a:cubicBezTo>
                <a:cubicBezTo>
                  <a:pt x="61" y="87"/>
                  <a:pt x="61" y="87"/>
                  <a:pt x="61" y="87"/>
                </a:cubicBezTo>
                <a:cubicBezTo>
                  <a:pt x="61" y="87"/>
                  <a:pt x="61" y="86"/>
                  <a:pt x="61" y="86"/>
                </a:cubicBezTo>
                <a:cubicBezTo>
                  <a:pt x="61" y="87"/>
                  <a:pt x="61" y="87"/>
                  <a:pt x="61" y="87"/>
                </a:cubicBezTo>
                <a:lnTo>
                  <a:pt x="61" y="91"/>
                </a:lnTo>
                <a:close/>
                <a:moveTo>
                  <a:pt x="67" y="84"/>
                </a:moveTo>
                <a:cubicBezTo>
                  <a:pt x="66" y="84"/>
                  <a:pt x="65" y="85"/>
                  <a:pt x="65" y="85"/>
                </a:cubicBezTo>
                <a:cubicBezTo>
                  <a:pt x="65" y="86"/>
                  <a:pt x="64" y="86"/>
                  <a:pt x="64" y="88"/>
                </a:cubicBezTo>
                <a:cubicBezTo>
                  <a:pt x="64" y="89"/>
                  <a:pt x="65" y="89"/>
                  <a:pt x="65" y="90"/>
                </a:cubicBezTo>
                <a:cubicBezTo>
                  <a:pt x="65" y="90"/>
                  <a:pt x="66" y="91"/>
                  <a:pt x="67" y="91"/>
                </a:cubicBezTo>
                <a:cubicBezTo>
                  <a:pt x="67" y="91"/>
                  <a:pt x="68" y="90"/>
                  <a:pt x="68" y="90"/>
                </a:cubicBezTo>
                <a:cubicBezTo>
                  <a:pt x="69" y="89"/>
                  <a:pt x="69" y="89"/>
                  <a:pt x="69" y="88"/>
                </a:cubicBezTo>
                <a:cubicBezTo>
                  <a:pt x="69" y="87"/>
                  <a:pt x="69" y="86"/>
                  <a:pt x="68" y="85"/>
                </a:cubicBezTo>
                <a:cubicBezTo>
                  <a:pt x="68" y="85"/>
                  <a:pt x="67" y="84"/>
                  <a:pt x="67" y="84"/>
                </a:cubicBezTo>
                <a:close/>
                <a:moveTo>
                  <a:pt x="67" y="89"/>
                </a:moveTo>
                <a:cubicBezTo>
                  <a:pt x="67" y="89"/>
                  <a:pt x="67" y="89"/>
                  <a:pt x="67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66" y="89"/>
                  <a:pt x="66" y="88"/>
                  <a:pt x="66" y="88"/>
                </a:cubicBezTo>
                <a:cubicBezTo>
                  <a:pt x="66" y="87"/>
                  <a:pt x="66" y="86"/>
                  <a:pt x="66" y="86"/>
                </a:cubicBezTo>
                <a:cubicBezTo>
                  <a:pt x="66" y="86"/>
                  <a:pt x="66" y="86"/>
                  <a:pt x="67" y="86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6"/>
                  <a:pt x="67" y="87"/>
                  <a:pt x="67" y="88"/>
                </a:cubicBezTo>
                <a:cubicBezTo>
                  <a:pt x="67" y="88"/>
                  <a:pt x="67" y="89"/>
                  <a:pt x="67" y="89"/>
                </a:cubicBezTo>
                <a:close/>
                <a:moveTo>
                  <a:pt x="70" y="86"/>
                </a:moveTo>
                <a:cubicBezTo>
                  <a:pt x="70" y="87"/>
                  <a:pt x="70" y="87"/>
                  <a:pt x="70" y="87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87"/>
                  <a:pt x="71" y="86"/>
                  <a:pt x="71" y="86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91"/>
                  <a:pt x="71" y="91"/>
                  <a:pt x="71" y="91"/>
                </a:cubicBezTo>
                <a:cubicBezTo>
                  <a:pt x="73" y="91"/>
                  <a:pt x="73" y="91"/>
                  <a:pt x="73" y="91"/>
                </a:cubicBezTo>
                <a:cubicBezTo>
                  <a:pt x="73" y="85"/>
                  <a:pt x="73" y="85"/>
                  <a:pt x="73" y="85"/>
                </a:cubicBezTo>
                <a:cubicBezTo>
                  <a:pt x="72" y="85"/>
                  <a:pt x="72" y="85"/>
                  <a:pt x="72" y="85"/>
                </a:cubicBezTo>
                <a:lnTo>
                  <a:pt x="70" y="86"/>
                </a:lnTo>
                <a:close/>
                <a:moveTo>
                  <a:pt x="77" y="84"/>
                </a:moveTo>
                <a:cubicBezTo>
                  <a:pt x="76" y="84"/>
                  <a:pt x="75" y="85"/>
                  <a:pt x="75" y="85"/>
                </a:cubicBezTo>
                <a:cubicBezTo>
                  <a:pt x="75" y="86"/>
                  <a:pt x="74" y="86"/>
                  <a:pt x="74" y="88"/>
                </a:cubicBezTo>
                <a:cubicBezTo>
                  <a:pt x="74" y="89"/>
                  <a:pt x="75" y="89"/>
                  <a:pt x="75" y="90"/>
                </a:cubicBezTo>
                <a:cubicBezTo>
                  <a:pt x="75" y="90"/>
                  <a:pt x="76" y="91"/>
                  <a:pt x="77" y="91"/>
                </a:cubicBezTo>
                <a:cubicBezTo>
                  <a:pt x="77" y="91"/>
                  <a:pt x="78" y="90"/>
                  <a:pt x="78" y="90"/>
                </a:cubicBezTo>
                <a:cubicBezTo>
                  <a:pt x="79" y="89"/>
                  <a:pt x="79" y="89"/>
                  <a:pt x="79" y="88"/>
                </a:cubicBezTo>
                <a:cubicBezTo>
                  <a:pt x="79" y="87"/>
                  <a:pt x="79" y="86"/>
                  <a:pt x="78" y="85"/>
                </a:cubicBezTo>
                <a:cubicBezTo>
                  <a:pt x="78" y="85"/>
                  <a:pt x="77" y="84"/>
                  <a:pt x="77" y="84"/>
                </a:cubicBezTo>
                <a:close/>
                <a:moveTo>
                  <a:pt x="77" y="89"/>
                </a:moveTo>
                <a:cubicBezTo>
                  <a:pt x="77" y="89"/>
                  <a:pt x="77" y="89"/>
                  <a:pt x="77" y="89"/>
                </a:cubicBezTo>
                <a:cubicBezTo>
                  <a:pt x="76" y="89"/>
                  <a:pt x="76" y="89"/>
                  <a:pt x="76" y="89"/>
                </a:cubicBezTo>
                <a:cubicBezTo>
                  <a:pt x="76" y="89"/>
                  <a:pt x="76" y="88"/>
                  <a:pt x="76" y="88"/>
                </a:cubicBezTo>
                <a:cubicBezTo>
                  <a:pt x="76" y="87"/>
                  <a:pt x="76" y="86"/>
                  <a:pt x="76" y="86"/>
                </a:cubicBezTo>
                <a:cubicBezTo>
                  <a:pt x="76" y="86"/>
                  <a:pt x="76" y="86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86"/>
                  <a:pt x="77" y="87"/>
                  <a:pt x="77" y="88"/>
                </a:cubicBezTo>
                <a:cubicBezTo>
                  <a:pt x="77" y="88"/>
                  <a:pt x="77" y="89"/>
                  <a:pt x="77" y="89"/>
                </a:cubicBezTo>
                <a:close/>
                <a:moveTo>
                  <a:pt x="82" y="84"/>
                </a:moveTo>
                <a:cubicBezTo>
                  <a:pt x="81" y="84"/>
                  <a:pt x="80" y="85"/>
                  <a:pt x="80" y="85"/>
                </a:cubicBezTo>
                <a:cubicBezTo>
                  <a:pt x="80" y="86"/>
                  <a:pt x="80" y="86"/>
                  <a:pt x="80" y="88"/>
                </a:cubicBezTo>
                <a:cubicBezTo>
                  <a:pt x="80" y="89"/>
                  <a:pt x="80" y="89"/>
                  <a:pt x="80" y="90"/>
                </a:cubicBezTo>
                <a:cubicBezTo>
                  <a:pt x="80" y="90"/>
                  <a:pt x="81" y="91"/>
                  <a:pt x="82" y="91"/>
                </a:cubicBezTo>
                <a:cubicBezTo>
                  <a:pt x="82" y="91"/>
                  <a:pt x="83" y="90"/>
                  <a:pt x="83" y="90"/>
                </a:cubicBezTo>
                <a:cubicBezTo>
                  <a:pt x="84" y="89"/>
                  <a:pt x="84" y="89"/>
                  <a:pt x="84" y="88"/>
                </a:cubicBezTo>
                <a:cubicBezTo>
                  <a:pt x="84" y="87"/>
                  <a:pt x="84" y="86"/>
                  <a:pt x="83" y="85"/>
                </a:cubicBezTo>
                <a:cubicBezTo>
                  <a:pt x="83" y="85"/>
                  <a:pt x="82" y="84"/>
                  <a:pt x="82" y="84"/>
                </a:cubicBezTo>
                <a:close/>
                <a:moveTo>
                  <a:pt x="82" y="89"/>
                </a:moveTo>
                <a:cubicBezTo>
                  <a:pt x="82" y="89"/>
                  <a:pt x="82" y="89"/>
                  <a:pt x="82" y="89"/>
                </a:cubicBezTo>
                <a:cubicBezTo>
                  <a:pt x="82" y="89"/>
                  <a:pt x="81" y="89"/>
                  <a:pt x="81" y="89"/>
                </a:cubicBezTo>
                <a:cubicBezTo>
                  <a:pt x="81" y="89"/>
                  <a:pt x="81" y="88"/>
                  <a:pt x="81" y="88"/>
                </a:cubicBezTo>
                <a:cubicBezTo>
                  <a:pt x="81" y="87"/>
                  <a:pt x="81" y="86"/>
                  <a:pt x="81" y="86"/>
                </a:cubicBezTo>
                <a:cubicBezTo>
                  <a:pt x="81" y="86"/>
                  <a:pt x="82" y="86"/>
                  <a:pt x="82" y="86"/>
                </a:cubicBezTo>
                <a:cubicBezTo>
                  <a:pt x="82" y="86"/>
                  <a:pt x="82" y="86"/>
                  <a:pt x="82" y="86"/>
                </a:cubicBezTo>
                <a:cubicBezTo>
                  <a:pt x="82" y="86"/>
                  <a:pt x="82" y="87"/>
                  <a:pt x="82" y="88"/>
                </a:cubicBezTo>
                <a:cubicBezTo>
                  <a:pt x="82" y="88"/>
                  <a:pt x="82" y="89"/>
                  <a:pt x="82" y="89"/>
                </a:cubicBezTo>
                <a:close/>
                <a:moveTo>
                  <a:pt x="85" y="86"/>
                </a:moveTo>
                <a:cubicBezTo>
                  <a:pt x="85" y="87"/>
                  <a:pt x="85" y="87"/>
                  <a:pt x="85" y="87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87"/>
                  <a:pt x="86" y="86"/>
                  <a:pt x="86" y="86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91"/>
                  <a:pt x="86" y="91"/>
                  <a:pt x="86" y="91"/>
                </a:cubicBezTo>
                <a:cubicBezTo>
                  <a:pt x="88" y="91"/>
                  <a:pt x="88" y="91"/>
                  <a:pt x="88" y="91"/>
                </a:cubicBezTo>
                <a:cubicBezTo>
                  <a:pt x="88" y="85"/>
                  <a:pt x="88" y="85"/>
                  <a:pt x="88" y="85"/>
                </a:cubicBezTo>
                <a:cubicBezTo>
                  <a:pt x="87" y="85"/>
                  <a:pt x="87" y="85"/>
                  <a:pt x="87" y="85"/>
                </a:cubicBezTo>
                <a:lnTo>
                  <a:pt x="85" y="86"/>
                </a:lnTo>
                <a:close/>
                <a:moveTo>
                  <a:pt x="90" y="85"/>
                </a:moveTo>
                <a:cubicBezTo>
                  <a:pt x="90" y="86"/>
                  <a:pt x="90" y="86"/>
                  <a:pt x="90" y="88"/>
                </a:cubicBezTo>
                <a:cubicBezTo>
                  <a:pt x="90" y="89"/>
                  <a:pt x="90" y="89"/>
                  <a:pt x="90" y="90"/>
                </a:cubicBezTo>
                <a:cubicBezTo>
                  <a:pt x="90" y="90"/>
                  <a:pt x="91" y="91"/>
                  <a:pt x="92" y="91"/>
                </a:cubicBezTo>
                <a:cubicBezTo>
                  <a:pt x="92" y="91"/>
                  <a:pt x="93" y="90"/>
                  <a:pt x="93" y="90"/>
                </a:cubicBezTo>
                <a:cubicBezTo>
                  <a:pt x="94" y="89"/>
                  <a:pt x="94" y="89"/>
                  <a:pt x="94" y="88"/>
                </a:cubicBezTo>
                <a:cubicBezTo>
                  <a:pt x="94" y="87"/>
                  <a:pt x="94" y="86"/>
                  <a:pt x="93" y="85"/>
                </a:cubicBezTo>
                <a:cubicBezTo>
                  <a:pt x="93" y="85"/>
                  <a:pt x="92" y="84"/>
                  <a:pt x="92" y="84"/>
                </a:cubicBezTo>
                <a:cubicBezTo>
                  <a:pt x="91" y="84"/>
                  <a:pt x="90" y="85"/>
                  <a:pt x="90" y="85"/>
                </a:cubicBezTo>
                <a:close/>
                <a:moveTo>
                  <a:pt x="92" y="88"/>
                </a:moveTo>
                <a:cubicBezTo>
                  <a:pt x="92" y="88"/>
                  <a:pt x="92" y="89"/>
                  <a:pt x="92" y="89"/>
                </a:cubicBezTo>
                <a:cubicBezTo>
                  <a:pt x="92" y="89"/>
                  <a:pt x="92" y="89"/>
                  <a:pt x="92" y="89"/>
                </a:cubicBezTo>
                <a:cubicBezTo>
                  <a:pt x="92" y="89"/>
                  <a:pt x="91" y="89"/>
                  <a:pt x="91" y="89"/>
                </a:cubicBezTo>
                <a:cubicBezTo>
                  <a:pt x="91" y="89"/>
                  <a:pt x="91" y="88"/>
                  <a:pt x="91" y="88"/>
                </a:cubicBezTo>
                <a:cubicBezTo>
                  <a:pt x="91" y="87"/>
                  <a:pt x="91" y="86"/>
                  <a:pt x="91" y="86"/>
                </a:cubicBezTo>
                <a:cubicBezTo>
                  <a:pt x="91" y="86"/>
                  <a:pt x="92" y="86"/>
                  <a:pt x="92" y="86"/>
                </a:cubicBezTo>
                <a:cubicBezTo>
                  <a:pt x="92" y="86"/>
                  <a:pt x="92" y="86"/>
                  <a:pt x="92" y="86"/>
                </a:cubicBezTo>
                <a:cubicBezTo>
                  <a:pt x="92" y="86"/>
                  <a:pt x="92" y="87"/>
                  <a:pt x="92" y="88"/>
                </a:cubicBezTo>
                <a:close/>
                <a:moveTo>
                  <a:pt x="62" y="98"/>
                </a:moveTo>
                <a:cubicBezTo>
                  <a:pt x="61" y="98"/>
                  <a:pt x="60" y="98"/>
                  <a:pt x="60" y="98"/>
                </a:cubicBezTo>
                <a:cubicBezTo>
                  <a:pt x="60" y="99"/>
                  <a:pt x="59" y="100"/>
                  <a:pt x="59" y="101"/>
                </a:cubicBezTo>
                <a:cubicBezTo>
                  <a:pt x="59" y="102"/>
                  <a:pt x="60" y="103"/>
                  <a:pt x="60" y="103"/>
                </a:cubicBezTo>
                <a:cubicBezTo>
                  <a:pt x="60" y="104"/>
                  <a:pt x="61" y="104"/>
                  <a:pt x="62" y="104"/>
                </a:cubicBezTo>
                <a:cubicBezTo>
                  <a:pt x="62" y="104"/>
                  <a:pt x="63" y="104"/>
                  <a:pt x="63" y="103"/>
                </a:cubicBezTo>
                <a:cubicBezTo>
                  <a:pt x="64" y="103"/>
                  <a:pt x="64" y="102"/>
                  <a:pt x="64" y="101"/>
                </a:cubicBezTo>
                <a:cubicBezTo>
                  <a:pt x="64" y="100"/>
                  <a:pt x="64" y="99"/>
                  <a:pt x="63" y="98"/>
                </a:cubicBezTo>
                <a:cubicBezTo>
                  <a:pt x="63" y="98"/>
                  <a:pt x="62" y="98"/>
                  <a:pt x="62" y="98"/>
                </a:cubicBezTo>
                <a:close/>
                <a:moveTo>
                  <a:pt x="62" y="102"/>
                </a:moveTo>
                <a:cubicBezTo>
                  <a:pt x="62" y="102"/>
                  <a:pt x="62" y="102"/>
                  <a:pt x="62" y="102"/>
                </a:cubicBezTo>
                <a:cubicBezTo>
                  <a:pt x="61" y="102"/>
                  <a:pt x="61" y="102"/>
                  <a:pt x="61" y="102"/>
                </a:cubicBezTo>
                <a:cubicBezTo>
                  <a:pt x="61" y="102"/>
                  <a:pt x="61" y="101"/>
                  <a:pt x="61" y="101"/>
                </a:cubicBezTo>
                <a:cubicBezTo>
                  <a:pt x="61" y="100"/>
                  <a:pt x="61" y="99"/>
                  <a:pt x="61" y="99"/>
                </a:cubicBezTo>
                <a:cubicBezTo>
                  <a:pt x="61" y="99"/>
                  <a:pt x="61" y="99"/>
                  <a:pt x="62" y="99"/>
                </a:cubicBezTo>
                <a:cubicBezTo>
                  <a:pt x="62" y="99"/>
                  <a:pt x="62" y="99"/>
                  <a:pt x="62" y="99"/>
                </a:cubicBezTo>
                <a:cubicBezTo>
                  <a:pt x="62" y="100"/>
                  <a:pt x="62" y="100"/>
                  <a:pt x="62" y="101"/>
                </a:cubicBezTo>
                <a:cubicBezTo>
                  <a:pt x="62" y="101"/>
                  <a:pt x="62" y="102"/>
                  <a:pt x="62" y="102"/>
                </a:cubicBezTo>
                <a:close/>
                <a:moveTo>
                  <a:pt x="65" y="99"/>
                </a:moveTo>
                <a:cubicBezTo>
                  <a:pt x="65" y="100"/>
                  <a:pt x="65" y="100"/>
                  <a:pt x="65" y="100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0"/>
                  <a:pt x="66" y="100"/>
                  <a:pt x="66" y="99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68" y="98"/>
                  <a:pt x="68" y="98"/>
                  <a:pt x="68" y="98"/>
                </a:cubicBezTo>
                <a:cubicBezTo>
                  <a:pt x="67" y="98"/>
                  <a:pt x="67" y="98"/>
                  <a:pt x="67" y="98"/>
                </a:cubicBezTo>
                <a:lnTo>
                  <a:pt x="65" y="99"/>
                </a:lnTo>
                <a:close/>
                <a:moveTo>
                  <a:pt x="70" y="99"/>
                </a:moveTo>
                <a:cubicBezTo>
                  <a:pt x="70" y="100"/>
                  <a:pt x="70" y="100"/>
                  <a:pt x="70" y="100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0"/>
                  <a:pt x="71" y="100"/>
                  <a:pt x="71" y="99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4"/>
                  <a:pt x="71" y="104"/>
                  <a:pt x="71" y="104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98"/>
                  <a:pt x="73" y="98"/>
                  <a:pt x="73" y="98"/>
                </a:cubicBezTo>
                <a:cubicBezTo>
                  <a:pt x="72" y="98"/>
                  <a:pt x="72" y="98"/>
                  <a:pt x="72" y="98"/>
                </a:cubicBezTo>
                <a:lnTo>
                  <a:pt x="70" y="99"/>
                </a:lnTo>
                <a:close/>
                <a:moveTo>
                  <a:pt x="75" y="99"/>
                </a:moveTo>
                <a:cubicBezTo>
                  <a:pt x="75" y="100"/>
                  <a:pt x="75" y="100"/>
                  <a:pt x="75" y="100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0"/>
                  <a:pt x="76" y="100"/>
                  <a:pt x="76" y="99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8" y="98"/>
                  <a:pt x="78" y="98"/>
                  <a:pt x="78" y="98"/>
                </a:cubicBezTo>
                <a:cubicBezTo>
                  <a:pt x="77" y="98"/>
                  <a:pt x="77" y="98"/>
                  <a:pt x="77" y="98"/>
                </a:cubicBezTo>
                <a:lnTo>
                  <a:pt x="75" y="99"/>
                </a:lnTo>
                <a:close/>
                <a:moveTo>
                  <a:pt x="82" y="98"/>
                </a:moveTo>
                <a:cubicBezTo>
                  <a:pt x="81" y="98"/>
                  <a:pt x="80" y="98"/>
                  <a:pt x="80" y="98"/>
                </a:cubicBezTo>
                <a:cubicBezTo>
                  <a:pt x="80" y="99"/>
                  <a:pt x="80" y="100"/>
                  <a:pt x="80" y="101"/>
                </a:cubicBezTo>
                <a:cubicBezTo>
                  <a:pt x="80" y="102"/>
                  <a:pt x="80" y="103"/>
                  <a:pt x="80" y="103"/>
                </a:cubicBezTo>
                <a:cubicBezTo>
                  <a:pt x="80" y="104"/>
                  <a:pt x="81" y="104"/>
                  <a:pt x="82" y="104"/>
                </a:cubicBezTo>
                <a:cubicBezTo>
                  <a:pt x="82" y="104"/>
                  <a:pt x="83" y="104"/>
                  <a:pt x="83" y="103"/>
                </a:cubicBezTo>
                <a:cubicBezTo>
                  <a:pt x="84" y="103"/>
                  <a:pt x="84" y="102"/>
                  <a:pt x="84" y="101"/>
                </a:cubicBezTo>
                <a:cubicBezTo>
                  <a:pt x="84" y="100"/>
                  <a:pt x="84" y="99"/>
                  <a:pt x="83" y="98"/>
                </a:cubicBezTo>
                <a:cubicBezTo>
                  <a:pt x="83" y="98"/>
                  <a:pt x="82" y="98"/>
                  <a:pt x="82" y="98"/>
                </a:cubicBezTo>
                <a:close/>
                <a:moveTo>
                  <a:pt x="82" y="102"/>
                </a:moveTo>
                <a:cubicBezTo>
                  <a:pt x="82" y="102"/>
                  <a:pt x="82" y="102"/>
                  <a:pt x="82" y="102"/>
                </a:cubicBezTo>
                <a:cubicBezTo>
                  <a:pt x="82" y="102"/>
                  <a:pt x="81" y="102"/>
                  <a:pt x="81" y="102"/>
                </a:cubicBezTo>
                <a:cubicBezTo>
                  <a:pt x="81" y="102"/>
                  <a:pt x="81" y="101"/>
                  <a:pt x="81" y="101"/>
                </a:cubicBezTo>
                <a:cubicBezTo>
                  <a:pt x="81" y="100"/>
                  <a:pt x="81" y="99"/>
                  <a:pt x="81" y="99"/>
                </a:cubicBezTo>
                <a:cubicBezTo>
                  <a:pt x="81" y="99"/>
                  <a:pt x="82" y="99"/>
                  <a:pt x="82" y="99"/>
                </a:cubicBezTo>
                <a:cubicBezTo>
                  <a:pt x="82" y="99"/>
                  <a:pt x="82" y="99"/>
                  <a:pt x="82" y="99"/>
                </a:cubicBezTo>
                <a:cubicBezTo>
                  <a:pt x="82" y="100"/>
                  <a:pt x="82" y="100"/>
                  <a:pt x="82" y="101"/>
                </a:cubicBezTo>
                <a:cubicBezTo>
                  <a:pt x="82" y="101"/>
                  <a:pt x="82" y="102"/>
                  <a:pt x="82" y="102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Freeform 64">
            <a:extLst>
              <a:ext uri="{FF2B5EF4-FFF2-40B4-BE49-F238E27FC236}">
                <a16:creationId xmlns:a16="http://schemas.microsoft.com/office/drawing/2014/main" id="{BB31E137-906C-4766-BC85-BA006D8F89EE}"/>
              </a:ext>
            </a:extLst>
          </p:cNvPr>
          <p:cNvSpPr>
            <a:spLocks noEditPoints="1"/>
          </p:cNvSpPr>
          <p:nvPr/>
        </p:nvSpPr>
        <p:spPr bwMode="auto">
          <a:xfrm>
            <a:off x="9560161" y="3474073"/>
            <a:ext cx="364914" cy="363738"/>
          </a:xfrm>
          <a:custGeom>
            <a:avLst/>
            <a:gdLst>
              <a:gd name="T0" fmla="*/ 25 w 155"/>
              <a:gd name="T1" fmla="*/ 102 h 154"/>
              <a:gd name="T2" fmla="*/ 30 w 155"/>
              <a:gd name="T3" fmla="*/ 110 h 154"/>
              <a:gd name="T4" fmla="*/ 38 w 155"/>
              <a:gd name="T5" fmla="*/ 105 h 154"/>
              <a:gd name="T6" fmla="*/ 33 w 155"/>
              <a:gd name="T7" fmla="*/ 97 h 154"/>
              <a:gd name="T8" fmla="*/ 25 w 155"/>
              <a:gd name="T9" fmla="*/ 102 h 154"/>
              <a:gd name="T10" fmla="*/ 44 w 155"/>
              <a:gd name="T11" fmla="*/ 125 h 154"/>
              <a:gd name="T12" fmla="*/ 53 w 155"/>
              <a:gd name="T13" fmla="*/ 130 h 154"/>
              <a:gd name="T14" fmla="*/ 58 w 155"/>
              <a:gd name="T15" fmla="*/ 121 h 154"/>
              <a:gd name="T16" fmla="*/ 49 w 155"/>
              <a:gd name="T17" fmla="*/ 116 h 154"/>
              <a:gd name="T18" fmla="*/ 44 w 155"/>
              <a:gd name="T19" fmla="*/ 125 h 154"/>
              <a:gd name="T20" fmla="*/ 25 w 155"/>
              <a:gd name="T21" fmla="*/ 52 h 154"/>
              <a:gd name="T22" fmla="*/ 33 w 155"/>
              <a:gd name="T23" fmla="*/ 57 h 154"/>
              <a:gd name="T24" fmla="*/ 38 w 155"/>
              <a:gd name="T25" fmla="*/ 49 h 154"/>
              <a:gd name="T26" fmla="*/ 30 w 155"/>
              <a:gd name="T27" fmla="*/ 44 h 154"/>
              <a:gd name="T28" fmla="*/ 25 w 155"/>
              <a:gd name="T29" fmla="*/ 52 h 154"/>
              <a:gd name="T30" fmla="*/ 29 w 155"/>
              <a:gd name="T31" fmla="*/ 72 h 154"/>
              <a:gd name="T32" fmla="*/ 20 w 155"/>
              <a:gd name="T33" fmla="*/ 72 h 154"/>
              <a:gd name="T34" fmla="*/ 20 w 155"/>
              <a:gd name="T35" fmla="*/ 82 h 154"/>
              <a:gd name="T36" fmla="*/ 29 w 155"/>
              <a:gd name="T37" fmla="*/ 82 h 154"/>
              <a:gd name="T38" fmla="*/ 29 w 155"/>
              <a:gd name="T39" fmla="*/ 72 h 154"/>
              <a:gd name="T40" fmla="*/ 77 w 155"/>
              <a:gd name="T41" fmla="*/ 19 h 154"/>
              <a:gd name="T42" fmla="*/ 77 w 155"/>
              <a:gd name="T43" fmla="*/ 77 h 154"/>
              <a:gd name="T44" fmla="*/ 135 w 155"/>
              <a:gd name="T45" fmla="*/ 77 h 154"/>
              <a:gd name="T46" fmla="*/ 77 w 155"/>
              <a:gd name="T47" fmla="*/ 19 h 154"/>
              <a:gd name="T48" fmla="*/ 73 w 155"/>
              <a:gd name="T49" fmla="*/ 135 h 154"/>
              <a:gd name="T50" fmla="*/ 82 w 155"/>
              <a:gd name="T51" fmla="*/ 135 h 154"/>
              <a:gd name="T52" fmla="*/ 82 w 155"/>
              <a:gd name="T53" fmla="*/ 125 h 154"/>
              <a:gd name="T54" fmla="*/ 73 w 155"/>
              <a:gd name="T55" fmla="*/ 125 h 154"/>
              <a:gd name="T56" fmla="*/ 73 w 155"/>
              <a:gd name="T57" fmla="*/ 135 h 154"/>
              <a:gd name="T58" fmla="*/ 77 w 155"/>
              <a:gd name="T59" fmla="*/ 0 h 154"/>
              <a:gd name="T60" fmla="*/ 0 w 155"/>
              <a:gd name="T61" fmla="*/ 77 h 154"/>
              <a:gd name="T62" fmla="*/ 77 w 155"/>
              <a:gd name="T63" fmla="*/ 154 h 154"/>
              <a:gd name="T64" fmla="*/ 155 w 155"/>
              <a:gd name="T65" fmla="*/ 77 h 154"/>
              <a:gd name="T66" fmla="*/ 77 w 155"/>
              <a:gd name="T67" fmla="*/ 0 h 154"/>
              <a:gd name="T68" fmla="*/ 77 w 155"/>
              <a:gd name="T69" fmla="*/ 145 h 154"/>
              <a:gd name="T70" fmla="*/ 10 w 155"/>
              <a:gd name="T71" fmla="*/ 77 h 154"/>
              <a:gd name="T72" fmla="*/ 77 w 155"/>
              <a:gd name="T73" fmla="*/ 9 h 154"/>
              <a:gd name="T74" fmla="*/ 145 w 155"/>
              <a:gd name="T75" fmla="*/ 77 h 154"/>
              <a:gd name="T76" fmla="*/ 77 w 155"/>
              <a:gd name="T77" fmla="*/ 145 h 154"/>
              <a:gd name="T78" fmla="*/ 44 w 155"/>
              <a:gd name="T79" fmla="*/ 29 h 154"/>
              <a:gd name="T80" fmla="*/ 49 w 155"/>
              <a:gd name="T81" fmla="*/ 38 h 154"/>
              <a:gd name="T82" fmla="*/ 58 w 155"/>
              <a:gd name="T83" fmla="*/ 33 h 154"/>
              <a:gd name="T84" fmla="*/ 53 w 155"/>
              <a:gd name="T85" fmla="*/ 24 h 154"/>
              <a:gd name="T86" fmla="*/ 44 w 155"/>
              <a:gd name="T87" fmla="*/ 29 h 154"/>
              <a:gd name="T88" fmla="*/ 117 w 155"/>
              <a:gd name="T89" fmla="*/ 105 h 154"/>
              <a:gd name="T90" fmla="*/ 125 w 155"/>
              <a:gd name="T91" fmla="*/ 110 h 154"/>
              <a:gd name="T92" fmla="*/ 130 w 155"/>
              <a:gd name="T93" fmla="*/ 102 h 154"/>
              <a:gd name="T94" fmla="*/ 122 w 155"/>
              <a:gd name="T95" fmla="*/ 97 h 154"/>
              <a:gd name="T96" fmla="*/ 117 w 155"/>
              <a:gd name="T97" fmla="*/ 105 h 154"/>
              <a:gd name="T98" fmla="*/ 97 w 155"/>
              <a:gd name="T99" fmla="*/ 121 h 154"/>
              <a:gd name="T100" fmla="*/ 102 w 155"/>
              <a:gd name="T101" fmla="*/ 130 h 154"/>
              <a:gd name="T102" fmla="*/ 111 w 155"/>
              <a:gd name="T103" fmla="*/ 125 h 154"/>
              <a:gd name="T104" fmla="*/ 106 w 155"/>
              <a:gd name="T105" fmla="*/ 116 h 154"/>
              <a:gd name="T106" fmla="*/ 97 w 155"/>
              <a:gd name="T107" fmla="*/ 121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5" h="154">
                <a:moveTo>
                  <a:pt x="25" y="102"/>
                </a:moveTo>
                <a:cubicBezTo>
                  <a:pt x="30" y="110"/>
                  <a:pt x="30" y="110"/>
                  <a:pt x="30" y="110"/>
                </a:cubicBezTo>
                <a:cubicBezTo>
                  <a:pt x="38" y="105"/>
                  <a:pt x="38" y="105"/>
                  <a:pt x="38" y="105"/>
                </a:cubicBezTo>
                <a:cubicBezTo>
                  <a:pt x="33" y="97"/>
                  <a:pt x="33" y="97"/>
                  <a:pt x="33" y="97"/>
                </a:cubicBezTo>
                <a:lnTo>
                  <a:pt x="25" y="102"/>
                </a:lnTo>
                <a:close/>
                <a:moveTo>
                  <a:pt x="44" y="125"/>
                </a:moveTo>
                <a:cubicBezTo>
                  <a:pt x="53" y="130"/>
                  <a:pt x="53" y="130"/>
                  <a:pt x="53" y="130"/>
                </a:cubicBezTo>
                <a:cubicBezTo>
                  <a:pt x="58" y="121"/>
                  <a:pt x="58" y="121"/>
                  <a:pt x="58" y="121"/>
                </a:cubicBezTo>
                <a:cubicBezTo>
                  <a:pt x="49" y="116"/>
                  <a:pt x="49" y="116"/>
                  <a:pt x="49" y="116"/>
                </a:cubicBezTo>
                <a:lnTo>
                  <a:pt x="44" y="125"/>
                </a:lnTo>
                <a:close/>
                <a:moveTo>
                  <a:pt x="25" y="52"/>
                </a:moveTo>
                <a:cubicBezTo>
                  <a:pt x="33" y="57"/>
                  <a:pt x="33" y="57"/>
                  <a:pt x="33" y="57"/>
                </a:cubicBezTo>
                <a:cubicBezTo>
                  <a:pt x="38" y="49"/>
                  <a:pt x="38" y="49"/>
                  <a:pt x="38" y="49"/>
                </a:cubicBezTo>
                <a:cubicBezTo>
                  <a:pt x="30" y="44"/>
                  <a:pt x="30" y="44"/>
                  <a:pt x="30" y="44"/>
                </a:cubicBezTo>
                <a:lnTo>
                  <a:pt x="25" y="52"/>
                </a:lnTo>
                <a:close/>
                <a:moveTo>
                  <a:pt x="29" y="72"/>
                </a:moveTo>
                <a:cubicBezTo>
                  <a:pt x="20" y="72"/>
                  <a:pt x="20" y="72"/>
                  <a:pt x="20" y="72"/>
                </a:cubicBezTo>
                <a:cubicBezTo>
                  <a:pt x="20" y="82"/>
                  <a:pt x="20" y="82"/>
                  <a:pt x="20" y="82"/>
                </a:cubicBezTo>
                <a:cubicBezTo>
                  <a:pt x="29" y="82"/>
                  <a:pt x="29" y="82"/>
                  <a:pt x="29" y="82"/>
                </a:cubicBezTo>
                <a:lnTo>
                  <a:pt x="29" y="72"/>
                </a:lnTo>
                <a:close/>
                <a:moveTo>
                  <a:pt x="77" y="19"/>
                </a:moveTo>
                <a:cubicBezTo>
                  <a:pt x="77" y="77"/>
                  <a:pt x="77" y="77"/>
                  <a:pt x="77" y="77"/>
                </a:cubicBezTo>
                <a:cubicBezTo>
                  <a:pt x="135" y="77"/>
                  <a:pt x="135" y="77"/>
                  <a:pt x="135" y="77"/>
                </a:cubicBezTo>
                <a:cubicBezTo>
                  <a:pt x="135" y="45"/>
                  <a:pt x="109" y="19"/>
                  <a:pt x="77" y="19"/>
                </a:cubicBezTo>
                <a:close/>
                <a:moveTo>
                  <a:pt x="73" y="135"/>
                </a:moveTo>
                <a:cubicBezTo>
                  <a:pt x="82" y="135"/>
                  <a:pt x="82" y="135"/>
                  <a:pt x="82" y="135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3" y="125"/>
                  <a:pt x="73" y="125"/>
                  <a:pt x="73" y="125"/>
                </a:cubicBezTo>
                <a:lnTo>
                  <a:pt x="73" y="135"/>
                </a:lnTo>
                <a:close/>
                <a:moveTo>
                  <a:pt x="77" y="0"/>
                </a:moveTo>
                <a:cubicBezTo>
                  <a:pt x="35" y="0"/>
                  <a:pt x="0" y="34"/>
                  <a:pt x="0" y="77"/>
                </a:cubicBezTo>
                <a:cubicBezTo>
                  <a:pt x="0" y="120"/>
                  <a:pt x="35" y="154"/>
                  <a:pt x="77" y="154"/>
                </a:cubicBezTo>
                <a:cubicBezTo>
                  <a:pt x="120" y="154"/>
                  <a:pt x="155" y="120"/>
                  <a:pt x="155" y="77"/>
                </a:cubicBezTo>
                <a:cubicBezTo>
                  <a:pt x="155" y="34"/>
                  <a:pt x="120" y="0"/>
                  <a:pt x="77" y="0"/>
                </a:cubicBezTo>
                <a:close/>
                <a:moveTo>
                  <a:pt x="77" y="145"/>
                </a:moveTo>
                <a:cubicBezTo>
                  <a:pt x="40" y="145"/>
                  <a:pt x="10" y="114"/>
                  <a:pt x="10" y="77"/>
                </a:cubicBezTo>
                <a:cubicBezTo>
                  <a:pt x="10" y="40"/>
                  <a:pt x="40" y="9"/>
                  <a:pt x="77" y="9"/>
                </a:cubicBezTo>
                <a:cubicBezTo>
                  <a:pt x="115" y="9"/>
                  <a:pt x="145" y="40"/>
                  <a:pt x="145" y="77"/>
                </a:cubicBezTo>
                <a:cubicBezTo>
                  <a:pt x="145" y="114"/>
                  <a:pt x="115" y="145"/>
                  <a:pt x="77" y="145"/>
                </a:cubicBezTo>
                <a:close/>
                <a:moveTo>
                  <a:pt x="44" y="29"/>
                </a:moveTo>
                <a:cubicBezTo>
                  <a:pt x="49" y="38"/>
                  <a:pt x="49" y="38"/>
                  <a:pt x="49" y="38"/>
                </a:cubicBezTo>
                <a:cubicBezTo>
                  <a:pt x="58" y="33"/>
                  <a:pt x="58" y="33"/>
                  <a:pt x="58" y="33"/>
                </a:cubicBezTo>
                <a:cubicBezTo>
                  <a:pt x="53" y="24"/>
                  <a:pt x="53" y="24"/>
                  <a:pt x="53" y="24"/>
                </a:cubicBezTo>
                <a:lnTo>
                  <a:pt x="44" y="29"/>
                </a:lnTo>
                <a:close/>
                <a:moveTo>
                  <a:pt x="117" y="105"/>
                </a:moveTo>
                <a:cubicBezTo>
                  <a:pt x="125" y="110"/>
                  <a:pt x="125" y="110"/>
                  <a:pt x="125" y="110"/>
                </a:cubicBezTo>
                <a:cubicBezTo>
                  <a:pt x="130" y="102"/>
                  <a:pt x="130" y="102"/>
                  <a:pt x="130" y="102"/>
                </a:cubicBezTo>
                <a:cubicBezTo>
                  <a:pt x="122" y="97"/>
                  <a:pt x="122" y="97"/>
                  <a:pt x="122" y="97"/>
                </a:cubicBezTo>
                <a:lnTo>
                  <a:pt x="117" y="105"/>
                </a:lnTo>
                <a:close/>
                <a:moveTo>
                  <a:pt x="97" y="121"/>
                </a:moveTo>
                <a:cubicBezTo>
                  <a:pt x="102" y="130"/>
                  <a:pt x="102" y="130"/>
                  <a:pt x="102" y="130"/>
                </a:cubicBezTo>
                <a:cubicBezTo>
                  <a:pt x="111" y="125"/>
                  <a:pt x="111" y="125"/>
                  <a:pt x="111" y="125"/>
                </a:cubicBezTo>
                <a:cubicBezTo>
                  <a:pt x="106" y="116"/>
                  <a:pt x="106" y="116"/>
                  <a:pt x="106" y="116"/>
                </a:cubicBezTo>
                <a:lnTo>
                  <a:pt x="97" y="121"/>
                </a:lnTo>
                <a:close/>
              </a:path>
            </a:pathLst>
          </a:custGeom>
          <a:solidFill>
            <a:srgbClr val="2323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Picture Placeholder 1">
            <a:extLst>
              <a:ext uri="{FF2B5EF4-FFF2-40B4-BE49-F238E27FC236}">
                <a16:creationId xmlns:a16="http://schemas.microsoft.com/office/drawing/2014/main" id="{DC5DB7F4-BC10-4B26-8E8B-787010E7AF8F}"/>
              </a:ext>
            </a:extLst>
          </p:cNvPr>
          <p:cNvSpPr txBox="1">
            <a:spLocks/>
          </p:cNvSpPr>
          <p:nvPr/>
        </p:nvSpPr>
        <p:spPr>
          <a:xfrm>
            <a:off x="1837877" y="1501458"/>
            <a:ext cx="1223012" cy="1225072"/>
          </a:xfrm>
          <a:custGeom>
            <a:avLst/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</p:spPr>
      </p:sp>
    </p:spTree>
    <p:extLst>
      <p:ext uri="{BB962C8B-B14F-4D97-AF65-F5344CB8AC3E}">
        <p14:creationId xmlns:p14="http://schemas.microsoft.com/office/powerpoint/2010/main" val="1207418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5" name="Rectangle 14"/>
          <p:cNvSpPr/>
          <p:nvPr/>
        </p:nvSpPr>
        <p:spPr>
          <a:xfrm>
            <a:off x="-1" y="5270500"/>
            <a:ext cx="6367417" cy="1041400"/>
          </a:xfrm>
          <a:prstGeom prst="rect">
            <a:avLst/>
          </a:prstGeom>
          <a:solidFill>
            <a:srgbClr val="FFA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E46B58D-7B05-3635-AA0C-9E91E0A491D1}"/>
              </a:ext>
            </a:extLst>
          </p:cNvPr>
          <p:cNvSpPr txBox="1"/>
          <p:nvPr/>
        </p:nvSpPr>
        <p:spPr>
          <a:xfrm>
            <a:off x="973939" y="1019954"/>
            <a:ext cx="576632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00" dirty="0">
                <a:solidFill>
                  <a:schemeClr val="tx1">
                    <a:lumMod val="95000"/>
                    <a:lumOff val="5000"/>
                  </a:schemeClr>
                </a:solidFill>
                <a:latin typeface="Sora Bold" pitchFamily="2" charset="0"/>
                <a:cs typeface="Sora Bold" pitchFamily="2" charset="0"/>
              </a:rPr>
              <a:t>Competitive </a:t>
            </a:r>
            <a:r>
              <a:rPr lang="en-GB" sz="3500" dirty="0">
                <a:solidFill>
                  <a:schemeClr val="accent2"/>
                </a:solidFill>
                <a:latin typeface="Sora Bold" pitchFamily="2" charset="0"/>
                <a:cs typeface="Sora Bold" pitchFamily="2" charset="0"/>
              </a:rPr>
              <a:t>Advantage</a:t>
            </a:r>
          </a:p>
        </p:txBody>
      </p:sp>
      <p:sp>
        <p:nvSpPr>
          <p:cNvPr id="2" name="Rectangle 1"/>
          <p:cNvSpPr/>
          <p:nvPr/>
        </p:nvSpPr>
        <p:spPr>
          <a:xfrm>
            <a:off x="-1" y="1650896"/>
            <a:ext cx="11190595" cy="3619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01406" y="2590991"/>
            <a:ext cx="1550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400" b="1" dirty="0">
                <a:latin typeface="Sora" pitchFamily="2" charset="0"/>
                <a:ea typeface="Open Sans" panose="020B0606030504020204" pitchFamily="34" charset="0"/>
                <a:cs typeface="Sora" pitchFamily="2" charset="0"/>
              </a:rPr>
              <a:t>Host Incentive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001406" y="2867990"/>
            <a:ext cx="2260907" cy="2043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adipisicing elit, sed do sit minim exercitation ullamco laboris venial, venom publishing publishing labor aliquot.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972D2BF-2FF6-A3A1-4D1C-EFBDDEECFB22}"/>
              </a:ext>
            </a:extLst>
          </p:cNvPr>
          <p:cNvSpPr>
            <a:spLocks noEditPoints="1"/>
          </p:cNvSpPr>
          <p:nvPr/>
        </p:nvSpPr>
        <p:spPr bwMode="auto">
          <a:xfrm>
            <a:off x="1092160" y="1936086"/>
            <a:ext cx="517566" cy="502976"/>
          </a:xfrm>
          <a:custGeom>
            <a:avLst/>
            <a:gdLst>
              <a:gd name="T0" fmla="*/ 335 w 337"/>
              <a:gd name="T1" fmla="*/ 2 h 327"/>
              <a:gd name="T2" fmla="*/ 328 w 337"/>
              <a:gd name="T3" fmla="*/ 1 h 327"/>
              <a:gd name="T4" fmla="*/ 8 w 337"/>
              <a:gd name="T5" fmla="*/ 145 h 327"/>
              <a:gd name="T6" fmla="*/ 4 w 337"/>
              <a:gd name="T7" fmla="*/ 152 h 327"/>
              <a:gd name="T8" fmla="*/ 9 w 337"/>
              <a:gd name="T9" fmla="*/ 157 h 327"/>
              <a:gd name="T10" fmla="*/ 82 w 337"/>
              <a:gd name="T11" fmla="*/ 167 h 327"/>
              <a:gd name="T12" fmla="*/ 108 w 337"/>
              <a:gd name="T13" fmla="*/ 274 h 327"/>
              <a:gd name="T14" fmla="*/ 114 w 337"/>
              <a:gd name="T15" fmla="*/ 279 h 327"/>
              <a:gd name="T16" fmla="*/ 114 w 337"/>
              <a:gd name="T17" fmla="*/ 279 h 327"/>
              <a:gd name="T18" fmla="*/ 114 w 337"/>
              <a:gd name="T19" fmla="*/ 279 h 327"/>
              <a:gd name="T20" fmla="*/ 114 w 337"/>
              <a:gd name="T21" fmla="*/ 279 h 327"/>
              <a:gd name="T22" fmla="*/ 119 w 337"/>
              <a:gd name="T23" fmla="*/ 276 h 327"/>
              <a:gd name="T24" fmla="*/ 168 w 337"/>
              <a:gd name="T25" fmla="*/ 216 h 327"/>
              <a:gd name="T26" fmla="*/ 167 w 337"/>
              <a:gd name="T27" fmla="*/ 207 h 327"/>
              <a:gd name="T28" fmla="*/ 159 w 337"/>
              <a:gd name="T29" fmla="*/ 208 h 327"/>
              <a:gd name="T30" fmla="*/ 128 w 337"/>
              <a:gd name="T31" fmla="*/ 247 h 327"/>
              <a:gd name="T32" fmla="*/ 146 w 337"/>
              <a:gd name="T33" fmla="*/ 184 h 327"/>
              <a:gd name="T34" fmla="*/ 262 w 337"/>
              <a:gd name="T35" fmla="*/ 223 h 327"/>
              <a:gd name="T36" fmla="*/ 267 w 337"/>
              <a:gd name="T37" fmla="*/ 223 h 327"/>
              <a:gd name="T38" fmla="*/ 270 w 337"/>
              <a:gd name="T39" fmla="*/ 219 h 327"/>
              <a:gd name="T40" fmla="*/ 336 w 337"/>
              <a:gd name="T41" fmla="*/ 9 h 327"/>
              <a:gd name="T42" fmla="*/ 335 w 337"/>
              <a:gd name="T43" fmla="*/ 2 h 327"/>
              <a:gd name="T44" fmla="*/ 138 w 337"/>
              <a:gd name="T45" fmla="*/ 172 h 327"/>
              <a:gd name="T46" fmla="*/ 138 w 337"/>
              <a:gd name="T47" fmla="*/ 172 h 327"/>
              <a:gd name="T48" fmla="*/ 136 w 337"/>
              <a:gd name="T49" fmla="*/ 175 h 327"/>
              <a:gd name="T50" fmla="*/ 115 w 337"/>
              <a:gd name="T51" fmla="*/ 249 h 327"/>
              <a:gd name="T52" fmla="*/ 94 w 337"/>
              <a:gd name="T53" fmla="*/ 166 h 327"/>
              <a:gd name="T54" fmla="*/ 224 w 337"/>
              <a:gd name="T55" fmla="*/ 82 h 327"/>
              <a:gd name="T56" fmla="*/ 226 w 337"/>
              <a:gd name="T57" fmla="*/ 74 h 327"/>
              <a:gd name="T58" fmla="*/ 218 w 337"/>
              <a:gd name="T59" fmla="*/ 72 h 327"/>
              <a:gd name="T60" fmla="*/ 88 w 337"/>
              <a:gd name="T61" fmla="*/ 156 h 327"/>
              <a:gd name="T62" fmla="*/ 31 w 337"/>
              <a:gd name="T63" fmla="*/ 148 h 327"/>
              <a:gd name="T64" fmla="*/ 298 w 337"/>
              <a:gd name="T65" fmla="*/ 28 h 327"/>
              <a:gd name="T66" fmla="*/ 138 w 337"/>
              <a:gd name="T67" fmla="*/ 172 h 327"/>
              <a:gd name="T68" fmla="*/ 260 w 337"/>
              <a:gd name="T69" fmla="*/ 210 h 327"/>
              <a:gd name="T70" fmla="*/ 154 w 337"/>
              <a:gd name="T71" fmla="*/ 174 h 327"/>
              <a:gd name="T72" fmla="*/ 318 w 337"/>
              <a:gd name="T73" fmla="*/ 26 h 327"/>
              <a:gd name="T74" fmla="*/ 260 w 337"/>
              <a:gd name="T75" fmla="*/ 210 h 327"/>
              <a:gd name="T76" fmla="*/ 74 w 337"/>
              <a:gd name="T77" fmla="*/ 221 h 327"/>
              <a:gd name="T78" fmla="*/ 10 w 337"/>
              <a:gd name="T79" fmla="*/ 269 h 327"/>
              <a:gd name="T80" fmla="*/ 9 w 337"/>
              <a:gd name="T81" fmla="*/ 277 h 327"/>
              <a:gd name="T82" fmla="*/ 14 w 337"/>
              <a:gd name="T83" fmla="*/ 279 h 327"/>
              <a:gd name="T84" fmla="*/ 18 w 337"/>
              <a:gd name="T85" fmla="*/ 278 h 327"/>
              <a:gd name="T86" fmla="*/ 82 w 337"/>
              <a:gd name="T87" fmla="*/ 230 h 327"/>
              <a:gd name="T88" fmla="*/ 83 w 337"/>
              <a:gd name="T89" fmla="*/ 222 h 327"/>
              <a:gd name="T90" fmla="*/ 74 w 337"/>
              <a:gd name="T91" fmla="*/ 221 h 327"/>
              <a:gd name="T92" fmla="*/ 54 w 337"/>
              <a:gd name="T93" fmla="*/ 276 h 327"/>
              <a:gd name="T94" fmla="*/ 3 w 337"/>
              <a:gd name="T95" fmla="*/ 317 h 327"/>
              <a:gd name="T96" fmla="*/ 2 w 337"/>
              <a:gd name="T97" fmla="*/ 325 h 327"/>
              <a:gd name="T98" fmla="*/ 6 w 337"/>
              <a:gd name="T99" fmla="*/ 327 h 327"/>
              <a:gd name="T100" fmla="*/ 10 w 337"/>
              <a:gd name="T101" fmla="*/ 326 h 327"/>
              <a:gd name="T102" fmla="*/ 61 w 337"/>
              <a:gd name="T103" fmla="*/ 285 h 327"/>
              <a:gd name="T104" fmla="*/ 62 w 337"/>
              <a:gd name="T105" fmla="*/ 277 h 327"/>
              <a:gd name="T106" fmla="*/ 54 w 337"/>
              <a:gd name="T107" fmla="*/ 276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37" h="327">
                <a:moveTo>
                  <a:pt x="335" y="2"/>
                </a:moveTo>
                <a:cubicBezTo>
                  <a:pt x="333" y="1"/>
                  <a:pt x="330" y="0"/>
                  <a:pt x="328" y="1"/>
                </a:cubicBezTo>
                <a:cubicBezTo>
                  <a:pt x="8" y="145"/>
                  <a:pt x="8" y="145"/>
                  <a:pt x="8" y="145"/>
                </a:cubicBezTo>
                <a:cubicBezTo>
                  <a:pt x="5" y="146"/>
                  <a:pt x="4" y="149"/>
                  <a:pt x="4" y="152"/>
                </a:cubicBezTo>
                <a:cubicBezTo>
                  <a:pt x="4" y="154"/>
                  <a:pt x="6" y="156"/>
                  <a:pt x="9" y="157"/>
                </a:cubicBezTo>
                <a:cubicBezTo>
                  <a:pt x="82" y="167"/>
                  <a:pt x="82" y="167"/>
                  <a:pt x="82" y="167"/>
                </a:cubicBezTo>
                <a:cubicBezTo>
                  <a:pt x="108" y="274"/>
                  <a:pt x="108" y="274"/>
                  <a:pt x="108" y="274"/>
                </a:cubicBezTo>
                <a:cubicBezTo>
                  <a:pt x="109" y="277"/>
                  <a:pt x="111" y="279"/>
                  <a:pt x="114" y="279"/>
                </a:cubicBezTo>
                <a:cubicBezTo>
                  <a:pt x="114" y="279"/>
                  <a:pt x="114" y="279"/>
                  <a:pt x="114" y="279"/>
                </a:cubicBezTo>
                <a:cubicBezTo>
                  <a:pt x="114" y="279"/>
                  <a:pt x="114" y="279"/>
                  <a:pt x="114" y="279"/>
                </a:cubicBezTo>
                <a:cubicBezTo>
                  <a:pt x="114" y="279"/>
                  <a:pt x="114" y="279"/>
                  <a:pt x="114" y="279"/>
                </a:cubicBezTo>
                <a:cubicBezTo>
                  <a:pt x="116" y="279"/>
                  <a:pt x="118" y="278"/>
                  <a:pt x="119" y="276"/>
                </a:cubicBezTo>
                <a:cubicBezTo>
                  <a:pt x="168" y="216"/>
                  <a:pt x="168" y="216"/>
                  <a:pt x="168" y="216"/>
                </a:cubicBezTo>
                <a:cubicBezTo>
                  <a:pt x="170" y="213"/>
                  <a:pt x="170" y="209"/>
                  <a:pt x="167" y="207"/>
                </a:cubicBezTo>
                <a:cubicBezTo>
                  <a:pt x="165" y="205"/>
                  <a:pt x="161" y="206"/>
                  <a:pt x="159" y="208"/>
                </a:cubicBezTo>
                <a:cubicBezTo>
                  <a:pt x="128" y="247"/>
                  <a:pt x="128" y="247"/>
                  <a:pt x="128" y="247"/>
                </a:cubicBezTo>
                <a:cubicBezTo>
                  <a:pt x="146" y="184"/>
                  <a:pt x="146" y="184"/>
                  <a:pt x="146" y="184"/>
                </a:cubicBezTo>
                <a:cubicBezTo>
                  <a:pt x="262" y="223"/>
                  <a:pt x="262" y="223"/>
                  <a:pt x="262" y="223"/>
                </a:cubicBezTo>
                <a:cubicBezTo>
                  <a:pt x="264" y="224"/>
                  <a:pt x="265" y="223"/>
                  <a:pt x="267" y="223"/>
                </a:cubicBezTo>
                <a:cubicBezTo>
                  <a:pt x="268" y="222"/>
                  <a:pt x="269" y="221"/>
                  <a:pt x="270" y="219"/>
                </a:cubicBezTo>
                <a:cubicBezTo>
                  <a:pt x="336" y="9"/>
                  <a:pt x="336" y="9"/>
                  <a:pt x="336" y="9"/>
                </a:cubicBezTo>
                <a:cubicBezTo>
                  <a:pt x="337" y="6"/>
                  <a:pt x="336" y="4"/>
                  <a:pt x="335" y="2"/>
                </a:cubicBezTo>
                <a:close/>
                <a:moveTo>
                  <a:pt x="138" y="172"/>
                </a:moveTo>
                <a:cubicBezTo>
                  <a:pt x="138" y="172"/>
                  <a:pt x="138" y="172"/>
                  <a:pt x="138" y="172"/>
                </a:cubicBezTo>
                <a:cubicBezTo>
                  <a:pt x="137" y="173"/>
                  <a:pt x="137" y="174"/>
                  <a:pt x="136" y="175"/>
                </a:cubicBezTo>
                <a:cubicBezTo>
                  <a:pt x="115" y="249"/>
                  <a:pt x="115" y="249"/>
                  <a:pt x="115" y="249"/>
                </a:cubicBezTo>
                <a:cubicBezTo>
                  <a:pt x="94" y="166"/>
                  <a:pt x="94" y="166"/>
                  <a:pt x="94" y="166"/>
                </a:cubicBezTo>
                <a:cubicBezTo>
                  <a:pt x="224" y="82"/>
                  <a:pt x="224" y="82"/>
                  <a:pt x="224" y="82"/>
                </a:cubicBezTo>
                <a:cubicBezTo>
                  <a:pt x="227" y="80"/>
                  <a:pt x="228" y="77"/>
                  <a:pt x="226" y="74"/>
                </a:cubicBezTo>
                <a:cubicBezTo>
                  <a:pt x="224" y="71"/>
                  <a:pt x="221" y="70"/>
                  <a:pt x="218" y="72"/>
                </a:cubicBezTo>
                <a:cubicBezTo>
                  <a:pt x="88" y="156"/>
                  <a:pt x="88" y="156"/>
                  <a:pt x="88" y="156"/>
                </a:cubicBezTo>
                <a:cubicBezTo>
                  <a:pt x="31" y="148"/>
                  <a:pt x="31" y="148"/>
                  <a:pt x="31" y="148"/>
                </a:cubicBezTo>
                <a:cubicBezTo>
                  <a:pt x="298" y="28"/>
                  <a:pt x="298" y="28"/>
                  <a:pt x="298" y="28"/>
                </a:cubicBezTo>
                <a:lnTo>
                  <a:pt x="138" y="172"/>
                </a:lnTo>
                <a:close/>
                <a:moveTo>
                  <a:pt x="260" y="210"/>
                </a:moveTo>
                <a:cubicBezTo>
                  <a:pt x="154" y="174"/>
                  <a:pt x="154" y="174"/>
                  <a:pt x="154" y="174"/>
                </a:cubicBezTo>
                <a:cubicBezTo>
                  <a:pt x="318" y="26"/>
                  <a:pt x="318" y="26"/>
                  <a:pt x="318" y="26"/>
                </a:cubicBezTo>
                <a:lnTo>
                  <a:pt x="260" y="210"/>
                </a:lnTo>
                <a:close/>
                <a:moveTo>
                  <a:pt x="74" y="221"/>
                </a:moveTo>
                <a:cubicBezTo>
                  <a:pt x="10" y="269"/>
                  <a:pt x="10" y="269"/>
                  <a:pt x="10" y="269"/>
                </a:cubicBezTo>
                <a:cubicBezTo>
                  <a:pt x="8" y="271"/>
                  <a:pt x="7" y="274"/>
                  <a:pt x="9" y="277"/>
                </a:cubicBezTo>
                <a:cubicBezTo>
                  <a:pt x="10" y="279"/>
                  <a:pt x="12" y="279"/>
                  <a:pt x="14" y="279"/>
                </a:cubicBezTo>
                <a:cubicBezTo>
                  <a:pt x="15" y="279"/>
                  <a:pt x="17" y="279"/>
                  <a:pt x="18" y="278"/>
                </a:cubicBezTo>
                <a:cubicBezTo>
                  <a:pt x="82" y="230"/>
                  <a:pt x="82" y="230"/>
                  <a:pt x="82" y="230"/>
                </a:cubicBezTo>
                <a:cubicBezTo>
                  <a:pt x="84" y="228"/>
                  <a:pt x="85" y="224"/>
                  <a:pt x="83" y="222"/>
                </a:cubicBezTo>
                <a:cubicBezTo>
                  <a:pt x="81" y="219"/>
                  <a:pt x="77" y="219"/>
                  <a:pt x="74" y="221"/>
                </a:cubicBezTo>
                <a:close/>
                <a:moveTo>
                  <a:pt x="54" y="276"/>
                </a:moveTo>
                <a:cubicBezTo>
                  <a:pt x="3" y="317"/>
                  <a:pt x="3" y="317"/>
                  <a:pt x="3" y="317"/>
                </a:cubicBezTo>
                <a:cubicBezTo>
                  <a:pt x="0" y="319"/>
                  <a:pt x="0" y="323"/>
                  <a:pt x="2" y="325"/>
                </a:cubicBezTo>
                <a:cubicBezTo>
                  <a:pt x="3" y="327"/>
                  <a:pt x="5" y="327"/>
                  <a:pt x="6" y="327"/>
                </a:cubicBezTo>
                <a:cubicBezTo>
                  <a:pt x="8" y="327"/>
                  <a:pt x="9" y="327"/>
                  <a:pt x="10" y="326"/>
                </a:cubicBezTo>
                <a:cubicBezTo>
                  <a:pt x="61" y="285"/>
                  <a:pt x="61" y="285"/>
                  <a:pt x="61" y="285"/>
                </a:cubicBezTo>
                <a:cubicBezTo>
                  <a:pt x="64" y="283"/>
                  <a:pt x="64" y="280"/>
                  <a:pt x="62" y="277"/>
                </a:cubicBezTo>
                <a:cubicBezTo>
                  <a:pt x="60" y="274"/>
                  <a:pt x="56" y="274"/>
                  <a:pt x="54" y="27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069953" y="2590991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400" b="1" dirty="0">
                <a:latin typeface="Sora" pitchFamily="2" charset="0"/>
                <a:ea typeface="Open Sans" panose="020B0606030504020204" pitchFamily="34" charset="0"/>
                <a:cs typeface="Sora" pitchFamily="2" charset="0"/>
              </a:rPr>
              <a:t>Profile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069953" y="2867990"/>
            <a:ext cx="3250272" cy="2113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adipisicing elit, sed do sit minim exercitation ullamco laboris venial, venom publishing publishing labor aliquot.</a:t>
            </a:r>
          </a:p>
        </p:txBody>
      </p:sp>
      <p:sp>
        <p:nvSpPr>
          <p:cNvPr id="16" name="Freeform 85">
            <a:extLst>
              <a:ext uri="{FF2B5EF4-FFF2-40B4-BE49-F238E27FC236}">
                <a16:creationId xmlns:a16="http://schemas.microsoft.com/office/drawing/2014/main" id="{249FB4DC-B371-565F-4121-9DBA448B9811}"/>
              </a:ext>
            </a:extLst>
          </p:cNvPr>
          <p:cNvSpPr>
            <a:spLocks noEditPoints="1"/>
          </p:cNvSpPr>
          <p:nvPr/>
        </p:nvSpPr>
        <p:spPr bwMode="auto">
          <a:xfrm>
            <a:off x="4158867" y="1935303"/>
            <a:ext cx="509106" cy="504542"/>
          </a:xfrm>
          <a:custGeom>
            <a:avLst/>
            <a:gdLst>
              <a:gd name="T0" fmla="*/ 330 w 334"/>
              <a:gd name="T1" fmla="*/ 54 h 334"/>
              <a:gd name="T2" fmla="*/ 325 w 334"/>
              <a:gd name="T3" fmla="*/ 43 h 334"/>
              <a:gd name="T4" fmla="*/ 303 w 334"/>
              <a:gd name="T5" fmla="*/ 39 h 334"/>
              <a:gd name="T6" fmla="*/ 295 w 334"/>
              <a:gd name="T7" fmla="*/ 31 h 334"/>
              <a:gd name="T8" fmla="*/ 288 w 334"/>
              <a:gd name="T9" fmla="*/ 11 h 334"/>
              <a:gd name="T10" fmla="*/ 278 w 334"/>
              <a:gd name="T11" fmla="*/ 7 h 334"/>
              <a:gd name="T12" fmla="*/ 234 w 334"/>
              <a:gd name="T13" fmla="*/ 53 h 334"/>
              <a:gd name="T14" fmla="*/ 206 w 334"/>
              <a:gd name="T15" fmla="*/ 120 h 334"/>
              <a:gd name="T16" fmla="*/ 205 w 334"/>
              <a:gd name="T17" fmla="*/ 120 h 334"/>
              <a:gd name="T18" fmla="*/ 158 w 334"/>
              <a:gd name="T19" fmla="*/ 176 h 334"/>
              <a:gd name="T20" fmla="*/ 167 w 334"/>
              <a:gd name="T21" fmla="*/ 176 h 334"/>
              <a:gd name="T22" fmla="*/ 189 w 334"/>
              <a:gd name="T23" fmla="*/ 167 h 334"/>
              <a:gd name="T24" fmla="*/ 145 w 334"/>
              <a:gd name="T25" fmla="*/ 167 h 334"/>
              <a:gd name="T26" fmla="*/ 170 w 334"/>
              <a:gd name="T27" fmla="*/ 145 h 334"/>
              <a:gd name="T28" fmla="*/ 172 w 334"/>
              <a:gd name="T29" fmla="*/ 133 h 334"/>
              <a:gd name="T30" fmla="*/ 133 w 334"/>
              <a:gd name="T31" fmla="*/ 167 h 334"/>
              <a:gd name="T32" fmla="*/ 201 w 334"/>
              <a:gd name="T33" fmla="*/ 167 h 334"/>
              <a:gd name="T34" fmla="*/ 210 w 334"/>
              <a:gd name="T35" fmla="*/ 133 h 334"/>
              <a:gd name="T36" fmla="*/ 167 w 334"/>
              <a:gd name="T37" fmla="*/ 222 h 334"/>
              <a:gd name="T38" fmla="*/ 167 w 334"/>
              <a:gd name="T39" fmla="*/ 112 h 334"/>
              <a:gd name="T40" fmla="*/ 201 w 334"/>
              <a:gd name="T41" fmla="*/ 116 h 334"/>
              <a:gd name="T42" fmla="*/ 167 w 334"/>
              <a:gd name="T43" fmla="*/ 100 h 334"/>
              <a:gd name="T44" fmla="*/ 167 w 334"/>
              <a:gd name="T45" fmla="*/ 234 h 334"/>
              <a:gd name="T46" fmla="*/ 218 w 334"/>
              <a:gd name="T47" fmla="*/ 124 h 334"/>
              <a:gd name="T48" fmla="*/ 256 w 334"/>
              <a:gd name="T49" fmla="*/ 167 h 334"/>
              <a:gd name="T50" fmla="*/ 78 w 334"/>
              <a:gd name="T51" fmla="*/ 167 h 334"/>
              <a:gd name="T52" fmla="*/ 219 w 334"/>
              <a:gd name="T53" fmla="*/ 95 h 334"/>
              <a:gd name="T54" fmla="*/ 226 w 334"/>
              <a:gd name="T55" fmla="*/ 85 h 334"/>
              <a:gd name="T56" fmla="*/ 66 w 334"/>
              <a:gd name="T57" fmla="*/ 167 h 334"/>
              <a:gd name="T58" fmla="*/ 268 w 334"/>
              <a:gd name="T59" fmla="*/ 167 h 334"/>
              <a:gd name="T60" fmla="*/ 270 w 334"/>
              <a:gd name="T61" fmla="*/ 102 h 334"/>
              <a:gd name="T62" fmla="*/ 167 w 334"/>
              <a:gd name="T63" fmla="*/ 289 h 334"/>
              <a:gd name="T64" fmla="*/ 167 w 334"/>
              <a:gd name="T65" fmla="*/ 45 h 334"/>
              <a:gd name="T66" fmla="*/ 222 w 334"/>
              <a:gd name="T67" fmla="*/ 58 h 334"/>
              <a:gd name="T68" fmla="*/ 228 w 334"/>
              <a:gd name="T69" fmla="*/ 48 h 334"/>
              <a:gd name="T70" fmla="*/ 226 w 334"/>
              <a:gd name="T71" fmla="*/ 47 h 334"/>
              <a:gd name="T72" fmla="*/ 33 w 334"/>
              <a:gd name="T73" fmla="*/ 167 h 334"/>
              <a:gd name="T74" fmla="*/ 301 w 334"/>
              <a:gd name="T75" fmla="*/ 167 h 334"/>
              <a:gd name="T76" fmla="*/ 298 w 334"/>
              <a:gd name="T77" fmla="*/ 84 h 334"/>
              <a:gd name="T78" fmla="*/ 277 w 334"/>
              <a:gd name="T79" fmla="*/ 277 h 334"/>
              <a:gd name="T80" fmla="*/ 57 w 334"/>
              <a:gd name="T81" fmla="*/ 277 h 334"/>
              <a:gd name="T82" fmla="*/ 57 w 334"/>
              <a:gd name="T83" fmla="*/ 57 h 334"/>
              <a:gd name="T84" fmla="*/ 241 w 334"/>
              <a:gd name="T85" fmla="*/ 30 h 334"/>
              <a:gd name="T86" fmla="*/ 247 w 334"/>
              <a:gd name="T87" fmla="*/ 20 h 334"/>
              <a:gd name="T88" fmla="*/ 0 w 334"/>
              <a:gd name="T89" fmla="*/ 167 h 334"/>
              <a:gd name="T90" fmla="*/ 334 w 334"/>
              <a:gd name="T91" fmla="*/ 167 h 334"/>
              <a:gd name="T92" fmla="*/ 311 w 334"/>
              <a:gd name="T93" fmla="*/ 55 h 334"/>
              <a:gd name="T94" fmla="*/ 252 w 334"/>
              <a:gd name="T95" fmla="*/ 90 h 334"/>
              <a:gd name="T96" fmla="*/ 311 w 334"/>
              <a:gd name="T97" fmla="*/ 55 h 334"/>
              <a:gd name="T98" fmla="*/ 277 w 334"/>
              <a:gd name="T99" fmla="*/ 25 h 334"/>
              <a:gd name="T100" fmla="*/ 246 w 334"/>
              <a:gd name="T101" fmla="*/ 79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4" h="334">
                <a:moveTo>
                  <a:pt x="307" y="75"/>
                </a:moveTo>
                <a:cubicBezTo>
                  <a:pt x="330" y="54"/>
                  <a:pt x="330" y="54"/>
                  <a:pt x="330" y="54"/>
                </a:cubicBezTo>
                <a:cubicBezTo>
                  <a:pt x="331" y="52"/>
                  <a:pt x="332" y="49"/>
                  <a:pt x="331" y="47"/>
                </a:cubicBezTo>
                <a:cubicBezTo>
                  <a:pt x="330" y="45"/>
                  <a:pt x="328" y="43"/>
                  <a:pt x="325" y="43"/>
                </a:cubicBezTo>
                <a:cubicBezTo>
                  <a:pt x="299" y="43"/>
                  <a:pt x="299" y="43"/>
                  <a:pt x="299" y="43"/>
                </a:cubicBezTo>
                <a:cubicBezTo>
                  <a:pt x="303" y="39"/>
                  <a:pt x="303" y="39"/>
                  <a:pt x="303" y="39"/>
                </a:cubicBezTo>
                <a:cubicBezTo>
                  <a:pt x="306" y="37"/>
                  <a:pt x="306" y="33"/>
                  <a:pt x="303" y="31"/>
                </a:cubicBezTo>
                <a:cubicBezTo>
                  <a:pt x="301" y="28"/>
                  <a:pt x="297" y="28"/>
                  <a:pt x="295" y="31"/>
                </a:cubicBezTo>
                <a:cubicBezTo>
                  <a:pt x="290" y="35"/>
                  <a:pt x="290" y="35"/>
                  <a:pt x="290" y="35"/>
                </a:cubicBezTo>
                <a:cubicBezTo>
                  <a:pt x="288" y="11"/>
                  <a:pt x="288" y="11"/>
                  <a:pt x="288" y="11"/>
                </a:cubicBezTo>
                <a:cubicBezTo>
                  <a:pt x="288" y="9"/>
                  <a:pt x="286" y="7"/>
                  <a:pt x="284" y="6"/>
                </a:cubicBezTo>
                <a:cubicBezTo>
                  <a:pt x="282" y="5"/>
                  <a:pt x="279" y="6"/>
                  <a:pt x="278" y="7"/>
                </a:cubicBezTo>
                <a:cubicBezTo>
                  <a:pt x="236" y="49"/>
                  <a:pt x="236" y="49"/>
                  <a:pt x="236" y="49"/>
                </a:cubicBezTo>
                <a:cubicBezTo>
                  <a:pt x="235" y="50"/>
                  <a:pt x="234" y="52"/>
                  <a:pt x="234" y="53"/>
                </a:cubicBezTo>
                <a:cubicBezTo>
                  <a:pt x="234" y="91"/>
                  <a:pt x="234" y="91"/>
                  <a:pt x="234" y="91"/>
                </a:cubicBezTo>
                <a:cubicBezTo>
                  <a:pt x="206" y="120"/>
                  <a:pt x="206" y="120"/>
                  <a:pt x="206" y="120"/>
                </a:cubicBezTo>
                <a:cubicBezTo>
                  <a:pt x="206" y="120"/>
                  <a:pt x="206" y="120"/>
                  <a:pt x="206" y="120"/>
                </a:cubicBezTo>
                <a:cubicBezTo>
                  <a:pt x="206" y="120"/>
                  <a:pt x="206" y="120"/>
                  <a:pt x="205" y="120"/>
                </a:cubicBezTo>
                <a:cubicBezTo>
                  <a:pt x="158" y="168"/>
                  <a:pt x="158" y="168"/>
                  <a:pt x="158" y="168"/>
                </a:cubicBezTo>
                <a:cubicBezTo>
                  <a:pt x="156" y="170"/>
                  <a:pt x="156" y="174"/>
                  <a:pt x="158" y="176"/>
                </a:cubicBezTo>
                <a:cubicBezTo>
                  <a:pt x="159" y="177"/>
                  <a:pt x="161" y="178"/>
                  <a:pt x="163" y="178"/>
                </a:cubicBezTo>
                <a:cubicBezTo>
                  <a:pt x="164" y="178"/>
                  <a:pt x="166" y="177"/>
                  <a:pt x="167" y="176"/>
                </a:cubicBezTo>
                <a:cubicBezTo>
                  <a:pt x="186" y="156"/>
                  <a:pt x="186" y="156"/>
                  <a:pt x="186" y="156"/>
                </a:cubicBezTo>
                <a:cubicBezTo>
                  <a:pt x="188" y="160"/>
                  <a:pt x="189" y="163"/>
                  <a:pt x="189" y="167"/>
                </a:cubicBezTo>
                <a:cubicBezTo>
                  <a:pt x="189" y="179"/>
                  <a:pt x="179" y="189"/>
                  <a:pt x="167" y="189"/>
                </a:cubicBezTo>
                <a:cubicBezTo>
                  <a:pt x="155" y="189"/>
                  <a:pt x="145" y="179"/>
                  <a:pt x="145" y="167"/>
                </a:cubicBezTo>
                <a:cubicBezTo>
                  <a:pt x="145" y="155"/>
                  <a:pt x="155" y="145"/>
                  <a:pt x="167" y="145"/>
                </a:cubicBezTo>
                <a:cubicBezTo>
                  <a:pt x="168" y="145"/>
                  <a:pt x="169" y="145"/>
                  <a:pt x="170" y="145"/>
                </a:cubicBezTo>
                <a:cubicBezTo>
                  <a:pt x="174" y="146"/>
                  <a:pt x="177" y="144"/>
                  <a:pt x="177" y="140"/>
                </a:cubicBezTo>
                <a:cubicBezTo>
                  <a:pt x="178" y="137"/>
                  <a:pt x="176" y="134"/>
                  <a:pt x="172" y="133"/>
                </a:cubicBezTo>
                <a:cubicBezTo>
                  <a:pt x="171" y="133"/>
                  <a:pt x="169" y="133"/>
                  <a:pt x="167" y="133"/>
                </a:cubicBezTo>
                <a:cubicBezTo>
                  <a:pt x="148" y="133"/>
                  <a:pt x="133" y="148"/>
                  <a:pt x="133" y="167"/>
                </a:cubicBezTo>
                <a:cubicBezTo>
                  <a:pt x="133" y="186"/>
                  <a:pt x="148" y="201"/>
                  <a:pt x="167" y="201"/>
                </a:cubicBezTo>
                <a:cubicBezTo>
                  <a:pt x="186" y="201"/>
                  <a:pt x="201" y="186"/>
                  <a:pt x="201" y="167"/>
                </a:cubicBezTo>
                <a:cubicBezTo>
                  <a:pt x="201" y="160"/>
                  <a:pt x="199" y="153"/>
                  <a:pt x="195" y="148"/>
                </a:cubicBezTo>
                <a:cubicBezTo>
                  <a:pt x="210" y="133"/>
                  <a:pt x="210" y="133"/>
                  <a:pt x="210" y="133"/>
                </a:cubicBezTo>
                <a:cubicBezTo>
                  <a:pt x="217" y="142"/>
                  <a:pt x="222" y="154"/>
                  <a:pt x="222" y="167"/>
                </a:cubicBezTo>
                <a:cubicBezTo>
                  <a:pt x="222" y="197"/>
                  <a:pt x="197" y="222"/>
                  <a:pt x="167" y="222"/>
                </a:cubicBezTo>
                <a:cubicBezTo>
                  <a:pt x="137" y="222"/>
                  <a:pt x="112" y="197"/>
                  <a:pt x="112" y="167"/>
                </a:cubicBezTo>
                <a:cubicBezTo>
                  <a:pt x="112" y="137"/>
                  <a:pt x="137" y="112"/>
                  <a:pt x="167" y="112"/>
                </a:cubicBezTo>
                <a:cubicBezTo>
                  <a:pt x="176" y="112"/>
                  <a:pt x="185" y="115"/>
                  <a:pt x="193" y="119"/>
                </a:cubicBezTo>
                <a:cubicBezTo>
                  <a:pt x="196" y="120"/>
                  <a:pt x="199" y="119"/>
                  <a:pt x="201" y="116"/>
                </a:cubicBezTo>
                <a:cubicBezTo>
                  <a:pt x="203" y="114"/>
                  <a:pt x="202" y="110"/>
                  <a:pt x="199" y="108"/>
                </a:cubicBezTo>
                <a:cubicBezTo>
                  <a:pt x="189" y="103"/>
                  <a:pt x="178" y="100"/>
                  <a:pt x="167" y="100"/>
                </a:cubicBezTo>
                <a:cubicBezTo>
                  <a:pt x="130" y="100"/>
                  <a:pt x="100" y="130"/>
                  <a:pt x="100" y="167"/>
                </a:cubicBezTo>
                <a:cubicBezTo>
                  <a:pt x="100" y="204"/>
                  <a:pt x="130" y="234"/>
                  <a:pt x="167" y="234"/>
                </a:cubicBezTo>
                <a:cubicBezTo>
                  <a:pt x="204" y="234"/>
                  <a:pt x="234" y="204"/>
                  <a:pt x="234" y="167"/>
                </a:cubicBezTo>
                <a:cubicBezTo>
                  <a:pt x="234" y="151"/>
                  <a:pt x="228" y="136"/>
                  <a:pt x="218" y="124"/>
                </a:cubicBezTo>
                <a:cubicBezTo>
                  <a:pt x="234" y="109"/>
                  <a:pt x="234" y="109"/>
                  <a:pt x="234" y="109"/>
                </a:cubicBezTo>
                <a:cubicBezTo>
                  <a:pt x="247" y="124"/>
                  <a:pt x="256" y="145"/>
                  <a:pt x="256" y="167"/>
                </a:cubicBezTo>
                <a:cubicBezTo>
                  <a:pt x="256" y="216"/>
                  <a:pt x="216" y="256"/>
                  <a:pt x="167" y="256"/>
                </a:cubicBezTo>
                <a:cubicBezTo>
                  <a:pt x="118" y="256"/>
                  <a:pt x="78" y="216"/>
                  <a:pt x="78" y="167"/>
                </a:cubicBezTo>
                <a:cubicBezTo>
                  <a:pt x="78" y="118"/>
                  <a:pt x="118" y="78"/>
                  <a:pt x="167" y="78"/>
                </a:cubicBezTo>
                <a:cubicBezTo>
                  <a:pt x="186" y="78"/>
                  <a:pt x="204" y="85"/>
                  <a:pt x="219" y="95"/>
                </a:cubicBezTo>
                <a:cubicBezTo>
                  <a:pt x="222" y="97"/>
                  <a:pt x="225" y="96"/>
                  <a:pt x="227" y="94"/>
                </a:cubicBezTo>
                <a:cubicBezTo>
                  <a:pt x="229" y="91"/>
                  <a:pt x="229" y="87"/>
                  <a:pt x="226" y="85"/>
                </a:cubicBezTo>
                <a:cubicBezTo>
                  <a:pt x="209" y="73"/>
                  <a:pt x="189" y="66"/>
                  <a:pt x="167" y="66"/>
                </a:cubicBezTo>
                <a:cubicBezTo>
                  <a:pt x="111" y="66"/>
                  <a:pt x="66" y="111"/>
                  <a:pt x="66" y="167"/>
                </a:cubicBezTo>
                <a:cubicBezTo>
                  <a:pt x="66" y="223"/>
                  <a:pt x="111" y="268"/>
                  <a:pt x="167" y="268"/>
                </a:cubicBezTo>
                <a:cubicBezTo>
                  <a:pt x="223" y="268"/>
                  <a:pt x="268" y="223"/>
                  <a:pt x="268" y="167"/>
                </a:cubicBezTo>
                <a:cubicBezTo>
                  <a:pt x="268" y="142"/>
                  <a:pt x="259" y="120"/>
                  <a:pt x="244" y="102"/>
                </a:cubicBezTo>
                <a:cubicBezTo>
                  <a:pt x="270" y="102"/>
                  <a:pt x="270" y="102"/>
                  <a:pt x="270" y="102"/>
                </a:cubicBezTo>
                <a:cubicBezTo>
                  <a:pt x="282" y="121"/>
                  <a:pt x="289" y="143"/>
                  <a:pt x="289" y="167"/>
                </a:cubicBezTo>
                <a:cubicBezTo>
                  <a:pt x="289" y="234"/>
                  <a:pt x="234" y="289"/>
                  <a:pt x="167" y="289"/>
                </a:cubicBezTo>
                <a:cubicBezTo>
                  <a:pt x="100" y="289"/>
                  <a:pt x="45" y="234"/>
                  <a:pt x="45" y="167"/>
                </a:cubicBezTo>
                <a:cubicBezTo>
                  <a:pt x="45" y="100"/>
                  <a:pt x="100" y="45"/>
                  <a:pt x="167" y="45"/>
                </a:cubicBezTo>
                <a:cubicBezTo>
                  <a:pt x="186" y="45"/>
                  <a:pt x="204" y="49"/>
                  <a:pt x="220" y="57"/>
                </a:cubicBezTo>
                <a:cubicBezTo>
                  <a:pt x="222" y="58"/>
                  <a:pt x="222" y="58"/>
                  <a:pt x="222" y="58"/>
                </a:cubicBezTo>
                <a:cubicBezTo>
                  <a:pt x="225" y="60"/>
                  <a:pt x="228" y="59"/>
                  <a:pt x="230" y="56"/>
                </a:cubicBezTo>
                <a:cubicBezTo>
                  <a:pt x="232" y="53"/>
                  <a:pt x="231" y="49"/>
                  <a:pt x="228" y="48"/>
                </a:cubicBezTo>
                <a:cubicBezTo>
                  <a:pt x="226" y="47"/>
                  <a:pt x="226" y="47"/>
                  <a:pt x="226" y="47"/>
                </a:cubicBezTo>
                <a:cubicBezTo>
                  <a:pt x="226" y="47"/>
                  <a:pt x="226" y="47"/>
                  <a:pt x="226" y="47"/>
                </a:cubicBezTo>
                <a:cubicBezTo>
                  <a:pt x="208" y="38"/>
                  <a:pt x="188" y="33"/>
                  <a:pt x="167" y="33"/>
                </a:cubicBezTo>
                <a:cubicBezTo>
                  <a:pt x="93" y="33"/>
                  <a:pt x="33" y="93"/>
                  <a:pt x="33" y="167"/>
                </a:cubicBezTo>
                <a:cubicBezTo>
                  <a:pt x="33" y="241"/>
                  <a:pt x="93" y="301"/>
                  <a:pt x="167" y="301"/>
                </a:cubicBezTo>
                <a:cubicBezTo>
                  <a:pt x="241" y="301"/>
                  <a:pt x="301" y="241"/>
                  <a:pt x="301" y="167"/>
                </a:cubicBezTo>
                <a:cubicBezTo>
                  <a:pt x="301" y="142"/>
                  <a:pt x="294" y="119"/>
                  <a:pt x="283" y="99"/>
                </a:cubicBezTo>
                <a:cubicBezTo>
                  <a:pt x="298" y="84"/>
                  <a:pt x="298" y="84"/>
                  <a:pt x="298" y="84"/>
                </a:cubicBezTo>
                <a:cubicBezTo>
                  <a:pt x="313" y="108"/>
                  <a:pt x="322" y="136"/>
                  <a:pt x="322" y="167"/>
                </a:cubicBezTo>
                <a:cubicBezTo>
                  <a:pt x="322" y="210"/>
                  <a:pt x="305" y="249"/>
                  <a:pt x="277" y="277"/>
                </a:cubicBezTo>
                <a:cubicBezTo>
                  <a:pt x="249" y="305"/>
                  <a:pt x="210" y="322"/>
                  <a:pt x="167" y="322"/>
                </a:cubicBezTo>
                <a:cubicBezTo>
                  <a:pt x="124" y="322"/>
                  <a:pt x="85" y="305"/>
                  <a:pt x="57" y="277"/>
                </a:cubicBezTo>
                <a:cubicBezTo>
                  <a:pt x="29" y="249"/>
                  <a:pt x="12" y="210"/>
                  <a:pt x="12" y="167"/>
                </a:cubicBezTo>
                <a:cubicBezTo>
                  <a:pt x="12" y="124"/>
                  <a:pt x="29" y="85"/>
                  <a:pt x="57" y="57"/>
                </a:cubicBezTo>
                <a:cubicBezTo>
                  <a:pt x="85" y="29"/>
                  <a:pt x="124" y="12"/>
                  <a:pt x="167" y="12"/>
                </a:cubicBezTo>
                <a:cubicBezTo>
                  <a:pt x="194" y="12"/>
                  <a:pt x="219" y="18"/>
                  <a:pt x="241" y="30"/>
                </a:cubicBezTo>
                <a:cubicBezTo>
                  <a:pt x="244" y="32"/>
                  <a:pt x="248" y="31"/>
                  <a:pt x="249" y="28"/>
                </a:cubicBezTo>
                <a:cubicBezTo>
                  <a:pt x="251" y="25"/>
                  <a:pt x="250" y="21"/>
                  <a:pt x="247" y="20"/>
                </a:cubicBezTo>
                <a:cubicBezTo>
                  <a:pt x="223" y="7"/>
                  <a:pt x="196" y="0"/>
                  <a:pt x="167" y="0"/>
                </a:cubicBezTo>
                <a:cubicBezTo>
                  <a:pt x="75" y="0"/>
                  <a:pt x="0" y="75"/>
                  <a:pt x="0" y="167"/>
                </a:cubicBezTo>
                <a:cubicBezTo>
                  <a:pt x="0" y="259"/>
                  <a:pt x="75" y="334"/>
                  <a:pt x="167" y="334"/>
                </a:cubicBezTo>
                <a:cubicBezTo>
                  <a:pt x="259" y="334"/>
                  <a:pt x="334" y="259"/>
                  <a:pt x="334" y="167"/>
                </a:cubicBezTo>
                <a:cubicBezTo>
                  <a:pt x="334" y="133"/>
                  <a:pt x="324" y="102"/>
                  <a:pt x="307" y="75"/>
                </a:cubicBezTo>
                <a:close/>
                <a:moveTo>
                  <a:pt x="311" y="55"/>
                </a:moveTo>
                <a:cubicBezTo>
                  <a:pt x="275" y="90"/>
                  <a:pt x="275" y="90"/>
                  <a:pt x="275" y="90"/>
                </a:cubicBezTo>
                <a:cubicBezTo>
                  <a:pt x="252" y="90"/>
                  <a:pt x="252" y="90"/>
                  <a:pt x="252" y="90"/>
                </a:cubicBezTo>
                <a:cubicBezTo>
                  <a:pt x="287" y="55"/>
                  <a:pt x="287" y="55"/>
                  <a:pt x="287" y="55"/>
                </a:cubicBezTo>
                <a:lnTo>
                  <a:pt x="311" y="55"/>
                </a:lnTo>
                <a:close/>
                <a:moveTo>
                  <a:pt x="246" y="56"/>
                </a:moveTo>
                <a:cubicBezTo>
                  <a:pt x="277" y="25"/>
                  <a:pt x="277" y="25"/>
                  <a:pt x="277" y="25"/>
                </a:cubicBezTo>
                <a:cubicBezTo>
                  <a:pt x="279" y="46"/>
                  <a:pt x="279" y="46"/>
                  <a:pt x="279" y="46"/>
                </a:cubicBezTo>
                <a:cubicBezTo>
                  <a:pt x="246" y="79"/>
                  <a:pt x="246" y="79"/>
                  <a:pt x="246" y="79"/>
                </a:cubicBezTo>
                <a:lnTo>
                  <a:pt x="246" y="5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100526" y="2590991"/>
            <a:ext cx="1061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400" b="1" dirty="0">
                <a:latin typeface="Sora" pitchFamily="2" charset="0"/>
                <a:ea typeface="Open Sans" panose="020B0606030504020204" pitchFamily="34" charset="0"/>
                <a:cs typeface="Sora" pitchFamily="2" charset="0"/>
              </a:rPr>
              <a:t>Branding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8100526" y="2867991"/>
            <a:ext cx="2260907" cy="2113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7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consectetur adipisicing elit, sed do sit minim exercitation ullamco laboris venial, venom publishing publishing labor aliquot.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1CCEFC7-5A4A-E0A2-7D29-4B9904B7A01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181369" y="1910968"/>
            <a:ext cx="553979" cy="553212"/>
          </a:xfrm>
          <a:custGeom>
            <a:avLst/>
            <a:gdLst>
              <a:gd name="T0" fmla="*/ 1331 w 1536"/>
              <a:gd name="T1" fmla="*/ 678 h 1535"/>
              <a:gd name="T2" fmla="*/ 1176 w 1536"/>
              <a:gd name="T3" fmla="*/ 0 h 1535"/>
              <a:gd name="T4" fmla="*/ 3 w 1536"/>
              <a:gd name="T5" fmla="*/ 146 h 1535"/>
              <a:gd name="T6" fmla="*/ 33 w 1536"/>
              <a:gd name="T7" fmla="*/ 1253 h 1535"/>
              <a:gd name="T8" fmla="*/ 702 w 1536"/>
              <a:gd name="T9" fmla="*/ 1344 h 1535"/>
              <a:gd name="T10" fmla="*/ 1113 w 1536"/>
              <a:gd name="T11" fmla="*/ 1535 h 1535"/>
              <a:gd name="T12" fmla="*/ 1536 w 1536"/>
              <a:gd name="T13" fmla="*/ 1112 h 1535"/>
              <a:gd name="T14" fmla="*/ 644 w 1536"/>
              <a:gd name="T15" fmla="*/ 1280 h 1535"/>
              <a:gd name="T16" fmla="*/ 51 w 1536"/>
              <a:gd name="T17" fmla="*/ 189 h 1535"/>
              <a:gd name="T18" fmla="*/ 1276 w 1536"/>
              <a:gd name="T19" fmla="*/ 150 h 1535"/>
              <a:gd name="T20" fmla="*/ 1280 w 1536"/>
              <a:gd name="T21" fmla="*/ 659 h 1535"/>
              <a:gd name="T22" fmla="*/ 1044 w 1536"/>
              <a:gd name="T23" fmla="*/ 512 h 1535"/>
              <a:gd name="T24" fmla="*/ 487 w 1536"/>
              <a:gd name="T25" fmla="*/ 599 h 1535"/>
              <a:gd name="T26" fmla="*/ 662 w 1536"/>
              <a:gd name="T27" fmla="*/ 716 h 1535"/>
              <a:gd name="T28" fmla="*/ 594 w 1536"/>
              <a:gd name="T29" fmla="*/ 665 h 1535"/>
              <a:gd name="T30" fmla="*/ 1045 w 1536"/>
              <a:gd name="T31" fmla="*/ 563 h 1535"/>
              <a:gd name="T32" fmla="*/ 720 w 1536"/>
              <a:gd name="T33" fmla="*/ 782 h 1535"/>
              <a:gd name="T34" fmla="*/ 489 w 1536"/>
              <a:gd name="T35" fmla="*/ 873 h 1535"/>
              <a:gd name="T36" fmla="*/ 663 w 1536"/>
              <a:gd name="T37" fmla="*/ 1280 h 1535"/>
              <a:gd name="T38" fmla="*/ 634 w 1536"/>
              <a:gd name="T39" fmla="*/ 940 h 1535"/>
              <a:gd name="T40" fmla="*/ 537 w 1536"/>
              <a:gd name="T41" fmla="*/ 895 h 1535"/>
              <a:gd name="T42" fmla="*/ 1074 w 1536"/>
              <a:gd name="T43" fmla="*/ 1484 h 1535"/>
              <a:gd name="T44" fmla="*/ 1485 w 1536"/>
              <a:gd name="T45" fmla="*/ 1075 h 1535"/>
              <a:gd name="T46" fmla="*/ 916 w 1536"/>
              <a:gd name="T47" fmla="*/ 435 h 1535"/>
              <a:gd name="T48" fmla="*/ 926 w 1536"/>
              <a:gd name="T49" fmla="*/ 384 h 1535"/>
              <a:gd name="T50" fmla="*/ 537 w 1536"/>
              <a:gd name="T51" fmla="*/ 333 h 1535"/>
              <a:gd name="T52" fmla="*/ 1047 w 1536"/>
              <a:gd name="T53" fmla="*/ 281 h 1535"/>
              <a:gd name="T54" fmla="*/ 1024 w 1536"/>
              <a:gd name="T55" fmla="*/ 410 h 1535"/>
              <a:gd name="T56" fmla="*/ 1051 w 1536"/>
              <a:gd name="T57" fmla="*/ 230 h 1535"/>
              <a:gd name="T58" fmla="*/ 488 w 1536"/>
              <a:gd name="T59" fmla="*/ 348 h 1535"/>
              <a:gd name="T60" fmla="*/ 384 w 1536"/>
              <a:gd name="T61" fmla="*/ 333 h 1535"/>
              <a:gd name="T62" fmla="*/ 281 w 1536"/>
              <a:gd name="T63" fmla="*/ 434 h 1535"/>
              <a:gd name="T64" fmla="*/ 282 w 1536"/>
              <a:gd name="T65" fmla="*/ 383 h 1535"/>
              <a:gd name="T66" fmla="*/ 281 w 1536"/>
              <a:gd name="T67" fmla="*/ 716 h 1535"/>
              <a:gd name="T68" fmla="*/ 179 w 1536"/>
              <a:gd name="T69" fmla="*/ 614 h 1535"/>
              <a:gd name="T70" fmla="*/ 333 w 1536"/>
              <a:gd name="T71" fmla="*/ 614 h 1535"/>
              <a:gd name="T72" fmla="*/ 281 w 1536"/>
              <a:gd name="T73" fmla="*/ 563 h 1535"/>
              <a:gd name="T74" fmla="*/ 281 w 1536"/>
              <a:gd name="T75" fmla="*/ 998 h 1535"/>
              <a:gd name="T76" fmla="*/ 281 w 1536"/>
              <a:gd name="T77" fmla="*/ 947 h 1535"/>
              <a:gd name="T78" fmla="*/ 333 w 1536"/>
              <a:gd name="T79" fmla="*/ 895 h 1535"/>
              <a:gd name="T80" fmla="*/ 1045 w 1536"/>
              <a:gd name="T81" fmla="*/ 1251 h 1535"/>
              <a:gd name="T82" fmla="*/ 1254 w 1536"/>
              <a:gd name="T83" fmla="*/ 1068 h 1535"/>
              <a:gd name="T84" fmla="*/ 1075 w 1536"/>
              <a:gd name="T85" fmla="*/ 844 h 1535"/>
              <a:gd name="T86" fmla="*/ 1071 w 1536"/>
              <a:gd name="T87" fmla="*/ 1305 h 1535"/>
              <a:gd name="T88" fmla="*/ 1280 w 1536"/>
              <a:gd name="T89" fmla="*/ 1162 h 1535"/>
              <a:gd name="T90" fmla="*/ 1136 w 1536"/>
              <a:gd name="T91" fmla="*/ 1030 h 1535"/>
              <a:gd name="T92" fmla="*/ 1300 w 1536"/>
              <a:gd name="T93" fmla="*/ 1218 h 1535"/>
              <a:gd name="T94" fmla="*/ 1388 w 1536"/>
              <a:gd name="T95" fmla="*/ 1033 h 1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536" h="1535">
                <a:moveTo>
                  <a:pt x="1521" y="961"/>
                </a:moveTo>
                <a:cubicBezTo>
                  <a:pt x="1493" y="853"/>
                  <a:pt x="1433" y="765"/>
                  <a:pt x="1342" y="700"/>
                </a:cubicBezTo>
                <a:cubicBezTo>
                  <a:pt x="1334" y="694"/>
                  <a:pt x="1331" y="688"/>
                  <a:pt x="1331" y="678"/>
                </a:cubicBezTo>
                <a:cubicBezTo>
                  <a:pt x="1331" y="515"/>
                  <a:pt x="1330" y="353"/>
                  <a:pt x="1332" y="190"/>
                </a:cubicBezTo>
                <a:cubicBezTo>
                  <a:pt x="1333" y="83"/>
                  <a:pt x="1258" y="12"/>
                  <a:pt x="1179" y="2"/>
                </a:cubicBezTo>
                <a:cubicBezTo>
                  <a:pt x="1178" y="2"/>
                  <a:pt x="1177" y="0"/>
                  <a:pt x="117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34" y="7"/>
                  <a:pt x="112" y="12"/>
                  <a:pt x="92" y="23"/>
                </a:cubicBezTo>
                <a:cubicBezTo>
                  <a:pt x="43" y="49"/>
                  <a:pt x="14" y="91"/>
                  <a:pt x="3" y="146"/>
                </a:cubicBezTo>
                <a:cubicBezTo>
                  <a:pt x="2" y="149"/>
                  <a:pt x="1" y="152"/>
                  <a:pt x="0" y="155"/>
                </a:cubicBezTo>
                <a:cubicBezTo>
                  <a:pt x="0" y="1175"/>
                  <a:pt x="0" y="1175"/>
                  <a:pt x="0" y="1175"/>
                </a:cubicBezTo>
                <a:cubicBezTo>
                  <a:pt x="11" y="1201"/>
                  <a:pt x="18" y="1230"/>
                  <a:pt x="33" y="1253"/>
                </a:cubicBezTo>
                <a:cubicBezTo>
                  <a:pt x="68" y="1306"/>
                  <a:pt x="121" y="1331"/>
                  <a:pt x="185" y="1331"/>
                </a:cubicBezTo>
                <a:cubicBezTo>
                  <a:pt x="348" y="1331"/>
                  <a:pt x="512" y="1331"/>
                  <a:pt x="675" y="1331"/>
                </a:cubicBezTo>
                <a:cubicBezTo>
                  <a:pt x="687" y="1330"/>
                  <a:pt x="695" y="1334"/>
                  <a:pt x="702" y="1344"/>
                </a:cubicBezTo>
                <a:cubicBezTo>
                  <a:pt x="783" y="1454"/>
                  <a:pt x="892" y="1517"/>
                  <a:pt x="1028" y="1533"/>
                </a:cubicBezTo>
                <a:cubicBezTo>
                  <a:pt x="1031" y="1533"/>
                  <a:pt x="1034" y="1534"/>
                  <a:pt x="1038" y="1535"/>
                </a:cubicBezTo>
                <a:cubicBezTo>
                  <a:pt x="1113" y="1535"/>
                  <a:pt x="1113" y="1535"/>
                  <a:pt x="1113" y="1535"/>
                </a:cubicBezTo>
                <a:cubicBezTo>
                  <a:pt x="1135" y="1531"/>
                  <a:pt x="1157" y="1528"/>
                  <a:pt x="1179" y="1523"/>
                </a:cubicBezTo>
                <a:cubicBezTo>
                  <a:pt x="1360" y="1483"/>
                  <a:pt x="1504" y="1329"/>
                  <a:pt x="1530" y="1144"/>
                </a:cubicBezTo>
                <a:cubicBezTo>
                  <a:pt x="1532" y="1134"/>
                  <a:pt x="1534" y="1123"/>
                  <a:pt x="1536" y="1112"/>
                </a:cubicBezTo>
                <a:cubicBezTo>
                  <a:pt x="1536" y="1037"/>
                  <a:pt x="1536" y="1037"/>
                  <a:pt x="1536" y="1037"/>
                </a:cubicBezTo>
                <a:cubicBezTo>
                  <a:pt x="1531" y="1012"/>
                  <a:pt x="1527" y="986"/>
                  <a:pt x="1521" y="961"/>
                </a:cubicBezTo>
                <a:close/>
                <a:moveTo>
                  <a:pt x="644" y="1280"/>
                </a:moveTo>
                <a:cubicBezTo>
                  <a:pt x="493" y="1280"/>
                  <a:pt x="341" y="1280"/>
                  <a:pt x="190" y="1280"/>
                </a:cubicBezTo>
                <a:cubicBezTo>
                  <a:pt x="105" y="1280"/>
                  <a:pt x="51" y="1226"/>
                  <a:pt x="51" y="1141"/>
                </a:cubicBezTo>
                <a:cubicBezTo>
                  <a:pt x="51" y="824"/>
                  <a:pt x="51" y="506"/>
                  <a:pt x="51" y="189"/>
                </a:cubicBezTo>
                <a:cubicBezTo>
                  <a:pt x="51" y="104"/>
                  <a:pt x="105" y="51"/>
                  <a:pt x="190" y="51"/>
                </a:cubicBezTo>
                <a:cubicBezTo>
                  <a:pt x="508" y="51"/>
                  <a:pt x="827" y="51"/>
                  <a:pt x="1145" y="51"/>
                </a:cubicBezTo>
                <a:cubicBezTo>
                  <a:pt x="1211" y="51"/>
                  <a:pt x="1262" y="89"/>
                  <a:pt x="1276" y="150"/>
                </a:cubicBezTo>
                <a:cubicBezTo>
                  <a:pt x="1279" y="160"/>
                  <a:pt x="1280" y="172"/>
                  <a:pt x="1280" y="182"/>
                </a:cubicBezTo>
                <a:cubicBezTo>
                  <a:pt x="1280" y="339"/>
                  <a:pt x="1280" y="495"/>
                  <a:pt x="1280" y="652"/>
                </a:cubicBezTo>
                <a:cubicBezTo>
                  <a:pt x="1280" y="654"/>
                  <a:pt x="1280" y="657"/>
                  <a:pt x="1280" y="659"/>
                </a:cubicBezTo>
                <a:cubicBezTo>
                  <a:pt x="1237" y="645"/>
                  <a:pt x="1195" y="631"/>
                  <a:pt x="1153" y="618"/>
                </a:cubicBezTo>
                <a:cubicBezTo>
                  <a:pt x="1151" y="608"/>
                  <a:pt x="1151" y="596"/>
                  <a:pt x="1147" y="585"/>
                </a:cubicBezTo>
                <a:cubicBezTo>
                  <a:pt x="1134" y="539"/>
                  <a:pt x="1095" y="512"/>
                  <a:pt x="1044" y="512"/>
                </a:cubicBezTo>
                <a:cubicBezTo>
                  <a:pt x="913" y="512"/>
                  <a:pt x="782" y="512"/>
                  <a:pt x="651" y="512"/>
                </a:cubicBezTo>
                <a:cubicBezTo>
                  <a:pt x="629" y="512"/>
                  <a:pt x="607" y="511"/>
                  <a:pt x="585" y="512"/>
                </a:cubicBezTo>
                <a:cubicBezTo>
                  <a:pt x="535" y="514"/>
                  <a:pt x="496" y="549"/>
                  <a:pt x="487" y="599"/>
                </a:cubicBezTo>
                <a:cubicBezTo>
                  <a:pt x="480" y="644"/>
                  <a:pt x="506" y="691"/>
                  <a:pt x="551" y="708"/>
                </a:cubicBezTo>
                <a:cubicBezTo>
                  <a:pt x="562" y="713"/>
                  <a:pt x="574" y="715"/>
                  <a:pt x="585" y="716"/>
                </a:cubicBezTo>
                <a:cubicBezTo>
                  <a:pt x="611" y="717"/>
                  <a:pt x="636" y="716"/>
                  <a:pt x="662" y="716"/>
                </a:cubicBezTo>
                <a:cubicBezTo>
                  <a:pt x="680" y="716"/>
                  <a:pt x="691" y="706"/>
                  <a:pt x="691" y="691"/>
                </a:cubicBezTo>
                <a:cubicBezTo>
                  <a:pt x="691" y="675"/>
                  <a:pt x="680" y="665"/>
                  <a:pt x="662" y="665"/>
                </a:cubicBezTo>
                <a:cubicBezTo>
                  <a:pt x="639" y="665"/>
                  <a:pt x="617" y="665"/>
                  <a:pt x="594" y="665"/>
                </a:cubicBezTo>
                <a:cubicBezTo>
                  <a:pt x="561" y="665"/>
                  <a:pt x="538" y="644"/>
                  <a:pt x="537" y="614"/>
                </a:cubicBezTo>
                <a:cubicBezTo>
                  <a:pt x="537" y="585"/>
                  <a:pt x="560" y="563"/>
                  <a:pt x="593" y="563"/>
                </a:cubicBezTo>
                <a:cubicBezTo>
                  <a:pt x="744" y="563"/>
                  <a:pt x="894" y="563"/>
                  <a:pt x="1045" y="563"/>
                </a:cubicBezTo>
                <a:cubicBezTo>
                  <a:pt x="1078" y="563"/>
                  <a:pt x="1098" y="581"/>
                  <a:pt x="1100" y="610"/>
                </a:cubicBezTo>
                <a:cubicBezTo>
                  <a:pt x="1057" y="615"/>
                  <a:pt x="1014" y="617"/>
                  <a:pt x="973" y="626"/>
                </a:cubicBezTo>
                <a:cubicBezTo>
                  <a:pt x="871" y="648"/>
                  <a:pt x="787" y="702"/>
                  <a:pt x="720" y="782"/>
                </a:cubicBezTo>
                <a:cubicBezTo>
                  <a:pt x="713" y="791"/>
                  <a:pt x="706" y="793"/>
                  <a:pt x="696" y="793"/>
                </a:cubicBezTo>
                <a:cubicBezTo>
                  <a:pt x="657" y="793"/>
                  <a:pt x="618" y="792"/>
                  <a:pt x="579" y="794"/>
                </a:cubicBezTo>
                <a:cubicBezTo>
                  <a:pt x="535" y="796"/>
                  <a:pt x="498" y="830"/>
                  <a:pt x="489" y="873"/>
                </a:cubicBezTo>
                <a:cubicBezTo>
                  <a:pt x="475" y="937"/>
                  <a:pt x="521" y="995"/>
                  <a:pt x="587" y="998"/>
                </a:cubicBezTo>
                <a:cubicBezTo>
                  <a:pt x="598" y="998"/>
                  <a:pt x="609" y="998"/>
                  <a:pt x="621" y="998"/>
                </a:cubicBezTo>
                <a:cubicBezTo>
                  <a:pt x="605" y="1096"/>
                  <a:pt x="619" y="1189"/>
                  <a:pt x="663" y="1280"/>
                </a:cubicBezTo>
                <a:lnTo>
                  <a:pt x="644" y="1280"/>
                </a:lnTo>
                <a:close/>
                <a:moveTo>
                  <a:pt x="673" y="844"/>
                </a:moveTo>
                <a:cubicBezTo>
                  <a:pt x="660" y="878"/>
                  <a:pt x="647" y="909"/>
                  <a:pt x="634" y="940"/>
                </a:cubicBezTo>
                <a:cubicBezTo>
                  <a:pt x="633" y="943"/>
                  <a:pt x="628" y="946"/>
                  <a:pt x="625" y="947"/>
                </a:cubicBezTo>
                <a:cubicBezTo>
                  <a:pt x="612" y="947"/>
                  <a:pt x="599" y="947"/>
                  <a:pt x="586" y="946"/>
                </a:cubicBezTo>
                <a:cubicBezTo>
                  <a:pt x="558" y="944"/>
                  <a:pt x="537" y="922"/>
                  <a:pt x="537" y="895"/>
                </a:cubicBezTo>
                <a:cubicBezTo>
                  <a:pt x="538" y="867"/>
                  <a:pt x="559" y="845"/>
                  <a:pt x="588" y="845"/>
                </a:cubicBezTo>
                <a:cubicBezTo>
                  <a:pt x="617" y="844"/>
                  <a:pt x="645" y="844"/>
                  <a:pt x="673" y="844"/>
                </a:cubicBezTo>
                <a:close/>
                <a:moveTo>
                  <a:pt x="1074" y="1484"/>
                </a:moveTo>
                <a:cubicBezTo>
                  <a:pt x="848" y="1484"/>
                  <a:pt x="666" y="1300"/>
                  <a:pt x="666" y="1074"/>
                </a:cubicBezTo>
                <a:cubicBezTo>
                  <a:pt x="666" y="848"/>
                  <a:pt x="849" y="665"/>
                  <a:pt x="1076" y="665"/>
                </a:cubicBezTo>
                <a:cubicBezTo>
                  <a:pt x="1302" y="666"/>
                  <a:pt x="1485" y="849"/>
                  <a:pt x="1485" y="1075"/>
                </a:cubicBezTo>
                <a:cubicBezTo>
                  <a:pt x="1484" y="1301"/>
                  <a:pt x="1300" y="1485"/>
                  <a:pt x="1074" y="1484"/>
                </a:cubicBezTo>
                <a:close/>
                <a:moveTo>
                  <a:pt x="590" y="434"/>
                </a:moveTo>
                <a:cubicBezTo>
                  <a:pt x="699" y="435"/>
                  <a:pt x="807" y="435"/>
                  <a:pt x="916" y="435"/>
                </a:cubicBezTo>
                <a:cubicBezTo>
                  <a:pt x="919" y="435"/>
                  <a:pt x="922" y="435"/>
                  <a:pt x="925" y="434"/>
                </a:cubicBezTo>
                <a:cubicBezTo>
                  <a:pt x="937" y="432"/>
                  <a:pt x="947" y="422"/>
                  <a:pt x="947" y="410"/>
                </a:cubicBezTo>
                <a:cubicBezTo>
                  <a:pt x="947" y="398"/>
                  <a:pt x="938" y="386"/>
                  <a:pt x="926" y="384"/>
                </a:cubicBezTo>
                <a:cubicBezTo>
                  <a:pt x="921" y="383"/>
                  <a:pt x="916" y="383"/>
                  <a:pt x="911" y="383"/>
                </a:cubicBezTo>
                <a:cubicBezTo>
                  <a:pt x="805" y="383"/>
                  <a:pt x="700" y="383"/>
                  <a:pt x="594" y="383"/>
                </a:cubicBezTo>
                <a:cubicBezTo>
                  <a:pt x="561" y="383"/>
                  <a:pt x="538" y="363"/>
                  <a:pt x="537" y="333"/>
                </a:cubicBezTo>
                <a:cubicBezTo>
                  <a:pt x="537" y="303"/>
                  <a:pt x="561" y="281"/>
                  <a:pt x="595" y="281"/>
                </a:cubicBezTo>
                <a:cubicBezTo>
                  <a:pt x="669" y="281"/>
                  <a:pt x="744" y="281"/>
                  <a:pt x="818" y="281"/>
                </a:cubicBezTo>
                <a:cubicBezTo>
                  <a:pt x="895" y="281"/>
                  <a:pt x="971" y="281"/>
                  <a:pt x="1047" y="281"/>
                </a:cubicBezTo>
                <a:cubicBezTo>
                  <a:pt x="1077" y="281"/>
                  <a:pt x="1099" y="302"/>
                  <a:pt x="1101" y="330"/>
                </a:cubicBezTo>
                <a:cubicBezTo>
                  <a:pt x="1102" y="358"/>
                  <a:pt x="1081" y="380"/>
                  <a:pt x="1051" y="383"/>
                </a:cubicBezTo>
                <a:cubicBezTo>
                  <a:pt x="1034" y="385"/>
                  <a:pt x="1023" y="396"/>
                  <a:pt x="1024" y="410"/>
                </a:cubicBezTo>
                <a:cubicBezTo>
                  <a:pt x="1025" y="426"/>
                  <a:pt x="1037" y="435"/>
                  <a:pt x="1056" y="434"/>
                </a:cubicBezTo>
                <a:cubicBezTo>
                  <a:pt x="1107" y="432"/>
                  <a:pt x="1150" y="388"/>
                  <a:pt x="1152" y="337"/>
                </a:cubicBezTo>
                <a:cubicBezTo>
                  <a:pt x="1154" y="279"/>
                  <a:pt x="1109" y="231"/>
                  <a:pt x="1051" y="230"/>
                </a:cubicBezTo>
                <a:cubicBezTo>
                  <a:pt x="942" y="230"/>
                  <a:pt x="833" y="230"/>
                  <a:pt x="724" y="230"/>
                </a:cubicBezTo>
                <a:cubicBezTo>
                  <a:pt x="677" y="230"/>
                  <a:pt x="630" y="229"/>
                  <a:pt x="583" y="230"/>
                </a:cubicBezTo>
                <a:cubicBezTo>
                  <a:pt x="523" y="232"/>
                  <a:pt x="477" y="289"/>
                  <a:pt x="488" y="348"/>
                </a:cubicBezTo>
                <a:cubicBezTo>
                  <a:pt x="497" y="400"/>
                  <a:pt x="537" y="434"/>
                  <a:pt x="590" y="434"/>
                </a:cubicBezTo>
                <a:close/>
                <a:moveTo>
                  <a:pt x="281" y="434"/>
                </a:moveTo>
                <a:cubicBezTo>
                  <a:pt x="337" y="435"/>
                  <a:pt x="384" y="389"/>
                  <a:pt x="384" y="333"/>
                </a:cubicBezTo>
                <a:cubicBezTo>
                  <a:pt x="384" y="276"/>
                  <a:pt x="338" y="230"/>
                  <a:pt x="281" y="230"/>
                </a:cubicBezTo>
                <a:cubicBezTo>
                  <a:pt x="224" y="230"/>
                  <a:pt x="179" y="276"/>
                  <a:pt x="179" y="332"/>
                </a:cubicBezTo>
                <a:cubicBezTo>
                  <a:pt x="179" y="389"/>
                  <a:pt x="225" y="434"/>
                  <a:pt x="281" y="434"/>
                </a:cubicBezTo>
                <a:close/>
                <a:moveTo>
                  <a:pt x="282" y="281"/>
                </a:moveTo>
                <a:cubicBezTo>
                  <a:pt x="310" y="281"/>
                  <a:pt x="333" y="305"/>
                  <a:pt x="333" y="333"/>
                </a:cubicBezTo>
                <a:cubicBezTo>
                  <a:pt x="332" y="361"/>
                  <a:pt x="309" y="383"/>
                  <a:pt x="282" y="383"/>
                </a:cubicBezTo>
                <a:cubicBezTo>
                  <a:pt x="253" y="384"/>
                  <a:pt x="231" y="361"/>
                  <a:pt x="231" y="332"/>
                </a:cubicBezTo>
                <a:cubicBezTo>
                  <a:pt x="231" y="304"/>
                  <a:pt x="253" y="281"/>
                  <a:pt x="282" y="281"/>
                </a:cubicBezTo>
                <a:close/>
                <a:moveTo>
                  <a:pt x="281" y="716"/>
                </a:moveTo>
                <a:cubicBezTo>
                  <a:pt x="337" y="716"/>
                  <a:pt x="383" y="671"/>
                  <a:pt x="384" y="615"/>
                </a:cubicBezTo>
                <a:cubicBezTo>
                  <a:pt x="384" y="557"/>
                  <a:pt x="338" y="512"/>
                  <a:pt x="281" y="512"/>
                </a:cubicBezTo>
                <a:cubicBezTo>
                  <a:pt x="224" y="512"/>
                  <a:pt x="179" y="557"/>
                  <a:pt x="179" y="614"/>
                </a:cubicBezTo>
                <a:cubicBezTo>
                  <a:pt x="179" y="670"/>
                  <a:pt x="225" y="716"/>
                  <a:pt x="281" y="716"/>
                </a:cubicBezTo>
                <a:close/>
                <a:moveTo>
                  <a:pt x="281" y="563"/>
                </a:moveTo>
                <a:cubicBezTo>
                  <a:pt x="309" y="563"/>
                  <a:pt x="333" y="585"/>
                  <a:pt x="333" y="614"/>
                </a:cubicBezTo>
                <a:cubicBezTo>
                  <a:pt x="333" y="642"/>
                  <a:pt x="309" y="665"/>
                  <a:pt x="281" y="665"/>
                </a:cubicBezTo>
                <a:cubicBezTo>
                  <a:pt x="254" y="665"/>
                  <a:pt x="231" y="643"/>
                  <a:pt x="231" y="615"/>
                </a:cubicBezTo>
                <a:cubicBezTo>
                  <a:pt x="230" y="586"/>
                  <a:pt x="252" y="563"/>
                  <a:pt x="281" y="563"/>
                </a:cubicBezTo>
                <a:close/>
                <a:moveTo>
                  <a:pt x="282" y="793"/>
                </a:moveTo>
                <a:cubicBezTo>
                  <a:pt x="225" y="793"/>
                  <a:pt x="180" y="838"/>
                  <a:pt x="179" y="895"/>
                </a:cubicBezTo>
                <a:cubicBezTo>
                  <a:pt x="179" y="951"/>
                  <a:pt x="225" y="997"/>
                  <a:pt x="281" y="998"/>
                </a:cubicBezTo>
                <a:cubicBezTo>
                  <a:pt x="337" y="998"/>
                  <a:pt x="384" y="952"/>
                  <a:pt x="384" y="895"/>
                </a:cubicBezTo>
                <a:cubicBezTo>
                  <a:pt x="384" y="839"/>
                  <a:pt x="338" y="793"/>
                  <a:pt x="282" y="793"/>
                </a:cubicBezTo>
                <a:close/>
                <a:moveTo>
                  <a:pt x="281" y="947"/>
                </a:moveTo>
                <a:cubicBezTo>
                  <a:pt x="253" y="947"/>
                  <a:pt x="230" y="923"/>
                  <a:pt x="231" y="895"/>
                </a:cubicBezTo>
                <a:cubicBezTo>
                  <a:pt x="231" y="866"/>
                  <a:pt x="253" y="844"/>
                  <a:pt x="282" y="845"/>
                </a:cubicBezTo>
                <a:cubicBezTo>
                  <a:pt x="310" y="845"/>
                  <a:pt x="333" y="867"/>
                  <a:pt x="333" y="895"/>
                </a:cubicBezTo>
                <a:cubicBezTo>
                  <a:pt x="333" y="923"/>
                  <a:pt x="309" y="947"/>
                  <a:pt x="281" y="947"/>
                </a:cubicBezTo>
                <a:close/>
                <a:moveTo>
                  <a:pt x="1073" y="1254"/>
                </a:moveTo>
                <a:cubicBezTo>
                  <a:pt x="1064" y="1253"/>
                  <a:pt x="1054" y="1252"/>
                  <a:pt x="1045" y="1251"/>
                </a:cubicBezTo>
                <a:cubicBezTo>
                  <a:pt x="950" y="1234"/>
                  <a:pt x="887" y="1150"/>
                  <a:pt x="897" y="1053"/>
                </a:cubicBezTo>
                <a:cubicBezTo>
                  <a:pt x="906" y="962"/>
                  <a:pt x="988" y="893"/>
                  <a:pt x="1082" y="896"/>
                </a:cubicBezTo>
                <a:cubicBezTo>
                  <a:pt x="1175" y="899"/>
                  <a:pt x="1251" y="974"/>
                  <a:pt x="1254" y="1068"/>
                </a:cubicBezTo>
                <a:cubicBezTo>
                  <a:pt x="1255" y="1088"/>
                  <a:pt x="1264" y="1100"/>
                  <a:pt x="1280" y="1100"/>
                </a:cubicBezTo>
                <a:cubicBezTo>
                  <a:pt x="1296" y="1100"/>
                  <a:pt x="1305" y="1088"/>
                  <a:pt x="1305" y="1068"/>
                </a:cubicBezTo>
                <a:cubicBezTo>
                  <a:pt x="1304" y="945"/>
                  <a:pt x="1200" y="845"/>
                  <a:pt x="1075" y="844"/>
                </a:cubicBezTo>
                <a:cubicBezTo>
                  <a:pt x="948" y="844"/>
                  <a:pt x="846" y="946"/>
                  <a:pt x="844" y="1074"/>
                </a:cubicBezTo>
                <a:cubicBezTo>
                  <a:pt x="845" y="1088"/>
                  <a:pt x="846" y="1103"/>
                  <a:pt x="849" y="1118"/>
                </a:cubicBezTo>
                <a:cubicBezTo>
                  <a:pt x="867" y="1223"/>
                  <a:pt x="966" y="1306"/>
                  <a:pt x="1071" y="1305"/>
                </a:cubicBezTo>
                <a:cubicBezTo>
                  <a:pt x="1089" y="1304"/>
                  <a:pt x="1101" y="1294"/>
                  <a:pt x="1101" y="1279"/>
                </a:cubicBezTo>
                <a:cubicBezTo>
                  <a:pt x="1101" y="1265"/>
                  <a:pt x="1089" y="1255"/>
                  <a:pt x="1073" y="1254"/>
                </a:cubicBezTo>
                <a:close/>
                <a:moveTo>
                  <a:pt x="1280" y="1162"/>
                </a:moveTo>
                <a:cubicBezTo>
                  <a:pt x="1276" y="1158"/>
                  <a:pt x="1274" y="1155"/>
                  <a:pt x="1271" y="1152"/>
                </a:cubicBezTo>
                <a:cubicBezTo>
                  <a:pt x="1239" y="1113"/>
                  <a:pt x="1206" y="1074"/>
                  <a:pt x="1173" y="1035"/>
                </a:cubicBezTo>
                <a:cubicBezTo>
                  <a:pt x="1163" y="1022"/>
                  <a:pt x="1147" y="1021"/>
                  <a:pt x="1136" y="1030"/>
                </a:cubicBezTo>
                <a:cubicBezTo>
                  <a:pt x="1125" y="1039"/>
                  <a:pt x="1123" y="1055"/>
                  <a:pt x="1134" y="1067"/>
                </a:cubicBezTo>
                <a:cubicBezTo>
                  <a:pt x="1176" y="1118"/>
                  <a:pt x="1217" y="1168"/>
                  <a:pt x="1260" y="1218"/>
                </a:cubicBezTo>
                <a:cubicBezTo>
                  <a:pt x="1271" y="1232"/>
                  <a:pt x="1288" y="1232"/>
                  <a:pt x="1300" y="1218"/>
                </a:cubicBezTo>
                <a:cubicBezTo>
                  <a:pt x="1343" y="1167"/>
                  <a:pt x="1385" y="1116"/>
                  <a:pt x="1427" y="1065"/>
                </a:cubicBezTo>
                <a:cubicBezTo>
                  <a:pt x="1438" y="1053"/>
                  <a:pt x="1435" y="1038"/>
                  <a:pt x="1424" y="1029"/>
                </a:cubicBezTo>
                <a:cubicBezTo>
                  <a:pt x="1413" y="1020"/>
                  <a:pt x="1399" y="1021"/>
                  <a:pt x="1388" y="1033"/>
                </a:cubicBezTo>
                <a:cubicBezTo>
                  <a:pt x="1378" y="1044"/>
                  <a:pt x="1369" y="1056"/>
                  <a:pt x="1359" y="1067"/>
                </a:cubicBezTo>
                <a:cubicBezTo>
                  <a:pt x="1333" y="1099"/>
                  <a:pt x="1307" y="1130"/>
                  <a:pt x="1280" y="11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09550" y="5340694"/>
            <a:ext cx="5886450" cy="857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Source of Sustainable Competitive Advantage</a:t>
            </a:r>
          </a:p>
        </p:txBody>
      </p: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3894733" y="1965325"/>
            <a:ext cx="0" cy="301625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7696705" y="1965325"/>
            <a:ext cx="0" cy="301625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199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95C10E1-0B51-EAA3-F83F-F2B0FA920942}"/>
              </a:ext>
            </a:extLst>
          </p:cNvPr>
          <p:cNvSpPr/>
          <p:nvPr/>
        </p:nvSpPr>
        <p:spPr>
          <a:xfrm>
            <a:off x="1097034" y="5269667"/>
            <a:ext cx="480647" cy="4806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E46B58D-7B05-3635-AA0C-9E91E0A491D1}"/>
              </a:ext>
            </a:extLst>
          </p:cNvPr>
          <p:cNvSpPr txBox="1"/>
          <p:nvPr/>
        </p:nvSpPr>
        <p:spPr>
          <a:xfrm>
            <a:off x="973939" y="1019954"/>
            <a:ext cx="435407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200"/>
              </a:lnSpc>
            </a:pPr>
            <a:r>
              <a:rPr lang="en-GB" sz="3500" dirty="0">
                <a:solidFill>
                  <a:schemeClr val="tx1">
                    <a:lumMod val="95000"/>
                    <a:lumOff val="5000"/>
                  </a:schemeClr>
                </a:solidFill>
                <a:latin typeface="Sora Bold" pitchFamily="2" charset="0"/>
                <a:cs typeface="Sora Bold" pitchFamily="2" charset="0"/>
              </a:rPr>
              <a:t>Our Work </a:t>
            </a:r>
            <a:r>
              <a:rPr lang="en-GB" sz="3500" dirty="0">
                <a:solidFill>
                  <a:schemeClr val="accent2"/>
                </a:solidFill>
                <a:latin typeface="Sora Bold" pitchFamily="2" charset="0"/>
                <a:cs typeface="Sora Bold" pitchFamily="2" charset="0"/>
              </a:rPr>
              <a:t>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62725-7BC0-919F-B630-173FDCC3C65F}"/>
              </a:ext>
            </a:extLst>
          </p:cNvPr>
          <p:cNvSpPr txBox="1"/>
          <p:nvPr/>
        </p:nvSpPr>
        <p:spPr>
          <a:xfrm>
            <a:off x="1630929" y="5684943"/>
            <a:ext cx="2300401" cy="51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 customers can be.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32F53-4951-331D-5909-5758A2F23566}"/>
              </a:ext>
            </a:extLst>
          </p:cNvPr>
          <p:cNvSpPr txBox="1"/>
          <p:nvPr/>
        </p:nvSpPr>
        <p:spPr>
          <a:xfrm>
            <a:off x="1630929" y="5350121"/>
            <a:ext cx="15648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Sora" pitchFamily="2" charset="0"/>
                <a:cs typeface="Sora" pitchFamily="2" charset="0"/>
              </a:rPr>
              <a:t>Discover &amp;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EF28E-5C6C-53D4-6FA0-79C3A2E05C3E}"/>
              </a:ext>
            </a:extLst>
          </p:cNvPr>
          <p:cNvSpPr txBox="1"/>
          <p:nvPr/>
        </p:nvSpPr>
        <p:spPr>
          <a:xfrm>
            <a:off x="1166009" y="5383588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01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1467DA-8C1B-E43D-3559-ACC73BFEAF83}"/>
              </a:ext>
            </a:extLst>
          </p:cNvPr>
          <p:cNvSpPr/>
          <p:nvPr/>
        </p:nvSpPr>
        <p:spPr>
          <a:xfrm>
            <a:off x="3948158" y="4933760"/>
            <a:ext cx="480647" cy="48064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2BBC8-83B0-50E7-EE63-04F9E800908C}"/>
              </a:ext>
            </a:extLst>
          </p:cNvPr>
          <p:cNvSpPr txBox="1"/>
          <p:nvPr/>
        </p:nvSpPr>
        <p:spPr>
          <a:xfrm>
            <a:off x="4449396" y="5349036"/>
            <a:ext cx="2229330" cy="51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 customers can be.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EC71F-9C45-C6A3-2A24-C94422D1EBA3}"/>
              </a:ext>
            </a:extLst>
          </p:cNvPr>
          <p:cNvSpPr txBox="1"/>
          <p:nvPr/>
        </p:nvSpPr>
        <p:spPr>
          <a:xfrm>
            <a:off x="4449395" y="5014214"/>
            <a:ext cx="16466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Sora" pitchFamily="2" charset="0"/>
                <a:cs typeface="Sora" pitchFamily="2" charset="0"/>
              </a:rPr>
              <a:t>Grow &amp;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4F90F3-040A-5AD1-E5B4-8BDFB37A25DD}"/>
              </a:ext>
            </a:extLst>
          </p:cNvPr>
          <p:cNvSpPr txBox="1"/>
          <p:nvPr/>
        </p:nvSpPr>
        <p:spPr>
          <a:xfrm>
            <a:off x="4017133" y="5047681"/>
            <a:ext cx="375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Sora" pitchFamily="2" charset="0"/>
                <a:cs typeface="Sora" pitchFamily="2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5A3D6-B1B6-7042-6A67-DADE5512CE6F}"/>
              </a:ext>
            </a:extLst>
          </p:cNvPr>
          <p:cNvSpPr txBox="1"/>
          <p:nvPr/>
        </p:nvSpPr>
        <p:spPr>
          <a:xfrm>
            <a:off x="7288587" y="4873320"/>
            <a:ext cx="2229331" cy="51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 customers can be.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40670-EDF3-FC32-53AE-946000631AB4}"/>
              </a:ext>
            </a:extLst>
          </p:cNvPr>
          <p:cNvSpPr txBox="1"/>
          <p:nvPr/>
        </p:nvSpPr>
        <p:spPr>
          <a:xfrm>
            <a:off x="7288587" y="4538498"/>
            <a:ext cx="102784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Sora" pitchFamily="2" charset="0"/>
                <a:cs typeface="Sora" pitchFamily="2" charset="0"/>
              </a:rPr>
              <a:t>Layer Sec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0E71BD-C2BE-93F5-7274-B43F15B53EDE}"/>
              </a:ext>
            </a:extLst>
          </p:cNvPr>
          <p:cNvSpPr/>
          <p:nvPr/>
        </p:nvSpPr>
        <p:spPr>
          <a:xfrm>
            <a:off x="9051602" y="3684082"/>
            <a:ext cx="480647" cy="48064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8540ED-BD85-C42D-1EBE-704DFE57A3F6}"/>
              </a:ext>
            </a:extLst>
          </p:cNvPr>
          <p:cNvSpPr txBox="1"/>
          <p:nvPr/>
        </p:nvSpPr>
        <p:spPr>
          <a:xfrm>
            <a:off x="9569167" y="4115687"/>
            <a:ext cx="2117293" cy="51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Satisfied and well-taken-care customers can be.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00D5B6-43C3-3851-3414-648455191DA0}"/>
              </a:ext>
            </a:extLst>
          </p:cNvPr>
          <p:cNvSpPr txBox="1"/>
          <p:nvPr/>
        </p:nvSpPr>
        <p:spPr>
          <a:xfrm>
            <a:off x="9569167" y="3780865"/>
            <a:ext cx="11272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latin typeface="Sora" pitchFamily="2" charset="0"/>
                <a:cs typeface="Sora" pitchFamily="2" charset="0"/>
              </a:rPr>
              <a:t>Uploading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4BF4F7-81D5-F785-FE4F-5ED228246F21}"/>
              </a:ext>
            </a:extLst>
          </p:cNvPr>
          <p:cNvSpPr txBox="1"/>
          <p:nvPr/>
        </p:nvSpPr>
        <p:spPr>
          <a:xfrm>
            <a:off x="9120577" y="3798003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Sora" pitchFamily="2" charset="0"/>
                <a:cs typeface="Sora" pitchFamily="2" charset="0"/>
              </a:rPr>
              <a:t>04</a:t>
            </a:r>
          </a:p>
        </p:txBody>
      </p:sp>
      <p:sp>
        <p:nvSpPr>
          <p:cNvPr id="21" name="Freeform 17">
            <a:extLst>
              <a:ext uri="{FF2B5EF4-FFF2-40B4-BE49-F238E27FC236}">
                <a16:creationId xmlns:a16="http://schemas.microsoft.com/office/drawing/2014/main" id="{809A48C2-35A1-5DF6-2916-87CA374A2DC4}"/>
              </a:ext>
            </a:extLst>
          </p:cNvPr>
          <p:cNvSpPr>
            <a:spLocks noEditPoints="1"/>
          </p:cNvSpPr>
          <p:nvPr/>
        </p:nvSpPr>
        <p:spPr bwMode="auto">
          <a:xfrm>
            <a:off x="1111145" y="3699587"/>
            <a:ext cx="1338138" cy="1338138"/>
          </a:xfrm>
          <a:custGeom>
            <a:avLst/>
            <a:gdLst>
              <a:gd name="T0" fmla="*/ 170 w 410"/>
              <a:gd name="T1" fmla="*/ 376 h 410"/>
              <a:gd name="T2" fmla="*/ 173 w 410"/>
              <a:gd name="T3" fmla="*/ 410 h 410"/>
              <a:gd name="T4" fmla="*/ 238 w 410"/>
              <a:gd name="T5" fmla="*/ 410 h 410"/>
              <a:gd name="T6" fmla="*/ 241 w 410"/>
              <a:gd name="T7" fmla="*/ 376 h 410"/>
              <a:gd name="T8" fmla="*/ 301 w 410"/>
              <a:gd name="T9" fmla="*/ 351 h 410"/>
              <a:gd name="T10" fmla="*/ 327 w 410"/>
              <a:gd name="T11" fmla="*/ 373 h 410"/>
              <a:gd name="T12" fmla="*/ 373 w 410"/>
              <a:gd name="T13" fmla="*/ 327 h 410"/>
              <a:gd name="T14" fmla="*/ 352 w 410"/>
              <a:gd name="T15" fmla="*/ 301 h 410"/>
              <a:gd name="T16" fmla="*/ 377 w 410"/>
              <a:gd name="T17" fmla="*/ 241 h 410"/>
              <a:gd name="T18" fmla="*/ 410 w 410"/>
              <a:gd name="T19" fmla="*/ 237 h 410"/>
              <a:gd name="T20" fmla="*/ 410 w 410"/>
              <a:gd name="T21" fmla="*/ 172 h 410"/>
              <a:gd name="T22" fmla="*/ 377 w 410"/>
              <a:gd name="T23" fmla="*/ 169 h 410"/>
              <a:gd name="T24" fmla="*/ 352 w 410"/>
              <a:gd name="T25" fmla="*/ 109 h 410"/>
              <a:gd name="T26" fmla="*/ 373 w 410"/>
              <a:gd name="T27" fmla="*/ 83 h 410"/>
              <a:gd name="T28" fmla="*/ 327 w 410"/>
              <a:gd name="T29" fmla="*/ 37 h 410"/>
              <a:gd name="T30" fmla="*/ 301 w 410"/>
              <a:gd name="T31" fmla="*/ 58 h 410"/>
              <a:gd name="T32" fmla="*/ 241 w 410"/>
              <a:gd name="T33" fmla="*/ 33 h 410"/>
              <a:gd name="T34" fmla="*/ 238 w 410"/>
              <a:gd name="T35" fmla="*/ 0 h 410"/>
              <a:gd name="T36" fmla="*/ 173 w 410"/>
              <a:gd name="T37" fmla="*/ 0 h 410"/>
              <a:gd name="T38" fmla="*/ 170 w 410"/>
              <a:gd name="T39" fmla="*/ 33 h 410"/>
              <a:gd name="T40" fmla="*/ 109 w 410"/>
              <a:gd name="T41" fmla="*/ 58 h 410"/>
              <a:gd name="T42" fmla="*/ 83 w 410"/>
              <a:gd name="T43" fmla="*/ 37 h 410"/>
              <a:gd name="T44" fmla="*/ 37 w 410"/>
              <a:gd name="T45" fmla="*/ 83 h 410"/>
              <a:gd name="T46" fmla="*/ 59 w 410"/>
              <a:gd name="T47" fmla="*/ 109 h 410"/>
              <a:gd name="T48" fmla="*/ 34 w 410"/>
              <a:gd name="T49" fmla="*/ 169 h 410"/>
              <a:gd name="T50" fmla="*/ 0 w 410"/>
              <a:gd name="T51" fmla="*/ 172 h 410"/>
              <a:gd name="T52" fmla="*/ 0 w 410"/>
              <a:gd name="T53" fmla="*/ 237 h 410"/>
              <a:gd name="T54" fmla="*/ 34 w 410"/>
              <a:gd name="T55" fmla="*/ 241 h 410"/>
              <a:gd name="T56" fmla="*/ 59 w 410"/>
              <a:gd name="T57" fmla="*/ 301 h 410"/>
              <a:gd name="T58" fmla="*/ 37 w 410"/>
              <a:gd name="T59" fmla="*/ 327 h 410"/>
              <a:gd name="T60" fmla="*/ 83 w 410"/>
              <a:gd name="T61" fmla="*/ 373 h 410"/>
              <a:gd name="T62" fmla="*/ 109 w 410"/>
              <a:gd name="T63" fmla="*/ 351 h 410"/>
              <a:gd name="T64" fmla="*/ 170 w 410"/>
              <a:gd name="T65" fmla="*/ 376 h 410"/>
              <a:gd name="T66" fmla="*/ 205 w 410"/>
              <a:gd name="T67" fmla="*/ 293 h 410"/>
              <a:gd name="T68" fmla="*/ 117 w 410"/>
              <a:gd name="T69" fmla="*/ 205 h 410"/>
              <a:gd name="T70" fmla="*/ 205 w 410"/>
              <a:gd name="T71" fmla="*/ 117 h 410"/>
              <a:gd name="T72" fmla="*/ 294 w 410"/>
              <a:gd name="T73" fmla="*/ 205 h 410"/>
              <a:gd name="T74" fmla="*/ 205 w 410"/>
              <a:gd name="T75" fmla="*/ 293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0" h="410">
                <a:moveTo>
                  <a:pt x="170" y="376"/>
                </a:moveTo>
                <a:cubicBezTo>
                  <a:pt x="173" y="410"/>
                  <a:pt x="173" y="410"/>
                  <a:pt x="173" y="410"/>
                </a:cubicBezTo>
                <a:cubicBezTo>
                  <a:pt x="238" y="410"/>
                  <a:pt x="238" y="410"/>
                  <a:pt x="238" y="410"/>
                </a:cubicBezTo>
                <a:cubicBezTo>
                  <a:pt x="241" y="376"/>
                  <a:pt x="241" y="376"/>
                  <a:pt x="241" y="376"/>
                </a:cubicBezTo>
                <a:cubicBezTo>
                  <a:pt x="263" y="372"/>
                  <a:pt x="283" y="363"/>
                  <a:pt x="301" y="351"/>
                </a:cubicBezTo>
                <a:cubicBezTo>
                  <a:pt x="327" y="373"/>
                  <a:pt x="327" y="373"/>
                  <a:pt x="327" y="373"/>
                </a:cubicBezTo>
                <a:cubicBezTo>
                  <a:pt x="373" y="327"/>
                  <a:pt x="373" y="327"/>
                  <a:pt x="373" y="327"/>
                </a:cubicBezTo>
                <a:cubicBezTo>
                  <a:pt x="352" y="301"/>
                  <a:pt x="352" y="301"/>
                  <a:pt x="352" y="301"/>
                </a:cubicBezTo>
                <a:cubicBezTo>
                  <a:pt x="364" y="283"/>
                  <a:pt x="372" y="262"/>
                  <a:pt x="377" y="241"/>
                </a:cubicBezTo>
                <a:cubicBezTo>
                  <a:pt x="410" y="237"/>
                  <a:pt x="410" y="237"/>
                  <a:pt x="410" y="237"/>
                </a:cubicBezTo>
                <a:cubicBezTo>
                  <a:pt x="410" y="172"/>
                  <a:pt x="410" y="172"/>
                  <a:pt x="410" y="172"/>
                </a:cubicBezTo>
                <a:cubicBezTo>
                  <a:pt x="377" y="169"/>
                  <a:pt x="377" y="169"/>
                  <a:pt x="377" y="169"/>
                </a:cubicBezTo>
                <a:cubicBezTo>
                  <a:pt x="372" y="147"/>
                  <a:pt x="364" y="127"/>
                  <a:pt x="352" y="109"/>
                </a:cubicBezTo>
                <a:cubicBezTo>
                  <a:pt x="373" y="83"/>
                  <a:pt x="373" y="83"/>
                  <a:pt x="373" y="83"/>
                </a:cubicBezTo>
                <a:cubicBezTo>
                  <a:pt x="327" y="37"/>
                  <a:pt x="327" y="37"/>
                  <a:pt x="327" y="37"/>
                </a:cubicBezTo>
                <a:cubicBezTo>
                  <a:pt x="301" y="58"/>
                  <a:pt x="301" y="58"/>
                  <a:pt x="301" y="58"/>
                </a:cubicBezTo>
                <a:cubicBezTo>
                  <a:pt x="283" y="46"/>
                  <a:pt x="263" y="38"/>
                  <a:pt x="241" y="33"/>
                </a:cubicBezTo>
                <a:cubicBezTo>
                  <a:pt x="238" y="0"/>
                  <a:pt x="238" y="0"/>
                  <a:pt x="238" y="0"/>
                </a:cubicBezTo>
                <a:cubicBezTo>
                  <a:pt x="173" y="0"/>
                  <a:pt x="173" y="0"/>
                  <a:pt x="17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48" y="38"/>
                  <a:pt x="127" y="46"/>
                  <a:pt x="109" y="58"/>
                </a:cubicBezTo>
                <a:cubicBezTo>
                  <a:pt x="83" y="37"/>
                  <a:pt x="83" y="37"/>
                  <a:pt x="83" y="37"/>
                </a:cubicBezTo>
                <a:cubicBezTo>
                  <a:pt x="37" y="83"/>
                  <a:pt x="37" y="83"/>
                  <a:pt x="37" y="83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47" y="127"/>
                  <a:pt x="38" y="147"/>
                  <a:pt x="34" y="169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237"/>
                  <a:pt x="0" y="237"/>
                  <a:pt x="0" y="237"/>
                </a:cubicBezTo>
                <a:cubicBezTo>
                  <a:pt x="34" y="241"/>
                  <a:pt x="34" y="241"/>
                  <a:pt x="34" y="241"/>
                </a:cubicBezTo>
                <a:cubicBezTo>
                  <a:pt x="38" y="262"/>
                  <a:pt x="47" y="283"/>
                  <a:pt x="59" y="301"/>
                </a:cubicBezTo>
                <a:cubicBezTo>
                  <a:pt x="37" y="327"/>
                  <a:pt x="37" y="327"/>
                  <a:pt x="37" y="327"/>
                </a:cubicBezTo>
                <a:cubicBezTo>
                  <a:pt x="83" y="373"/>
                  <a:pt x="83" y="373"/>
                  <a:pt x="83" y="373"/>
                </a:cubicBezTo>
                <a:cubicBezTo>
                  <a:pt x="109" y="351"/>
                  <a:pt x="109" y="351"/>
                  <a:pt x="109" y="351"/>
                </a:cubicBezTo>
                <a:cubicBezTo>
                  <a:pt x="127" y="363"/>
                  <a:pt x="148" y="372"/>
                  <a:pt x="170" y="376"/>
                </a:cubicBezTo>
                <a:moveTo>
                  <a:pt x="205" y="293"/>
                </a:moveTo>
                <a:cubicBezTo>
                  <a:pt x="157" y="293"/>
                  <a:pt x="117" y="253"/>
                  <a:pt x="117" y="205"/>
                </a:cubicBezTo>
                <a:cubicBezTo>
                  <a:pt x="117" y="156"/>
                  <a:pt x="157" y="117"/>
                  <a:pt x="205" y="117"/>
                </a:cubicBezTo>
                <a:cubicBezTo>
                  <a:pt x="254" y="117"/>
                  <a:pt x="294" y="156"/>
                  <a:pt x="294" y="205"/>
                </a:cubicBezTo>
                <a:cubicBezTo>
                  <a:pt x="294" y="253"/>
                  <a:pt x="254" y="293"/>
                  <a:pt x="205" y="29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7">
            <a:extLst>
              <a:ext uri="{FF2B5EF4-FFF2-40B4-BE49-F238E27FC236}">
                <a16:creationId xmlns:a16="http://schemas.microsoft.com/office/drawing/2014/main" id="{FC44B7D3-2509-672B-4560-AA3ED4518DFF}"/>
              </a:ext>
            </a:extLst>
          </p:cNvPr>
          <p:cNvSpPr>
            <a:spLocks noEditPoints="1"/>
          </p:cNvSpPr>
          <p:nvPr/>
        </p:nvSpPr>
        <p:spPr bwMode="auto">
          <a:xfrm>
            <a:off x="3168002" y="2750745"/>
            <a:ext cx="1996475" cy="1996475"/>
          </a:xfrm>
          <a:custGeom>
            <a:avLst/>
            <a:gdLst>
              <a:gd name="T0" fmla="*/ 170 w 410"/>
              <a:gd name="T1" fmla="*/ 376 h 410"/>
              <a:gd name="T2" fmla="*/ 173 w 410"/>
              <a:gd name="T3" fmla="*/ 410 h 410"/>
              <a:gd name="T4" fmla="*/ 238 w 410"/>
              <a:gd name="T5" fmla="*/ 410 h 410"/>
              <a:gd name="T6" fmla="*/ 241 w 410"/>
              <a:gd name="T7" fmla="*/ 376 h 410"/>
              <a:gd name="T8" fmla="*/ 301 w 410"/>
              <a:gd name="T9" fmla="*/ 351 h 410"/>
              <a:gd name="T10" fmla="*/ 327 w 410"/>
              <a:gd name="T11" fmla="*/ 373 h 410"/>
              <a:gd name="T12" fmla="*/ 373 w 410"/>
              <a:gd name="T13" fmla="*/ 327 h 410"/>
              <a:gd name="T14" fmla="*/ 352 w 410"/>
              <a:gd name="T15" fmla="*/ 301 h 410"/>
              <a:gd name="T16" fmla="*/ 377 w 410"/>
              <a:gd name="T17" fmla="*/ 241 h 410"/>
              <a:gd name="T18" fmla="*/ 410 w 410"/>
              <a:gd name="T19" fmla="*/ 237 h 410"/>
              <a:gd name="T20" fmla="*/ 410 w 410"/>
              <a:gd name="T21" fmla="*/ 172 h 410"/>
              <a:gd name="T22" fmla="*/ 377 w 410"/>
              <a:gd name="T23" fmla="*/ 169 h 410"/>
              <a:gd name="T24" fmla="*/ 352 w 410"/>
              <a:gd name="T25" fmla="*/ 109 h 410"/>
              <a:gd name="T26" fmla="*/ 373 w 410"/>
              <a:gd name="T27" fmla="*/ 83 h 410"/>
              <a:gd name="T28" fmla="*/ 327 w 410"/>
              <a:gd name="T29" fmla="*/ 37 h 410"/>
              <a:gd name="T30" fmla="*/ 301 w 410"/>
              <a:gd name="T31" fmla="*/ 58 h 410"/>
              <a:gd name="T32" fmla="*/ 241 w 410"/>
              <a:gd name="T33" fmla="*/ 33 h 410"/>
              <a:gd name="T34" fmla="*/ 238 w 410"/>
              <a:gd name="T35" fmla="*/ 0 h 410"/>
              <a:gd name="T36" fmla="*/ 173 w 410"/>
              <a:gd name="T37" fmla="*/ 0 h 410"/>
              <a:gd name="T38" fmla="*/ 170 w 410"/>
              <a:gd name="T39" fmla="*/ 33 h 410"/>
              <a:gd name="T40" fmla="*/ 109 w 410"/>
              <a:gd name="T41" fmla="*/ 58 h 410"/>
              <a:gd name="T42" fmla="*/ 83 w 410"/>
              <a:gd name="T43" fmla="*/ 37 h 410"/>
              <a:gd name="T44" fmla="*/ 37 w 410"/>
              <a:gd name="T45" fmla="*/ 83 h 410"/>
              <a:gd name="T46" fmla="*/ 59 w 410"/>
              <a:gd name="T47" fmla="*/ 109 h 410"/>
              <a:gd name="T48" fmla="*/ 34 w 410"/>
              <a:gd name="T49" fmla="*/ 169 h 410"/>
              <a:gd name="T50" fmla="*/ 0 w 410"/>
              <a:gd name="T51" fmla="*/ 172 h 410"/>
              <a:gd name="T52" fmla="*/ 0 w 410"/>
              <a:gd name="T53" fmla="*/ 237 h 410"/>
              <a:gd name="T54" fmla="*/ 34 w 410"/>
              <a:gd name="T55" fmla="*/ 241 h 410"/>
              <a:gd name="T56" fmla="*/ 59 w 410"/>
              <a:gd name="T57" fmla="*/ 301 h 410"/>
              <a:gd name="T58" fmla="*/ 37 w 410"/>
              <a:gd name="T59" fmla="*/ 327 h 410"/>
              <a:gd name="T60" fmla="*/ 83 w 410"/>
              <a:gd name="T61" fmla="*/ 373 h 410"/>
              <a:gd name="T62" fmla="*/ 109 w 410"/>
              <a:gd name="T63" fmla="*/ 351 h 410"/>
              <a:gd name="T64" fmla="*/ 170 w 410"/>
              <a:gd name="T65" fmla="*/ 376 h 410"/>
              <a:gd name="T66" fmla="*/ 205 w 410"/>
              <a:gd name="T67" fmla="*/ 293 h 410"/>
              <a:gd name="T68" fmla="*/ 117 w 410"/>
              <a:gd name="T69" fmla="*/ 205 h 410"/>
              <a:gd name="T70" fmla="*/ 205 w 410"/>
              <a:gd name="T71" fmla="*/ 117 h 410"/>
              <a:gd name="T72" fmla="*/ 294 w 410"/>
              <a:gd name="T73" fmla="*/ 205 h 410"/>
              <a:gd name="T74" fmla="*/ 205 w 410"/>
              <a:gd name="T75" fmla="*/ 293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0" h="410">
                <a:moveTo>
                  <a:pt x="170" y="376"/>
                </a:moveTo>
                <a:cubicBezTo>
                  <a:pt x="173" y="410"/>
                  <a:pt x="173" y="410"/>
                  <a:pt x="173" y="410"/>
                </a:cubicBezTo>
                <a:cubicBezTo>
                  <a:pt x="238" y="410"/>
                  <a:pt x="238" y="410"/>
                  <a:pt x="238" y="410"/>
                </a:cubicBezTo>
                <a:cubicBezTo>
                  <a:pt x="241" y="376"/>
                  <a:pt x="241" y="376"/>
                  <a:pt x="241" y="376"/>
                </a:cubicBezTo>
                <a:cubicBezTo>
                  <a:pt x="263" y="372"/>
                  <a:pt x="283" y="363"/>
                  <a:pt x="301" y="351"/>
                </a:cubicBezTo>
                <a:cubicBezTo>
                  <a:pt x="327" y="373"/>
                  <a:pt x="327" y="373"/>
                  <a:pt x="327" y="373"/>
                </a:cubicBezTo>
                <a:cubicBezTo>
                  <a:pt x="373" y="327"/>
                  <a:pt x="373" y="327"/>
                  <a:pt x="373" y="327"/>
                </a:cubicBezTo>
                <a:cubicBezTo>
                  <a:pt x="352" y="301"/>
                  <a:pt x="352" y="301"/>
                  <a:pt x="352" y="301"/>
                </a:cubicBezTo>
                <a:cubicBezTo>
                  <a:pt x="364" y="283"/>
                  <a:pt x="372" y="262"/>
                  <a:pt x="377" y="241"/>
                </a:cubicBezTo>
                <a:cubicBezTo>
                  <a:pt x="410" y="237"/>
                  <a:pt x="410" y="237"/>
                  <a:pt x="410" y="237"/>
                </a:cubicBezTo>
                <a:cubicBezTo>
                  <a:pt x="410" y="172"/>
                  <a:pt x="410" y="172"/>
                  <a:pt x="410" y="172"/>
                </a:cubicBezTo>
                <a:cubicBezTo>
                  <a:pt x="377" y="169"/>
                  <a:pt x="377" y="169"/>
                  <a:pt x="377" y="169"/>
                </a:cubicBezTo>
                <a:cubicBezTo>
                  <a:pt x="372" y="147"/>
                  <a:pt x="364" y="127"/>
                  <a:pt x="352" y="109"/>
                </a:cubicBezTo>
                <a:cubicBezTo>
                  <a:pt x="373" y="83"/>
                  <a:pt x="373" y="83"/>
                  <a:pt x="373" y="83"/>
                </a:cubicBezTo>
                <a:cubicBezTo>
                  <a:pt x="327" y="37"/>
                  <a:pt x="327" y="37"/>
                  <a:pt x="327" y="37"/>
                </a:cubicBezTo>
                <a:cubicBezTo>
                  <a:pt x="301" y="58"/>
                  <a:pt x="301" y="58"/>
                  <a:pt x="301" y="58"/>
                </a:cubicBezTo>
                <a:cubicBezTo>
                  <a:pt x="283" y="46"/>
                  <a:pt x="263" y="38"/>
                  <a:pt x="241" y="33"/>
                </a:cubicBezTo>
                <a:cubicBezTo>
                  <a:pt x="238" y="0"/>
                  <a:pt x="238" y="0"/>
                  <a:pt x="238" y="0"/>
                </a:cubicBezTo>
                <a:cubicBezTo>
                  <a:pt x="173" y="0"/>
                  <a:pt x="173" y="0"/>
                  <a:pt x="17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48" y="38"/>
                  <a:pt x="127" y="46"/>
                  <a:pt x="109" y="58"/>
                </a:cubicBezTo>
                <a:cubicBezTo>
                  <a:pt x="83" y="37"/>
                  <a:pt x="83" y="37"/>
                  <a:pt x="83" y="37"/>
                </a:cubicBezTo>
                <a:cubicBezTo>
                  <a:pt x="37" y="83"/>
                  <a:pt x="37" y="83"/>
                  <a:pt x="37" y="83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47" y="127"/>
                  <a:pt x="38" y="147"/>
                  <a:pt x="34" y="169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237"/>
                  <a:pt x="0" y="237"/>
                  <a:pt x="0" y="237"/>
                </a:cubicBezTo>
                <a:cubicBezTo>
                  <a:pt x="34" y="241"/>
                  <a:pt x="34" y="241"/>
                  <a:pt x="34" y="241"/>
                </a:cubicBezTo>
                <a:cubicBezTo>
                  <a:pt x="38" y="262"/>
                  <a:pt x="47" y="283"/>
                  <a:pt x="59" y="301"/>
                </a:cubicBezTo>
                <a:cubicBezTo>
                  <a:pt x="37" y="327"/>
                  <a:pt x="37" y="327"/>
                  <a:pt x="37" y="327"/>
                </a:cubicBezTo>
                <a:cubicBezTo>
                  <a:pt x="83" y="373"/>
                  <a:pt x="83" y="373"/>
                  <a:pt x="83" y="373"/>
                </a:cubicBezTo>
                <a:cubicBezTo>
                  <a:pt x="109" y="351"/>
                  <a:pt x="109" y="351"/>
                  <a:pt x="109" y="351"/>
                </a:cubicBezTo>
                <a:cubicBezTo>
                  <a:pt x="127" y="363"/>
                  <a:pt x="148" y="372"/>
                  <a:pt x="170" y="376"/>
                </a:cubicBezTo>
                <a:moveTo>
                  <a:pt x="205" y="293"/>
                </a:moveTo>
                <a:cubicBezTo>
                  <a:pt x="157" y="293"/>
                  <a:pt x="117" y="253"/>
                  <a:pt x="117" y="205"/>
                </a:cubicBezTo>
                <a:cubicBezTo>
                  <a:pt x="117" y="156"/>
                  <a:pt x="157" y="117"/>
                  <a:pt x="205" y="117"/>
                </a:cubicBezTo>
                <a:cubicBezTo>
                  <a:pt x="254" y="117"/>
                  <a:pt x="294" y="156"/>
                  <a:pt x="294" y="205"/>
                </a:cubicBezTo>
                <a:cubicBezTo>
                  <a:pt x="294" y="253"/>
                  <a:pt x="254" y="293"/>
                  <a:pt x="205" y="293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78D51850-938D-DF9D-D2E9-F3852CF98C1F}"/>
              </a:ext>
            </a:extLst>
          </p:cNvPr>
          <p:cNvSpPr>
            <a:spLocks noEditPoints="1"/>
          </p:cNvSpPr>
          <p:nvPr/>
        </p:nvSpPr>
        <p:spPr bwMode="auto">
          <a:xfrm>
            <a:off x="5883196" y="1872143"/>
            <a:ext cx="2427784" cy="2427784"/>
          </a:xfrm>
          <a:custGeom>
            <a:avLst/>
            <a:gdLst>
              <a:gd name="T0" fmla="*/ 170 w 410"/>
              <a:gd name="T1" fmla="*/ 376 h 410"/>
              <a:gd name="T2" fmla="*/ 173 w 410"/>
              <a:gd name="T3" fmla="*/ 410 h 410"/>
              <a:gd name="T4" fmla="*/ 238 w 410"/>
              <a:gd name="T5" fmla="*/ 410 h 410"/>
              <a:gd name="T6" fmla="*/ 241 w 410"/>
              <a:gd name="T7" fmla="*/ 376 h 410"/>
              <a:gd name="T8" fmla="*/ 301 w 410"/>
              <a:gd name="T9" fmla="*/ 351 h 410"/>
              <a:gd name="T10" fmla="*/ 327 w 410"/>
              <a:gd name="T11" fmla="*/ 373 h 410"/>
              <a:gd name="T12" fmla="*/ 373 w 410"/>
              <a:gd name="T13" fmla="*/ 327 h 410"/>
              <a:gd name="T14" fmla="*/ 352 w 410"/>
              <a:gd name="T15" fmla="*/ 301 h 410"/>
              <a:gd name="T16" fmla="*/ 377 w 410"/>
              <a:gd name="T17" fmla="*/ 241 h 410"/>
              <a:gd name="T18" fmla="*/ 410 w 410"/>
              <a:gd name="T19" fmla="*/ 237 h 410"/>
              <a:gd name="T20" fmla="*/ 410 w 410"/>
              <a:gd name="T21" fmla="*/ 172 h 410"/>
              <a:gd name="T22" fmla="*/ 377 w 410"/>
              <a:gd name="T23" fmla="*/ 169 h 410"/>
              <a:gd name="T24" fmla="*/ 352 w 410"/>
              <a:gd name="T25" fmla="*/ 109 h 410"/>
              <a:gd name="T26" fmla="*/ 373 w 410"/>
              <a:gd name="T27" fmla="*/ 83 h 410"/>
              <a:gd name="T28" fmla="*/ 327 w 410"/>
              <a:gd name="T29" fmla="*/ 37 h 410"/>
              <a:gd name="T30" fmla="*/ 301 w 410"/>
              <a:gd name="T31" fmla="*/ 58 h 410"/>
              <a:gd name="T32" fmla="*/ 241 w 410"/>
              <a:gd name="T33" fmla="*/ 33 h 410"/>
              <a:gd name="T34" fmla="*/ 238 w 410"/>
              <a:gd name="T35" fmla="*/ 0 h 410"/>
              <a:gd name="T36" fmla="*/ 173 w 410"/>
              <a:gd name="T37" fmla="*/ 0 h 410"/>
              <a:gd name="T38" fmla="*/ 170 w 410"/>
              <a:gd name="T39" fmla="*/ 33 h 410"/>
              <a:gd name="T40" fmla="*/ 109 w 410"/>
              <a:gd name="T41" fmla="*/ 58 h 410"/>
              <a:gd name="T42" fmla="*/ 83 w 410"/>
              <a:gd name="T43" fmla="*/ 37 h 410"/>
              <a:gd name="T44" fmla="*/ 37 w 410"/>
              <a:gd name="T45" fmla="*/ 83 h 410"/>
              <a:gd name="T46" fmla="*/ 59 w 410"/>
              <a:gd name="T47" fmla="*/ 109 h 410"/>
              <a:gd name="T48" fmla="*/ 34 w 410"/>
              <a:gd name="T49" fmla="*/ 169 h 410"/>
              <a:gd name="T50" fmla="*/ 0 w 410"/>
              <a:gd name="T51" fmla="*/ 172 h 410"/>
              <a:gd name="T52" fmla="*/ 0 w 410"/>
              <a:gd name="T53" fmla="*/ 237 h 410"/>
              <a:gd name="T54" fmla="*/ 34 w 410"/>
              <a:gd name="T55" fmla="*/ 241 h 410"/>
              <a:gd name="T56" fmla="*/ 59 w 410"/>
              <a:gd name="T57" fmla="*/ 301 h 410"/>
              <a:gd name="T58" fmla="*/ 37 w 410"/>
              <a:gd name="T59" fmla="*/ 327 h 410"/>
              <a:gd name="T60" fmla="*/ 83 w 410"/>
              <a:gd name="T61" fmla="*/ 373 h 410"/>
              <a:gd name="T62" fmla="*/ 109 w 410"/>
              <a:gd name="T63" fmla="*/ 351 h 410"/>
              <a:gd name="T64" fmla="*/ 170 w 410"/>
              <a:gd name="T65" fmla="*/ 376 h 410"/>
              <a:gd name="T66" fmla="*/ 205 w 410"/>
              <a:gd name="T67" fmla="*/ 293 h 410"/>
              <a:gd name="T68" fmla="*/ 117 w 410"/>
              <a:gd name="T69" fmla="*/ 205 h 410"/>
              <a:gd name="T70" fmla="*/ 205 w 410"/>
              <a:gd name="T71" fmla="*/ 117 h 410"/>
              <a:gd name="T72" fmla="*/ 294 w 410"/>
              <a:gd name="T73" fmla="*/ 205 h 410"/>
              <a:gd name="T74" fmla="*/ 205 w 410"/>
              <a:gd name="T75" fmla="*/ 293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0" h="410">
                <a:moveTo>
                  <a:pt x="170" y="376"/>
                </a:moveTo>
                <a:cubicBezTo>
                  <a:pt x="173" y="410"/>
                  <a:pt x="173" y="410"/>
                  <a:pt x="173" y="410"/>
                </a:cubicBezTo>
                <a:cubicBezTo>
                  <a:pt x="238" y="410"/>
                  <a:pt x="238" y="410"/>
                  <a:pt x="238" y="410"/>
                </a:cubicBezTo>
                <a:cubicBezTo>
                  <a:pt x="241" y="376"/>
                  <a:pt x="241" y="376"/>
                  <a:pt x="241" y="376"/>
                </a:cubicBezTo>
                <a:cubicBezTo>
                  <a:pt x="263" y="372"/>
                  <a:pt x="283" y="363"/>
                  <a:pt x="301" y="351"/>
                </a:cubicBezTo>
                <a:cubicBezTo>
                  <a:pt x="327" y="373"/>
                  <a:pt x="327" y="373"/>
                  <a:pt x="327" y="373"/>
                </a:cubicBezTo>
                <a:cubicBezTo>
                  <a:pt x="373" y="327"/>
                  <a:pt x="373" y="327"/>
                  <a:pt x="373" y="327"/>
                </a:cubicBezTo>
                <a:cubicBezTo>
                  <a:pt x="352" y="301"/>
                  <a:pt x="352" y="301"/>
                  <a:pt x="352" y="301"/>
                </a:cubicBezTo>
                <a:cubicBezTo>
                  <a:pt x="364" y="283"/>
                  <a:pt x="372" y="262"/>
                  <a:pt x="377" y="241"/>
                </a:cubicBezTo>
                <a:cubicBezTo>
                  <a:pt x="410" y="237"/>
                  <a:pt x="410" y="237"/>
                  <a:pt x="410" y="237"/>
                </a:cubicBezTo>
                <a:cubicBezTo>
                  <a:pt x="410" y="172"/>
                  <a:pt x="410" y="172"/>
                  <a:pt x="410" y="172"/>
                </a:cubicBezTo>
                <a:cubicBezTo>
                  <a:pt x="377" y="169"/>
                  <a:pt x="377" y="169"/>
                  <a:pt x="377" y="169"/>
                </a:cubicBezTo>
                <a:cubicBezTo>
                  <a:pt x="372" y="147"/>
                  <a:pt x="364" y="127"/>
                  <a:pt x="352" y="109"/>
                </a:cubicBezTo>
                <a:cubicBezTo>
                  <a:pt x="373" y="83"/>
                  <a:pt x="373" y="83"/>
                  <a:pt x="373" y="83"/>
                </a:cubicBezTo>
                <a:cubicBezTo>
                  <a:pt x="327" y="37"/>
                  <a:pt x="327" y="37"/>
                  <a:pt x="327" y="37"/>
                </a:cubicBezTo>
                <a:cubicBezTo>
                  <a:pt x="301" y="58"/>
                  <a:pt x="301" y="58"/>
                  <a:pt x="301" y="58"/>
                </a:cubicBezTo>
                <a:cubicBezTo>
                  <a:pt x="283" y="46"/>
                  <a:pt x="263" y="38"/>
                  <a:pt x="241" y="33"/>
                </a:cubicBezTo>
                <a:cubicBezTo>
                  <a:pt x="238" y="0"/>
                  <a:pt x="238" y="0"/>
                  <a:pt x="238" y="0"/>
                </a:cubicBezTo>
                <a:cubicBezTo>
                  <a:pt x="173" y="0"/>
                  <a:pt x="173" y="0"/>
                  <a:pt x="17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48" y="38"/>
                  <a:pt x="127" y="46"/>
                  <a:pt x="109" y="58"/>
                </a:cubicBezTo>
                <a:cubicBezTo>
                  <a:pt x="83" y="37"/>
                  <a:pt x="83" y="37"/>
                  <a:pt x="83" y="37"/>
                </a:cubicBezTo>
                <a:cubicBezTo>
                  <a:pt x="37" y="83"/>
                  <a:pt x="37" y="83"/>
                  <a:pt x="37" y="83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47" y="127"/>
                  <a:pt x="38" y="147"/>
                  <a:pt x="34" y="169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237"/>
                  <a:pt x="0" y="237"/>
                  <a:pt x="0" y="237"/>
                </a:cubicBezTo>
                <a:cubicBezTo>
                  <a:pt x="34" y="241"/>
                  <a:pt x="34" y="241"/>
                  <a:pt x="34" y="241"/>
                </a:cubicBezTo>
                <a:cubicBezTo>
                  <a:pt x="38" y="262"/>
                  <a:pt x="47" y="283"/>
                  <a:pt x="59" y="301"/>
                </a:cubicBezTo>
                <a:cubicBezTo>
                  <a:pt x="37" y="327"/>
                  <a:pt x="37" y="327"/>
                  <a:pt x="37" y="327"/>
                </a:cubicBezTo>
                <a:cubicBezTo>
                  <a:pt x="83" y="373"/>
                  <a:pt x="83" y="373"/>
                  <a:pt x="83" y="373"/>
                </a:cubicBezTo>
                <a:cubicBezTo>
                  <a:pt x="109" y="351"/>
                  <a:pt x="109" y="351"/>
                  <a:pt x="109" y="351"/>
                </a:cubicBezTo>
                <a:cubicBezTo>
                  <a:pt x="127" y="363"/>
                  <a:pt x="148" y="372"/>
                  <a:pt x="170" y="376"/>
                </a:cubicBezTo>
                <a:moveTo>
                  <a:pt x="205" y="293"/>
                </a:moveTo>
                <a:cubicBezTo>
                  <a:pt x="157" y="293"/>
                  <a:pt x="117" y="253"/>
                  <a:pt x="117" y="205"/>
                </a:cubicBezTo>
                <a:cubicBezTo>
                  <a:pt x="117" y="156"/>
                  <a:pt x="157" y="117"/>
                  <a:pt x="205" y="117"/>
                </a:cubicBezTo>
                <a:cubicBezTo>
                  <a:pt x="254" y="117"/>
                  <a:pt x="294" y="156"/>
                  <a:pt x="294" y="205"/>
                </a:cubicBezTo>
                <a:cubicBezTo>
                  <a:pt x="294" y="253"/>
                  <a:pt x="254" y="293"/>
                  <a:pt x="205" y="293"/>
                </a:cubicBezTo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7">
            <a:extLst>
              <a:ext uri="{FF2B5EF4-FFF2-40B4-BE49-F238E27FC236}">
                <a16:creationId xmlns:a16="http://schemas.microsoft.com/office/drawing/2014/main" id="{8FB67040-12AB-347E-ED8D-C0A134DE65D0}"/>
              </a:ext>
            </a:extLst>
          </p:cNvPr>
          <p:cNvSpPr>
            <a:spLocks noEditPoints="1"/>
          </p:cNvSpPr>
          <p:nvPr/>
        </p:nvSpPr>
        <p:spPr bwMode="auto">
          <a:xfrm>
            <a:off x="9029700" y="922576"/>
            <a:ext cx="2599379" cy="2599379"/>
          </a:xfrm>
          <a:custGeom>
            <a:avLst/>
            <a:gdLst>
              <a:gd name="T0" fmla="*/ 170 w 410"/>
              <a:gd name="T1" fmla="*/ 376 h 410"/>
              <a:gd name="T2" fmla="*/ 173 w 410"/>
              <a:gd name="T3" fmla="*/ 410 h 410"/>
              <a:gd name="T4" fmla="*/ 238 w 410"/>
              <a:gd name="T5" fmla="*/ 410 h 410"/>
              <a:gd name="T6" fmla="*/ 241 w 410"/>
              <a:gd name="T7" fmla="*/ 376 h 410"/>
              <a:gd name="T8" fmla="*/ 301 w 410"/>
              <a:gd name="T9" fmla="*/ 351 h 410"/>
              <a:gd name="T10" fmla="*/ 327 w 410"/>
              <a:gd name="T11" fmla="*/ 373 h 410"/>
              <a:gd name="T12" fmla="*/ 373 w 410"/>
              <a:gd name="T13" fmla="*/ 327 h 410"/>
              <a:gd name="T14" fmla="*/ 352 w 410"/>
              <a:gd name="T15" fmla="*/ 301 h 410"/>
              <a:gd name="T16" fmla="*/ 377 w 410"/>
              <a:gd name="T17" fmla="*/ 241 h 410"/>
              <a:gd name="T18" fmla="*/ 410 w 410"/>
              <a:gd name="T19" fmla="*/ 237 h 410"/>
              <a:gd name="T20" fmla="*/ 410 w 410"/>
              <a:gd name="T21" fmla="*/ 172 h 410"/>
              <a:gd name="T22" fmla="*/ 377 w 410"/>
              <a:gd name="T23" fmla="*/ 169 h 410"/>
              <a:gd name="T24" fmla="*/ 352 w 410"/>
              <a:gd name="T25" fmla="*/ 109 h 410"/>
              <a:gd name="T26" fmla="*/ 373 w 410"/>
              <a:gd name="T27" fmla="*/ 83 h 410"/>
              <a:gd name="T28" fmla="*/ 327 w 410"/>
              <a:gd name="T29" fmla="*/ 37 h 410"/>
              <a:gd name="T30" fmla="*/ 301 w 410"/>
              <a:gd name="T31" fmla="*/ 58 h 410"/>
              <a:gd name="T32" fmla="*/ 241 w 410"/>
              <a:gd name="T33" fmla="*/ 33 h 410"/>
              <a:gd name="T34" fmla="*/ 238 w 410"/>
              <a:gd name="T35" fmla="*/ 0 h 410"/>
              <a:gd name="T36" fmla="*/ 173 w 410"/>
              <a:gd name="T37" fmla="*/ 0 h 410"/>
              <a:gd name="T38" fmla="*/ 170 w 410"/>
              <a:gd name="T39" fmla="*/ 33 h 410"/>
              <a:gd name="T40" fmla="*/ 109 w 410"/>
              <a:gd name="T41" fmla="*/ 58 h 410"/>
              <a:gd name="T42" fmla="*/ 83 w 410"/>
              <a:gd name="T43" fmla="*/ 37 h 410"/>
              <a:gd name="T44" fmla="*/ 37 w 410"/>
              <a:gd name="T45" fmla="*/ 83 h 410"/>
              <a:gd name="T46" fmla="*/ 59 w 410"/>
              <a:gd name="T47" fmla="*/ 109 h 410"/>
              <a:gd name="T48" fmla="*/ 34 w 410"/>
              <a:gd name="T49" fmla="*/ 169 h 410"/>
              <a:gd name="T50" fmla="*/ 0 w 410"/>
              <a:gd name="T51" fmla="*/ 172 h 410"/>
              <a:gd name="T52" fmla="*/ 0 w 410"/>
              <a:gd name="T53" fmla="*/ 237 h 410"/>
              <a:gd name="T54" fmla="*/ 34 w 410"/>
              <a:gd name="T55" fmla="*/ 241 h 410"/>
              <a:gd name="T56" fmla="*/ 59 w 410"/>
              <a:gd name="T57" fmla="*/ 301 h 410"/>
              <a:gd name="T58" fmla="*/ 37 w 410"/>
              <a:gd name="T59" fmla="*/ 327 h 410"/>
              <a:gd name="T60" fmla="*/ 83 w 410"/>
              <a:gd name="T61" fmla="*/ 373 h 410"/>
              <a:gd name="T62" fmla="*/ 109 w 410"/>
              <a:gd name="T63" fmla="*/ 351 h 410"/>
              <a:gd name="T64" fmla="*/ 170 w 410"/>
              <a:gd name="T65" fmla="*/ 376 h 410"/>
              <a:gd name="T66" fmla="*/ 205 w 410"/>
              <a:gd name="T67" fmla="*/ 293 h 410"/>
              <a:gd name="T68" fmla="*/ 117 w 410"/>
              <a:gd name="T69" fmla="*/ 205 h 410"/>
              <a:gd name="T70" fmla="*/ 205 w 410"/>
              <a:gd name="T71" fmla="*/ 117 h 410"/>
              <a:gd name="T72" fmla="*/ 294 w 410"/>
              <a:gd name="T73" fmla="*/ 205 h 410"/>
              <a:gd name="T74" fmla="*/ 205 w 410"/>
              <a:gd name="T75" fmla="*/ 293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0" h="410">
                <a:moveTo>
                  <a:pt x="170" y="376"/>
                </a:moveTo>
                <a:cubicBezTo>
                  <a:pt x="173" y="410"/>
                  <a:pt x="173" y="410"/>
                  <a:pt x="173" y="410"/>
                </a:cubicBezTo>
                <a:cubicBezTo>
                  <a:pt x="238" y="410"/>
                  <a:pt x="238" y="410"/>
                  <a:pt x="238" y="410"/>
                </a:cubicBezTo>
                <a:cubicBezTo>
                  <a:pt x="241" y="376"/>
                  <a:pt x="241" y="376"/>
                  <a:pt x="241" y="376"/>
                </a:cubicBezTo>
                <a:cubicBezTo>
                  <a:pt x="263" y="372"/>
                  <a:pt x="283" y="363"/>
                  <a:pt x="301" y="351"/>
                </a:cubicBezTo>
                <a:cubicBezTo>
                  <a:pt x="327" y="373"/>
                  <a:pt x="327" y="373"/>
                  <a:pt x="327" y="373"/>
                </a:cubicBezTo>
                <a:cubicBezTo>
                  <a:pt x="373" y="327"/>
                  <a:pt x="373" y="327"/>
                  <a:pt x="373" y="327"/>
                </a:cubicBezTo>
                <a:cubicBezTo>
                  <a:pt x="352" y="301"/>
                  <a:pt x="352" y="301"/>
                  <a:pt x="352" y="301"/>
                </a:cubicBezTo>
                <a:cubicBezTo>
                  <a:pt x="364" y="283"/>
                  <a:pt x="372" y="262"/>
                  <a:pt x="377" y="241"/>
                </a:cubicBezTo>
                <a:cubicBezTo>
                  <a:pt x="410" y="237"/>
                  <a:pt x="410" y="237"/>
                  <a:pt x="410" y="237"/>
                </a:cubicBezTo>
                <a:cubicBezTo>
                  <a:pt x="410" y="172"/>
                  <a:pt x="410" y="172"/>
                  <a:pt x="410" y="172"/>
                </a:cubicBezTo>
                <a:cubicBezTo>
                  <a:pt x="377" y="169"/>
                  <a:pt x="377" y="169"/>
                  <a:pt x="377" y="169"/>
                </a:cubicBezTo>
                <a:cubicBezTo>
                  <a:pt x="372" y="147"/>
                  <a:pt x="364" y="127"/>
                  <a:pt x="352" y="109"/>
                </a:cubicBezTo>
                <a:cubicBezTo>
                  <a:pt x="373" y="83"/>
                  <a:pt x="373" y="83"/>
                  <a:pt x="373" y="83"/>
                </a:cubicBezTo>
                <a:cubicBezTo>
                  <a:pt x="327" y="37"/>
                  <a:pt x="327" y="37"/>
                  <a:pt x="327" y="37"/>
                </a:cubicBezTo>
                <a:cubicBezTo>
                  <a:pt x="301" y="58"/>
                  <a:pt x="301" y="58"/>
                  <a:pt x="301" y="58"/>
                </a:cubicBezTo>
                <a:cubicBezTo>
                  <a:pt x="283" y="46"/>
                  <a:pt x="263" y="38"/>
                  <a:pt x="241" y="33"/>
                </a:cubicBezTo>
                <a:cubicBezTo>
                  <a:pt x="238" y="0"/>
                  <a:pt x="238" y="0"/>
                  <a:pt x="238" y="0"/>
                </a:cubicBezTo>
                <a:cubicBezTo>
                  <a:pt x="173" y="0"/>
                  <a:pt x="173" y="0"/>
                  <a:pt x="173" y="0"/>
                </a:cubicBezTo>
                <a:cubicBezTo>
                  <a:pt x="170" y="33"/>
                  <a:pt x="170" y="33"/>
                  <a:pt x="170" y="33"/>
                </a:cubicBezTo>
                <a:cubicBezTo>
                  <a:pt x="148" y="38"/>
                  <a:pt x="127" y="46"/>
                  <a:pt x="109" y="58"/>
                </a:cubicBezTo>
                <a:cubicBezTo>
                  <a:pt x="83" y="37"/>
                  <a:pt x="83" y="37"/>
                  <a:pt x="83" y="37"/>
                </a:cubicBezTo>
                <a:cubicBezTo>
                  <a:pt x="37" y="83"/>
                  <a:pt x="37" y="83"/>
                  <a:pt x="37" y="83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47" y="127"/>
                  <a:pt x="38" y="147"/>
                  <a:pt x="34" y="169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237"/>
                  <a:pt x="0" y="237"/>
                  <a:pt x="0" y="237"/>
                </a:cubicBezTo>
                <a:cubicBezTo>
                  <a:pt x="34" y="241"/>
                  <a:pt x="34" y="241"/>
                  <a:pt x="34" y="241"/>
                </a:cubicBezTo>
                <a:cubicBezTo>
                  <a:pt x="38" y="262"/>
                  <a:pt x="47" y="283"/>
                  <a:pt x="59" y="301"/>
                </a:cubicBezTo>
                <a:cubicBezTo>
                  <a:pt x="37" y="327"/>
                  <a:pt x="37" y="327"/>
                  <a:pt x="37" y="327"/>
                </a:cubicBezTo>
                <a:cubicBezTo>
                  <a:pt x="83" y="373"/>
                  <a:pt x="83" y="373"/>
                  <a:pt x="83" y="373"/>
                </a:cubicBezTo>
                <a:cubicBezTo>
                  <a:pt x="109" y="351"/>
                  <a:pt x="109" y="351"/>
                  <a:pt x="109" y="351"/>
                </a:cubicBezTo>
                <a:cubicBezTo>
                  <a:pt x="127" y="363"/>
                  <a:pt x="148" y="372"/>
                  <a:pt x="170" y="376"/>
                </a:cubicBezTo>
                <a:moveTo>
                  <a:pt x="205" y="293"/>
                </a:moveTo>
                <a:cubicBezTo>
                  <a:pt x="157" y="293"/>
                  <a:pt x="117" y="253"/>
                  <a:pt x="117" y="205"/>
                </a:cubicBezTo>
                <a:cubicBezTo>
                  <a:pt x="117" y="156"/>
                  <a:pt x="157" y="117"/>
                  <a:pt x="205" y="117"/>
                </a:cubicBezTo>
                <a:cubicBezTo>
                  <a:pt x="254" y="117"/>
                  <a:pt x="294" y="156"/>
                  <a:pt x="294" y="205"/>
                </a:cubicBezTo>
                <a:cubicBezTo>
                  <a:pt x="294" y="253"/>
                  <a:pt x="254" y="293"/>
                  <a:pt x="205" y="29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57A16A-4194-3FC7-08F4-0DDA5FC0F216}"/>
              </a:ext>
            </a:extLst>
          </p:cNvPr>
          <p:cNvSpPr/>
          <p:nvPr/>
        </p:nvSpPr>
        <p:spPr>
          <a:xfrm>
            <a:off x="6827548" y="4447100"/>
            <a:ext cx="480647" cy="48064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FFC3C3-2147-5DAD-4901-2A68A4B4F7A9}"/>
              </a:ext>
            </a:extLst>
          </p:cNvPr>
          <p:cNvSpPr txBox="1"/>
          <p:nvPr/>
        </p:nvSpPr>
        <p:spPr>
          <a:xfrm>
            <a:off x="6896523" y="4561021"/>
            <a:ext cx="375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Sora" pitchFamily="2" charset="0"/>
                <a:cs typeface="Sora" pitchFamily="2" charset="0"/>
              </a:rPr>
              <a:t>03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03BE2B-A29D-1AF2-73F7-E445B6617D08}"/>
              </a:ext>
            </a:extLst>
          </p:cNvPr>
          <p:cNvGrpSpPr/>
          <p:nvPr/>
        </p:nvGrpSpPr>
        <p:grpSpPr>
          <a:xfrm>
            <a:off x="6870227" y="2921728"/>
            <a:ext cx="395288" cy="328613"/>
            <a:chOff x="11392732" y="5538770"/>
            <a:chExt cx="395288" cy="3286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FE650D17-3607-B39F-CA46-A3757FFA33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92732" y="5538770"/>
              <a:ext cx="395288" cy="252413"/>
            </a:xfrm>
            <a:custGeom>
              <a:avLst/>
              <a:gdLst>
                <a:gd name="T0" fmla="*/ 0 w 182"/>
                <a:gd name="T1" fmla="*/ 59 h 117"/>
                <a:gd name="T2" fmla="*/ 88 w 182"/>
                <a:gd name="T3" fmla="*/ 2 h 117"/>
                <a:gd name="T4" fmla="*/ 104 w 182"/>
                <a:gd name="T5" fmla="*/ 5 h 117"/>
                <a:gd name="T6" fmla="*/ 169 w 182"/>
                <a:gd name="T7" fmla="*/ 48 h 117"/>
                <a:gd name="T8" fmla="*/ 169 w 182"/>
                <a:gd name="T9" fmla="*/ 71 h 117"/>
                <a:gd name="T10" fmla="*/ 104 w 182"/>
                <a:gd name="T11" fmla="*/ 113 h 117"/>
                <a:gd name="T12" fmla="*/ 87 w 182"/>
                <a:gd name="T13" fmla="*/ 115 h 117"/>
                <a:gd name="T14" fmla="*/ 0 w 182"/>
                <a:gd name="T15" fmla="*/ 59 h 117"/>
                <a:gd name="T16" fmla="*/ 33 w 182"/>
                <a:gd name="T17" fmla="*/ 59 h 117"/>
                <a:gd name="T18" fmla="*/ 86 w 182"/>
                <a:gd name="T19" fmla="*/ 93 h 117"/>
                <a:gd name="T20" fmla="*/ 101 w 182"/>
                <a:gd name="T21" fmla="*/ 93 h 117"/>
                <a:gd name="T22" fmla="*/ 154 w 182"/>
                <a:gd name="T23" fmla="*/ 58 h 117"/>
                <a:gd name="T24" fmla="*/ 101 w 182"/>
                <a:gd name="T25" fmla="*/ 23 h 117"/>
                <a:gd name="T26" fmla="*/ 87 w 182"/>
                <a:gd name="T27" fmla="*/ 23 h 117"/>
                <a:gd name="T28" fmla="*/ 33 w 182"/>
                <a:gd name="T2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2" h="117">
                  <a:moveTo>
                    <a:pt x="0" y="59"/>
                  </a:moveTo>
                  <a:cubicBezTo>
                    <a:pt x="33" y="38"/>
                    <a:pt x="60" y="19"/>
                    <a:pt x="88" y="2"/>
                  </a:cubicBezTo>
                  <a:cubicBezTo>
                    <a:pt x="92" y="0"/>
                    <a:pt x="100" y="2"/>
                    <a:pt x="104" y="5"/>
                  </a:cubicBezTo>
                  <a:cubicBezTo>
                    <a:pt x="126" y="19"/>
                    <a:pt x="148" y="34"/>
                    <a:pt x="169" y="48"/>
                  </a:cubicBezTo>
                  <a:cubicBezTo>
                    <a:pt x="182" y="56"/>
                    <a:pt x="182" y="63"/>
                    <a:pt x="169" y="71"/>
                  </a:cubicBezTo>
                  <a:cubicBezTo>
                    <a:pt x="147" y="85"/>
                    <a:pt x="126" y="100"/>
                    <a:pt x="104" y="113"/>
                  </a:cubicBezTo>
                  <a:cubicBezTo>
                    <a:pt x="99" y="116"/>
                    <a:pt x="91" y="117"/>
                    <a:pt x="87" y="115"/>
                  </a:cubicBezTo>
                  <a:cubicBezTo>
                    <a:pt x="60" y="98"/>
                    <a:pt x="33" y="80"/>
                    <a:pt x="0" y="59"/>
                  </a:cubicBezTo>
                  <a:close/>
                  <a:moveTo>
                    <a:pt x="33" y="59"/>
                  </a:moveTo>
                  <a:cubicBezTo>
                    <a:pt x="52" y="71"/>
                    <a:pt x="69" y="82"/>
                    <a:pt x="86" y="93"/>
                  </a:cubicBezTo>
                  <a:cubicBezTo>
                    <a:pt x="90" y="95"/>
                    <a:pt x="97" y="95"/>
                    <a:pt x="101" y="93"/>
                  </a:cubicBezTo>
                  <a:cubicBezTo>
                    <a:pt x="118" y="82"/>
                    <a:pt x="135" y="71"/>
                    <a:pt x="154" y="58"/>
                  </a:cubicBezTo>
                  <a:cubicBezTo>
                    <a:pt x="135" y="46"/>
                    <a:pt x="118" y="34"/>
                    <a:pt x="101" y="23"/>
                  </a:cubicBezTo>
                  <a:cubicBezTo>
                    <a:pt x="97" y="21"/>
                    <a:pt x="90" y="21"/>
                    <a:pt x="87" y="23"/>
                  </a:cubicBezTo>
                  <a:cubicBezTo>
                    <a:pt x="70" y="34"/>
                    <a:pt x="53" y="46"/>
                    <a:pt x="33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C8017C45-3872-5C84-7794-B41B0EA75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4957" y="5729270"/>
              <a:ext cx="366713" cy="138113"/>
            </a:xfrm>
            <a:custGeom>
              <a:avLst/>
              <a:gdLst>
                <a:gd name="T0" fmla="*/ 169 w 169"/>
                <a:gd name="T1" fmla="*/ 7 h 64"/>
                <a:gd name="T2" fmla="*/ 160 w 169"/>
                <a:gd name="T3" fmla="*/ 17 h 64"/>
                <a:gd name="T4" fmla="*/ 92 w 169"/>
                <a:gd name="T5" fmla="*/ 61 h 64"/>
                <a:gd name="T6" fmla="*/ 72 w 169"/>
                <a:gd name="T7" fmla="*/ 60 h 64"/>
                <a:gd name="T8" fmla="*/ 7 w 169"/>
                <a:gd name="T9" fmla="*/ 18 h 64"/>
                <a:gd name="T10" fmla="*/ 0 w 169"/>
                <a:gd name="T11" fmla="*/ 2 h 64"/>
                <a:gd name="T12" fmla="*/ 17 w 169"/>
                <a:gd name="T13" fmla="*/ 4 h 64"/>
                <a:gd name="T14" fmla="*/ 69 w 169"/>
                <a:gd name="T15" fmla="*/ 37 h 64"/>
                <a:gd name="T16" fmla="*/ 96 w 169"/>
                <a:gd name="T17" fmla="*/ 38 h 64"/>
                <a:gd name="T18" fmla="*/ 151 w 169"/>
                <a:gd name="T19" fmla="*/ 2 h 64"/>
                <a:gd name="T20" fmla="*/ 168 w 169"/>
                <a:gd name="T21" fmla="*/ 2 h 64"/>
                <a:gd name="T22" fmla="*/ 169 w 169"/>
                <a:gd name="T23" fmla="*/ 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9" h="64">
                  <a:moveTo>
                    <a:pt x="169" y="7"/>
                  </a:moveTo>
                  <a:cubicBezTo>
                    <a:pt x="166" y="10"/>
                    <a:pt x="164" y="14"/>
                    <a:pt x="160" y="17"/>
                  </a:cubicBezTo>
                  <a:cubicBezTo>
                    <a:pt x="138" y="32"/>
                    <a:pt x="115" y="47"/>
                    <a:pt x="92" y="61"/>
                  </a:cubicBezTo>
                  <a:cubicBezTo>
                    <a:pt x="87" y="64"/>
                    <a:pt x="77" y="63"/>
                    <a:pt x="72" y="60"/>
                  </a:cubicBezTo>
                  <a:cubicBezTo>
                    <a:pt x="50" y="47"/>
                    <a:pt x="28" y="33"/>
                    <a:pt x="7" y="18"/>
                  </a:cubicBezTo>
                  <a:cubicBezTo>
                    <a:pt x="3" y="15"/>
                    <a:pt x="2" y="7"/>
                    <a:pt x="0" y="2"/>
                  </a:cubicBezTo>
                  <a:cubicBezTo>
                    <a:pt x="5" y="3"/>
                    <a:pt x="12" y="1"/>
                    <a:pt x="17" y="4"/>
                  </a:cubicBezTo>
                  <a:cubicBezTo>
                    <a:pt x="35" y="14"/>
                    <a:pt x="52" y="25"/>
                    <a:pt x="69" y="37"/>
                  </a:cubicBezTo>
                  <a:cubicBezTo>
                    <a:pt x="79" y="44"/>
                    <a:pt x="86" y="45"/>
                    <a:pt x="96" y="38"/>
                  </a:cubicBezTo>
                  <a:cubicBezTo>
                    <a:pt x="114" y="25"/>
                    <a:pt x="132" y="13"/>
                    <a:pt x="151" y="2"/>
                  </a:cubicBezTo>
                  <a:cubicBezTo>
                    <a:pt x="156" y="0"/>
                    <a:pt x="163" y="2"/>
                    <a:pt x="168" y="2"/>
                  </a:cubicBezTo>
                  <a:cubicBezTo>
                    <a:pt x="169" y="4"/>
                    <a:pt x="169" y="6"/>
                    <a:pt x="169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063B5B1-E333-86B8-138A-C47B7BC92D50}"/>
              </a:ext>
            </a:extLst>
          </p:cNvPr>
          <p:cNvGrpSpPr/>
          <p:nvPr/>
        </p:nvGrpSpPr>
        <p:grpSpPr>
          <a:xfrm>
            <a:off x="10169876" y="2038908"/>
            <a:ext cx="369888" cy="366713"/>
            <a:chOff x="3803651" y="1588"/>
            <a:chExt cx="369888" cy="3667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E592EAAB-B9F1-B1EF-215D-F161177FDC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3651" y="1588"/>
              <a:ext cx="263525" cy="366713"/>
            </a:xfrm>
            <a:custGeom>
              <a:avLst/>
              <a:gdLst>
                <a:gd name="T0" fmla="*/ 104 w 122"/>
                <a:gd name="T1" fmla="*/ 18 h 169"/>
                <a:gd name="T2" fmla="*/ 47 w 122"/>
                <a:gd name="T3" fmla="*/ 18 h 169"/>
                <a:gd name="T4" fmla="*/ 72 w 122"/>
                <a:gd name="T5" fmla="*/ 85 h 169"/>
                <a:gd name="T6" fmla="*/ 72 w 122"/>
                <a:gd name="T7" fmla="*/ 135 h 169"/>
                <a:gd name="T8" fmla="*/ 103 w 122"/>
                <a:gd name="T9" fmla="*/ 135 h 169"/>
                <a:gd name="T10" fmla="*/ 104 w 122"/>
                <a:gd name="T11" fmla="*/ 125 h 169"/>
                <a:gd name="T12" fmla="*/ 114 w 122"/>
                <a:gd name="T13" fmla="*/ 104 h 169"/>
                <a:gd name="T14" fmla="*/ 121 w 122"/>
                <a:gd name="T15" fmla="*/ 126 h 169"/>
                <a:gd name="T16" fmla="*/ 94 w 122"/>
                <a:gd name="T17" fmla="*/ 154 h 169"/>
                <a:gd name="T18" fmla="*/ 69 w 122"/>
                <a:gd name="T19" fmla="*/ 166 h 169"/>
                <a:gd name="T20" fmla="*/ 55 w 122"/>
                <a:gd name="T21" fmla="*/ 167 h 169"/>
                <a:gd name="T22" fmla="*/ 10 w 122"/>
                <a:gd name="T23" fmla="*/ 141 h 169"/>
                <a:gd name="T24" fmla="*/ 1 w 122"/>
                <a:gd name="T25" fmla="*/ 124 h 169"/>
                <a:gd name="T26" fmla="*/ 0 w 122"/>
                <a:gd name="T27" fmla="*/ 16 h 169"/>
                <a:gd name="T28" fmla="*/ 17 w 122"/>
                <a:gd name="T29" fmla="*/ 0 h 169"/>
                <a:gd name="T30" fmla="*/ 105 w 122"/>
                <a:gd name="T31" fmla="*/ 0 h 169"/>
                <a:gd name="T32" fmla="*/ 121 w 122"/>
                <a:gd name="T33" fmla="*/ 16 h 169"/>
                <a:gd name="T34" fmla="*/ 121 w 122"/>
                <a:gd name="T35" fmla="*/ 56 h 169"/>
                <a:gd name="T36" fmla="*/ 114 w 122"/>
                <a:gd name="T37" fmla="*/ 66 h 169"/>
                <a:gd name="T38" fmla="*/ 105 w 122"/>
                <a:gd name="T39" fmla="*/ 56 h 169"/>
                <a:gd name="T40" fmla="*/ 104 w 122"/>
                <a:gd name="T41" fmla="*/ 18 h 169"/>
                <a:gd name="T42" fmla="*/ 53 w 122"/>
                <a:gd name="T43" fmla="*/ 144 h 169"/>
                <a:gd name="T44" fmla="*/ 53 w 122"/>
                <a:gd name="T45" fmla="*/ 72 h 169"/>
                <a:gd name="T46" fmla="*/ 18 w 122"/>
                <a:gd name="T47" fmla="*/ 27 h 169"/>
                <a:gd name="T48" fmla="*/ 18 w 122"/>
                <a:gd name="T49" fmla="*/ 97 h 169"/>
                <a:gd name="T50" fmla="*/ 53 w 122"/>
                <a:gd name="T51" fmla="*/ 1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2" h="169">
                  <a:moveTo>
                    <a:pt x="104" y="18"/>
                  </a:moveTo>
                  <a:cubicBezTo>
                    <a:pt x="85" y="18"/>
                    <a:pt x="69" y="18"/>
                    <a:pt x="47" y="18"/>
                  </a:cubicBezTo>
                  <a:cubicBezTo>
                    <a:pt x="83" y="34"/>
                    <a:pt x="70" y="62"/>
                    <a:pt x="72" y="85"/>
                  </a:cubicBezTo>
                  <a:cubicBezTo>
                    <a:pt x="73" y="101"/>
                    <a:pt x="72" y="118"/>
                    <a:pt x="72" y="135"/>
                  </a:cubicBezTo>
                  <a:cubicBezTo>
                    <a:pt x="84" y="135"/>
                    <a:pt x="93" y="135"/>
                    <a:pt x="103" y="135"/>
                  </a:cubicBezTo>
                  <a:cubicBezTo>
                    <a:pt x="103" y="131"/>
                    <a:pt x="103" y="128"/>
                    <a:pt x="104" y="125"/>
                  </a:cubicBezTo>
                  <a:cubicBezTo>
                    <a:pt x="107" y="118"/>
                    <a:pt x="110" y="111"/>
                    <a:pt x="114" y="104"/>
                  </a:cubicBezTo>
                  <a:cubicBezTo>
                    <a:pt x="116" y="112"/>
                    <a:pt x="121" y="119"/>
                    <a:pt x="121" y="126"/>
                  </a:cubicBezTo>
                  <a:cubicBezTo>
                    <a:pt x="122" y="153"/>
                    <a:pt x="121" y="153"/>
                    <a:pt x="94" y="154"/>
                  </a:cubicBezTo>
                  <a:cubicBezTo>
                    <a:pt x="84" y="154"/>
                    <a:pt x="72" y="150"/>
                    <a:pt x="69" y="166"/>
                  </a:cubicBezTo>
                  <a:cubicBezTo>
                    <a:pt x="69" y="168"/>
                    <a:pt x="59" y="169"/>
                    <a:pt x="55" y="167"/>
                  </a:cubicBezTo>
                  <a:cubicBezTo>
                    <a:pt x="39" y="160"/>
                    <a:pt x="24" y="151"/>
                    <a:pt x="10" y="141"/>
                  </a:cubicBezTo>
                  <a:cubicBezTo>
                    <a:pt x="5" y="138"/>
                    <a:pt x="1" y="130"/>
                    <a:pt x="1" y="124"/>
                  </a:cubicBezTo>
                  <a:cubicBezTo>
                    <a:pt x="0" y="88"/>
                    <a:pt x="1" y="52"/>
                    <a:pt x="0" y="16"/>
                  </a:cubicBezTo>
                  <a:cubicBezTo>
                    <a:pt x="0" y="3"/>
                    <a:pt x="5" y="0"/>
                    <a:pt x="17" y="0"/>
                  </a:cubicBezTo>
                  <a:cubicBezTo>
                    <a:pt x="46" y="0"/>
                    <a:pt x="76" y="0"/>
                    <a:pt x="105" y="0"/>
                  </a:cubicBezTo>
                  <a:cubicBezTo>
                    <a:pt x="117" y="0"/>
                    <a:pt x="122" y="4"/>
                    <a:pt x="121" y="16"/>
                  </a:cubicBezTo>
                  <a:cubicBezTo>
                    <a:pt x="121" y="30"/>
                    <a:pt x="122" y="43"/>
                    <a:pt x="121" y="56"/>
                  </a:cubicBezTo>
                  <a:cubicBezTo>
                    <a:pt x="120" y="60"/>
                    <a:pt x="116" y="63"/>
                    <a:pt x="114" y="66"/>
                  </a:cubicBezTo>
                  <a:cubicBezTo>
                    <a:pt x="111" y="63"/>
                    <a:pt x="105" y="60"/>
                    <a:pt x="105" y="56"/>
                  </a:cubicBezTo>
                  <a:cubicBezTo>
                    <a:pt x="104" y="44"/>
                    <a:pt x="104" y="32"/>
                    <a:pt x="104" y="18"/>
                  </a:cubicBezTo>
                  <a:close/>
                  <a:moveTo>
                    <a:pt x="53" y="144"/>
                  </a:moveTo>
                  <a:cubicBezTo>
                    <a:pt x="53" y="119"/>
                    <a:pt x="53" y="95"/>
                    <a:pt x="53" y="72"/>
                  </a:cubicBezTo>
                  <a:cubicBezTo>
                    <a:pt x="53" y="41"/>
                    <a:pt x="50" y="37"/>
                    <a:pt x="18" y="27"/>
                  </a:cubicBezTo>
                  <a:cubicBezTo>
                    <a:pt x="18" y="51"/>
                    <a:pt x="18" y="74"/>
                    <a:pt x="18" y="97"/>
                  </a:cubicBezTo>
                  <a:cubicBezTo>
                    <a:pt x="18" y="131"/>
                    <a:pt x="18" y="131"/>
                    <a:pt x="53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361E54DB-8669-C1AC-0EB5-2886F6619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1" y="111125"/>
              <a:ext cx="179388" cy="149225"/>
            </a:xfrm>
            <a:custGeom>
              <a:avLst/>
              <a:gdLst>
                <a:gd name="T0" fmla="*/ 44 w 83"/>
                <a:gd name="T1" fmla="*/ 43 h 69"/>
                <a:gd name="T2" fmla="*/ 10 w 83"/>
                <a:gd name="T3" fmla="*/ 43 h 69"/>
                <a:gd name="T4" fmla="*/ 0 w 83"/>
                <a:gd name="T5" fmla="*/ 35 h 69"/>
                <a:gd name="T6" fmla="*/ 9 w 83"/>
                <a:gd name="T7" fmla="*/ 27 h 69"/>
                <a:gd name="T8" fmla="*/ 50 w 83"/>
                <a:gd name="T9" fmla="*/ 27 h 69"/>
                <a:gd name="T10" fmla="*/ 42 w 83"/>
                <a:gd name="T11" fmla="*/ 14 h 69"/>
                <a:gd name="T12" fmla="*/ 45 w 83"/>
                <a:gd name="T13" fmla="*/ 2 h 69"/>
                <a:gd name="T14" fmla="*/ 55 w 83"/>
                <a:gd name="T15" fmla="*/ 3 h 69"/>
                <a:gd name="T16" fmla="*/ 80 w 83"/>
                <a:gd name="T17" fmla="*/ 28 h 69"/>
                <a:gd name="T18" fmla="*/ 79 w 83"/>
                <a:gd name="T19" fmla="*/ 44 h 69"/>
                <a:gd name="T20" fmla="*/ 64 w 83"/>
                <a:gd name="T21" fmla="*/ 59 h 69"/>
                <a:gd name="T22" fmla="*/ 44 w 83"/>
                <a:gd name="T23" fmla="*/ 69 h 69"/>
                <a:gd name="T24" fmla="*/ 44 w 83"/>
                <a:gd name="T25" fmla="*/ 43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69">
                  <a:moveTo>
                    <a:pt x="44" y="43"/>
                  </a:moveTo>
                  <a:cubicBezTo>
                    <a:pt x="35" y="43"/>
                    <a:pt x="22" y="44"/>
                    <a:pt x="10" y="43"/>
                  </a:cubicBezTo>
                  <a:cubicBezTo>
                    <a:pt x="6" y="43"/>
                    <a:pt x="3" y="38"/>
                    <a:pt x="0" y="35"/>
                  </a:cubicBezTo>
                  <a:cubicBezTo>
                    <a:pt x="3" y="33"/>
                    <a:pt x="6" y="28"/>
                    <a:pt x="9" y="27"/>
                  </a:cubicBezTo>
                  <a:cubicBezTo>
                    <a:pt x="22" y="26"/>
                    <a:pt x="35" y="27"/>
                    <a:pt x="50" y="27"/>
                  </a:cubicBezTo>
                  <a:cubicBezTo>
                    <a:pt x="46" y="21"/>
                    <a:pt x="43" y="18"/>
                    <a:pt x="42" y="14"/>
                  </a:cubicBezTo>
                  <a:cubicBezTo>
                    <a:pt x="41" y="10"/>
                    <a:pt x="42" y="5"/>
                    <a:pt x="45" y="2"/>
                  </a:cubicBezTo>
                  <a:cubicBezTo>
                    <a:pt x="46" y="0"/>
                    <a:pt x="53" y="1"/>
                    <a:pt x="55" y="3"/>
                  </a:cubicBezTo>
                  <a:cubicBezTo>
                    <a:pt x="64" y="11"/>
                    <a:pt x="73" y="19"/>
                    <a:pt x="80" y="28"/>
                  </a:cubicBezTo>
                  <a:cubicBezTo>
                    <a:pt x="83" y="31"/>
                    <a:pt x="81" y="40"/>
                    <a:pt x="79" y="44"/>
                  </a:cubicBezTo>
                  <a:cubicBezTo>
                    <a:pt x="75" y="50"/>
                    <a:pt x="70" y="55"/>
                    <a:pt x="64" y="59"/>
                  </a:cubicBezTo>
                  <a:cubicBezTo>
                    <a:pt x="58" y="64"/>
                    <a:pt x="51" y="66"/>
                    <a:pt x="44" y="69"/>
                  </a:cubicBezTo>
                  <a:cubicBezTo>
                    <a:pt x="44" y="62"/>
                    <a:pt x="44" y="54"/>
                    <a:pt x="4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53564B-3E0E-FB1F-60CC-9756959A2F27}"/>
              </a:ext>
            </a:extLst>
          </p:cNvPr>
          <p:cNvGrpSpPr/>
          <p:nvPr/>
        </p:nvGrpSpPr>
        <p:grpSpPr>
          <a:xfrm>
            <a:off x="1592889" y="4181331"/>
            <a:ext cx="374650" cy="374650"/>
            <a:chOff x="8010526" y="6483350"/>
            <a:chExt cx="374650" cy="3746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D711FF2D-C1FA-A307-B991-12CC30BBB4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10526" y="6483350"/>
              <a:ext cx="374650" cy="374650"/>
            </a:xfrm>
            <a:custGeom>
              <a:avLst/>
              <a:gdLst>
                <a:gd name="T0" fmla="*/ 86 w 173"/>
                <a:gd name="T1" fmla="*/ 173 h 173"/>
                <a:gd name="T2" fmla="*/ 0 w 173"/>
                <a:gd name="T3" fmla="*/ 86 h 173"/>
                <a:gd name="T4" fmla="*/ 88 w 173"/>
                <a:gd name="T5" fmla="*/ 1 h 173"/>
                <a:gd name="T6" fmla="*/ 173 w 173"/>
                <a:gd name="T7" fmla="*/ 87 h 173"/>
                <a:gd name="T8" fmla="*/ 86 w 173"/>
                <a:gd name="T9" fmla="*/ 173 h 173"/>
                <a:gd name="T10" fmla="*/ 19 w 173"/>
                <a:gd name="T11" fmla="*/ 86 h 173"/>
                <a:gd name="T12" fmla="*/ 87 w 173"/>
                <a:gd name="T13" fmla="*/ 155 h 173"/>
                <a:gd name="T14" fmla="*/ 155 w 173"/>
                <a:gd name="T15" fmla="*/ 87 h 173"/>
                <a:gd name="T16" fmla="*/ 88 w 173"/>
                <a:gd name="T17" fmla="*/ 19 h 173"/>
                <a:gd name="T18" fmla="*/ 19 w 173"/>
                <a:gd name="T19" fmla="*/ 8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3" h="173">
                  <a:moveTo>
                    <a:pt x="86" y="173"/>
                  </a:moveTo>
                  <a:cubicBezTo>
                    <a:pt x="39" y="173"/>
                    <a:pt x="0" y="133"/>
                    <a:pt x="0" y="86"/>
                  </a:cubicBezTo>
                  <a:cubicBezTo>
                    <a:pt x="1" y="39"/>
                    <a:pt x="41" y="0"/>
                    <a:pt x="88" y="1"/>
                  </a:cubicBezTo>
                  <a:cubicBezTo>
                    <a:pt x="134" y="1"/>
                    <a:pt x="173" y="40"/>
                    <a:pt x="173" y="87"/>
                  </a:cubicBezTo>
                  <a:cubicBezTo>
                    <a:pt x="173" y="134"/>
                    <a:pt x="134" y="173"/>
                    <a:pt x="86" y="173"/>
                  </a:cubicBezTo>
                  <a:close/>
                  <a:moveTo>
                    <a:pt x="19" y="86"/>
                  </a:moveTo>
                  <a:cubicBezTo>
                    <a:pt x="18" y="124"/>
                    <a:pt x="50" y="156"/>
                    <a:pt x="87" y="155"/>
                  </a:cubicBezTo>
                  <a:cubicBezTo>
                    <a:pt x="123" y="155"/>
                    <a:pt x="155" y="123"/>
                    <a:pt x="155" y="87"/>
                  </a:cubicBezTo>
                  <a:cubicBezTo>
                    <a:pt x="155" y="51"/>
                    <a:pt x="124" y="20"/>
                    <a:pt x="88" y="19"/>
                  </a:cubicBezTo>
                  <a:cubicBezTo>
                    <a:pt x="50" y="18"/>
                    <a:pt x="19" y="49"/>
                    <a:pt x="19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70FE1865-49CF-9BC1-D91D-ED8F206F9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2126" y="6597650"/>
              <a:ext cx="171450" cy="128588"/>
            </a:xfrm>
            <a:custGeom>
              <a:avLst/>
              <a:gdLst>
                <a:gd name="T0" fmla="*/ 30 w 79"/>
                <a:gd name="T1" fmla="*/ 39 h 59"/>
                <a:gd name="T2" fmla="*/ 62 w 79"/>
                <a:gd name="T3" fmla="*/ 4 h 59"/>
                <a:gd name="T4" fmla="*/ 79 w 79"/>
                <a:gd name="T5" fmla="*/ 0 h 59"/>
                <a:gd name="T6" fmla="*/ 74 w 79"/>
                <a:gd name="T7" fmla="*/ 16 h 59"/>
                <a:gd name="T8" fmla="*/ 38 w 79"/>
                <a:gd name="T9" fmla="*/ 52 h 59"/>
                <a:gd name="T10" fmla="*/ 21 w 79"/>
                <a:gd name="T11" fmla="*/ 57 h 59"/>
                <a:gd name="T12" fmla="*/ 0 w 79"/>
                <a:gd name="T13" fmla="*/ 32 h 59"/>
                <a:gd name="T14" fmla="*/ 12 w 79"/>
                <a:gd name="T15" fmla="*/ 26 h 59"/>
                <a:gd name="T16" fmla="*/ 30 w 79"/>
                <a:gd name="T17" fmla="*/ 3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59">
                  <a:moveTo>
                    <a:pt x="30" y="39"/>
                  </a:moveTo>
                  <a:cubicBezTo>
                    <a:pt x="41" y="27"/>
                    <a:pt x="51" y="15"/>
                    <a:pt x="62" y="4"/>
                  </a:cubicBezTo>
                  <a:cubicBezTo>
                    <a:pt x="65" y="0"/>
                    <a:pt x="73" y="1"/>
                    <a:pt x="79" y="0"/>
                  </a:cubicBezTo>
                  <a:cubicBezTo>
                    <a:pt x="77" y="6"/>
                    <a:pt x="77" y="12"/>
                    <a:pt x="74" y="16"/>
                  </a:cubicBezTo>
                  <a:cubicBezTo>
                    <a:pt x="63" y="28"/>
                    <a:pt x="50" y="41"/>
                    <a:pt x="38" y="52"/>
                  </a:cubicBezTo>
                  <a:cubicBezTo>
                    <a:pt x="34" y="56"/>
                    <a:pt x="24" y="59"/>
                    <a:pt x="21" y="57"/>
                  </a:cubicBezTo>
                  <a:cubicBezTo>
                    <a:pt x="13" y="50"/>
                    <a:pt x="7" y="40"/>
                    <a:pt x="0" y="32"/>
                  </a:cubicBezTo>
                  <a:cubicBezTo>
                    <a:pt x="4" y="30"/>
                    <a:pt x="9" y="25"/>
                    <a:pt x="12" y="26"/>
                  </a:cubicBezTo>
                  <a:cubicBezTo>
                    <a:pt x="17" y="27"/>
                    <a:pt x="22" y="33"/>
                    <a:pt x="3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8B15FD7-5E1E-0ADD-B080-3F576602D125}"/>
              </a:ext>
            </a:extLst>
          </p:cNvPr>
          <p:cNvGrpSpPr/>
          <p:nvPr/>
        </p:nvGrpSpPr>
        <p:grpSpPr>
          <a:xfrm>
            <a:off x="3978914" y="3541775"/>
            <a:ext cx="374650" cy="374650"/>
            <a:chOff x="9342212" y="5560158"/>
            <a:chExt cx="374650" cy="3746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1F5B478A-866D-482A-CDDE-40B553CBA6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42212" y="5560158"/>
              <a:ext cx="374650" cy="374650"/>
            </a:xfrm>
            <a:custGeom>
              <a:avLst/>
              <a:gdLst>
                <a:gd name="T0" fmla="*/ 88 w 173"/>
                <a:gd name="T1" fmla="*/ 172 h 173"/>
                <a:gd name="T2" fmla="*/ 0 w 173"/>
                <a:gd name="T3" fmla="*/ 87 h 173"/>
                <a:gd name="T4" fmla="*/ 87 w 173"/>
                <a:gd name="T5" fmla="*/ 0 h 173"/>
                <a:gd name="T6" fmla="*/ 173 w 173"/>
                <a:gd name="T7" fmla="*/ 87 h 173"/>
                <a:gd name="T8" fmla="*/ 88 w 173"/>
                <a:gd name="T9" fmla="*/ 172 h 173"/>
                <a:gd name="T10" fmla="*/ 18 w 173"/>
                <a:gd name="T11" fmla="*/ 86 h 173"/>
                <a:gd name="T12" fmla="*/ 88 w 173"/>
                <a:gd name="T13" fmla="*/ 155 h 173"/>
                <a:gd name="T14" fmla="*/ 155 w 173"/>
                <a:gd name="T15" fmla="*/ 86 h 173"/>
                <a:gd name="T16" fmla="*/ 88 w 173"/>
                <a:gd name="T17" fmla="*/ 18 h 173"/>
                <a:gd name="T18" fmla="*/ 18 w 173"/>
                <a:gd name="T19" fmla="*/ 8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3" h="173">
                  <a:moveTo>
                    <a:pt x="88" y="172"/>
                  </a:moveTo>
                  <a:cubicBezTo>
                    <a:pt x="40" y="173"/>
                    <a:pt x="0" y="134"/>
                    <a:pt x="0" y="87"/>
                  </a:cubicBezTo>
                  <a:cubicBezTo>
                    <a:pt x="0" y="40"/>
                    <a:pt x="39" y="0"/>
                    <a:pt x="87" y="0"/>
                  </a:cubicBezTo>
                  <a:cubicBezTo>
                    <a:pt x="134" y="0"/>
                    <a:pt x="173" y="39"/>
                    <a:pt x="173" y="87"/>
                  </a:cubicBezTo>
                  <a:cubicBezTo>
                    <a:pt x="173" y="133"/>
                    <a:pt x="134" y="172"/>
                    <a:pt x="88" y="172"/>
                  </a:cubicBezTo>
                  <a:close/>
                  <a:moveTo>
                    <a:pt x="18" y="86"/>
                  </a:moveTo>
                  <a:cubicBezTo>
                    <a:pt x="18" y="124"/>
                    <a:pt x="51" y="155"/>
                    <a:pt x="88" y="155"/>
                  </a:cubicBezTo>
                  <a:cubicBezTo>
                    <a:pt x="124" y="154"/>
                    <a:pt x="155" y="123"/>
                    <a:pt x="155" y="86"/>
                  </a:cubicBezTo>
                  <a:cubicBezTo>
                    <a:pt x="155" y="50"/>
                    <a:pt x="124" y="19"/>
                    <a:pt x="88" y="18"/>
                  </a:cubicBezTo>
                  <a:cubicBezTo>
                    <a:pt x="51" y="17"/>
                    <a:pt x="19" y="49"/>
                    <a:pt x="18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0BFFA17-E8C5-CAA2-FEA4-A1786F22F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9999" y="5637945"/>
              <a:ext cx="219075" cy="217488"/>
            </a:xfrm>
            <a:custGeom>
              <a:avLst/>
              <a:gdLst>
                <a:gd name="T0" fmla="*/ 40 w 101"/>
                <a:gd name="T1" fmla="*/ 59 h 100"/>
                <a:gd name="T2" fmla="*/ 10 w 101"/>
                <a:gd name="T3" fmla="*/ 59 h 100"/>
                <a:gd name="T4" fmla="*/ 0 w 101"/>
                <a:gd name="T5" fmla="*/ 49 h 100"/>
                <a:gd name="T6" fmla="*/ 10 w 101"/>
                <a:gd name="T7" fmla="*/ 41 h 100"/>
                <a:gd name="T8" fmla="*/ 41 w 101"/>
                <a:gd name="T9" fmla="*/ 41 h 100"/>
                <a:gd name="T10" fmla="*/ 42 w 101"/>
                <a:gd name="T11" fmla="*/ 17 h 100"/>
                <a:gd name="T12" fmla="*/ 51 w 101"/>
                <a:gd name="T13" fmla="*/ 0 h 100"/>
                <a:gd name="T14" fmla="*/ 59 w 101"/>
                <a:gd name="T15" fmla="*/ 16 h 100"/>
                <a:gd name="T16" fmla="*/ 60 w 101"/>
                <a:gd name="T17" fmla="*/ 41 h 100"/>
                <a:gd name="T18" fmla="*/ 90 w 101"/>
                <a:gd name="T19" fmla="*/ 41 h 100"/>
                <a:gd name="T20" fmla="*/ 101 w 101"/>
                <a:gd name="T21" fmla="*/ 50 h 100"/>
                <a:gd name="T22" fmla="*/ 90 w 101"/>
                <a:gd name="T23" fmla="*/ 59 h 100"/>
                <a:gd name="T24" fmla="*/ 60 w 101"/>
                <a:gd name="T25" fmla="*/ 60 h 100"/>
                <a:gd name="T26" fmla="*/ 59 w 101"/>
                <a:gd name="T27" fmla="*/ 89 h 100"/>
                <a:gd name="T28" fmla="*/ 51 w 101"/>
                <a:gd name="T29" fmla="*/ 100 h 100"/>
                <a:gd name="T30" fmla="*/ 42 w 101"/>
                <a:gd name="T31" fmla="*/ 90 h 100"/>
                <a:gd name="T32" fmla="*/ 40 w 101"/>
                <a:gd name="T33" fmla="*/ 5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" h="100">
                  <a:moveTo>
                    <a:pt x="40" y="59"/>
                  </a:moveTo>
                  <a:cubicBezTo>
                    <a:pt x="27" y="59"/>
                    <a:pt x="18" y="61"/>
                    <a:pt x="10" y="59"/>
                  </a:cubicBezTo>
                  <a:cubicBezTo>
                    <a:pt x="6" y="58"/>
                    <a:pt x="3" y="53"/>
                    <a:pt x="0" y="49"/>
                  </a:cubicBezTo>
                  <a:cubicBezTo>
                    <a:pt x="3" y="46"/>
                    <a:pt x="7" y="42"/>
                    <a:pt x="10" y="41"/>
                  </a:cubicBezTo>
                  <a:cubicBezTo>
                    <a:pt x="19" y="40"/>
                    <a:pt x="29" y="41"/>
                    <a:pt x="41" y="41"/>
                  </a:cubicBezTo>
                  <a:cubicBezTo>
                    <a:pt x="41" y="32"/>
                    <a:pt x="40" y="24"/>
                    <a:pt x="42" y="17"/>
                  </a:cubicBezTo>
                  <a:cubicBezTo>
                    <a:pt x="43" y="11"/>
                    <a:pt x="48" y="6"/>
                    <a:pt x="51" y="0"/>
                  </a:cubicBezTo>
                  <a:cubicBezTo>
                    <a:pt x="54" y="5"/>
                    <a:pt x="58" y="10"/>
                    <a:pt x="59" y="16"/>
                  </a:cubicBezTo>
                  <a:cubicBezTo>
                    <a:pt x="61" y="23"/>
                    <a:pt x="60" y="30"/>
                    <a:pt x="60" y="41"/>
                  </a:cubicBezTo>
                  <a:cubicBezTo>
                    <a:pt x="71" y="41"/>
                    <a:pt x="81" y="40"/>
                    <a:pt x="90" y="41"/>
                  </a:cubicBezTo>
                  <a:cubicBezTo>
                    <a:pt x="94" y="42"/>
                    <a:pt x="97" y="47"/>
                    <a:pt x="101" y="50"/>
                  </a:cubicBezTo>
                  <a:cubicBezTo>
                    <a:pt x="97" y="54"/>
                    <a:pt x="94" y="59"/>
                    <a:pt x="90" y="59"/>
                  </a:cubicBezTo>
                  <a:cubicBezTo>
                    <a:pt x="81" y="61"/>
                    <a:pt x="72" y="60"/>
                    <a:pt x="60" y="60"/>
                  </a:cubicBezTo>
                  <a:cubicBezTo>
                    <a:pt x="60" y="71"/>
                    <a:pt x="61" y="80"/>
                    <a:pt x="59" y="89"/>
                  </a:cubicBezTo>
                  <a:cubicBezTo>
                    <a:pt x="59" y="93"/>
                    <a:pt x="54" y="97"/>
                    <a:pt x="51" y="100"/>
                  </a:cubicBezTo>
                  <a:cubicBezTo>
                    <a:pt x="48" y="97"/>
                    <a:pt x="43" y="94"/>
                    <a:pt x="42" y="90"/>
                  </a:cubicBezTo>
                  <a:cubicBezTo>
                    <a:pt x="40" y="80"/>
                    <a:pt x="40" y="70"/>
                    <a:pt x="40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" name="Freeform 14">
            <a:extLst>
              <a:ext uri="{FF2B5EF4-FFF2-40B4-BE49-F238E27FC236}">
                <a16:creationId xmlns:a16="http://schemas.microsoft.com/office/drawing/2014/main" id="{445D78EC-481D-27C4-EA90-CED446615499}"/>
              </a:ext>
            </a:extLst>
          </p:cNvPr>
          <p:cNvSpPr>
            <a:spLocks/>
          </p:cNvSpPr>
          <p:nvPr/>
        </p:nvSpPr>
        <p:spPr bwMode="auto">
          <a:xfrm rot="15203847" flipV="1">
            <a:off x="1975823" y="2097279"/>
            <a:ext cx="838766" cy="1588617"/>
          </a:xfrm>
          <a:custGeom>
            <a:avLst/>
            <a:gdLst>
              <a:gd name="T0" fmla="*/ 19 w 89"/>
              <a:gd name="T1" fmla="*/ 64 h 200"/>
              <a:gd name="T2" fmla="*/ 23 w 89"/>
              <a:gd name="T3" fmla="*/ 43 h 200"/>
              <a:gd name="T4" fmla="*/ 8 w 89"/>
              <a:gd name="T5" fmla="*/ 188 h 200"/>
              <a:gd name="T6" fmla="*/ 21 w 89"/>
              <a:gd name="T7" fmla="*/ 200 h 200"/>
              <a:gd name="T8" fmla="*/ 42 w 89"/>
              <a:gd name="T9" fmla="*/ 32 h 200"/>
              <a:gd name="T10" fmla="*/ 63 w 89"/>
              <a:gd name="T11" fmla="*/ 32 h 200"/>
              <a:gd name="T12" fmla="*/ 68 w 89"/>
              <a:gd name="T13" fmla="*/ 14 h 200"/>
              <a:gd name="T14" fmla="*/ 26 w 89"/>
              <a:gd name="T15" fmla="*/ 6 h 200"/>
              <a:gd name="T16" fmla="*/ 8 w 89"/>
              <a:gd name="T17" fmla="*/ 23 h 200"/>
              <a:gd name="T18" fmla="*/ 0 w 89"/>
              <a:gd name="T19" fmla="*/ 59 h 200"/>
              <a:gd name="T20" fmla="*/ 19 w 89"/>
              <a:gd name="T21" fmla="*/ 6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9" h="200">
                <a:moveTo>
                  <a:pt x="19" y="64"/>
                </a:moveTo>
                <a:cubicBezTo>
                  <a:pt x="23" y="43"/>
                  <a:pt x="23" y="43"/>
                  <a:pt x="23" y="43"/>
                </a:cubicBezTo>
                <a:cubicBezTo>
                  <a:pt x="23" y="43"/>
                  <a:pt x="56" y="120"/>
                  <a:pt x="8" y="188"/>
                </a:cubicBezTo>
                <a:cubicBezTo>
                  <a:pt x="21" y="200"/>
                  <a:pt x="21" y="200"/>
                  <a:pt x="21" y="200"/>
                </a:cubicBezTo>
                <a:cubicBezTo>
                  <a:pt x="21" y="200"/>
                  <a:pt x="89" y="127"/>
                  <a:pt x="42" y="32"/>
                </a:cubicBezTo>
                <a:cubicBezTo>
                  <a:pt x="63" y="32"/>
                  <a:pt x="63" y="32"/>
                  <a:pt x="63" y="32"/>
                </a:cubicBezTo>
                <a:cubicBezTo>
                  <a:pt x="68" y="14"/>
                  <a:pt x="68" y="14"/>
                  <a:pt x="68" y="14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6"/>
                  <a:pt x="6" y="0"/>
                  <a:pt x="8" y="23"/>
                </a:cubicBezTo>
                <a:cubicBezTo>
                  <a:pt x="0" y="59"/>
                  <a:pt x="0" y="59"/>
                  <a:pt x="0" y="59"/>
                </a:cubicBezTo>
                <a:lnTo>
                  <a:pt x="19" y="64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14">
            <a:extLst>
              <a:ext uri="{FF2B5EF4-FFF2-40B4-BE49-F238E27FC236}">
                <a16:creationId xmlns:a16="http://schemas.microsoft.com/office/drawing/2014/main" id="{686F2747-8699-6C95-8CFC-0BB7ACE07B07}"/>
              </a:ext>
            </a:extLst>
          </p:cNvPr>
          <p:cNvSpPr>
            <a:spLocks/>
          </p:cNvSpPr>
          <p:nvPr/>
        </p:nvSpPr>
        <p:spPr bwMode="auto">
          <a:xfrm rot="15203847" flipV="1">
            <a:off x="4666486" y="1376150"/>
            <a:ext cx="838766" cy="1588617"/>
          </a:xfrm>
          <a:custGeom>
            <a:avLst/>
            <a:gdLst>
              <a:gd name="T0" fmla="*/ 19 w 89"/>
              <a:gd name="T1" fmla="*/ 64 h 200"/>
              <a:gd name="T2" fmla="*/ 23 w 89"/>
              <a:gd name="T3" fmla="*/ 43 h 200"/>
              <a:gd name="T4" fmla="*/ 8 w 89"/>
              <a:gd name="T5" fmla="*/ 188 h 200"/>
              <a:gd name="T6" fmla="*/ 21 w 89"/>
              <a:gd name="T7" fmla="*/ 200 h 200"/>
              <a:gd name="T8" fmla="*/ 42 w 89"/>
              <a:gd name="T9" fmla="*/ 32 h 200"/>
              <a:gd name="T10" fmla="*/ 63 w 89"/>
              <a:gd name="T11" fmla="*/ 32 h 200"/>
              <a:gd name="T12" fmla="*/ 68 w 89"/>
              <a:gd name="T13" fmla="*/ 14 h 200"/>
              <a:gd name="T14" fmla="*/ 26 w 89"/>
              <a:gd name="T15" fmla="*/ 6 h 200"/>
              <a:gd name="T16" fmla="*/ 8 w 89"/>
              <a:gd name="T17" fmla="*/ 23 h 200"/>
              <a:gd name="T18" fmla="*/ 0 w 89"/>
              <a:gd name="T19" fmla="*/ 59 h 200"/>
              <a:gd name="T20" fmla="*/ 19 w 89"/>
              <a:gd name="T21" fmla="*/ 6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9" h="200">
                <a:moveTo>
                  <a:pt x="19" y="64"/>
                </a:moveTo>
                <a:cubicBezTo>
                  <a:pt x="23" y="43"/>
                  <a:pt x="23" y="43"/>
                  <a:pt x="23" y="43"/>
                </a:cubicBezTo>
                <a:cubicBezTo>
                  <a:pt x="23" y="43"/>
                  <a:pt x="56" y="120"/>
                  <a:pt x="8" y="188"/>
                </a:cubicBezTo>
                <a:cubicBezTo>
                  <a:pt x="21" y="200"/>
                  <a:pt x="21" y="200"/>
                  <a:pt x="21" y="200"/>
                </a:cubicBezTo>
                <a:cubicBezTo>
                  <a:pt x="21" y="200"/>
                  <a:pt x="89" y="127"/>
                  <a:pt x="42" y="32"/>
                </a:cubicBezTo>
                <a:cubicBezTo>
                  <a:pt x="63" y="32"/>
                  <a:pt x="63" y="32"/>
                  <a:pt x="63" y="32"/>
                </a:cubicBezTo>
                <a:cubicBezTo>
                  <a:pt x="68" y="14"/>
                  <a:pt x="68" y="14"/>
                  <a:pt x="68" y="14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6"/>
                  <a:pt x="6" y="0"/>
                  <a:pt x="8" y="23"/>
                </a:cubicBezTo>
                <a:cubicBezTo>
                  <a:pt x="0" y="59"/>
                  <a:pt x="0" y="59"/>
                  <a:pt x="0" y="59"/>
                </a:cubicBezTo>
                <a:lnTo>
                  <a:pt x="19" y="64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14">
            <a:extLst>
              <a:ext uri="{FF2B5EF4-FFF2-40B4-BE49-F238E27FC236}">
                <a16:creationId xmlns:a16="http://schemas.microsoft.com/office/drawing/2014/main" id="{651AC619-BB71-57BC-6D8A-2D874C20E985}"/>
              </a:ext>
            </a:extLst>
          </p:cNvPr>
          <p:cNvSpPr>
            <a:spLocks/>
          </p:cNvSpPr>
          <p:nvPr/>
        </p:nvSpPr>
        <p:spPr bwMode="auto">
          <a:xfrm rot="15203847" flipV="1">
            <a:off x="7835066" y="541116"/>
            <a:ext cx="838766" cy="1588617"/>
          </a:xfrm>
          <a:custGeom>
            <a:avLst/>
            <a:gdLst>
              <a:gd name="T0" fmla="*/ 19 w 89"/>
              <a:gd name="T1" fmla="*/ 64 h 200"/>
              <a:gd name="T2" fmla="*/ 23 w 89"/>
              <a:gd name="T3" fmla="*/ 43 h 200"/>
              <a:gd name="T4" fmla="*/ 8 w 89"/>
              <a:gd name="T5" fmla="*/ 188 h 200"/>
              <a:gd name="T6" fmla="*/ 21 w 89"/>
              <a:gd name="T7" fmla="*/ 200 h 200"/>
              <a:gd name="T8" fmla="*/ 42 w 89"/>
              <a:gd name="T9" fmla="*/ 32 h 200"/>
              <a:gd name="T10" fmla="*/ 63 w 89"/>
              <a:gd name="T11" fmla="*/ 32 h 200"/>
              <a:gd name="T12" fmla="*/ 68 w 89"/>
              <a:gd name="T13" fmla="*/ 14 h 200"/>
              <a:gd name="T14" fmla="*/ 26 w 89"/>
              <a:gd name="T15" fmla="*/ 6 h 200"/>
              <a:gd name="T16" fmla="*/ 8 w 89"/>
              <a:gd name="T17" fmla="*/ 23 h 200"/>
              <a:gd name="T18" fmla="*/ 0 w 89"/>
              <a:gd name="T19" fmla="*/ 59 h 200"/>
              <a:gd name="T20" fmla="*/ 19 w 89"/>
              <a:gd name="T21" fmla="*/ 6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9" h="200">
                <a:moveTo>
                  <a:pt x="19" y="64"/>
                </a:moveTo>
                <a:cubicBezTo>
                  <a:pt x="23" y="43"/>
                  <a:pt x="23" y="43"/>
                  <a:pt x="23" y="43"/>
                </a:cubicBezTo>
                <a:cubicBezTo>
                  <a:pt x="23" y="43"/>
                  <a:pt x="56" y="120"/>
                  <a:pt x="8" y="188"/>
                </a:cubicBezTo>
                <a:cubicBezTo>
                  <a:pt x="21" y="200"/>
                  <a:pt x="21" y="200"/>
                  <a:pt x="21" y="200"/>
                </a:cubicBezTo>
                <a:cubicBezTo>
                  <a:pt x="21" y="200"/>
                  <a:pt x="89" y="127"/>
                  <a:pt x="42" y="32"/>
                </a:cubicBezTo>
                <a:cubicBezTo>
                  <a:pt x="63" y="32"/>
                  <a:pt x="63" y="32"/>
                  <a:pt x="63" y="32"/>
                </a:cubicBezTo>
                <a:cubicBezTo>
                  <a:pt x="68" y="14"/>
                  <a:pt x="68" y="14"/>
                  <a:pt x="68" y="14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6"/>
                  <a:pt x="6" y="0"/>
                  <a:pt x="8" y="23"/>
                </a:cubicBezTo>
                <a:cubicBezTo>
                  <a:pt x="0" y="59"/>
                  <a:pt x="0" y="59"/>
                  <a:pt x="0" y="59"/>
                </a:cubicBezTo>
                <a:lnTo>
                  <a:pt x="19" y="64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Rectangle: Rounded Corners 16">
            <a:extLst>
              <a:ext uri="{FF2B5EF4-FFF2-40B4-BE49-F238E27FC236}">
                <a16:creationId xmlns:a16="http://schemas.microsoft.com/office/drawing/2014/main" id="{613795F8-826E-4576-B73A-7E93D2A3D206}"/>
              </a:ext>
            </a:extLst>
          </p:cNvPr>
          <p:cNvSpPr/>
          <p:nvPr/>
        </p:nvSpPr>
        <p:spPr>
          <a:xfrm>
            <a:off x="6096000" y="3807581"/>
            <a:ext cx="4991100" cy="2517019"/>
          </a:xfrm>
          <a:prstGeom prst="roundRect">
            <a:avLst>
              <a:gd name="adj" fmla="val 9688"/>
            </a:avLst>
          </a:prstGeom>
          <a:noFill/>
          <a:ln w="22225" cap="rnd"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53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7ECEF5-3565-91AC-C522-CB753A702408}"/>
              </a:ext>
            </a:extLst>
          </p:cNvPr>
          <p:cNvSpPr/>
          <p:nvPr/>
        </p:nvSpPr>
        <p:spPr>
          <a:xfrm rot="1408310">
            <a:off x="-1094024" y="424221"/>
            <a:ext cx="13914714" cy="7081196"/>
          </a:xfrm>
          <a:custGeom>
            <a:avLst/>
            <a:gdLst>
              <a:gd name="connsiteX0" fmla="*/ 0 w 13914714"/>
              <a:gd name="connsiteY0" fmla="*/ 2239199 h 7081196"/>
              <a:gd name="connsiteX1" fmla="*/ 5156736 w 13914714"/>
              <a:gd name="connsiteY1" fmla="*/ 0 h 7081196"/>
              <a:gd name="connsiteX2" fmla="*/ 12319496 w 13914714"/>
              <a:gd name="connsiteY2" fmla="*/ 0 h 7081196"/>
              <a:gd name="connsiteX3" fmla="*/ 13914714 w 13914714"/>
              <a:gd name="connsiteY3" fmla="*/ 3673689 h 7081196"/>
              <a:gd name="connsiteX4" fmla="*/ 6067436 w 13914714"/>
              <a:gd name="connsiteY4" fmla="*/ 7081196 h 7081196"/>
              <a:gd name="connsiteX5" fmla="*/ 2102531 w 13914714"/>
              <a:gd name="connsiteY5" fmla="*/ 7081196 h 7081196"/>
              <a:gd name="connsiteX6" fmla="*/ 0 w 13914714"/>
              <a:gd name="connsiteY6" fmla="*/ 2239199 h 70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914714" h="7081196">
                <a:moveTo>
                  <a:pt x="0" y="2239199"/>
                </a:moveTo>
                <a:lnTo>
                  <a:pt x="5156736" y="0"/>
                </a:lnTo>
                <a:lnTo>
                  <a:pt x="12319496" y="0"/>
                </a:lnTo>
                <a:lnTo>
                  <a:pt x="13914714" y="3673689"/>
                </a:lnTo>
                <a:lnTo>
                  <a:pt x="6067436" y="7081196"/>
                </a:lnTo>
                <a:lnTo>
                  <a:pt x="2102531" y="7081196"/>
                </a:lnTo>
                <a:lnTo>
                  <a:pt x="0" y="2239199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E46B58D-7B05-3635-AA0C-9E91E0A491D1}"/>
              </a:ext>
            </a:extLst>
          </p:cNvPr>
          <p:cNvSpPr txBox="1"/>
          <p:nvPr/>
        </p:nvSpPr>
        <p:spPr>
          <a:xfrm>
            <a:off x="973939" y="1019954"/>
            <a:ext cx="311335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00" dirty="0">
                <a:solidFill>
                  <a:schemeClr val="bg1"/>
                </a:solidFill>
                <a:latin typeface="Sora Bold" pitchFamily="2" charset="0"/>
                <a:cs typeface="Sora Bold" pitchFamily="2" charset="0"/>
              </a:rPr>
              <a:t>The Solution</a:t>
            </a:r>
          </a:p>
          <a:p>
            <a:r>
              <a:rPr lang="en-GB" sz="3500" dirty="0">
                <a:solidFill>
                  <a:schemeClr val="bg1"/>
                </a:solidFill>
                <a:latin typeface="Sora Bold" pitchFamily="2" charset="0"/>
                <a:cs typeface="Sora Bold" pitchFamily="2" charset="0"/>
              </a:rPr>
              <a:t>Statement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E871A8-E85A-0235-685B-9A791A4FB6A1}"/>
              </a:ext>
            </a:extLst>
          </p:cNvPr>
          <p:cNvSpPr/>
          <p:nvPr/>
        </p:nvSpPr>
        <p:spPr>
          <a:xfrm>
            <a:off x="6096000" y="1143000"/>
            <a:ext cx="4991100" cy="2517019"/>
          </a:xfrm>
          <a:prstGeom prst="roundRect">
            <a:avLst>
              <a:gd name="adj" fmla="val 9688"/>
            </a:avLst>
          </a:prstGeom>
          <a:gradFill>
            <a:gsLst>
              <a:gs pos="0">
                <a:srgbClr val="FB4D4D"/>
              </a:gs>
              <a:gs pos="85000">
                <a:srgbClr val="FA7E7E">
                  <a:lumMod val="88000"/>
                  <a:lumOff val="12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D44DF-0DAB-A414-DDCE-9E30D41B0E8E}"/>
              </a:ext>
            </a:extLst>
          </p:cNvPr>
          <p:cNvSpPr txBox="1"/>
          <p:nvPr/>
        </p:nvSpPr>
        <p:spPr>
          <a:xfrm>
            <a:off x="973939" y="2565148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Problem With</a:t>
            </a:r>
          </a:p>
          <a:p>
            <a:r>
              <a:rPr lang="en-US" sz="16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Information Sharing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EBFFB-2408-6AE2-EA93-95A54A9FD946}"/>
              </a:ext>
            </a:extLst>
          </p:cNvPr>
          <p:cNvSpPr txBox="1"/>
          <p:nvPr/>
        </p:nvSpPr>
        <p:spPr>
          <a:xfrm>
            <a:off x="973939" y="3167603"/>
            <a:ext cx="4064976" cy="214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Company values are critical, keeping in mind that it purpose organization’s functions. And like I said, having a well-</a:t>
            </a:r>
            <a:r>
              <a:rPr lang="en-US" sz="100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lai</a:t>
            </a:r>
            <a:endParaRPr lang="en-US" sz="1000" i="0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setof company core values will keep each and everyone from top to bottom in the organization on the right.</a:t>
            </a:r>
            <a:r>
              <a:rPr lang="en-US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Furthermore, when associate value with a certain thing activity,  emphasizes</a:t>
            </a:r>
          </a:p>
          <a:p>
            <a:pPr>
              <a:lnSpc>
                <a:spcPts val="18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importance of the same. Company values are critical, keeping in mind that it purpose organization’s functions. And like I</a:t>
            </a:r>
          </a:p>
          <a:p>
            <a:pPr>
              <a:lnSpc>
                <a:spcPts val="18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said, having a well-</a:t>
            </a:r>
            <a:r>
              <a:rPr lang="en-US" sz="100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lai</a:t>
            </a:r>
            <a:r>
              <a:rPr lang="en-US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setof company core values will keep</a:t>
            </a:r>
          </a:p>
          <a:p>
            <a:pPr>
              <a:lnSpc>
                <a:spcPts val="18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and everyone from top to bottom.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F251AE-E5E2-550D-3661-A67236476837}"/>
              </a:ext>
            </a:extLst>
          </p:cNvPr>
          <p:cNvSpPr/>
          <p:nvPr/>
        </p:nvSpPr>
        <p:spPr>
          <a:xfrm>
            <a:off x="6096000" y="3807581"/>
            <a:ext cx="4991100" cy="2517019"/>
          </a:xfrm>
          <a:prstGeom prst="roundRect">
            <a:avLst>
              <a:gd name="adj" fmla="val 9688"/>
            </a:avLst>
          </a:prstGeom>
          <a:noFill/>
          <a:ln w="22225" cap="rnd"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 txBox="1"/>
          <p:nvPr/>
        </p:nvSpPr>
        <p:spPr>
          <a:xfrm>
            <a:off x="6559062" y="1458905"/>
            <a:ext cx="221067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chemeClr val="bg1">
                    <a:alpha val="40000"/>
                  </a:schemeClr>
                </a:solidFill>
                <a:latin typeface="Sora" pitchFamily="2" charset="0"/>
                <a:cs typeface="Sora" pitchFamily="2" charset="0"/>
              </a:rPr>
              <a:t>Problem</a:t>
            </a:r>
          </a:p>
          <a:p>
            <a:r>
              <a:rPr lang="en-US" sz="17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Decentralized Network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E2AF2F-C61A-9F66-88D0-D9AF0EA2F5F7}"/>
              </a:ext>
            </a:extLst>
          </p:cNvPr>
          <p:cNvSpPr txBox="1"/>
          <p:nvPr/>
        </p:nvSpPr>
        <p:spPr>
          <a:xfrm>
            <a:off x="6559062" y="2353073"/>
            <a:ext cx="4064976" cy="99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A7E276-B110-1467-1EBC-494EF4FF5762}"/>
              </a:ext>
            </a:extLst>
          </p:cNvPr>
          <p:cNvSpPr txBox="1"/>
          <p:nvPr/>
        </p:nvSpPr>
        <p:spPr>
          <a:xfrm>
            <a:off x="6559062" y="4626047"/>
            <a:ext cx="272863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Decentralized Network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6B158F-3B64-5970-33B1-8CAC3CAFDC59}"/>
              </a:ext>
            </a:extLst>
          </p:cNvPr>
          <p:cNvSpPr txBox="1"/>
          <p:nvPr/>
        </p:nvSpPr>
        <p:spPr>
          <a:xfrm>
            <a:off x="6559062" y="5017654"/>
            <a:ext cx="4064976" cy="99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000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 txBox="1"/>
          <p:nvPr/>
        </p:nvSpPr>
        <p:spPr>
          <a:xfrm>
            <a:off x="6559062" y="4106270"/>
            <a:ext cx="216758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chemeClr val="bg1">
                    <a:lumMod val="85000"/>
                    <a:alpha val="35000"/>
                  </a:schemeClr>
                </a:solidFill>
                <a:latin typeface="Sora" pitchFamily="2" charset="0"/>
                <a:cs typeface="Sora" pitchFamily="2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068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noAutofit/>
      </a:bodyPr>
      <a:lstStyle>
        <a:defPPr algn="l">
          <a:defRPr sz="1600" dirty="0">
            <a:effectLst/>
            <a:latin typeface="Nunito" panose="00000500000000000000" pitchFamily="2" charset="-52"/>
            <a:ea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alette Gears Bright 1">
      <a:dk1>
        <a:srgbClr val="2F3740"/>
      </a:dk1>
      <a:lt1>
        <a:srgbClr val="FFFFFF"/>
      </a:lt1>
      <a:dk2>
        <a:srgbClr val="676C74"/>
      </a:dk2>
      <a:lt2>
        <a:srgbClr val="EEF1F4"/>
      </a:lt2>
      <a:accent1>
        <a:srgbClr val="F5340B"/>
      </a:accent1>
      <a:accent2>
        <a:srgbClr val="21C535"/>
      </a:accent2>
      <a:accent3>
        <a:srgbClr val="FFB219"/>
      </a:accent3>
      <a:accent4>
        <a:srgbClr val="FA7E7E"/>
      </a:accent4>
      <a:accent5>
        <a:srgbClr val="64E46D"/>
      </a:accent5>
      <a:accent6>
        <a:srgbClr val="F7D8A5"/>
      </a:accent6>
      <a:hlink>
        <a:srgbClr val="21C535"/>
      </a:hlink>
      <a:folHlink>
        <a:srgbClr val="1AAC3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lette Gears Brigh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10658</TotalTime>
  <Words>3787</Words>
  <Application>Microsoft Office PowerPoint</Application>
  <DocSecurity>0</DocSecurity>
  <PresentationFormat>Широкоэкранный</PresentationFormat>
  <Paragraphs>483</Paragraphs>
  <Slides>45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9" baseType="lpstr">
      <vt:lpstr>Arial</vt:lpstr>
      <vt:lpstr>Bahnschrift Condensed</vt:lpstr>
      <vt:lpstr>Bahnschrift SemiBold Condensed</vt:lpstr>
      <vt:lpstr>Barlow Condensed SemiBold</vt:lpstr>
      <vt:lpstr>Calibri</vt:lpstr>
      <vt:lpstr>Calibri Light</vt:lpstr>
      <vt:lpstr>Montserrat Light</vt:lpstr>
      <vt:lpstr>Nunito</vt:lpstr>
      <vt:lpstr>Open Sans</vt:lpstr>
      <vt:lpstr>Roboto Condensed</vt:lpstr>
      <vt:lpstr>Sora</vt:lpstr>
      <vt:lpstr>Sora Bold</vt:lpstr>
      <vt:lpstr>Times New Roman</vt:lpstr>
      <vt:lpstr>Office Theme</vt:lpstr>
      <vt:lpstr>УСПЕШНЫЙ МАСТЕР</vt:lpstr>
      <vt:lpstr>РОЛЬ МАСТЕРА</vt:lpstr>
      <vt:lpstr>УРОК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Работа мастера зависит от типа производства.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Качество держится на трёх привычках, которые не зависят от сложности заказа.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Судьбинина Анастасия Игоревна</cp:lastModifiedBy>
  <cp:revision>47</cp:revision>
  <dcterms:created xsi:type="dcterms:W3CDTF">2026-08-18T12:30:31Z</dcterms:created>
  <dcterms:modified xsi:type="dcterms:W3CDTF">2026-08-27T05:07:06Z</dcterms:modified>
</cp:coreProperties>
</file>