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eb971631244b17" /><Relationship Type="http://schemas.openxmlformats.org/officeDocument/2006/relationships/extended-properties" Target="/docProps/app.xml" Id="Rd65cf10833ea48fe" /><Relationship Type="http://schemas.openxmlformats.org/officeDocument/2006/relationships/officeDocument" Target="/ppt/presentation.xml" Id="Rbf1ab860596e41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ab4e7ab21a428e"/>
  </p:sldMasterIdLst>
  <p:notesMasterIdLst>
    <p:notesMasterId xmlns:r="http://schemas.openxmlformats.org/officeDocument/2006/relationships" r:id="R829fa9b58f60490f"/>
  </p:notesMasterIdLst>
  <p:sldIdLst>
    <p:sldId xmlns:r="http://schemas.openxmlformats.org/officeDocument/2006/relationships" id="256" r:id="R4edf4bf35a204817"/>
    <p:sldId xmlns:r="http://schemas.openxmlformats.org/officeDocument/2006/relationships" id="257" r:id="R9007f82f52d744c6"/>
    <p:sldId xmlns:r="http://schemas.openxmlformats.org/officeDocument/2006/relationships" id="258" r:id="R619bd1c63c124f47"/>
    <p:sldId xmlns:r="http://schemas.openxmlformats.org/officeDocument/2006/relationships" id="259" r:id="R6361f94db50249a6"/>
    <p:sldId xmlns:r="http://schemas.openxmlformats.org/officeDocument/2006/relationships" id="260" r:id="Rcd7d1da868ea4eae"/>
    <p:sldId xmlns:r="http://schemas.openxmlformats.org/officeDocument/2006/relationships" id="261" r:id="R5c358227a93648da"/>
    <p:sldId xmlns:r="http://schemas.openxmlformats.org/officeDocument/2006/relationships" id="262" r:id="R3483f67cab4f449c"/>
    <p:sldId xmlns:r="http://schemas.openxmlformats.org/officeDocument/2006/relationships" id="263" r:id="R37a5e25da1a842d9"/>
    <p:sldId xmlns:r="http://schemas.openxmlformats.org/officeDocument/2006/relationships" id="264" r:id="R24653233c00b41c1"/>
    <p:sldId xmlns:r="http://schemas.openxmlformats.org/officeDocument/2006/relationships" id="265" r:id="Ref6010464d3b4533"/>
    <p:sldId xmlns:r="http://schemas.openxmlformats.org/officeDocument/2006/relationships" id="266" r:id="R9fe779e727324c2f"/>
    <p:sldId xmlns:r="http://schemas.openxmlformats.org/officeDocument/2006/relationships" id="267" r:id="R0d7f516c768c4d7e"/>
    <p:sldId xmlns:r="http://schemas.openxmlformats.org/officeDocument/2006/relationships" id="268" r:id="R64c6151589a94f68"/>
    <p:sldId xmlns:r="http://schemas.openxmlformats.org/officeDocument/2006/relationships" id="269" r:id="Ra0bf744d5efd4b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44774f2563460f" /><Relationship Type="http://schemas.openxmlformats.org/officeDocument/2006/relationships/slideMaster" Target="/ppt/slideMasters/slideMaster1.xml" Id="R46ab4e7ab21a428e" /><Relationship Type="http://schemas.openxmlformats.org/officeDocument/2006/relationships/notesMaster" Target="/ppt/notesMasters/notesMaster1.xml" Id="R829fa9b58f60490f" /><Relationship Type="http://schemas.openxmlformats.org/officeDocument/2006/relationships/presProps" Target="/ppt/presProps.xml" Id="R4e7a9573e7ce4e7c" /><Relationship Type="http://schemas.openxmlformats.org/officeDocument/2006/relationships/viewProps" Target="/ppt/viewProps.xml" Id="Rb67c5ba4e47c4968" /><Relationship Type="http://schemas.openxmlformats.org/officeDocument/2006/relationships/tableStyles" Target="/ppt/tableStyles.xml" Id="Ra729466f8e4741c3" /><Relationship Type="http://schemas.openxmlformats.org/officeDocument/2006/relationships/slide" Target="/ppt/slides/slide1.xml" Id="R4edf4bf35a204817" /><Relationship Type="http://schemas.openxmlformats.org/officeDocument/2006/relationships/slide" Target="/ppt/slides/slide2.xml" Id="R9007f82f52d744c6" /><Relationship Type="http://schemas.openxmlformats.org/officeDocument/2006/relationships/slide" Target="/ppt/slides/slide3.xml" Id="R619bd1c63c124f47" /><Relationship Type="http://schemas.openxmlformats.org/officeDocument/2006/relationships/slide" Target="/ppt/slides/slide4.xml" Id="R6361f94db50249a6" /><Relationship Type="http://schemas.openxmlformats.org/officeDocument/2006/relationships/slide" Target="/ppt/slides/slide5.xml" Id="Rcd7d1da868ea4eae" /><Relationship Type="http://schemas.openxmlformats.org/officeDocument/2006/relationships/slide" Target="/ppt/slides/slide6.xml" Id="R5c358227a93648da" /><Relationship Type="http://schemas.openxmlformats.org/officeDocument/2006/relationships/slide" Target="/ppt/slides/slide7.xml" Id="R3483f67cab4f449c" /><Relationship Type="http://schemas.openxmlformats.org/officeDocument/2006/relationships/slide" Target="/ppt/slides/slide8.xml" Id="R37a5e25da1a842d9" /><Relationship Type="http://schemas.openxmlformats.org/officeDocument/2006/relationships/slide" Target="/ppt/slides/slide9.xml" Id="R24653233c00b41c1" /><Relationship Type="http://schemas.openxmlformats.org/officeDocument/2006/relationships/slide" Target="/ppt/slides/slide10.xml" Id="Ref6010464d3b4533" /><Relationship Type="http://schemas.openxmlformats.org/officeDocument/2006/relationships/slide" Target="/ppt/slides/slide11.xml" Id="R9fe779e727324c2f" /><Relationship Type="http://schemas.openxmlformats.org/officeDocument/2006/relationships/slide" Target="/ppt/slides/slide12.xml" Id="R0d7f516c768c4d7e" /><Relationship Type="http://schemas.openxmlformats.org/officeDocument/2006/relationships/slide" Target="/ppt/slides/slide13.xml" Id="R64c6151589a94f68" /><Relationship Type="http://schemas.openxmlformats.org/officeDocument/2006/relationships/slide" Target="/ppt/slides/slide14.xml" Id="Ra0bf744d5efd4b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1aaefc673e47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Другая 4">
      <a:dk1>
        <a:srgbClr val="3F454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Другая 4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c3aa1977bf4fad" /><Relationship Type="http://schemas.openxmlformats.org/officeDocument/2006/relationships/notesMaster" Target="/ppt/notesMasters/notesMaster1.xml" Id="R433fae3d25954d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edfdfcbedf446f" /><Relationship Type="http://schemas.openxmlformats.org/officeDocument/2006/relationships/notesMaster" Target="/ppt/notesMasters/notesMaster1.xml" Id="R567a81566ebb4c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abfd1b07354ec9" /><Relationship Type="http://schemas.openxmlformats.org/officeDocument/2006/relationships/notesMaster" Target="/ppt/notesMasters/notesMaster1.xml" Id="R408041fb4c304c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dbbb0bef764df9" /><Relationship Type="http://schemas.openxmlformats.org/officeDocument/2006/relationships/notesMaster" Target="/ppt/notesMasters/notesMaster1.xml" Id="Rd263ad9eca4240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43901544ca4c59" /><Relationship Type="http://schemas.openxmlformats.org/officeDocument/2006/relationships/notesMaster" Target="/ppt/notesMasters/notesMaster1.xml" Id="Rc026f51c09a54e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a633e8fc9d41ed" /><Relationship Type="http://schemas.openxmlformats.org/officeDocument/2006/relationships/notesMaster" Target="/ppt/notesMasters/notesMaster1.xml" Id="Rb10acffab3a947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d2a9cd85f9402c" /><Relationship Type="http://schemas.openxmlformats.org/officeDocument/2006/relationships/notesMaster" Target="/ppt/notesMasters/notesMaster1.xml" Id="Rd7850a7678c54c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1898389f294c06" /><Relationship Type="http://schemas.openxmlformats.org/officeDocument/2006/relationships/notesMaster" Target="/ppt/notesMasters/notesMaster1.xml" Id="R225226e0052443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3bb77e4f7846cc" /><Relationship Type="http://schemas.openxmlformats.org/officeDocument/2006/relationships/notesMaster" Target="/ppt/notesMasters/notesMaster1.xml" Id="Rf638ebe2006b47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61d22a76094058" /><Relationship Type="http://schemas.openxmlformats.org/officeDocument/2006/relationships/notesMaster" Target="/ppt/notesMasters/notesMaster1.xml" Id="R8bbc57927af64c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6fafcd08374f35" /><Relationship Type="http://schemas.openxmlformats.org/officeDocument/2006/relationships/notesMaster" Target="/ppt/notesMasters/notesMaster1.xml" Id="Rc87043d52c3a49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2012d6a6844c97" /><Relationship Type="http://schemas.openxmlformats.org/officeDocument/2006/relationships/notesMaster" Target="/ppt/notesMasters/notesMaster1.xml" Id="R193ba3f3e7db4c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55710479b54219" /><Relationship Type="http://schemas.openxmlformats.org/officeDocument/2006/relationships/notesMaster" Target="/ppt/notesMasters/notesMaster1.xml" Id="R55f14f1459f643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02ce5370964002" /><Relationship Type="http://schemas.openxmlformats.org/officeDocument/2006/relationships/notesMaster" Target="/ppt/notesMasters/notesMaster1.xml" Id="Re500914ac2d74a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 текст на плашке. </a:t>
            </a:r>
            <a:r>
              <a:t>Text.plain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Введение + текст +вывод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Введение + текст +вывод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Введение + 5 пунктов с короткими заголовками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Введение - определение термина + пояснение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Текст+пример</a:t>
            </a:r>
            <a:r>
              <a:t>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Термин определение + пояснение +пример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Введение + текст +вывод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Текст + сравнение двух схожих элементов или явлений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 текст на плашке. </a:t>
            </a:r>
            <a:r>
              <a:t>Text.plain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Текст + сравнение двух схожих элементов или явлений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Введение + текст +вывод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 текст на плашке. </a:t>
            </a:r>
            <a:r>
              <a:t>Text.plain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42c1da677b4d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1ff66552c44a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5cc4fe12f742d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73ab1775e47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2cfaab5108482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c9f2a3cc9644a5" /></Relationships>
</file>

<file path=ppt/slideLayouts/slideLayout1.xml><?xml version="1.0" encoding="utf-8"?>
<p:sldLayout xmlns:p="http://schemas.openxmlformats.org/presentationml/2006/main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Blank slide" type="blank">
  <p:cSld name="Blank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matchingName="Section header 1">
  <p:cSld name="Section header 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7" name="Google Shape;1257;p33">
            <a:extLst xmlns:a="http://schemas.openxmlformats.org/drawingml/2006/main">
              <a:ext uri="{FF2B5EF4-FFF2-40B4-BE49-F238E27FC236}">
                <a16:creationId xmlns:a16="http://schemas.microsoft.com/office/drawing/2014/main" id="{2F96415F-CD0A-41D0-AB9C-C53C7E33F3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39449" y="3002440"/>
            <a:ext cx="4702800" cy="177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58" name="Google Shape;1258;p33">
            <a:extLst xmlns:a="http://schemas.openxmlformats.org/drawingml/2006/main">
              <a:ext uri="{FF2B5EF4-FFF2-40B4-BE49-F238E27FC236}">
                <a16:creationId xmlns:a16="http://schemas.microsoft.com/office/drawing/2014/main" id="{EBE21DC3-D87D-451E-908A-0F4326EDB55C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3839433" y="1323640"/>
            <a:ext cx="2088800" cy="1440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solidFill>
                  <a:srgbClr val="3F454F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6000">
                <a:latin typeface="Montserrat Light"/>
                <a:ea typeface="Montserrat Light"/>
                <a:cs typeface="Montserrat Light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259" name="Google Shape;1259;p33">
            <a:extLst xmlns:a="http://schemas.openxmlformats.org/drawingml/2006/main">
              <a:ext uri="{FF2B5EF4-FFF2-40B4-BE49-F238E27FC236}">
                <a16:creationId xmlns:a16="http://schemas.microsoft.com/office/drawing/2014/main" id="{3D5E204D-A166-400D-A049-2F32C40D37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839449" y="5019631"/>
            <a:ext cx="3185600" cy="77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3067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</a:defRPr>
            </a:lvl9pPr>
          </a:lstStyle>
          <a:p xmlns:a="http://schemas.openxmlformats.org/drawingml/2006/main">
            <a:endParaRPr/>
          </a:p>
        </p:txBody>
      </p:sp>
      <p:cxnSp>
        <p:nvCxnSpPr>
          <p:cNvPr id="1272" name="Google Shape;1260;p33"/>
          <p:cNvCxnSpPr/>
          <p:nvPr/>
        </p:nvCxnSpPr>
        <p:spPr>
          <a:xfrm xmlns:a="http://schemas.openxmlformats.org/drawingml/2006/main" rot="10800000">
            <a:off x="3971184" y="2820651"/>
            <a:ext cx="82208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</p:sldLayout>
</file>

<file path=ppt/slideLayouts/slideLayout4.xml><?xml version="1.0" encoding="utf-8"?>
<p:sldLayout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 Shape;9;p2">
            <a:extLst xmlns:a="http://schemas.openxmlformats.org/drawingml/2006/main">
              <a:ext uri="{FF2B5EF4-FFF2-40B4-BE49-F238E27FC236}">
                <a16:creationId xmlns:a16="http://schemas.microsoft.com/office/drawing/2014/main" id="{90FD6B1D-6012-41D5-A54B-6645C215508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926600" y="1658100"/>
            <a:ext cx="6328400" cy="273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latin typeface="Bahnschrift SemiBold Condensed"/>
                <a:ea typeface="Bahnschrift SemiBold Condensed"/>
                <a:cs typeface="Bahnschrift SemiBold Condensed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0A1F4081-0714-4830-AB4A-1AD9C186E1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01267" y="4394900"/>
            <a:ext cx="4389600" cy="105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latin typeface="Nunito"/>
                <a:ea typeface="Nunito"/>
                <a:cs typeface="Nunit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and text 3">
  <p:cSld name="Title and text 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1" name="Google Shape;1161;p30">
            <a:extLst xmlns:a="http://schemas.openxmlformats.org/drawingml/2006/main">
              <a:ext uri="{FF2B5EF4-FFF2-40B4-BE49-F238E27FC236}">
                <a16:creationId xmlns:a16="http://schemas.microsoft.com/office/drawing/2014/main" id="{D6EA95A7-FB20-48A4-A769-D0B455FB18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97280" y="2522580"/>
            <a:ext cx="4553520" cy="218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9466">
                <a:latin typeface="Bahnschrift SemiBold Condensed"/>
                <a:ea typeface="Bahnschrift SemiBold Condensed"/>
                <a:cs typeface="Bahnschrift SemiBold Condensed"/>
              </a:defRPr>
            </a:lvl1pPr>
            <a:lvl2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algn="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 xmlns:a="http://schemas.openxmlformats.org/drawingml/2006/main">
            <a:endParaRPr/>
          </a:p>
        </p:txBody>
      </p:sp>
      <p:sp>
        <p:nvSpPr>
          <p:cNvPr id="1162" name="Google Shape;1162;p30">
            <a:extLst xmlns:a="http://schemas.openxmlformats.org/drawingml/2006/main">
              <a:ext uri="{FF2B5EF4-FFF2-40B4-BE49-F238E27FC236}">
                <a16:creationId xmlns:a16="http://schemas.microsoft.com/office/drawing/2014/main" id="{199B9BF5-5D93-417D-ABAC-C996820800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39433" y="2586565"/>
            <a:ext cx="4701600" cy="218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Nunito"/>
                <a:ea typeface="Nunito"/>
                <a:cs typeface="Nunito"/>
              </a:defRPr>
            </a:lvl1pPr>
            <a:lvl2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cxnSp>
        <p:nvCxnSpPr>
          <p:cNvPr id="1172" name="Google Shape;1163;p30"/>
          <p:cNvCxnSpPr/>
          <p:nvPr/>
        </p:nvCxnSpPr>
        <p:spPr>
          <a:xfrm xmlns:a="http://schemas.openxmlformats.org/drawingml/2006/main">
            <a:off x="6096000" y="-162400"/>
            <a:ext cx="0" cy="50140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</p:sldLayout>
</file>

<file path=ppt/slideLayouts/slideLayout6.xml><?xml version="1.0" encoding="utf-8"?>
<p:sldLayout xmlns:p="http://schemas.openxmlformats.org/presentationml/2006/main" userDrawn="1">
  <p:cSld name="1_Financial Tab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icture Placeholder 5">
            <a:extLst xmlns:a="http://schemas.openxmlformats.org/drawingml/2006/main">
              <a:ext uri="{FF2B5EF4-FFF2-40B4-BE49-F238E27FC236}">
                <a16:creationId xmlns:a16="http://schemas.microsoft.com/office/drawing/2014/main" id="{EAE91289-EEA3-411C-9BBE-FCAB2434F4D1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399213" y="0"/>
            <a:ext cx="5821363" cy="6858000"/>
          </a:xfrm>
          <a:custGeom xmlns:a="http://schemas.openxmlformats.org/drawingml/2006/main">
            <a:gdLst>
              <a:gd name="connsiteX0" fmla="*/ 0 w 5821363"/>
              <a:gd name="connsiteY0" fmla="*/ 0 h 6858000"/>
              <a:gd name="connsiteX1" fmla="*/ 5821363 w 5821363"/>
              <a:gd name="connsiteY1" fmla="*/ 0 h 6858000"/>
              <a:gd name="connsiteX2" fmla="*/ 5821363 w 5821363"/>
              <a:gd name="connsiteY2" fmla="*/ 1674 h 6858000"/>
              <a:gd name="connsiteX3" fmla="*/ 5821363 w 5821363"/>
              <a:gd name="connsiteY3" fmla="*/ 13395 h 6858000"/>
              <a:gd name="connsiteX4" fmla="*/ 5821363 w 5821363"/>
              <a:gd name="connsiteY4" fmla="*/ 26161 h 6858000"/>
              <a:gd name="connsiteX5" fmla="*/ 5821363 w 5821363"/>
              <a:gd name="connsiteY5" fmla="*/ 45207 h 6858000"/>
              <a:gd name="connsiteX6" fmla="*/ 5821363 w 5821363"/>
              <a:gd name="connsiteY6" fmla="*/ 71786 h 6858000"/>
              <a:gd name="connsiteX7" fmla="*/ 5821363 w 5821363"/>
              <a:gd name="connsiteY7" fmla="*/ 107156 h 6858000"/>
              <a:gd name="connsiteX8" fmla="*/ 5821363 w 5821363"/>
              <a:gd name="connsiteY8" fmla="*/ 152572 h 6858000"/>
              <a:gd name="connsiteX9" fmla="*/ 5821363 w 5821363"/>
              <a:gd name="connsiteY9" fmla="*/ 209290 h 6858000"/>
              <a:gd name="connsiteX10" fmla="*/ 5821363 w 5821363"/>
              <a:gd name="connsiteY10" fmla="*/ 278565 h 6858000"/>
              <a:gd name="connsiteX11" fmla="*/ 5821363 w 5821363"/>
              <a:gd name="connsiteY11" fmla="*/ 361652 h 6858000"/>
              <a:gd name="connsiteX12" fmla="*/ 5821363 w 5821363"/>
              <a:gd name="connsiteY12" fmla="*/ 459809 h 6858000"/>
              <a:gd name="connsiteX13" fmla="*/ 5821363 w 5821363"/>
              <a:gd name="connsiteY13" fmla="*/ 574291 h 6858000"/>
              <a:gd name="connsiteX14" fmla="*/ 5821363 w 5821363"/>
              <a:gd name="connsiteY14" fmla="*/ 706352 h 6858000"/>
              <a:gd name="connsiteX15" fmla="*/ 5821363 w 5821363"/>
              <a:gd name="connsiteY15" fmla="*/ 857250 h 6858000"/>
              <a:gd name="connsiteX16" fmla="*/ 5821363 w 5821363"/>
              <a:gd name="connsiteY16" fmla="*/ 1028240 h 6858000"/>
              <a:gd name="connsiteX17" fmla="*/ 5821363 w 5821363"/>
              <a:gd name="connsiteY17" fmla="*/ 1220577 h 6858000"/>
              <a:gd name="connsiteX18" fmla="*/ 5821363 w 5821363"/>
              <a:gd name="connsiteY18" fmla="*/ 1435517 h 6858000"/>
              <a:gd name="connsiteX19" fmla="*/ 5821363 w 5821363"/>
              <a:gd name="connsiteY19" fmla="*/ 1674317 h 6858000"/>
              <a:gd name="connsiteX20" fmla="*/ 5821363 w 5821363"/>
              <a:gd name="connsiteY20" fmla="*/ 1938231 h 6858000"/>
              <a:gd name="connsiteX21" fmla="*/ 5821363 w 5821363"/>
              <a:gd name="connsiteY21" fmla="*/ 2228515 h 6858000"/>
              <a:gd name="connsiteX22" fmla="*/ 5821363 w 5821363"/>
              <a:gd name="connsiteY22" fmla="*/ 2546426 h 6858000"/>
              <a:gd name="connsiteX23" fmla="*/ 5821363 w 5821363"/>
              <a:gd name="connsiteY23" fmla="*/ 2716134 h 6858000"/>
              <a:gd name="connsiteX24" fmla="*/ 5821363 w 5821363"/>
              <a:gd name="connsiteY24" fmla="*/ 2893219 h 6858000"/>
              <a:gd name="connsiteX25" fmla="*/ 5821363 w 5821363"/>
              <a:gd name="connsiteY25" fmla="*/ 3077839 h 6858000"/>
              <a:gd name="connsiteX26" fmla="*/ 5821363 w 5821363"/>
              <a:gd name="connsiteY26" fmla="*/ 3270149 h 6858000"/>
              <a:gd name="connsiteX27" fmla="*/ 5821363 w 5821363"/>
              <a:gd name="connsiteY27" fmla="*/ 3470309 h 6858000"/>
              <a:gd name="connsiteX28" fmla="*/ 5821363 w 5821363"/>
              <a:gd name="connsiteY28" fmla="*/ 3678473 h 6858000"/>
              <a:gd name="connsiteX29" fmla="*/ 5821363 w 5821363"/>
              <a:gd name="connsiteY29" fmla="*/ 3894800 h 6858000"/>
              <a:gd name="connsiteX30" fmla="*/ 5821363 w 5821363"/>
              <a:gd name="connsiteY30" fmla="*/ 4119446 h 6858000"/>
              <a:gd name="connsiteX31" fmla="*/ 5821363 w 5821363"/>
              <a:gd name="connsiteY31" fmla="*/ 4352569 h 6858000"/>
              <a:gd name="connsiteX32" fmla="*/ 5821363 w 5821363"/>
              <a:gd name="connsiteY32" fmla="*/ 4594324 h 6858000"/>
              <a:gd name="connsiteX33" fmla="*/ 5821363 w 5821363"/>
              <a:gd name="connsiteY33" fmla="*/ 4844870 h 6858000"/>
              <a:gd name="connsiteX34" fmla="*/ 5821363 w 5821363"/>
              <a:gd name="connsiteY34" fmla="*/ 5104363 h 6858000"/>
              <a:gd name="connsiteX35" fmla="*/ 5821363 w 5821363"/>
              <a:gd name="connsiteY35" fmla="*/ 5372960 h 6858000"/>
              <a:gd name="connsiteX36" fmla="*/ 5821363 w 5821363"/>
              <a:gd name="connsiteY36" fmla="*/ 5650818 h 6858000"/>
              <a:gd name="connsiteX37" fmla="*/ 5821363 w 5821363"/>
              <a:gd name="connsiteY37" fmla="*/ 5938094 h 6858000"/>
              <a:gd name="connsiteX38" fmla="*/ 5821363 w 5821363"/>
              <a:gd name="connsiteY38" fmla="*/ 6234945 h 6858000"/>
              <a:gd name="connsiteX39" fmla="*/ 5821363 w 5821363"/>
              <a:gd name="connsiteY39" fmla="*/ 6541528 h 6858000"/>
              <a:gd name="connsiteX40" fmla="*/ 5821363 w 5821363"/>
              <a:gd name="connsiteY40" fmla="*/ 6858000 h 6858000"/>
              <a:gd name="connsiteX41" fmla="*/ 5819942 w 5821363"/>
              <a:gd name="connsiteY41" fmla="*/ 6858000 h 6858000"/>
              <a:gd name="connsiteX42" fmla="*/ 5809993 w 5821363"/>
              <a:gd name="connsiteY42" fmla="*/ 6858000 h 6858000"/>
              <a:gd name="connsiteX43" fmla="*/ 5782990 w 5821363"/>
              <a:gd name="connsiteY43" fmla="*/ 6858000 h 6858000"/>
              <a:gd name="connsiteX44" fmla="*/ 5730404 w 5821363"/>
              <a:gd name="connsiteY44" fmla="*/ 6858000 h 6858000"/>
              <a:gd name="connsiteX45" fmla="*/ 5643709 w 5821363"/>
              <a:gd name="connsiteY45" fmla="*/ 6858000 h 6858000"/>
              <a:gd name="connsiteX46" fmla="*/ 5514377 w 5821363"/>
              <a:gd name="connsiteY46" fmla="*/ 6858000 h 6858000"/>
              <a:gd name="connsiteX47" fmla="*/ 5431058 w 5821363"/>
              <a:gd name="connsiteY47" fmla="*/ 6858000 h 6858000"/>
              <a:gd name="connsiteX48" fmla="*/ 5333881 w 5821363"/>
              <a:gd name="connsiteY48" fmla="*/ 6858000 h 6858000"/>
              <a:gd name="connsiteX49" fmla="*/ 5221781 w 5821363"/>
              <a:gd name="connsiteY49" fmla="*/ 6858000 h 6858000"/>
              <a:gd name="connsiteX50" fmla="*/ 5093693 w 5821363"/>
              <a:gd name="connsiteY50" fmla="*/ 6858000 h 6858000"/>
              <a:gd name="connsiteX51" fmla="*/ 4948549 w 5821363"/>
              <a:gd name="connsiteY51" fmla="*/ 6858000 h 6858000"/>
              <a:gd name="connsiteX52" fmla="*/ 4785286 w 5821363"/>
              <a:gd name="connsiteY52" fmla="*/ 6858000 h 6858000"/>
              <a:gd name="connsiteX53" fmla="*/ 4602835 w 5821363"/>
              <a:gd name="connsiteY53" fmla="*/ 6858000 h 6858000"/>
              <a:gd name="connsiteX54" fmla="*/ 4400132 w 5821363"/>
              <a:gd name="connsiteY54" fmla="*/ 6858000 h 6858000"/>
              <a:gd name="connsiteX55" fmla="*/ 4176110 w 5821363"/>
              <a:gd name="connsiteY55" fmla="*/ 6858000 h 6858000"/>
              <a:gd name="connsiteX56" fmla="*/ 3929704 w 5821363"/>
              <a:gd name="connsiteY56" fmla="*/ 6858000 h 6858000"/>
              <a:gd name="connsiteX57" fmla="*/ 3659848 w 5821363"/>
              <a:gd name="connsiteY57" fmla="*/ 6858000 h 6858000"/>
              <a:gd name="connsiteX58" fmla="*/ 3365476 w 5821363"/>
              <a:gd name="connsiteY58" fmla="*/ 6858000 h 6858000"/>
              <a:gd name="connsiteX59" fmla="*/ 3045521 w 5821363"/>
              <a:gd name="connsiteY59" fmla="*/ 6858000 h 6858000"/>
              <a:gd name="connsiteX60" fmla="*/ 2698918 w 5821363"/>
              <a:gd name="connsiteY60" fmla="*/ 6858000 h 6858000"/>
              <a:gd name="connsiteX61" fmla="*/ 2324601 w 5821363"/>
              <a:gd name="connsiteY61" fmla="*/ 6858000 h 6858000"/>
              <a:gd name="connsiteX62" fmla="*/ 1921505 w 5821363"/>
              <a:gd name="connsiteY62" fmla="*/ 6858000 h 6858000"/>
              <a:gd name="connsiteX63" fmla="*/ 1488562 w 5821363"/>
              <a:gd name="connsiteY63" fmla="*/ 6858000 h 6858000"/>
              <a:gd name="connsiteX64" fmla="*/ 1024708 w 5821363"/>
              <a:gd name="connsiteY64" fmla="*/ 6858000 h 6858000"/>
              <a:gd name="connsiteX65" fmla="*/ 528876 w 5821363"/>
              <a:gd name="connsiteY65" fmla="*/ 6858000 h 6858000"/>
              <a:gd name="connsiteX66" fmla="*/ 0 w 5821363"/>
              <a:gd name="connsiteY66" fmla="*/ 6858000 h 6858000"/>
              <a:gd name="connsiteX67" fmla="*/ 0 w 5821363"/>
              <a:gd name="connsiteY67" fmla="*/ 3894138 h 6858000"/>
              <a:gd name="connsiteX68" fmla="*/ 9549 w 5821363"/>
              <a:gd name="connsiteY68" fmla="*/ 3884613 h 6858000"/>
              <a:gd name="connsiteX69" fmla="*/ 343744 w 5821363"/>
              <a:gd name="connsiteY69" fmla="*/ 3552825 h 6858000"/>
              <a:gd name="connsiteX70" fmla="*/ 343744 w 5821363"/>
              <a:gd name="connsiteY70" fmla="*/ 3305175 h 6858000"/>
              <a:gd name="connsiteX71" fmla="*/ 9549 w 5821363"/>
              <a:gd name="connsiteY71" fmla="*/ 2973388 h 6858000"/>
              <a:gd name="connsiteX72" fmla="*/ 0 w 5821363"/>
              <a:gd name="connsiteY72" fmla="*/ 2963863 h 6858000"/>
              <a:gd name="connsiteX73" fmla="*/ 0 w 5821363"/>
              <a:gd name="connsiteY73" fmla="*/ 0 h 6858000"/>
            </a:gdLst>
            <a:rect l="l" t="t" r="r" b="b"/>
            <a:pathLst>
              <a:path w="5821363" h="6858000">
                <a:moveTo>
                  <a:pt x="0" y="0"/>
                </a:moveTo>
                <a:lnTo>
                  <a:pt x="5821363" y="0"/>
                </a:lnTo>
                <a:lnTo>
                  <a:pt x="5821363" y="1674"/>
                </a:lnTo>
                <a:lnTo>
                  <a:pt x="5821363" y="13395"/>
                </a:lnTo>
                <a:lnTo>
                  <a:pt x="5821363" y="26161"/>
                </a:lnTo>
                <a:lnTo>
                  <a:pt x="5821363" y="45207"/>
                </a:lnTo>
                <a:lnTo>
                  <a:pt x="5821363" y="71786"/>
                </a:lnTo>
                <a:lnTo>
                  <a:pt x="5821363" y="107156"/>
                </a:lnTo>
                <a:lnTo>
                  <a:pt x="5821363" y="152572"/>
                </a:lnTo>
                <a:lnTo>
                  <a:pt x="5821363" y="209290"/>
                </a:lnTo>
                <a:lnTo>
                  <a:pt x="5821363" y="278565"/>
                </a:lnTo>
                <a:lnTo>
                  <a:pt x="5821363" y="361652"/>
                </a:lnTo>
                <a:lnTo>
                  <a:pt x="5821363" y="459809"/>
                </a:lnTo>
                <a:lnTo>
                  <a:pt x="5821363" y="574291"/>
                </a:lnTo>
                <a:lnTo>
                  <a:pt x="5821363" y="706352"/>
                </a:lnTo>
                <a:lnTo>
                  <a:pt x="5821363" y="857250"/>
                </a:lnTo>
                <a:lnTo>
                  <a:pt x="5821363" y="1028240"/>
                </a:lnTo>
                <a:lnTo>
                  <a:pt x="5821363" y="1220577"/>
                </a:lnTo>
                <a:lnTo>
                  <a:pt x="5821363" y="1435517"/>
                </a:lnTo>
                <a:lnTo>
                  <a:pt x="5821363" y="1674317"/>
                </a:lnTo>
                <a:lnTo>
                  <a:pt x="5821363" y="1938231"/>
                </a:lnTo>
                <a:lnTo>
                  <a:pt x="5821363" y="2228515"/>
                </a:lnTo>
                <a:lnTo>
                  <a:pt x="5821363" y="2546426"/>
                </a:lnTo>
                <a:lnTo>
                  <a:pt x="5821363" y="2716134"/>
                </a:lnTo>
                <a:lnTo>
                  <a:pt x="5821363" y="2893219"/>
                </a:lnTo>
                <a:lnTo>
                  <a:pt x="5821363" y="3077839"/>
                </a:lnTo>
                <a:lnTo>
                  <a:pt x="5821363" y="3270149"/>
                </a:lnTo>
                <a:lnTo>
                  <a:pt x="5821363" y="3470309"/>
                </a:lnTo>
                <a:lnTo>
                  <a:pt x="5821363" y="3678473"/>
                </a:lnTo>
                <a:lnTo>
                  <a:pt x="5821363" y="3894800"/>
                </a:lnTo>
                <a:lnTo>
                  <a:pt x="5821363" y="4119446"/>
                </a:lnTo>
                <a:lnTo>
                  <a:pt x="5821363" y="4352569"/>
                </a:lnTo>
                <a:lnTo>
                  <a:pt x="5821363" y="4594324"/>
                </a:lnTo>
                <a:lnTo>
                  <a:pt x="5821363" y="4844870"/>
                </a:lnTo>
                <a:lnTo>
                  <a:pt x="5821363" y="5104363"/>
                </a:lnTo>
                <a:lnTo>
                  <a:pt x="5821363" y="5372960"/>
                </a:lnTo>
                <a:lnTo>
                  <a:pt x="5821363" y="5650818"/>
                </a:lnTo>
                <a:lnTo>
                  <a:pt x="5821363" y="5938094"/>
                </a:lnTo>
                <a:lnTo>
                  <a:pt x="5821363" y="6234945"/>
                </a:lnTo>
                <a:lnTo>
                  <a:pt x="5821363" y="6541528"/>
                </a:lnTo>
                <a:lnTo>
                  <a:pt x="5821363" y="6858000"/>
                </a:lnTo>
                <a:lnTo>
                  <a:pt x="5819942" y="6858000"/>
                </a:lnTo>
                <a:lnTo>
                  <a:pt x="5809993" y="6858000"/>
                </a:lnTo>
                <a:lnTo>
                  <a:pt x="5782990" y="6858000"/>
                </a:lnTo>
                <a:lnTo>
                  <a:pt x="5730404" y="6858000"/>
                </a:lnTo>
                <a:lnTo>
                  <a:pt x="5643709" y="6858000"/>
                </a:lnTo>
                <a:lnTo>
                  <a:pt x="5514377" y="6858000"/>
                </a:lnTo>
                <a:lnTo>
                  <a:pt x="5431058" y="6858000"/>
                </a:lnTo>
                <a:lnTo>
                  <a:pt x="5333881" y="6858000"/>
                </a:lnTo>
                <a:lnTo>
                  <a:pt x="5221781" y="6858000"/>
                </a:lnTo>
                <a:lnTo>
                  <a:pt x="5093693" y="6858000"/>
                </a:lnTo>
                <a:lnTo>
                  <a:pt x="4948549" y="6858000"/>
                </a:lnTo>
                <a:lnTo>
                  <a:pt x="4785286" y="6858000"/>
                </a:lnTo>
                <a:lnTo>
                  <a:pt x="4602835" y="6858000"/>
                </a:lnTo>
                <a:lnTo>
                  <a:pt x="4400132" y="6858000"/>
                </a:lnTo>
                <a:lnTo>
                  <a:pt x="4176110" y="6858000"/>
                </a:lnTo>
                <a:lnTo>
                  <a:pt x="3929704" y="6858000"/>
                </a:lnTo>
                <a:lnTo>
                  <a:pt x="3659848" y="6858000"/>
                </a:lnTo>
                <a:lnTo>
                  <a:pt x="3365476" y="6858000"/>
                </a:lnTo>
                <a:lnTo>
                  <a:pt x="3045521" y="6858000"/>
                </a:lnTo>
                <a:lnTo>
                  <a:pt x="2698918" y="6858000"/>
                </a:lnTo>
                <a:lnTo>
                  <a:pt x="2324601" y="6858000"/>
                </a:lnTo>
                <a:lnTo>
                  <a:pt x="1921505" y="6858000"/>
                </a:lnTo>
                <a:lnTo>
                  <a:pt x="1488562" y="6858000"/>
                </a:lnTo>
                <a:lnTo>
                  <a:pt x="1024708" y="6858000"/>
                </a:lnTo>
                <a:lnTo>
                  <a:pt x="528876" y="6858000"/>
                </a:lnTo>
                <a:lnTo>
                  <a:pt x="0" y="6858000"/>
                </a:lnTo>
                <a:cubicBezTo>
                  <a:pt x="0" y="6858000"/>
                  <a:pt x="0" y="6858000"/>
                  <a:pt x="0" y="3894138"/>
                </a:cubicBezTo>
                <a:cubicBezTo>
                  <a:pt x="3183" y="3890963"/>
                  <a:pt x="6366" y="3887788"/>
                  <a:pt x="9549" y="3884613"/>
                </a:cubicBezTo>
                <a:cubicBezTo>
                  <a:pt x="9549" y="3884613"/>
                  <a:pt x="9549" y="3884613"/>
                  <a:pt x="343744" y="3552825"/>
                </a:cubicBezTo>
                <a:cubicBezTo>
                  <a:pt x="412174" y="3484563"/>
                  <a:pt x="412174" y="3373438"/>
                  <a:pt x="343744" y="3305175"/>
                </a:cubicBezTo>
                <a:cubicBezTo>
                  <a:pt x="343744" y="3305175"/>
                  <a:pt x="343744" y="3305175"/>
                  <a:pt x="9549" y="2973388"/>
                </a:cubicBezTo>
                <a:cubicBezTo>
                  <a:pt x="6366" y="2970213"/>
                  <a:pt x="3183" y="2967038"/>
                  <a:pt x="0" y="2963863"/>
                </a:cubicBezTo>
                <a:cubicBezTo>
                  <a:pt x="0" y="2963863"/>
                  <a:pt x="0" y="2963863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95000"/>
            </a:schemeClr>
          </a:solidFill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lvl1pPr marL="0" indent="0" algn="ctr">
              <a:buFontTx/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 xmlns:a="http://schemas.openxmlformats.org/drawingml/2006/main">
            <a:r>
              <a:t>Image placeholder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cae57daebf4ac9" /><Relationship Type="http://schemas.openxmlformats.org/officeDocument/2006/relationships/slideLayout" Target="/ppt/slideLayouts/slideLayout1.xml" Id="R146cb67d364e4a58" /><Relationship Type="http://schemas.openxmlformats.org/officeDocument/2006/relationships/slideLayout" Target="/ppt/slideLayouts/slideLayout2.xml" Id="R7e70891bf02e4aae" /><Relationship Type="http://schemas.openxmlformats.org/officeDocument/2006/relationships/slideLayout" Target="/ppt/slideLayouts/slideLayout3.xml" Id="Rf5e405d94dc24627" /><Relationship Type="http://schemas.openxmlformats.org/officeDocument/2006/relationships/slideLayout" Target="/ppt/slideLayouts/slideLayout4.xml" Id="R21da2e8204034d3f" /><Relationship Type="http://schemas.openxmlformats.org/officeDocument/2006/relationships/slideLayout" Target="/ppt/slideLayouts/slideLayout5.xml" Id="Rf1fd58abbd6e49cd" /><Relationship Type="http://schemas.openxmlformats.org/officeDocument/2006/relationships/slideLayout" Target="/ppt/slideLayouts/slideLayout6.xml" Id="Rbdcb66d3831a448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EEF0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6cb67d364e4a58"/>
    <p:sldLayoutId xmlns:r="http://schemas.openxmlformats.org/officeDocument/2006/relationships" id="2147483650" r:id="R7e70891bf02e4aae"/>
    <p:sldLayoutId xmlns:r="http://schemas.openxmlformats.org/officeDocument/2006/relationships" id="2147483651" r:id="Rf5e405d94dc24627"/>
    <p:sldLayoutId xmlns:r="http://schemas.openxmlformats.org/officeDocument/2006/relationships" id="2147483652" r:id="R21da2e8204034d3f"/>
    <p:sldLayoutId xmlns:r="http://schemas.openxmlformats.org/officeDocument/2006/relationships" id="2147483653" r:id="Rf1fd58abbd6e49cd"/>
    <p:sldLayoutId xmlns:r="http://schemas.openxmlformats.org/officeDocument/2006/relationships" id="2147483654" r:id="Rbdcb66d3831a448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Другая 4">
      <a:dk1>
        <a:srgbClr val="3F454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Другая 4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92c0569395f483a" /><Relationship Type="http://schemas.openxmlformats.org/officeDocument/2006/relationships/image" Target="/ppt/media/image.png" Id="R49de7855f95545e8" /><Relationship Type="http://schemas.openxmlformats.org/officeDocument/2006/relationships/image" Target="/ppt/media/image.svg" Id="R6280770c78ef4a3c" /><Relationship Type="http://schemas.openxmlformats.org/officeDocument/2006/relationships/image" Target="/ppt/media/image2.png" Id="R8e39fb316e534549" /><Relationship Type="http://schemas.openxmlformats.org/officeDocument/2006/relationships/image" Target="/ppt/media/image2.svg" Id="R0bb636657a25474d" /><Relationship Type="http://schemas.openxmlformats.org/officeDocument/2006/relationships/image" Target="/ppt/media/image3.png" Id="Re3af2aeded9f46a8" /><Relationship Type="http://schemas.openxmlformats.org/officeDocument/2006/relationships/image" Target="/ppt/media/image3.svg" Id="R22f760f8c0f7412c" /><Relationship Type="http://schemas.openxmlformats.org/officeDocument/2006/relationships/image" Target="/ppt/media/image4.png" Id="R5da65dd71da64723" /><Relationship Type="http://schemas.openxmlformats.org/officeDocument/2006/relationships/image" Target="/ppt/media/image4.svg" Id="Rde55b099d8574b2a" /><Relationship Type="http://schemas.openxmlformats.org/officeDocument/2006/relationships/image" Target="/ppt/media/image5.png" Id="R6802443a78fd469c" /><Relationship Type="http://schemas.openxmlformats.org/officeDocument/2006/relationships/image" Target="/ppt/media/image5.svg" Id="R76e32ed381084759" /><Relationship Type="http://schemas.openxmlformats.org/officeDocument/2006/relationships/image" Target="/ppt/media/image6.png" Id="Rcfa6db7ff41f416a" /><Relationship Type="http://schemas.openxmlformats.org/officeDocument/2006/relationships/image" Target="/ppt/media/image6.svg" Id="R275c4646721348f4" /><Relationship Type="http://schemas.openxmlformats.org/officeDocument/2006/relationships/image" Target="/ppt/media/image7.png" Id="Rab0de10127534988" /><Relationship Type="http://schemas.openxmlformats.org/officeDocument/2006/relationships/image" Target="/ppt/media/image7.svg" Id="Rc84b5ffab42c4225" /><Relationship Type="http://schemas.openxmlformats.org/officeDocument/2006/relationships/image" Target="/ppt/media/image8.png" Id="R1de9fc71d7db4ad3" /><Relationship Type="http://schemas.openxmlformats.org/officeDocument/2006/relationships/image" Target="/ppt/media/image8.svg" Id="R93763acc5bb643b9" /><Relationship Type="http://schemas.openxmlformats.org/officeDocument/2006/relationships/image" Target="/ppt/media/image9.png" Id="Rcdb43355dea54e1d" /><Relationship Type="http://schemas.openxmlformats.org/officeDocument/2006/relationships/image" Target="/ppt/media/image9.svg" Id="Ra563977391774a02" /><Relationship Type="http://schemas.openxmlformats.org/officeDocument/2006/relationships/image" Target="/ppt/media/image10.png" Id="Rfe7430c024b04139" /><Relationship Type="http://schemas.openxmlformats.org/officeDocument/2006/relationships/image" Target="/ppt/media/image10.svg" Id="Raf31bdc9b84d4608" /><Relationship Type="http://schemas.openxmlformats.org/officeDocument/2006/relationships/image" Target="/ppt/media/image11.png" Id="R23616231baee4d0b" /><Relationship Type="http://schemas.openxmlformats.org/officeDocument/2006/relationships/image" Target="/ppt/media/image11.svg" Id="Rd00eab8cf98e4098" /><Relationship Type="http://schemas.openxmlformats.org/officeDocument/2006/relationships/image" Target="/ppt/media/image12.png" Id="R41dd0702b5184034" /><Relationship Type="http://schemas.openxmlformats.org/officeDocument/2006/relationships/image" Target="/ppt/media/image12.svg" Id="Rc60ca44155484224" /><Relationship Type="http://schemas.openxmlformats.org/officeDocument/2006/relationships/image" Target="/ppt/media/image13.png" Id="R2b51039d3097453a" /><Relationship Type="http://schemas.openxmlformats.org/officeDocument/2006/relationships/image" Target="/ppt/media/image13.svg" Id="R0d7330dc212b4f94" /><Relationship Type="http://schemas.openxmlformats.org/officeDocument/2006/relationships/image" Target="/ppt/media/image14.png" Id="R9b5567b0ec824591" /><Relationship Type="http://schemas.openxmlformats.org/officeDocument/2006/relationships/image" Target="/ppt/media/image14.svg" Id="R60d5b0412d7c411e" /><Relationship Type="http://schemas.openxmlformats.org/officeDocument/2006/relationships/notesSlide" Target="/ppt/notesSlides/notesSlide1.xml" Id="Rc2375de5d6d545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1d85d4f474f99" /><Relationship Type="http://schemas.openxmlformats.org/officeDocument/2006/relationships/image" Target="/ppt/media/image15.png" Id="Rfcdd30b9cf334cae" /><Relationship Type="http://schemas.openxmlformats.org/officeDocument/2006/relationships/image" Target="/ppt/media/image15.svg" Id="R24167525722249a4" /><Relationship Type="http://schemas.openxmlformats.org/officeDocument/2006/relationships/image" Target="/ppt/media/image16.png" Id="Rdf2c03e7afc840b1" /><Relationship Type="http://schemas.openxmlformats.org/officeDocument/2006/relationships/image" Target="/ppt/media/image7.png" Id="Rcbe325671fed4fbc" /><Relationship Type="http://schemas.openxmlformats.org/officeDocument/2006/relationships/image" Target="/ppt/media/image7.svg" Id="R54eca59a018a409f" /><Relationship Type="http://schemas.openxmlformats.org/officeDocument/2006/relationships/image" Target="/ppt/media/image11.png" Id="R7d232bbe39af4fff" /><Relationship Type="http://schemas.openxmlformats.org/officeDocument/2006/relationships/image" Target="/ppt/media/image11.svg" Id="R2722498af6124eb8" /><Relationship Type="http://schemas.openxmlformats.org/officeDocument/2006/relationships/image" Target="/ppt/media/image17.png" Id="R8eb1299d33e64ebd" /><Relationship Type="http://schemas.openxmlformats.org/officeDocument/2006/relationships/image" Target="/ppt/media/image16.svg" Id="Rfc69b0e96eee440e" /><Relationship Type="http://schemas.openxmlformats.org/officeDocument/2006/relationships/image" Target="/ppt/media/image18.png" Id="R286dd19bd6ce4d38" /><Relationship Type="http://schemas.openxmlformats.org/officeDocument/2006/relationships/image" Target="/ppt/media/image17.svg" Id="R33fb3441adcc43f6" /><Relationship Type="http://schemas.openxmlformats.org/officeDocument/2006/relationships/image" Target="/ppt/media/image19.png" Id="R7170b5cd9e26479f" /><Relationship Type="http://schemas.openxmlformats.org/officeDocument/2006/relationships/image" Target="/ppt/media/image18.svg" Id="Raae663c034d14103" /><Relationship Type="http://schemas.openxmlformats.org/officeDocument/2006/relationships/image" Target="/ppt/media/image20.png" Id="R258f7876319446a8" /><Relationship Type="http://schemas.openxmlformats.org/officeDocument/2006/relationships/image" Target="/ppt/media/image19.svg" Id="R9092c6dac15947f0" /><Relationship Type="http://schemas.openxmlformats.org/officeDocument/2006/relationships/image" Target="/ppt/media/image21.png" Id="Ra45023bc8dbc43e0" /><Relationship Type="http://schemas.openxmlformats.org/officeDocument/2006/relationships/image" Target="/ppt/media/image20.svg" Id="Rd011dcbb51bc4ceb" /><Relationship Type="http://schemas.openxmlformats.org/officeDocument/2006/relationships/image" Target="/ppt/media/image22.png" Id="Rde1f54ed5f1341e0" /><Relationship Type="http://schemas.openxmlformats.org/officeDocument/2006/relationships/image" Target="/ppt/media/image21.svg" Id="Re1426f843187463b" /><Relationship Type="http://schemas.openxmlformats.org/officeDocument/2006/relationships/image" Target="/ppt/media/image23.png" Id="Rf3761d0b132d4018" /><Relationship Type="http://schemas.openxmlformats.org/officeDocument/2006/relationships/image" Target="/ppt/media/image22.svg" Id="R229d0f0748ef4e18" /><Relationship Type="http://schemas.openxmlformats.org/officeDocument/2006/relationships/image" Target="/ppt/media/image24.png" Id="R1f670a90253d44f7" /><Relationship Type="http://schemas.openxmlformats.org/officeDocument/2006/relationships/image" Target="/ppt/media/image23.svg" Id="Rbe4bb4d5d0f342e5" /><Relationship Type="http://schemas.openxmlformats.org/officeDocument/2006/relationships/image" Target="/ppt/media/image25.png" Id="Rb3d1bd393f7840ca" /><Relationship Type="http://schemas.openxmlformats.org/officeDocument/2006/relationships/image" Target="/ppt/media/image24.svg" Id="R18897ad2c3184aac" /><Relationship Type="http://schemas.openxmlformats.org/officeDocument/2006/relationships/image" Target="/ppt/media/image26.png" Id="Rc2032a9013034f0d" /><Relationship Type="http://schemas.openxmlformats.org/officeDocument/2006/relationships/image" Target="/ppt/media/image25.svg" Id="R97115c11d141417e" /><Relationship Type="http://schemas.openxmlformats.org/officeDocument/2006/relationships/image" Target="/ppt/media/image27.png" Id="Rc814f2f86e4f464f" /><Relationship Type="http://schemas.openxmlformats.org/officeDocument/2006/relationships/image" Target="/ppt/media/image26.svg" Id="R3bda7e53dd94413f" /><Relationship Type="http://schemas.openxmlformats.org/officeDocument/2006/relationships/image" Target="/ppt/media/image28.png" Id="Rfc0aaae5024d429e" /><Relationship Type="http://schemas.openxmlformats.org/officeDocument/2006/relationships/image" Target="/ppt/media/image27.svg" Id="Re467bd8bf2e74171" /><Relationship Type="http://schemas.openxmlformats.org/officeDocument/2006/relationships/image" Target="/ppt/media/image29.png" Id="Red8fc0024fb64506" /><Relationship Type="http://schemas.openxmlformats.org/officeDocument/2006/relationships/image" Target="/ppt/media/image28.svg" Id="R299e9a13059e4e08" /><Relationship Type="http://schemas.openxmlformats.org/officeDocument/2006/relationships/image" Target="/ppt/media/image30.png" Id="R445a14bad7de4d76" /><Relationship Type="http://schemas.openxmlformats.org/officeDocument/2006/relationships/image" Target="/ppt/media/image29.svg" Id="Ra662286c450846ef" /><Relationship Type="http://schemas.openxmlformats.org/officeDocument/2006/relationships/notesSlide" Target="/ppt/notesSlides/notesSlide2.xml" Id="Re8887fc19f20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a48db51a541cc" /><Relationship Type="http://schemas.openxmlformats.org/officeDocument/2006/relationships/image" Target="/ppt/media/image22.png" Id="R30711b688a9e45c8" /><Relationship Type="http://schemas.openxmlformats.org/officeDocument/2006/relationships/image" Target="/ppt/media/image21.svg" Id="R86650a29871844e5" /><Relationship Type="http://schemas.openxmlformats.org/officeDocument/2006/relationships/image" Target="/ppt/media/image16.png" Id="R011ae55baddf42e6" /><Relationship Type="http://schemas.openxmlformats.org/officeDocument/2006/relationships/image" Target="/ppt/media/image17.png" Id="Rcb1b5d1a7f244275" /><Relationship Type="http://schemas.openxmlformats.org/officeDocument/2006/relationships/image" Target="/ppt/media/image16.svg" Id="R179adcf38087415f" /><Relationship Type="http://schemas.openxmlformats.org/officeDocument/2006/relationships/image" Target="/ppt/media/image19.png" Id="Rc4c2ee156c3e46dd" /><Relationship Type="http://schemas.openxmlformats.org/officeDocument/2006/relationships/image" Target="/ppt/media/image18.svg" Id="R9bb522f63b8d4b55" /><Relationship Type="http://schemas.openxmlformats.org/officeDocument/2006/relationships/image" Target="/ppt/media/image20.png" Id="R95b1ddb8383c43d0" /><Relationship Type="http://schemas.openxmlformats.org/officeDocument/2006/relationships/image" Target="/ppt/media/image19.svg" Id="Rbc2f324a26f34265" /><Relationship Type="http://schemas.openxmlformats.org/officeDocument/2006/relationships/image" Target="/ppt/media/image21.png" Id="R505bcb1c57244ae2" /><Relationship Type="http://schemas.openxmlformats.org/officeDocument/2006/relationships/image" Target="/ppt/media/image20.svg" Id="Reddcf994314d4fd4" /><Relationship Type="http://schemas.openxmlformats.org/officeDocument/2006/relationships/image" Target="/ppt/media/image23.png" Id="Rdaa3dd4c48e04b26" /><Relationship Type="http://schemas.openxmlformats.org/officeDocument/2006/relationships/image" Target="/ppt/media/image22.svg" Id="R332bb3fb59f14d63" /><Relationship Type="http://schemas.openxmlformats.org/officeDocument/2006/relationships/image" Target="/ppt/media/image24.png" Id="Rb7cece4ca6444b42" /><Relationship Type="http://schemas.openxmlformats.org/officeDocument/2006/relationships/image" Target="/ppt/media/image23.svg" Id="Rca54039c2bf54a6f" /><Relationship Type="http://schemas.openxmlformats.org/officeDocument/2006/relationships/image" Target="/ppt/media/image25.png" Id="R0c1b282b99cf4ddb" /><Relationship Type="http://schemas.openxmlformats.org/officeDocument/2006/relationships/image" Target="/ppt/media/image24.svg" Id="R6fb99673e0ad48e6" /><Relationship Type="http://schemas.openxmlformats.org/officeDocument/2006/relationships/image" Target="/ppt/media/image26.png" Id="R7688361b66504a2a" /><Relationship Type="http://schemas.openxmlformats.org/officeDocument/2006/relationships/image" Target="/ppt/media/image25.svg" Id="Rd8ac842549b54b3f" /><Relationship Type="http://schemas.openxmlformats.org/officeDocument/2006/relationships/image" Target="/ppt/media/image27.png" Id="R5232d46748044e1a" /><Relationship Type="http://schemas.openxmlformats.org/officeDocument/2006/relationships/image" Target="/ppt/media/image26.svg" Id="R0aca15941cda43c0" /><Relationship Type="http://schemas.openxmlformats.org/officeDocument/2006/relationships/image" Target="/ppt/media/image28.png" Id="Rcaa4e16db5314759" /><Relationship Type="http://schemas.openxmlformats.org/officeDocument/2006/relationships/image" Target="/ppt/media/image27.svg" Id="Rf83cd0d1e87e4c92" /><Relationship Type="http://schemas.openxmlformats.org/officeDocument/2006/relationships/image" Target="/ppt/media/image29.png" Id="Rbd3486b85cd04555" /><Relationship Type="http://schemas.openxmlformats.org/officeDocument/2006/relationships/image" Target="/ppt/media/image28.svg" Id="Rac29dcc19d2b4a2c" /><Relationship Type="http://schemas.openxmlformats.org/officeDocument/2006/relationships/image" Target="/ppt/media/image30.png" Id="Rf77709f19b4a4c14" /><Relationship Type="http://schemas.openxmlformats.org/officeDocument/2006/relationships/image" Target="/ppt/media/image29.svg" Id="R4a0ca082ce3849f8" /><Relationship Type="http://schemas.openxmlformats.org/officeDocument/2006/relationships/image" Target="/ppt/media/image7.png" Id="R5cde7b51d6e94c38" /><Relationship Type="http://schemas.openxmlformats.org/officeDocument/2006/relationships/image" Target="/ppt/media/image7.svg" Id="Rc6cf39018aff4d3e" /><Relationship Type="http://schemas.openxmlformats.org/officeDocument/2006/relationships/image" Target="/ppt/media/image15.png" Id="Rd15674494ae34ab9" /><Relationship Type="http://schemas.openxmlformats.org/officeDocument/2006/relationships/image" Target="/ppt/media/image15.svg" Id="R1cb5a90c253241c1" /><Relationship Type="http://schemas.openxmlformats.org/officeDocument/2006/relationships/image" Target="/ppt/media/image31.png" Id="Rb25d48f8eaae4eac" /><Relationship Type="http://schemas.openxmlformats.org/officeDocument/2006/relationships/image" Target="/ppt/media/image18.png" Id="R2993b3012a7946cd" /><Relationship Type="http://schemas.openxmlformats.org/officeDocument/2006/relationships/image" Target="/ppt/media/image17.svg" Id="Rf608ec11a5654e97" /><Relationship Type="http://schemas.openxmlformats.org/officeDocument/2006/relationships/notesSlide" Target="/ppt/notesSlides/notesSlide3.xml" Id="R1d12287daadb4e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36c63dd4b49cf" /><Relationship Type="http://schemas.openxmlformats.org/officeDocument/2006/relationships/image" Target="/ppt/media/image22.png" Id="R7fa8ab667312448d" /><Relationship Type="http://schemas.openxmlformats.org/officeDocument/2006/relationships/image" Target="/ppt/media/image21.svg" Id="Rb0f5248a760848ae" /><Relationship Type="http://schemas.openxmlformats.org/officeDocument/2006/relationships/image" Target="/ppt/media/image16.png" Id="Rb891730dd6fc4315" /><Relationship Type="http://schemas.openxmlformats.org/officeDocument/2006/relationships/image" Target="/ppt/media/image17.png" Id="Ra4f3cc1fadca4293" /><Relationship Type="http://schemas.openxmlformats.org/officeDocument/2006/relationships/image" Target="/ppt/media/image16.svg" Id="Rcbcb812ce2584a82" /><Relationship Type="http://schemas.openxmlformats.org/officeDocument/2006/relationships/image" Target="/ppt/media/image19.png" Id="Rbe18b86148b7440b" /><Relationship Type="http://schemas.openxmlformats.org/officeDocument/2006/relationships/image" Target="/ppt/media/image18.svg" Id="R87d2516ce78b4904" /><Relationship Type="http://schemas.openxmlformats.org/officeDocument/2006/relationships/image" Target="/ppt/media/image20.png" Id="R3ccc50774f9d42af" /><Relationship Type="http://schemas.openxmlformats.org/officeDocument/2006/relationships/image" Target="/ppt/media/image19.svg" Id="R7d55c25f64ea492e" /><Relationship Type="http://schemas.openxmlformats.org/officeDocument/2006/relationships/image" Target="/ppt/media/image21.png" Id="R2d2546e530164e0a" /><Relationship Type="http://schemas.openxmlformats.org/officeDocument/2006/relationships/image" Target="/ppt/media/image20.svg" Id="R0d5717b236244f7d" /><Relationship Type="http://schemas.openxmlformats.org/officeDocument/2006/relationships/image" Target="/ppt/media/image23.png" Id="R31f722fab922403b" /><Relationship Type="http://schemas.openxmlformats.org/officeDocument/2006/relationships/image" Target="/ppt/media/image22.svg" Id="R82c0f0ff72454389" /><Relationship Type="http://schemas.openxmlformats.org/officeDocument/2006/relationships/image" Target="/ppt/media/image24.png" Id="R53c2ac200aa44e33" /><Relationship Type="http://schemas.openxmlformats.org/officeDocument/2006/relationships/image" Target="/ppt/media/image23.svg" Id="R8864d8df9c174f9e" /><Relationship Type="http://schemas.openxmlformats.org/officeDocument/2006/relationships/image" Target="/ppt/media/image25.png" Id="Re7bda09028a74290" /><Relationship Type="http://schemas.openxmlformats.org/officeDocument/2006/relationships/image" Target="/ppt/media/image24.svg" Id="R876c50538a674a4a" /><Relationship Type="http://schemas.openxmlformats.org/officeDocument/2006/relationships/image" Target="/ppt/media/image26.png" Id="Rcf39663a32af47b0" /><Relationship Type="http://schemas.openxmlformats.org/officeDocument/2006/relationships/image" Target="/ppt/media/image25.svg" Id="Rbd08959444814c09" /><Relationship Type="http://schemas.openxmlformats.org/officeDocument/2006/relationships/image" Target="/ppt/media/image27.png" Id="R19a558df09d24b75" /><Relationship Type="http://schemas.openxmlformats.org/officeDocument/2006/relationships/image" Target="/ppt/media/image26.svg" Id="Rddc870bf37834fc9" /><Relationship Type="http://schemas.openxmlformats.org/officeDocument/2006/relationships/image" Target="/ppt/media/image28.png" Id="R170b89e1776c4198" /><Relationship Type="http://schemas.openxmlformats.org/officeDocument/2006/relationships/image" Target="/ppt/media/image27.svg" Id="Rca08430a76684bd1" /><Relationship Type="http://schemas.openxmlformats.org/officeDocument/2006/relationships/image" Target="/ppt/media/image29.png" Id="Re8aafaca06634c2e" /><Relationship Type="http://schemas.openxmlformats.org/officeDocument/2006/relationships/image" Target="/ppt/media/image28.svg" Id="Racd52d71409d49e9" /><Relationship Type="http://schemas.openxmlformats.org/officeDocument/2006/relationships/image" Target="/ppt/media/image30.png" Id="R791dbd507665497f" /><Relationship Type="http://schemas.openxmlformats.org/officeDocument/2006/relationships/image" Target="/ppt/media/image29.svg" Id="R611e0c4d821746d5" /><Relationship Type="http://schemas.openxmlformats.org/officeDocument/2006/relationships/image" Target="/ppt/media/image7.png" Id="Ra6ff65cd6d524910" /><Relationship Type="http://schemas.openxmlformats.org/officeDocument/2006/relationships/image" Target="/ppt/media/image7.svg" Id="R1200b5d8f1204921" /><Relationship Type="http://schemas.openxmlformats.org/officeDocument/2006/relationships/image" Target="/ppt/media/image15.png" Id="R9de06290f60b47bd" /><Relationship Type="http://schemas.openxmlformats.org/officeDocument/2006/relationships/image" Target="/ppt/media/image15.svg" Id="R61a780f1f2564488" /><Relationship Type="http://schemas.openxmlformats.org/officeDocument/2006/relationships/image" Target="/ppt/media/image31.png" Id="R4e918f9e36274ee1" /><Relationship Type="http://schemas.openxmlformats.org/officeDocument/2006/relationships/image" Target="/ppt/media/image18.png" Id="R292ff148a375411f" /><Relationship Type="http://schemas.openxmlformats.org/officeDocument/2006/relationships/image" Target="/ppt/media/image17.svg" Id="R61ebf210697f4af5" /><Relationship Type="http://schemas.openxmlformats.org/officeDocument/2006/relationships/notesSlide" Target="/ppt/notesSlides/notesSlide4.xml" Id="Rc2905baa2e7548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a2b2cb99c4d5a" /><Relationship Type="http://schemas.openxmlformats.org/officeDocument/2006/relationships/image" Target="/ppt/media/image16.png" Id="R2a2251afea68417c" /><Relationship Type="http://schemas.openxmlformats.org/officeDocument/2006/relationships/image" Target="/ppt/media/image7.png" Id="R05793cb52ae648c5" /><Relationship Type="http://schemas.openxmlformats.org/officeDocument/2006/relationships/image" Target="/ppt/media/image7.svg" Id="R2def18c17bc44bd1" /><Relationship Type="http://schemas.openxmlformats.org/officeDocument/2006/relationships/image" Target="/ppt/media/image11.png" Id="Rbfd5572f4ce64490" /><Relationship Type="http://schemas.openxmlformats.org/officeDocument/2006/relationships/image" Target="/ppt/media/image11.svg" Id="R517e7215e7f546ae" /><Relationship Type="http://schemas.openxmlformats.org/officeDocument/2006/relationships/image" Target="/ppt/media/image17.png" Id="R4a285c3b1351429e" /><Relationship Type="http://schemas.openxmlformats.org/officeDocument/2006/relationships/image" Target="/ppt/media/image16.svg" Id="Rc10473b16b5d4082" /><Relationship Type="http://schemas.openxmlformats.org/officeDocument/2006/relationships/image" Target="/ppt/media/image18.png" Id="R51b1940e516a468a" /><Relationship Type="http://schemas.openxmlformats.org/officeDocument/2006/relationships/image" Target="/ppt/media/image17.svg" Id="R96c9907d8c0147ed" /><Relationship Type="http://schemas.openxmlformats.org/officeDocument/2006/relationships/image" Target="/ppt/media/image19.png" Id="R2110d8d903684c7d" /><Relationship Type="http://schemas.openxmlformats.org/officeDocument/2006/relationships/image" Target="/ppt/media/image18.svg" Id="Rd9265210bcc246ac" /><Relationship Type="http://schemas.openxmlformats.org/officeDocument/2006/relationships/image" Target="/ppt/media/image20.png" Id="Rf9ffbe26eb3c4b1c" /><Relationship Type="http://schemas.openxmlformats.org/officeDocument/2006/relationships/image" Target="/ppt/media/image19.svg" Id="R818ca4c884724430" /><Relationship Type="http://schemas.openxmlformats.org/officeDocument/2006/relationships/image" Target="/ppt/media/image21.png" Id="R5f0b9ace3d40496f" /><Relationship Type="http://schemas.openxmlformats.org/officeDocument/2006/relationships/image" Target="/ppt/media/image20.svg" Id="R63b7e6c6b08d4d88" /><Relationship Type="http://schemas.openxmlformats.org/officeDocument/2006/relationships/image" Target="/ppt/media/image22.png" Id="Re4c6feb1391548dc" /><Relationship Type="http://schemas.openxmlformats.org/officeDocument/2006/relationships/image" Target="/ppt/media/image21.svg" Id="R2a28f0f296fa4384" /><Relationship Type="http://schemas.openxmlformats.org/officeDocument/2006/relationships/image" Target="/ppt/media/image23.png" Id="R5545f96f3c7240f2" /><Relationship Type="http://schemas.openxmlformats.org/officeDocument/2006/relationships/image" Target="/ppt/media/image22.svg" Id="Rea9c8df0d4114999" /><Relationship Type="http://schemas.openxmlformats.org/officeDocument/2006/relationships/image" Target="/ppt/media/image24.png" Id="R66c7114a14254b70" /><Relationship Type="http://schemas.openxmlformats.org/officeDocument/2006/relationships/image" Target="/ppt/media/image23.svg" Id="Reb606486d2b6489e" /><Relationship Type="http://schemas.openxmlformats.org/officeDocument/2006/relationships/image" Target="/ppt/media/image25.png" Id="R43d0fa2859cb42fd" /><Relationship Type="http://schemas.openxmlformats.org/officeDocument/2006/relationships/image" Target="/ppt/media/image24.svg" Id="Rdb56271773104978" /><Relationship Type="http://schemas.openxmlformats.org/officeDocument/2006/relationships/image" Target="/ppt/media/image26.png" Id="Reb7b1fe77a54457f" /><Relationship Type="http://schemas.openxmlformats.org/officeDocument/2006/relationships/image" Target="/ppt/media/image25.svg" Id="R62670f281b464007" /><Relationship Type="http://schemas.openxmlformats.org/officeDocument/2006/relationships/image" Target="/ppt/media/image27.png" Id="Rcdc14b4b3a7346c1" /><Relationship Type="http://schemas.openxmlformats.org/officeDocument/2006/relationships/image" Target="/ppt/media/image26.svg" Id="Rca06f2bc954d402e" /><Relationship Type="http://schemas.openxmlformats.org/officeDocument/2006/relationships/image" Target="/ppt/media/image28.png" Id="Rf5ad4c3fc70f4bf7" /><Relationship Type="http://schemas.openxmlformats.org/officeDocument/2006/relationships/image" Target="/ppt/media/image27.svg" Id="R12d4bc8f5c8b4dcf" /><Relationship Type="http://schemas.openxmlformats.org/officeDocument/2006/relationships/image" Target="/ppt/media/image29.png" Id="Rf1a5bf06347e4432" /><Relationship Type="http://schemas.openxmlformats.org/officeDocument/2006/relationships/image" Target="/ppt/media/image28.svg" Id="R377c5094f40c4134" /><Relationship Type="http://schemas.openxmlformats.org/officeDocument/2006/relationships/image" Target="/ppt/media/image30.png" Id="R54ffc192685c41bd" /><Relationship Type="http://schemas.openxmlformats.org/officeDocument/2006/relationships/image" Target="/ppt/media/image29.svg" Id="R147f4159e5b54d78" /><Relationship Type="http://schemas.openxmlformats.org/officeDocument/2006/relationships/notesSlide" Target="/ppt/notesSlides/notesSlide5.xml" Id="R5d3e49e171d045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ff60eeb644147" /><Relationship Type="http://schemas.openxmlformats.org/officeDocument/2006/relationships/image" Target="/ppt/media/image22.png" Id="R94f5bebe48734628" /><Relationship Type="http://schemas.openxmlformats.org/officeDocument/2006/relationships/image" Target="/ppt/media/image21.svg" Id="R52e1d8e0e2ea445b" /><Relationship Type="http://schemas.openxmlformats.org/officeDocument/2006/relationships/image" Target="/ppt/media/image32.png" Id="R8fede42d085e4c5d" /><Relationship Type="http://schemas.openxmlformats.org/officeDocument/2006/relationships/image" Target="/ppt/media/image30.svg" Id="Racc777aa1341489e" /><Relationship Type="http://schemas.openxmlformats.org/officeDocument/2006/relationships/image" Target="/ppt/media/image16.png" Id="Rdedb7dc107764475" /><Relationship Type="http://schemas.openxmlformats.org/officeDocument/2006/relationships/image" Target="/ppt/media/image17.png" Id="R3d762ce3456e4bd2" /><Relationship Type="http://schemas.openxmlformats.org/officeDocument/2006/relationships/image" Target="/ppt/media/image16.svg" Id="Rfa859bf37fdc4759" /><Relationship Type="http://schemas.openxmlformats.org/officeDocument/2006/relationships/image" Target="/ppt/media/image18.png" Id="R346c67edff904311" /><Relationship Type="http://schemas.openxmlformats.org/officeDocument/2006/relationships/image" Target="/ppt/media/image17.svg" Id="R81943ffba25247e5" /><Relationship Type="http://schemas.openxmlformats.org/officeDocument/2006/relationships/image" Target="/ppt/media/image19.png" Id="Re4eb15af5c884eaf" /><Relationship Type="http://schemas.openxmlformats.org/officeDocument/2006/relationships/image" Target="/ppt/media/image18.svg" Id="R767178a863334cb5" /><Relationship Type="http://schemas.openxmlformats.org/officeDocument/2006/relationships/image" Target="/ppt/media/image20.png" Id="R089f4f81d92a47eb" /><Relationship Type="http://schemas.openxmlformats.org/officeDocument/2006/relationships/image" Target="/ppt/media/image19.svg" Id="R05a059b5a2214dd9" /><Relationship Type="http://schemas.openxmlformats.org/officeDocument/2006/relationships/image" Target="/ppt/media/image21.png" Id="R764fae19528a45e1" /><Relationship Type="http://schemas.openxmlformats.org/officeDocument/2006/relationships/image" Target="/ppt/media/image20.svg" Id="R4727acc659f34c5a" /><Relationship Type="http://schemas.openxmlformats.org/officeDocument/2006/relationships/image" Target="/ppt/media/image23.png" Id="Re65c2a467b1a408c" /><Relationship Type="http://schemas.openxmlformats.org/officeDocument/2006/relationships/image" Target="/ppt/media/image22.svg" Id="R6bcae9e8a9c746ed" /><Relationship Type="http://schemas.openxmlformats.org/officeDocument/2006/relationships/image" Target="/ppt/media/image24.png" Id="R24c6405cbac4422f" /><Relationship Type="http://schemas.openxmlformats.org/officeDocument/2006/relationships/image" Target="/ppt/media/image23.svg" Id="Ra53f519879294c1a" /><Relationship Type="http://schemas.openxmlformats.org/officeDocument/2006/relationships/image" Target="/ppt/media/image25.png" Id="R5156c52cb86d4937" /><Relationship Type="http://schemas.openxmlformats.org/officeDocument/2006/relationships/image" Target="/ppt/media/image24.svg" Id="Rb99c1d1b83184cc2" /><Relationship Type="http://schemas.openxmlformats.org/officeDocument/2006/relationships/image" Target="/ppt/media/image26.png" Id="R996f25f989014005" /><Relationship Type="http://schemas.openxmlformats.org/officeDocument/2006/relationships/image" Target="/ppt/media/image25.svg" Id="R9d6d470f28584a64" /><Relationship Type="http://schemas.openxmlformats.org/officeDocument/2006/relationships/image" Target="/ppt/media/image27.png" Id="R183b9a73826f422c" /><Relationship Type="http://schemas.openxmlformats.org/officeDocument/2006/relationships/image" Target="/ppt/media/image26.svg" Id="R26686a8fbc4e425c" /><Relationship Type="http://schemas.openxmlformats.org/officeDocument/2006/relationships/image" Target="/ppt/media/image28.png" Id="R5655f20c1e0f4850" /><Relationship Type="http://schemas.openxmlformats.org/officeDocument/2006/relationships/image" Target="/ppt/media/image27.svg" Id="R78c96cb3898a4b86" /><Relationship Type="http://schemas.openxmlformats.org/officeDocument/2006/relationships/image" Target="/ppt/media/image29.png" Id="Ree4c4da4c3f54d76" /><Relationship Type="http://schemas.openxmlformats.org/officeDocument/2006/relationships/image" Target="/ppt/media/image28.svg" Id="R4d40f5ce46d84b60" /><Relationship Type="http://schemas.openxmlformats.org/officeDocument/2006/relationships/image" Target="/ppt/media/image30.png" Id="Rcbf3487812b94a8f" /><Relationship Type="http://schemas.openxmlformats.org/officeDocument/2006/relationships/image" Target="/ppt/media/image29.svg" Id="R479b1affb3884eb9" /><Relationship Type="http://schemas.openxmlformats.org/officeDocument/2006/relationships/image" Target="/ppt/media/image7.png" Id="Rf31b617b8b5b4914" /><Relationship Type="http://schemas.openxmlformats.org/officeDocument/2006/relationships/image" Target="/ppt/media/image7.svg" Id="Re32566a42e154479" /><Relationship Type="http://schemas.openxmlformats.org/officeDocument/2006/relationships/image" Target="/ppt/media/image31.png" Id="Rf8848bec267d46a0" /><Relationship Type="http://schemas.openxmlformats.org/officeDocument/2006/relationships/notesSlide" Target="/ppt/notesSlides/notesSlide6.xml" Id="R7dd441e211164b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bfd3a0f4f41d2" /><Relationship Type="http://schemas.openxmlformats.org/officeDocument/2006/relationships/image" Target="/ppt/media/image33.png" Id="R8be2ccd30568461e" /><Relationship Type="http://schemas.openxmlformats.org/officeDocument/2006/relationships/image" Target="/ppt/media/image31.svg" Id="R9ecb11b16ed04498" /><Relationship Type="http://schemas.openxmlformats.org/officeDocument/2006/relationships/image" Target="/ppt/media/image16.png" Id="Rdd14f38fced84bcf" /><Relationship Type="http://schemas.openxmlformats.org/officeDocument/2006/relationships/image" Target="/ppt/media/image17.png" Id="Rc85fae5693204c71" /><Relationship Type="http://schemas.openxmlformats.org/officeDocument/2006/relationships/image" Target="/ppt/media/image16.svg" Id="R582ccf5985154d68" /><Relationship Type="http://schemas.openxmlformats.org/officeDocument/2006/relationships/image" Target="/ppt/media/image18.png" Id="Rcc48607582f34546" /><Relationship Type="http://schemas.openxmlformats.org/officeDocument/2006/relationships/image" Target="/ppt/media/image17.svg" Id="Ra4d357a4865143e1" /><Relationship Type="http://schemas.openxmlformats.org/officeDocument/2006/relationships/image" Target="/ppt/media/image19.png" Id="R0b393d0519ca48e1" /><Relationship Type="http://schemas.openxmlformats.org/officeDocument/2006/relationships/image" Target="/ppt/media/image18.svg" Id="Ree153a60544c4836" /><Relationship Type="http://schemas.openxmlformats.org/officeDocument/2006/relationships/image" Target="/ppt/media/image20.png" Id="R6f3d2cdf954f4525" /><Relationship Type="http://schemas.openxmlformats.org/officeDocument/2006/relationships/image" Target="/ppt/media/image19.svg" Id="R2ec8530488b34be4" /><Relationship Type="http://schemas.openxmlformats.org/officeDocument/2006/relationships/image" Target="/ppt/media/image21.png" Id="R0886fb582e4f4dea" /><Relationship Type="http://schemas.openxmlformats.org/officeDocument/2006/relationships/image" Target="/ppt/media/image20.svg" Id="R9e2c2530c6fe42da" /><Relationship Type="http://schemas.openxmlformats.org/officeDocument/2006/relationships/image" Target="/ppt/media/image22.png" Id="Rb8af79fbac78452f" /><Relationship Type="http://schemas.openxmlformats.org/officeDocument/2006/relationships/image" Target="/ppt/media/image21.svg" Id="R3f95fecb86c746ad" /><Relationship Type="http://schemas.openxmlformats.org/officeDocument/2006/relationships/image" Target="/ppt/media/image23.png" Id="Ra7e3185172034c3e" /><Relationship Type="http://schemas.openxmlformats.org/officeDocument/2006/relationships/image" Target="/ppt/media/image22.svg" Id="Rf1272f6f544c4102" /><Relationship Type="http://schemas.openxmlformats.org/officeDocument/2006/relationships/image" Target="/ppt/media/image24.png" Id="R6e10afb27a814fbe" /><Relationship Type="http://schemas.openxmlformats.org/officeDocument/2006/relationships/image" Target="/ppt/media/image23.svg" Id="Rcf233e563796436b" /><Relationship Type="http://schemas.openxmlformats.org/officeDocument/2006/relationships/image" Target="/ppt/media/image25.png" Id="R4bfa9d9756bd4d3c" /><Relationship Type="http://schemas.openxmlformats.org/officeDocument/2006/relationships/image" Target="/ppt/media/image24.svg" Id="R3174fdaced334cc8" /><Relationship Type="http://schemas.openxmlformats.org/officeDocument/2006/relationships/image" Target="/ppt/media/image26.png" Id="Rdb4298cda9db453b" /><Relationship Type="http://schemas.openxmlformats.org/officeDocument/2006/relationships/image" Target="/ppt/media/image25.svg" Id="R47b02203294b4872" /><Relationship Type="http://schemas.openxmlformats.org/officeDocument/2006/relationships/image" Target="/ppt/media/image27.png" Id="R3ef30eb52f8b46a8" /><Relationship Type="http://schemas.openxmlformats.org/officeDocument/2006/relationships/image" Target="/ppt/media/image26.svg" Id="R421e4e3b161f48dd" /><Relationship Type="http://schemas.openxmlformats.org/officeDocument/2006/relationships/image" Target="/ppt/media/image28.png" Id="R390bf44d29eb4358" /><Relationship Type="http://schemas.openxmlformats.org/officeDocument/2006/relationships/image" Target="/ppt/media/image27.svg" Id="R25c465078e7c42f5" /><Relationship Type="http://schemas.openxmlformats.org/officeDocument/2006/relationships/image" Target="/ppt/media/image29.png" Id="R64ce39b2b1a34391" /><Relationship Type="http://schemas.openxmlformats.org/officeDocument/2006/relationships/image" Target="/ppt/media/image28.svg" Id="R0ac6d5e03fd9402d" /><Relationship Type="http://schemas.openxmlformats.org/officeDocument/2006/relationships/image" Target="/ppt/media/image30.png" Id="R0cca297f574c447d" /><Relationship Type="http://schemas.openxmlformats.org/officeDocument/2006/relationships/image" Target="/ppt/media/image29.svg" Id="R1588598d8e8a44c4" /><Relationship Type="http://schemas.openxmlformats.org/officeDocument/2006/relationships/image" Target="/ppt/media/image7.png" Id="Rb5afc0a0d0b14c5f" /><Relationship Type="http://schemas.openxmlformats.org/officeDocument/2006/relationships/image" Target="/ppt/media/image7.svg" Id="Ra27e2f7c1024456e" /><Relationship Type="http://schemas.openxmlformats.org/officeDocument/2006/relationships/notesSlide" Target="/ppt/notesSlides/notesSlide7.xml" Id="R0e727dd179ef44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3927e26f149d7" /><Relationship Type="http://schemas.openxmlformats.org/officeDocument/2006/relationships/image" Target="/ppt/media/image22.png" Id="R7515977f0170410e" /><Relationship Type="http://schemas.openxmlformats.org/officeDocument/2006/relationships/image" Target="/ppt/media/image21.svg" Id="R5c461a6241494002" /><Relationship Type="http://schemas.openxmlformats.org/officeDocument/2006/relationships/image" Target="/ppt/media/image17.png" Id="R95c0632ea5be42c6" /><Relationship Type="http://schemas.openxmlformats.org/officeDocument/2006/relationships/image" Target="/ppt/media/image16.svg" Id="R9e0d2d21e2ba49d9" /><Relationship Type="http://schemas.openxmlformats.org/officeDocument/2006/relationships/image" Target="/ppt/media/image34.png" Id="R3f9e334962b54387" /><Relationship Type="http://schemas.openxmlformats.org/officeDocument/2006/relationships/image" Target="/ppt/media/image32.svg" Id="R11f440cd446e45bb" /><Relationship Type="http://schemas.openxmlformats.org/officeDocument/2006/relationships/image" Target="/ppt/media/image19.png" Id="R3a145c068f084be3" /><Relationship Type="http://schemas.openxmlformats.org/officeDocument/2006/relationships/image" Target="/ppt/media/image18.svg" Id="R0f52ec2c4d2141d0" /><Relationship Type="http://schemas.openxmlformats.org/officeDocument/2006/relationships/image" Target="/ppt/media/image20.png" Id="R14d7acff539b4778" /><Relationship Type="http://schemas.openxmlformats.org/officeDocument/2006/relationships/image" Target="/ppt/media/image19.svg" Id="Rea093d47721b4b0a" /><Relationship Type="http://schemas.openxmlformats.org/officeDocument/2006/relationships/image" Target="/ppt/media/image21.png" Id="R7e35b6593b5341fd" /><Relationship Type="http://schemas.openxmlformats.org/officeDocument/2006/relationships/image" Target="/ppt/media/image20.svg" Id="Rb57748ab0df64ff3" /><Relationship Type="http://schemas.openxmlformats.org/officeDocument/2006/relationships/image" Target="/ppt/media/image23.png" Id="R9a6463aad5514f43" /><Relationship Type="http://schemas.openxmlformats.org/officeDocument/2006/relationships/image" Target="/ppt/media/image22.svg" Id="R296b11120b3a43a8" /><Relationship Type="http://schemas.openxmlformats.org/officeDocument/2006/relationships/image" Target="/ppt/media/image24.png" Id="Readc7f4eca2942d7" /><Relationship Type="http://schemas.openxmlformats.org/officeDocument/2006/relationships/image" Target="/ppt/media/image23.svg" Id="R657281cacf774d7f" /><Relationship Type="http://schemas.openxmlformats.org/officeDocument/2006/relationships/image" Target="/ppt/media/image25.png" Id="Rcf1a73d787254630" /><Relationship Type="http://schemas.openxmlformats.org/officeDocument/2006/relationships/image" Target="/ppt/media/image24.svg" Id="R39cd0a3123874dc8" /><Relationship Type="http://schemas.openxmlformats.org/officeDocument/2006/relationships/image" Target="/ppt/media/image26.png" Id="R9de22da159aa4c50" /><Relationship Type="http://schemas.openxmlformats.org/officeDocument/2006/relationships/image" Target="/ppt/media/image25.svg" Id="R0ae7ed8bb0aa4a6a" /><Relationship Type="http://schemas.openxmlformats.org/officeDocument/2006/relationships/image" Target="/ppt/media/image35.png" Id="Rfa2895c9e7cd40b8" /><Relationship Type="http://schemas.openxmlformats.org/officeDocument/2006/relationships/image" Target="/ppt/media/image33.svg" Id="R4eef07e953924ec2" /><Relationship Type="http://schemas.openxmlformats.org/officeDocument/2006/relationships/image" Target="/ppt/media/image28.png" Id="Rdd38fa63ef4d427f" /><Relationship Type="http://schemas.openxmlformats.org/officeDocument/2006/relationships/image" Target="/ppt/media/image27.svg" Id="Re62720f9ff674c69" /><Relationship Type="http://schemas.openxmlformats.org/officeDocument/2006/relationships/image" Target="/ppt/media/image29.png" Id="R5dfde483c7da416e" /><Relationship Type="http://schemas.openxmlformats.org/officeDocument/2006/relationships/image" Target="/ppt/media/image28.svg" Id="R061d7318aa664670" /><Relationship Type="http://schemas.openxmlformats.org/officeDocument/2006/relationships/image" Target="/ppt/media/image30.png" Id="Rd859dc615c2a4c90" /><Relationship Type="http://schemas.openxmlformats.org/officeDocument/2006/relationships/image" Target="/ppt/media/image29.svg" Id="R28b2d83f5abb4b29" /><Relationship Type="http://schemas.openxmlformats.org/officeDocument/2006/relationships/image" Target="/ppt/media/image7.png" Id="R7e9dbf4432654ebc" /><Relationship Type="http://schemas.openxmlformats.org/officeDocument/2006/relationships/image" Target="/ppt/media/image7.svg" Id="R05071f9358194c76" /><Relationship Type="http://schemas.openxmlformats.org/officeDocument/2006/relationships/image" Target="/ppt/media/image31.png" Id="Rb39c5b9a63ec4947" /><Relationship Type="http://schemas.openxmlformats.org/officeDocument/2006/relationships/notesSlide" Target="/ppt/notesSlides/notesSlide8.xml" Id="Rdf71df57fc4240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92ec3ec7c4e3c" /><Relationship Type="http://schemas.openxmlformats.org/officeDocument/2006/relationships/image" Target="/ppt/media/image22.png" Id="R5ee0a1483a3a4b31" /><Relationship Type="http://schemas.openxmlformats.org/officeDocument/2006/relationships/image" Target="/ppt/media/image21.svg" Id="Rd643f64e318344e0" /><Relationship Type="http://schemas.openxmlformats.org/officeDocument/2006/relationships/image" Target="/ppt/media/image16.png" Id="R472d3c52f8c14576" /><Relationship Type="http://schemas.openxmlformats.org/officeDocument/2006/relationships/image" Target="/ppt/media/image17.png" Id="R8c5157fe7a5f4ef8" /><Relationship Type="http://schemas.openxmlformats.org/officeDocument/2006/relationships/image" Target="/ppt/media/image16.svg" Id="Rc89d4725c6b94c90" /><Relationship Type="http://schemas.openxmlformats.org/officeDocument/2006/relationships/image" Target="/ppt/media/image19.png" Id="R08fe696687134cf5" /><Relationship Type="http://schemas.openxmlformats.org/officeDocument/2006/relationships/image" Target="/ppt/media/image18.svg" Id="R6d1b20b2f51c4f25" /><Relationship Type="http://schemas.openxmlformats.org/officeDocument/2006/relationships/image" Target="/ppt/media/image20.png" Id="Rb9e2092fe4274ba3" /><Relationship Type="http://schemas.openxmlformats.org/officeDocument/2006/relationships/image" Target="/ppt/media/image19.svg" Id="R60292cc8e5fb4d8e" /><Relationship Type="http://schemas.openxmlformats.org/officeDocument/2006/relationships/image" Target="/ppt/media/image21.png" Id="Rcf1bd9a8144c4260" /><Relationship Type="http://schemas.openxmlformats.org/officeDocument/2006/relationships/image" Target="/ppt/media/image20.svg" Id="R6420af2e82e94272" /><Relationship Type="http://schemas.openxmlformats.org/officeDocument/2006/relationships/image" Target="/ppt/media/image23.png" Id="Rae4054fe84b8452d" /><Relationship Type="http://schemas.openxmlformats.org/officeDocument/2006/relationships/image" Target="/ppt/media/image22.svg" Id="R294d00e6e4c14acf" /><Relationship Type="http://schemas.openxmlformats.org/officeDocument/2006/relationships/image" Target="/ppt/media/image24.png" Id="R68fef40a44f14453" /><Relationship Type="http://schemas.openxmlformats.org/officeDocument/2006/relationships/image" Target="/ppt/media/image23.svg" Id="Ra2cf247ec4de43f2" /><Relationship Type="http://schemas.openxmlformats.org/officeDocument/2006/relationships/image" Target="/ppt/media/image25.png" Id="R94ccabebf9b34b1a" /><Relationship Type="http://schemas.openxmlformats.org/officeDocument/2006/relationships/image" Target="/ppt/media/image24.svg" Id="Rd357611919d94c07" /><Relationship Type="http://schemas.openxmlformats.org/officeDocument/2006/relationships/image" Target="/ppt/media/image26.png" Id="R7f34ba61b2fb4aea" /><Relationship Type="http://schemas.openxmlformats.org/officeDocument/2006/relationships/image" Target="/ppt/media/image25.svg" Id="R9654c8e42ccd4e66" /><Relationship Type="http://schemas.openxmlformats.org/officeDocument/2006/relationships/image" Target="/ppt/media/image27.png" Id="R84b0c350fc2244b9" /><Relationship Type="http://schemas.openxmlformats.org/officeDocument/2006/relationships/image" Target="/ppt/media/image26.svg" Id="Rd439a9caecf54b02" /><Relationship Type="http://schemas.openxmlformats.org/officeDocument/2006/relationships/image" Target="/ppt/media/image28.png" Id="Rbd8e1afcd2df466a" /><Relationship Type="http://schemas.openxmlformats.org/officeDocument/2006/relationships/image" Target="/ppt/media/image27.svg" Id="R9a7a58ff804e4aff" /><Relationship Type="http://schemas.openxmlformats.org/officeDocument/2006/relationships/image" Target="/ppt/media/image29.png" Id="R9b7e325c516b4250" /><Relationship Type="http://schemas.openxmlformats.org/officeDocument/2006/relationships/image" Target="/ppt/media/image28.svg" Id="R0175704c5e244e70" /><Relationship Type="http://schemas.openxmlformats.org/officeDocument/2006/relationships/image" Target="/ppt/media/image30.png" Id="R79c0b65726574e6c" /><Relationship Type="http://schemas.openxmlformats.org/officeDocument/2006/relationships/image" Target="/ppt/media/image29.svg" Id="Re3424c039f964d09" /><Relationship Type="http://schemas.openxmlformats.org/officeDocument/2006/relationships/image" Target="/ppt/media/image7.png" Id="R885f6cf6089b4ffd" /><Relationship Type="http://schemas.openxmlformats.org/officeDocument/2006/relationships/image" Target="/ppt/media/image7.svg" Id="Re549838465484a56" /><Relationship Type="http://schemas.openxmlformats.org/officeDocument/2006/relationships/image" Target="/ppt/media/image15.png" Id="R31dad8744de743aa" /><Relationship Type="http://schemas.openxmlformats.org/officeDocument/2006/relationships/image" Target="/ppt/media/image15.svg" Id="R2a7244c6958e4ffa" /><Relationship Type="http://schemas.openxmlformats.org/officeDocument/2006/relationships/image" Target="/ppt/media/image31.png" Id="R9fa829ab87fc4c14" /><Relationship Type="http://schemas.openxmlformats.org/officeDocument/2006/relationships/image" Target="/ppt/media/image18.png" Id="Re1230ac6f2df47c4" /><Relationship Type="http://schemas.openxmlformats.org/officeDocument/2006/relationships/image" Target="/ppt/media/image17.svg" Id="Ra64b3c52cb5840dd" /><Relationship Type="http://schemas.openxmlformats.org/officeDocument/2006/relationships/notesSlide" Target="/ppt/notesSlides/notesSlide9.xml" Id="R97c7d6281e0c418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a63f61de494143" /><Relationship Type="http://schemas.openxmlformats.org/officeDocument/2006/relationships/image" Target="/ppt/media/image22.png" Id="R2e415130387c4334" /><Relationship Type="http://schemas.openxmlformats.org/officeDocument/2006/relationships/image" Target="/ppt/media/image21.svg" Id="Rabc4879a122945d0" /><Relationship Type="http://schemas.openxmlformats.org/officeDocument/2006/relationships/image" Target="/ppt/media/image17.png" Id="Re9a3372ff325470e" /><Relationship Type="http://schemas.openxmlformats.org/officeDocument/2006/relationships/image" Target="/ppt/media/image16.svg" Id="R3a4f80add9f94d74" /><Relationship Type="http://schemas.openxmlformats.org/officeDocument/2006/relationships/image" Target="/ppt/media/image18.png" Id="Ra3b30937a7cb477e" /><Relationship Type="http://schemas.openxmlformats.org/officeDocument/2006/relationships/image" Target="/ppt/media/image17.svg" Id="Rf32f13a0bccb4870" /><Relationship Type="http://schemas.openxmlformats.org/officeDocument/2006/relationships/image" Target="/ppt/media/image19.png" Id="R686e3e5e76f74754" /><Relationship Type="http://schemas.openxmlformats.org/officeDocument/2006/relationships/image" Target="/ppt/media/image18.svg" Id="Ra0b840039f604d26" /><Relationship Type="http://schemas.openxmlformats.org/officeDocument/2006/relationships/image" Target="/ppt/media/image20.png" Id="Ra4c24af781e6488a" /><Relationship Type="http://schemas.openxmlformats.org/officeDocument/2006/relationships/image" Target="/ppt/media/image19.svg" Id="Rbb5ac4b7321e4638" /><Relationship Type="http://schemas.openxmlformats.org/officeDocument/2006/relationships/image" Target="/ppt/media/image21.png" Id="R5bb0f0cc995c416b" /><Relationship Type="http://schemas.openxmlformats.org/officeDocument/2006/relationships/image" Target="/ppt/media/image20.svg" Id="R087037cccb7e4ca0" /><Relationship Type="http://schemas.openxmlformats.org/officeDocument/2006/relationships/image" Target="/ppt/media/image23.png" Id="Rd81f4735150f4e25" /><Relationship Type="http://schemas.openxmlformats.org/officeDocument/2006/relationships/image" Target="/ppt/media/image22.svg" Id="Ra9ff72bf50034578" /><Relationship Type="http://schemas.openxmlformats.org/officeDocument/2006/relationships/image" Target="/ppt/media/image24.png" Id="R3d4c91ec53e5431e" /><Relationship Type="http://schemas.openxmlformats.org/officeDocument/2006/relationships/image" Target="/ppt/media/image23.svg" Id="Rb4e9933f0c9c4b37" /><Relationship Type="http://schemas.openxmlformats.org/officeDocument/2006/relationships/image" Target="/ppt/media/image25.png" Id="R5e69df82486047f1" /><Relationship Type="http://schemas.openxmlformats.org/officeDocument/2006/relationships/image" Target="/ppt/media/image24.svg" Id="R720e37faedf44542" /><Relationship Type="http://schemas.openxmlformats.org/officeDocument/2006/relationships/image" Target="/ppt/media/image26.png" Id="R5609adf891ca419c" /><Relationship Type="http://schemas.openxmlformats.org/officeDocument/2006/relationships/image" Target="/ppt/media/image25.svg" Id="R744aa8c8a1f04cdf" /><Relationship Type="http://schemas.openxmlformats.org/officeDocument/2006/relationships/image" Target="/ppt/media/image27.png" Id="R0432a78cda8f46fc" /><Relationship Type="http://schemas.openxmlformats.org/officeDocument/2006/relationships/image" Target="/ppt/media/image26.svg" Id="R8db6f3f396974790" /><Relationship Type="http://schemas.openxmlformats.org/officeDocument/2006/relationships/image" Target="/ppt/media/image28.png" Id="Re6e5effaad0b4d59" /><Relationship Type="http://schemas.openxmlformats.org/officeDocument/2006/relationships/image" Target="/ppt/media/image27.svg" Id="Ra2ac31d1ea0a4253" /><Relationship Type="http://schemas.openxmlformats.org/officeDocument/2006/relationships/image" Target="/ppt/media/image29.png" Id="R21374a9110d847bf" /><Relationship Type="http://schemas.openxmlformats.org/officeDocument/2006/relationships/image" Target="/ppt/media/image28.svg" Id="R67774e10275a49ef" /><Relationship Type="http://schemas.openxmlformats.org/officeDocument/2006/relationships/image" Target="/ppt/media/image30.png" Id="R910296b728e74589" /><Relationship Type="http://schemas.openxmlformats.org/officeDocument/2006/relationships/image" Target="/ppt/media/image29.svg" Id="R969956871f4a4a4b" /><Relationship Type="http://schemas.openxmlformats.org/officeDocument/2006/relationships/image" Target="/ppt/media/image7.png" Id="R4d8810d05fac42d5" /><Relationship Type="http://schemas.openxmlformats.org/officeDocument/2006/relationships/image" Target="/ppt/media/image7.svg" Id="Ra078261df38a4f62" /><Relationship Type="http://schemas.openxmlformats.org/officeDocument/2006/relationships/notesSlide" Target="/ppt/notesSlides/notesSlide10.xml" Id="R9755b35e590c49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e9847e6944011" /><Relationship Type="http://schemas.openxmlformats.org/officeDocument/2006/relationships/image" Target="/ppt/media/image15.png" Id="Rccb6279156ef46de" /><Relationship Type="http://schemas.openxmlformats.org/officeDocument/2006/relationships/image" Target="/ppt/media/image15.svg" Id="Re7fef2c056f2416c" /><Relationship Type="http://schemas.openxmlformats.org/officeDocument/2006/relationships/image" Target="/ppt/media/image16.png" Id="R94e764da6d7b4e3d" /><Relationship Type="http://schemas.openxmlformats.org/officeDocument/2006/relationships/image" Target="/ppt/media/image7.png" Id="R75352ce8e42546b7" /><Relationship Type="http://schemas.openxmlformats.org/officeDocument/2006/relationships/image" Target="/ppt/media/image7.svg" Id="R12eaf5c3b7ee41ad" /><Relationship Type="http://schemas.openxmlformats.org/officeDocument/2006/relationships/image" Target="/ppt/media/image11.png" Id="R3e0e7bbe7ca14910" /><Relationship Type="http://schemas.openxmlformats.org/officeDocument/2006/relationships/image" Target="/ppt/media/image11.svg" Id="R28e470909ffa4883" /><Relationship Type="http://schemas.openxmlformats.org/officeDocument/2006/relationships/image" Target="/ppt/media/image17.png" Id="R7fcc7477b5844f13" /><Relationship Type="http://schemas.openxmlformats.org/officeDocument/2006/relationships/image" Target="/ppt/media/image16.svg" Id="Rdd8e3c10c6414baa" /><Relationship Type="http://schemas.openxmlformats.org/officeDocument/2006/relationships/image" Target="/ppt/media/image18.png" Id="R1ee108d15756452e" /><Relationship Type="http://schemas.openxmlformats.org/officeDocument/2006/relationships/image" Target="/ppt/media/image17.svg" Id="R8a13e0b0c74044fc" /><Relationship Type="http://schemas.openxmlformats.org/officeDocument/2006/relationships/image" Target="/ppt/media/image19.png" Id="R8559cb8c70fb4a12" /><Relationship Type="http://schemas.openxmlformats.org/officeDocument/2006/relationships/image" Target="/ppt/media/image18.svg" Id="R1349e88022ab447f" /><Relationship Type="http://schemas.openxmlformats.org/officeDocument/2006/relationships/image" Target="/ppt/media/image20.png" Id="Raf17749232d94628" /><Relationship Type="http://schemas.openxmlformats.org/officeDocument/2006/relationships/image" Target="/ppt/media/image19.svg" Id="Rf9341ffe4c574420" /><Relationship Type="http://schemas.openxmlformats.org/officeDocument/2006/relationships/image" Target="/ppt/media/image21.png" Id="Rfa8b1bcdf1444c10" /><Relationship Type="http://schemas.openxmlformats.org/officeDocument/2006/relationships/image" Target="/ppt/media/image20.svg" Id="Re6f092514eec42d2" /><Relationship Type="http://schemas.openxmlformats.org/officeDocument/2006/relationships/image" Target="/ppt/media/image22.png" Id="R25698e4826264489" /><Relationship Type="http://schemas.openxmlformats.org/officeDocument/2006/relationships/image" Target="/ppt/media/image21.svg" Id="R8b9486244e2e439d" /><Relationship Type="http://schemas.openxmlformats.org/officeDocument/2006/relationships/image" Target="/ppt/media/image23.png" Id="R56951f3160da4cb8" /><Relationship Type="http://schemas.openxmlformats.org/officeDocument/2006/relationships/image" Target="/ppt/media/image22.svg" Id="R0573cf7d48514fec" /><Relationship Type="http://schemas.openxmlformats.org/officeDocument/2006/relationships/image" Target="/ppt/media/image24.png" Id="R2b05bc826caf4896" /><Relationship Type="http://schemas.openxmlformats.org/officeDocument/2006/relationships/image" Target="/ppt/media/image23.svg" Id="R5ac0fdc8ea4d4640" /><Relationship Type="http://schemas.openxmlformats.org/officeDocument/2006/relationships/image" Target="/ppt/media/image25.png" Id="R733970d2ed814276" /><Relationship Type="http://schemas.openxmlformats.org/officeDocument/2006/relationships/image" Target="/ppt/media/image24.svg" Id="R8443a7b523e846b9" /><Relationship Type="http://schemas.openxmlformats.org/officeDocument/2006/relationships/image" Target="/ppt/media/image26.png" Id="Rbbba8a7df04d4dcd" /><Relationship Type="http://schemas.openxmlformats.org/officeDocument/2006/relationships/image" Target="/ppt/media/image25.svg" Id="R4b9edbe2e3f149e6" /><Relationship Type="http://schemas.openxmlformats.org/officeDocument/2006/relationships/image" Target="/ppt/media/image27.png" Id="R9dc6b7aafa124267" /><Relationship Type="http://schemas.openxmlformats.org/officeDocument/2006/relationships/image" Target="/ppt/media/image26.svg" Id="Ra745edee517d48e4" /><Relationship Type="http://schemas.openxmlformats.org/officeDocument/2006/relationships/image" Target="/ppt/media/image28.png" Id="R54ed3af5471c44e0" /><Relationship Type="http://schemas.openxmlformats.org/officeDocument/2006/relationships/image" Target="/ppt/media/image27.svg" Id="R101ed6b7dc474ef1" /><Relationship Type="http://schemas.openxmlformats.org/officeDocument/2006/relationships/image" Target="/ppt/media/image29.png" Id="R9fa8c8ed8c8d47a8" /><Relationship Type="http://schemas.openxmlformats.org/officeDocument/2006/relationships/image" Target="/ppt/media/image28.svg" Id="Rda46f7d3f67a431e" /><Relationship Type="http://schemas.openxmlformats.org/officeDocument/2006/relationships/image" Target="/ppt/media/image30.png" Id="Rbd58ff8d2e6a4576" /><Relationship Type="http://schemas.openxmlformats.org/officeDocument/2006/relationships/image" Target="/ppt/media/image29.svg" Id="R559744e6b13a431f" /><Relationship Type="http://schemas.openxmlformats.org/officeDocument/2006/relationships/notesSlide" Target="/ppt/notesSlides/notesSlide11.xml" Id="R23789136533549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dc3e1001a64f16" /><Relationship Type="http://schemas.openxmlformats.org/officeDocument/2006/relationships/image" Target="/ppt/media/image22.png" Id="R9c4523cf179f49a3" /><Relationship Type="http://schemas.openxmlformats.org/officeDocument/2006/relationships/image" Target="/ppt/media/image21.svg" Id="R2e61ccd7f3d54eb7" /><Relationship Type="http://schemas.openxmlformats.org/officeDocument/2006/relationships/image" Target="/ppt/media/image17.png" Id="R58fc1c2cbd9544d2" /><Relationship Type="http://schemas.openxmlformats.org/officeDocument/2006/relationships/image" Target="/ppt/media/image16.svg" Id="R35fd174fd469439b" /><Relationship Type="http://schemas.openxmlformats.org/officeDocument/2006/relationships/image" Target="/ppt/media/image18.png" Id="R10021ef1b4ed4993" /><Relationship Type="http://schemas.openxmlformats.org/officeDocument/2006/relationships/image" Target="/ppt/media/image17.svg" Id="R819ee4874b5d411a" /><Relationship Type="http://schemas.openxmlformats.org/officeDocument/2006/relationships/image" Target="/ppt/media/image19.png" Id="Re9a89f70e9134498" /><Relationship Type="http://schemas.openxmlformats.org/officeDocument/2006/relationships/image" Target="/ppt/media/image18.svg" Id="R5b0102c477a243f8" /><Relationship Type="http://schemas.openxmlformats.org/officeDocument/2006/relationships/image" Target="/ppt/media/image20.png" Id="R03c2d07bfaef4bb5" /><Relationship Type="http://schemas.openxmlformats.org/officeDocument/2006/relationships/image" Target="/ppt/media/image19.svg" Id="R01f153e75ad844ea" /><Relationship Type="http://schemas.openxmlformats.org/officeDocument/2006/relationships/image" Target="/ppt/media/image21.png" Id="R1f2e81e16efa4454" /><Relationship Type="http://schemas.openxmlformats.org/officeDocument/2006/relationships/image" Target="/ppt/media/image20.svg" Id="Rdc18020c558544f0" /><Relationship Type="http://schemas.openxmlformats.org/officeDocument/2006/relationships/image" Target="/ppt/media/image23.png" Id="R916aa0125cfe4fd2" /><Relationship Type="http://schemas.openxmlformats.org/officeDocument/2006/relationships/image" Target="/ppt/media/image22.svg" Id="Ra598a1b0eee2447d" /><Relationship Type="http://schemas.openxmlformats.org/officeDocument/2006/relationships/image" Target="/ppt/media/image24.png" Id="R7115a20b46f04563" /><Relationship Type="http://schemas.openxmlformats.org/officeDocument/2006/relationships/image" Target="/ppt/media/image23.svg" Id="Rc387777e34304c99" /><Relationship Type="http://schemas.openxmlformats.org/officeDocument/2006/relationships/image" Target="/ppt/media/image25.png" Id="R5bd1dcbeed104c05" /><Relationship Type="http://schemas.openxmlformats.org/officeDocument/2006/relationships/image" Target="/ppt/media/image24.svg" Id="R7374f9290c454e11" /><Relationship Type="http://schemas.openxmlformats.org/officeDocument/2006/relationships/image" Target="/ppt/media/image26.png" Id="Rbb73102749344e60" /><Relationship Type="http://schemas.openxmlformats.org/officeDocument/2006/relationships/image" Target="/ppt/media/image25.svg" Id="R58368ed539cb4c13" /><Relationship Type="http://schemas.openxmlformats.org/officeDocument/2006/relationships/image" Target="/ppt/media/image27.png" Id="R97b51f4c55704f0e" /><Relationship Type="http://schemas.openxmlformats.org/officeDocument/2006/relationships/image" Target="/ppt/media/image26.svg" Id="R1fc2dab1e5cb4e1a" /><Relationship Type="http://schemas.openxmlformats.org/officeDocument/2006/relationships/image" Target="/ppt/media/image28.png" Id="R88dbc0cf014844ca" /><Relationship Type="http://schemas.openxmlformats.org/officeDocument/2006/relationships/image" Target="/ppt/media/image27.svg" Id="Rcf045b6072d14270" /><Relationship Type="http://schemas.openxmlformats.org/officeDocument/2006/relationships/image" Target="/ppt/media/image29.png" Id="R788a8f5001994fe1" /><Relationship Type="http://schemas.openxmlformats.org/officeDocument/2006/relationships/image" Target="/ppt/media/image28.svg" Id="R84d8eaf647cc4efa" /><Relationship Type="http://schemas.openxmlformats.org/officeDocument/2006/relationships/image" Target="/ppt/media/image30.png" Id="R0242506c733745d6" /><Relationship Type="http://schemas.openxmlformats.org/officeDocument/2006/relationships/image" Target="/ppt/media/image29.svg" Id="Ra7d0479b305142be" /><Relationship Type="http://schemas.openxmlformats.org/officeDocument/2006/relationships/image" Target="/ppt/media/image7.png" Id="Ra3923ae1985c401b" /><Relationship Type="http://schemas.openxmlformats.org/officeDocument/2006/relationships/image" Target="/ppt/media/image7.svg" Id="Rf16758deb5244d96" /><Relationship Type="http://schemas.openxmlformats.org/officeDocument/2006/relationships/notesSlide" Target="/ppt/notesSlides/notesSlide12.xml" Id="Rbcdd213451484a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de51816bb42ea" /><Relationship Type="http://schemas.openxmlformats.org/officeDocument/2006/relationships/image" Target="/ppt/media/image22.png" Id="Rf532e4bcd0934429" /><Relationship Type="http://schemas.openxmlformats.org/officeDocument/2006/relationships/image" Target="/ppt/media/image21.svg" Id="R335d1904dd424f8a" /><Relationship Type="http://schemas.openxmlformats.org/officeDocument/2006/relationships/image" Target="/ppt/media/image16.png" Id="R22540876897848bf" /><Relationship Type="http://schemas.openxmlformats.org/officeDocument/2006/relationships/image" Target="/ppt/media/image17.png" Id="Rba6ead42485d4325" /><Relationship Type="http://schemas.openxmlformats.org/officeDocument/2006/relationships/image" Target="/ppt/media/image16.svg" Id="Rf17b2adf192146fc" /><Relationship Type="http://schemas.openxmlformats.org/officeDocument/2006/relationships/image" Target="/ppt/media/image19.png" Id="R2ebda9e392fb4c2f" /><Relationship Type="http://schemas.openxmlformats.org/officeDocument/2006/relationships/image" Target="/ppt/media/image18.svg" Id="Raad0be54e50d441c" /><Relationship Type="http://schemas.openxmlformats.org/officeDocument/2006/relationships/image" Target="/ppt/media/image20.png" Id="R3cbfbf67fd6e47db" /><Relationship Type="http://schemas.openxmlformats.org/officeDocument/2006/relationships/image" Target="/ppt/media/image19.svg" Id="R58b2ed53dd1b430c" /><Relationship Type="http://schemas.openxmlformats.org/officeDocument/2006/relationships/image" Target="/ppt/media/image21.png" Id="Rd7de7fd65fd147f3" /><Relationship Type="http://schemas.openxmlformats.org/officeDocument/2006/relationships/image" Target="/ppt/media/image20.svg" Id="R52eb93fb33ab4933" /><Relationship Type="http://schemas.openxmlformats.org/officeDocument/2006/relationships/image" Target="/ppt/media/image23.png" Id="R7dc6ae9da7e14717" /><Relationship Type="http://schemas.openxmlformats.org/officeDocument/2006/relationships/image" Target="/ppt/media/image22.svg" Id="R1ce13d46e4334f66" /><Relationship Type="http://schemas.openxmlformats.org/officeDocument/2006/relationships/image" Target="/ppt/media/image24.png" Id="Rb71e1a0955984ce8" /><Relationship Type="http://schemas.openxmlformats.org/officeDocument/2006/relationships/image" Target="/ppt/media/image23.svg" Id="R38580ac4b6e74db0" /><Relationship Type="http://schemas.openxmlformats.org/officeDocument/2006/relationships/image" Target="/ppt/media/image25.png" Id="R139cc6249002446e" /><Relationship Type="http://schemas.openxmlformats.org/officeDocument/2006/relationships/image" Target="/ppt/media/image24.svg" Id="Rbca0daefb2b34a59" /><Relationship Type="http://schemas.openxmlformats.org/officeDocument/2006/relationships/image" Target="/ppt/media/image26.png" Id="R556cbece603d4556" /><Relationship Type="http://schemas.openxmlformats.org/officeDocument/2006/relationships/image" Target="/ppt/media/image25.svg" Id="Rdd912ab99f934ae2" /><Relationship Type="http://schemas.openxmlformats.org/officeDocument/2006/relationships/image" Target="/ppt/media/image27.png" Id="Rf29ebf896cb54d1d" /><Relationship Type="http://schemas.openxmlformats.org/officeDocument/2006/relationships/image" Target="/ppt/media/image26.svg" Id="R83569d24dc064925" /><Relationship Type="http://schemas.openxmlformats.org/officeDocument/2006/relationships/image" Target="/ppt/media/image28.png" Id="R07cb7500b0b64412" /><Relationship Type="http://schemas.openxmlformats.org/officeDocument/2006/relationships/image" Target="/ppt/media/image27.svg" Id="Rda201f1db4cd4e33" /><Relationship Type="http://schemas.openxmlformats.org/officeDocument/2006/relationships/image" Target="/ppt/media/image29.png" Id="R3ba8766d76d04d82" /><Relationship Type="http://schemas.openxmlformats.org/officeDocument/2006/relationships/image" Target="/ppt/media/image28.svg" Id="R568ae5698a2d42ab" /><Relationship Type="http://schemas.openxmlformats.org/officeDocument/2006/relationships/image" Target="/ppt/media/image30.png" Id="Rb6ed3680a8044a11" /><Relationship Type="http://schemas.openxmlformats.org/officeDocument/2006/relationships/image" Target="/ppt/media/image29.svg" Id="Rce5f08279183449c" /><Relationship Type="http://schemas.openxmlformats.org/officeDocument/2006/relationships/image" Target="/ppt/media/image7.png" Id="R8d6be80d21ce4a4b" /><Relationship Type="http://schemas.openxmlformats.org/officeDocument/2006/relationships/image" Target="/ppt/media/image7.svg" Id="Rd2b7ee3575824b6f" /><Relationship Type="http://schemas.openxmlformats.org/officeDocument/2006/relationships/image" Target="/ppt/media/image15.png" Id="R57117dddf89a4c47" /><Relationship Type="http://schemas.openxmlformats.org/officeDocument/2006/relationships/image" Target="/ppt/media/image15.svg" Id="Rec8e6c3ad41a4cf4" /><Relationship Type="http://schemas.openxmlformats.org/officeDocument/2006/relationships/image" Target="/ppt/media/image31.png" Id="R270a0956c1754ed4" /><Relationship Type="http://schemas.openxmlformats.org/officeDocument/2006/relationships/image" Target="/ppt/media/image18.png" Id="Rb6d2c45e754846d6" /><Relationship Type="http://schemas.openxmlformats.org/officeDocument/2006/relationships/image" Target="/ppt/media/image17.svg" Id="R2702a4b656b14b58" /><Relationship Type="http://schemas.openxmlformats.org/officeDocument/2006/relationships/notesSlide" Target="/ppt/notesSlides/notesSlide13.xml" Id="R8e787b207e304b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125d15a4b488b" /><Relationship Type="http://schemas.openxmlformats.org/officeDocument/2006/relationships/image" Target="/ppt/media/image15.png" Id="Re87e2a70b0624093" /><Relationship Type="http://schemas.openxmlformats.org/officeDocument/2006/relationships/image" Target="/ppt/media/image15.svg" Id="R51bed4cd8a984f97" /><Relationship Type="http://schemas.openxmlformats.org/officeDocument/2006/relationships/image" Target="/ppt/media/image16.png" Id="R5cb5d02ccc564d7d" /><Relationship Type="http://schemas.openxmlformats.org/officeDocument/2006/relationships/image" Target="/ppt/media/image7.png" Id="R3adfcbd9481543d5" /><Relationship Type="http://schemas.openxmlformats.org/officeDocument/2006/relationships/image" Target="/ppt/media/image7.svg" Id="R41e6c179d0ce4127" /><Relationship Type="http://schemas.openxmlformats.org/officeDocument/2006/relationships/image" Target="/ppt/media/image11.png" Id="Re63e8efb12e44671" /><Relationship Type="http://schemas.openxmlformats.org/officeDocument/2006/relationships/image" Target="/ppt/media/image11.svg" Id="Rd83fa4c6bbf04c15" /><Relationship Type="http://schemas.openxmlformats.org/officeDocument/2006/relationships/image" Target="/ppt/media/image17.png" Id="Re2ce9371782e482e" /><Relationship Type="http://schemas.openxmlformats.org/officeDocument/2006/relationships/image" Target="/ppt/media/image16.svg" Id="R4ecce135b08e4591" /><Relationship Type="http://schemas.openxmlformats.org/officeDocument/2006/relationships/image" Target="/ppt/media/image18.png" Id="Rb99076a5fcfc4905" /><Relationship Type="http://schemas.openxmlformats.org/officeDocument/2006/relationships/image" Target="/ppt/media/image17.svg" Id="R1cb4040e2ef54c6d" /><Relationship Type="http://schemas.openxmlformats.org/officeDocument/2006/relationships/image" Target="/ppt/media/image19.png" Id="R5e105775e5564211" /><Relationship Type="http://schemas.openxmlformats.org/officeDocument/2006/relationships/image" Target="/ppt/media/image18.svg" Id="R083f142c6e974381" /><Relationship Type="http://schemas.openxmlformats.org/officeDocument/2006/relationships/image" Target="/ppt/media/image20.png" Id="R03bffdaf98b8459b" /><Relationship Type="http://schemas.openxmlformats.org/officeDocument/2006/relationships/image" Target="/ppt/media/image19.svg" Id="Rd6d74b9b6b104f3f" /><Relationship Type="http://schemas.openxmlformats.org/officeDocument/2006/relationships/image" Target="/ppt/media/image21.png" Id="R4c714ae9e951466e" /><Relationship Type="http://schemas.openxmlformats.org/officeDocument/2006/relationships/image" Target="/ppt/media/image20.svg" Id="Rc167b57672f34126" /><Relationship Type="http://schemas.openxmlformats.org/officeDocument/2006/relationships/image" Target="/ppt/media/image22.png" Id="R97017ed311d74793" /><Relationship Type="http://schemas.openxmlformats.org/officeDocument/2006/relationships/image" Target="/ppt/media/image21.svg" Id="Re9ab45adc4664169" /><Relationship Type="http://schemas.openxmlformats.org/officeDocument/2006/relationships/image" Target="/ppt/media/image23.png" Id="R24d315e2e50044aa" /><Relationship Type="http://schemas.openxmlformats.org/officeDocument/2006/relationships/image" Target="/ppt/media/image22.svg" Id="R190920f14b0945e4" /><Relationship Type="http://schemas.openxmlformats.org/officeDocument/2006/relationships/image" Target="/ppt/media/image24.png" Id="R2da7244b0bc6405e" /><Relationship Type="http://schemas.openxmlformats.org/officeDocument/2006/relationships/image" Target="/ppt/media/image23.svg" Id="Rd19018ef33e94c07" /><Relationship Type="http://schemas.openxmlformats.org/officeDocument/2006/relationships/image" Target="/ppt/media/image25.png" Id="Rde9b0361c9284c12" /><Relationship Type="http://schemas.openxmlformats.org/officeDocument/2006/relationships/image" Target="/ppt/media/image24.svg" Id="Re5f628c81a9a4ea9" /><Relationship Type="http://schemas.openxmlformats.org/officeDocument/2006/relationships/image" Target="/ppt/media/image26.png" Id="R40c0fb5223d84bc2" /><Relationship Type="http://schemas.openxmlformats.org/officeDocument/2006/relationships/image" Target="/ppt/media/image25.svg" Id="R56eaa21db5524187" /><Relationship Type="http://schemas.openxmlformats.org/officeDocument/2006/relationships/image" Target="/ppt/media/image27.png" Id="R699367ca3ecd4c73" /><Relationship Type="http://schemas.openxmlformats.org/officeDocument/2006/relationships/image" Target="/ppt/media/image26.svg" Id="R8612ed6d18c04ab7" /><Relationship Type="http://schemas.openxmlformats.org/officeDocument/2006/relationships/image" Target="/ppt/media/image28.png" Id="R7e340508b6434b98" /><Relationship Type="http://schemas.openxmlformats.org/officeDocument/2006/relationships/image" Target="/ppt/media/image27.svg" Id="R64128a80ca384d73" /><Relationship Type="http://schemas.openxmlformats.org/officeDocument/2006/relationships/image" Target="/ppt/media/image29.png" Id="R192a0e1144a145ac" /><Relationship Type="http://schemas.openxmlformats.org/officeDocument/2006/relationships/image" Target="/ppt/media/image28.svg" Id="Re1bef5f806ff43aa" /><Relationship Type="http://schemas.openxmlformats.org/officeDocument/2006/relationships/image" Target="/ppt/media/image30.png" Id="Rc9c8e6ff4e55437a" /><Relationship Type="http://schemas.openxmlformats.org/officeDocument/2006/relationships/image" Target="/ppt/media/image29.svg" Id="R5a632bfe01c94cdd" /><Relationship Type="http://schemas.openxmlformats.org/officeDocument/2006/relationships/notesSlide" Target="/ppt/notesSlides/notesSlide14.xml" Id="R728f68b486004e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0" name="LESSON_NUMBER">
            <a:extLst xmlns:a="http://schemas.openxmlformats.org/drawingml/2006/main">
              <a:ext uri="{FF2B5EF4-FFF2-40B4-BE49-F238E27FC236}">
                <a16:creationId xmlns:a16="http://schemas.microsoft.com/office/drawing/2014/main" id="{F4EDCBB8-9E39-4D9C-9161-D655F3A3B5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21900" tIns="121900" rIns="121900" bIns="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3F454F"/>
                </a:solidFill>
              </a:rPr>
              <a:t>УРОК 1.3</a:t>
            </a:r>
          </a:p>
        </p:txBody>
      </p:sp>
      <p:sp>
        <p:nvSpPr>
          <p:cNvPr id="2101" name="LESSON_TITLE">
            <a:extLst xmlns:a="http://schemas.openxmlformats.org/drawingml/2006/main">
              <a:ext uri="{FF2B5EF4-FFF2-40B4-BE49-F238E27FC236}">
                <a16:creationId xmlns:a16="http://schemas.microsoft.com/office/drawing/2014/main" id="{9139D206-85DC-4D9D-97DA-3FD895BE0D6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41202" y="3298835"/>
            <a:ext cx="4701600" cy="106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21900" tIns="121900" rIns="121900" bIns="1219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>
                <a:solidFill>
                  <a:srgbClr val="F5340B"/>
                </a:solidFill>
                <a:latin typeface="Bahnschrift SemiBold Condensed"/>
                <a:ea typeface="Bahnschrift SemiBold Condensed"/>
                <a:cs typeface="Bahnschrift SemiBold Condensed"/>
              </a:rPr>
              <a:t>КАК ВЕДЁТ СЕБЯ МАСТЕР</a:t>
            </a:r>
            <a:endParaRPr sz="4800">
              <a:solidFill>
                <a:srgbClr val="DE4A42"/>
              </a:solidFill>
              <a:latin typeface="Bahnschrift SemiBold Condensed"/>
              <a:ea typeface="Bahnschrift SemiBold Condensed"/>
              <a:cs typeface="Bahnschrift SemiBold Condensed"/>
            </a:endParaRPr>
          </a:p>
        </p:txBody>
      </p:sp>
      <p:pic>
        <p:nvPicPr>
          <p:cNvPr id="2118" name="!!gear-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e7855f95545e8">
            <a:extLst>
              <a:ext uri="{96DAC541-7B7A-43D3-8B79-37D633B846F1}">
                <asvg:svgBlip xmlns:asvg="http://schemas.microsoft.com/office/drawing/2016/SVG/main" r:embed="R6280770c78ef4a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980000">
            <a:off x="-2657475" y="-2505075"/>
            <a:ext cx="3000375" cy="3000375"/>
          </a:xfrm>
          <a:prstGeom xmlns:a="http://schemas.openxmlformats.org/drawingml/2006/main" prst="rect">
            <a:avLst/>
          </a:prstGeom>
        </p:spPr>
      </p:pic>
      <p:pic>
        <p:nvPicPr>
          <p:cNvPr id="2119" name="!!gear-0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9fb316e534549">
            <a:extLst>
              <a:ext uri="{96DAC541-7B7A-43D3-8B79-37D633B846F1}">
                <asvg:svgBlip xmlns:asvg="http://schemas.microsoft.com/office/drawing/2016/SVG/main" r:embed="R0bb636657a2547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3000000">
            <a:off x="11811000" y="-1724025"/>
            <a:ext cx="2497455" cy="2497455"/>
          </a:xfrm>
          <a:prstGeom xmlns:a="http://schemas.openxmlformats.org/drawingml/2006/main" prst="rect">
            <a:avLst/>
          </a:prstGeom>
        </p:spPr>
      </p:pic>
      <p:pic>
        <p:nvPicPr>
          <p:cNvPr id="2120" name="!!gear-0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f2aeded9f46a8">
            <a:extLst>
              <a:ext uri="{96DAC541-7B7A-43D3-8B79-37D633B846F1}">
                <asvg:svgBlip xmlns:asvg="http://schemas.microsoft.com/office/drawing/2016/SVG/main" r:embed="R22f760f8c0f741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4020000">
            <a:off x="-1532866" y="3960709"/>
            <a:ext cx="3310700" cy="3310700"/>
          </a:xfrm>
          <a:prstGeom xmlns:a="http://schemas.openxmlformats.org/drawingml/2006/main" prst="rect">
            <a:avLst/>
          </a:prstGeom>
        </p:spPr>
      </p:pic>
      <p:pic>
        <p:nvPicPr>
          <p:cNvPr id="2121" name="!!gear-0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a65dd71da64723">
            <a:extLst>
              <a:ext uri="{96DAC541-7B7A-43D3-8B79-37D633B846F1}">
                <asvg:svgBlip xmlns:asvg="http://schemas.microsoft.com/office/drawing/2016/SVG/main" r:embed="Rde55b099d8574b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5040000">
            <a:off x="10133668" y="-3168958"/>
            <a:ext cx="2333625" cy="2333625"/>
          </a:xfrm>
          <a:prstGeom xmlns:a="http://schemas.openxmlformats.org/drawingml/2006/main" prst="rect">
            <a:avLst/>
          </a:prstGeom>
        </p:spPr>
      </p:pic>
      <p:pic>
        <p:nvPicPr>
          <p:cNvPr id="2122" name="!!gear-0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2443a78fd469c">
            <a:extLst>
              <a:ext uri="{96DAC541-7B7A-43D3-8B79-37D633B846F1}">
                <asvg:svgBlip xmlns:asvg="http://schemas.microsoft.com/office/drawing/2016/SVG/main" r:embed="R76e32ed3810847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6060000">
            <a:off x="190500" y="6353175"/>
            <a:ext cx="1757363" cy="1757363"/>
          </a:xfrm>
          <a:prstGeom xmlns:a="http://schemas.openxmlformats.org/drawingml/2006/main" prst="rect">
            <a:avLst/>
          </a:prstGeom>
        </p:spPr>
      </p:pic>
      <p:pic>
        <p:nvPicPr>
          <p:cNvPr id="2123" name="!!gear-0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6db7ff41f416a">
            <a:extLst>
              <a:ext uri="{96DAC541-7B7A-43D3-8B79-37D633B846F1}">
                <asvg:svgBlip xmlns:asvg="http://schemas.microsoft.com/office/drawing/2016/SVG/main" r:embed="R275c4646721348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7080000">
            <a:off x="12182475" y="2609850"/>
            <a:ext cx="2117408" cy="2117408"/>
          </a:xfrm>
          <a:prstGeom xmlns:a="http://schemas.openxmlformats.org/drawingml/2006/main" prst="rect">
            <a:avLst/>
          </a:prstGeom>
        </p:spPr>
      </p:pic>
      <p:pic>
        <p:nvPicPr>
          <p:cNvPr id="2124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de10127534988">
            <a:extLst>
              <a:ext uri="{96DAC541-7B7A-43D3-8B79-37D633B846F1}">
                <asvg:svgBlip xmlns:asvg="http://schemas.microsoft.com/office/drawing/2016/SVG/main" r:embed="Rc84b5ffab42c42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8100000">
            <a:off x="9710281" y="-1520279"/>
            <a:ext cx="3180398" cy="3180398"/>
          </a:xfrm>
          <a:prstGeom xmlns:a="http://schemas.openxmlformats.org/drawingml/2006/main" prst="rect">
            <a:avLst/>
          </a:prstGeom>
        </p:spPr>
      </p:pic>
      <p:pic>
        <p:nvPicPr>
          <p:cNvPr id="2125" name="!!gear-0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9fc71d7db4ad3">
            <a:extLst>
              <a:ext uri="{96DAC541-7B7A-43D3-8B79-37D633B846F1}">
                <asvg:svgBlip xmlns:asvg="http://schemas.microsoft.com/office/drawing/2016/SVG/main" r:embed="R93763acc5bb643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9120000">
            <a:off x="6286500" y="6743700"/>
            <a:ext cx="1913573" cy="1913573"/>
          </a:xfrm>
          <a:prstGeom xmlns:a="http://schemas.openxmlformats.org/drawingml/2006/main" prst="rect">
            <a:avLst/>
          </a:prstGeom>
        </p:spPr>
      </p:pic>
      <p:pic>
        <p:nvPicPr>
          <p:cNvPr id="2126" name="!!gear-0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43355dea54e1d">
            <a:extLst>
              <a:ext uri="{96DAC541-7B7A-43D3-8B79-37D633B846F1}">
                <asvg:svgBlip xmlns:asvg="http://schemas.microsoft.com/office/drawing/2016/SVG/main" r:embed="Ra563977391774a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0140000">
            <a:off x="-3937442" y="1874103"/>
            <a:ext cx="1800225" cy="1800225"/>
          </a:xfrm>
          <a:prstGeom xmlns:a="http://schemas.openxmlformats.org/drawingml/2006/main" prst="rect">
            <a:avLst/>
          </a:prstGeom>
        </p:spPr>
      </p:pic>
      <p:pic>
        <p:nvPicPr>
          <p:cNvPr id="2127" name="!!gear-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430c024b04139">
            <a:extLst>
              <a:ext uri="{96DAC541-7B7A-43D3-8B79-37D633B846F1}">
                <asvg:svgBlip xmlns:asvg="http://schemas.microsoft.com/office/drawing/2016/SVG/main" r:embed="Raf31bdc9b84d46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1160000">
            <a:off x="12249150" y="514350"/>
            <a:ext cx="2008823" cy="2008823"/>
          </a:xfrm>
          <a:prstGeom xmlns:a="http://schemas.openxmlformats.org/drawingml/2006/main" prst="rect">
            <a:avLst/>
          </a:prstGeom>
        </p:spPr>
      </p:pic>
      <p:pic>
        <p:nvPicPr>
          <p:cNvPr id="2128" name="!!gear-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16231baee4d0b">
            <a:extLst>
              <a:ext uri="{96DAC541-7B7A-43D3-8B79-37D633B846F1}">
                <asvg:svgBlip xmlns:asvg="http://schemas.microsoft.com/office/drawing/2016/SVG/main" r:embed="Rd00eab8cf98e40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2180000">
            <a:off x="10644363" y="5766631"/>
            <a:ext cx="1615440" cy="1615440"/>
          </a:xfrm>
          <a:prstGeom xmlns:a="http://schemas.openxmlformats.org/drawingml/2006/main" prst="rect">
            <a:avLst/>
          </a:prstGeom>
        </p:spPr>
      </p:pic>
      <p:pic>
        <p:nvPicPr>
          <p:cNvPr id="2129" name="!!gear-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d0702b5184034">
            <a:extLst>
              <a:ext uri="{96DAC541-7B7A-43D3-8B79-37D633B846F1}">
                <asvg:svgBlip xmlns:asvg="http://schemas.microsoft.com/office/drawing/2016/SVG/main" r:embed="Rc60ca441554842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200000">
            <a:off x="326806" y="6218699"/>
            <a:ext cx="2333625" cy="2333625"/>
          </a:xfrm>
          <a:prstGeom xmlns:a="http://schemas.openxmlformats.org/drawingml/2006/main" prst="rect">
            <a:avLst/>
          </a:prstGeom>
        </p:spPr>
      </p:pic>
      <p:pic>
        <p:nvPicPr>
          <p:cNvPr id="2130" name="!!gear-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51039d3097453a">
            <a:extLst>
              <a:ext uri="{96DAC541-7B7A-43D3-8B79-37D633B846F1}">
                <asvg:svgBlip xmlns:asvg="http://schemas.microsoft.com/office/drawing/2016/SVG/main" r:embed="R0d7330dc212b4f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4220000">
            <a:off x="1533525" y="-1600200"/>
            <a:ext cx="1414463" cy="1414463"/>
          </a:xfrm>
          <a:prstGeom xmlns:a="http://schemas.openxmlformats.org/drawingml/2006/main" prst="rect">
            <a:avLst/>
          </a:prstGeom>
        </p:spPr>
      </p:pic>
      <p:pic>
        <p:nvPicPr>
          <p:cNvPr id="2131" name="!!gear-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567b0ec824591">
            <a:extLst>
              <a:ext uri="{96DAC541-7B7A-43D3-8B79-37D633B846F1}">
                <asvg:svgBlip xmlns:asvg="http://schemas.microsoft.com/office/drawing/2016/SVG/main" r:embed="R60d5b0412d7c41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5240000">
            <a:off x="11715750" y="4895850"/>
            <a:ext cx="2225993" cy="2225993"/>
          </a:xfrm>
          <a:prstGeom xmlns:a="http://schemas.openxmlformats.org/drawingml/2006/main" prst="rect">
            <a:avLst/>
          </a:prstGeom>
        </p:spPr>
      </p:pic>
      <p:sp>
        <p:nvSpPr>
          <p:cNvPr id="18" name="MODULE_LABEL">
            <a:extLst xmlns:a="http://schemas.openxmlformats.org/drawingml/2006/main">
              <a:ext uri="{FF2B5EF4-FFF2-40B4-BE49-F238E27FC236}">
                <a16:creationId xmlns:a16="http://schemas.microsoft.com/office/drawing/2014/main" id="{DE9FFAD6-D19D-4DE3-84D2-D1239F49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84" y="531994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МОДУЛЬ 01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3CF217C3-EE9A-4E5F-82EE-391792AB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1" y="1120874"/>
            <a:ext cx="15621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16158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0E772F2-E101-4AF5-9E8D-F777EBEE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750" y="495300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ПОВЕДЕНИЕ МАСТЕРА ВЛИЯЕТ НА РАБОТУ ЛЮДЕЙ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DA4464F9-ABA9-4C49-BE41-278DB1A4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57375"/>
            <a:ext cx="8234063" cy="3889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1700"/>
              </a:spcAft>
              <a:buNone/>
            </a:pPr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Алексей: Я понял, ради чего работает мастер и что считать результатом. Но от чего зависит, смогу ли я добиваться этого результата каждый день?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Денис: От того, как ты ведёшь себя с людьми. Поведение мастера — такой же рабочий инструмент, как расстановка людей или сменный план.</a:t>
            </a:r>
            <a:endParaRPr sz="1700">
              <a:solidFill>
                <a:srgbClr val="3F454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2760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11b688a9e45c8">
            <a:extLst>
              <a:ext uri="{96DAC541-7B7A-43D3-8B79-37D633B846F1}">
                <asvg:svgBlip xmlns:asvg="http://schemas.microsoft.com/office/drawing/2016/SVG/main" r:embed="R86650a29871844e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63438" y="7696134"/>
            <a:ext cx="3061710" cy="3061710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latin typeface="Bahnschrift SemiBold Condensed"/>
                <a:ea typeface="Bahnschrift SemiBold Condensed"/>
                <a:cs typeface="Bahnschrift SemiBold Condensed"/>
              </a:rPr>
              <a:t>НАСТРОЕНИЕ МАСТЕРА ПЕРЕДАЁТСЯ УЧАСТКУ</a:t>
            </a:r>
            <a:endParaRPr sz="3000"/>
          </a:p>
        </p:txBody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ae55baddf42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16" name="INTRO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6" y="858223"/>
            <a:ext cx="8774743" cy="12678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 b="1">
                <a:solidFill>
                  <a:srgbClr val="676C74"/>
                </a:solidFill>
                <a:latin typeface="Nunito"/>
                <a:ea typeface="Nunito"/>
                <a:cs typeface="Nunito"/>
              </a:rPr>
              <a:t>В 2002 году профессор Школы бизнеса Уортон Сигал Бурсейд провела эксперимент. В рабочие группы подсаживали человека со стабильно хорошим или плохим настроением. Люди не знали, что это часть эксперимента.</a:t>
            </a:r>
            <a:endParaRPr sz="1600" b="1">
              <a:solidFill>
                <a:srgbClr val="676C74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54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1b5d1a7f244275">
            <a:extLst>
              <a:ext uri="{96DAC541-7B7A-43D3-8B79-37D633B846F1}">
                <asvg:svgBlip xmlns:asvg="http://schemas.microsoft.com/office/drawing/2016/SVG/main" r:embed="R179adcf38087415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76562" y="8264023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c2ee156c3e46dd">
            <a:extLst>
              <a:ext uri="{96DAC541-7B7A-43D3-8B79-37D633B846F1}">
                <asvg:svgBlip xmlns:asvg="http://schemas.microsoft.com/office/drawing/2016/SVG/main" r:embed="R9bb522f63b8d4b5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1ddb8383c43d0">
            <a:extLst>
              <a:ext uri="{96DAC541-7B7A-43D3-8B79-37D633B846F1}">
                <asvg:svgBlip xmlns:asvg="http://schemas.microsoft.com/office/drawing/2016/SVG/main" r:embed="Rbc2f324a26f3426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46523" y="803700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bcb1c57244ae2">
            <a:extLst>
              <a:ext uri="{96DAC541-7B7A-43D3-8B79-37D633B846F1}">
                <asvg:svgBlip xmlns:asvg="http://schemas.microsoft.com/office/drawing/2016/SVG/main" r:embed="Reddcf994314d4fd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8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3dd4c48e04b26">
            <a:extLst>
              <a:ext uri="{96DAC541-7B7A-43D3-8B79-37D633B846F1}">
                <asvg:svgBlip xmlns:asvg="http://schemas.microsoft.com/office/drawing/2016/SVG/main" r:embed="R332bb3fb59f14d6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081914" y="7655895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9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ece4ca6444b42">
            <a:extLst>
              <a:ext uri="{96DAC541-7B7A-43D3-8B79-37D633B846F1}">
                <asvg:svgBlip xmlns:asvg="http://schemas.microsoft.com/office/drawing/2016/SVG/main" r:embed="Rca54039c2bf54a6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4924" y="6286493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60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b282b99cf4ddb">
            <a:extLst>
              <a:ext uri="{96DAC541-7B7A-43D3-8B79-37D633B846F1}">
                <asvg:svgBlip xmlns:asvg="http://schemas.microsoft.com/office/drawing/2016/SVG/main" r:embed="R6fb99673e0ad48e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61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88361b66504a2a">
            <a:extLst>
              <a:ext uri="{96DAC541-7B7A-43D3-8B79-37D633B846F1}">
                <asvg:svgBlip xmlns:asvg="http://schemas.microsoft.com/office/drawing/2016/SVG/main" r:embed="Rd8ac842549b54b3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2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2d46748044e1a">
            <a:extLst>
              <a:ext uri="{96DAC541-7B7A-43D3-8B79-37D633B846F1}">
                <asvg:svgBlip xmlns:asvg="http://schemas.microsoft.com/office/drawing/2016/SVG/main" r:embed="R0aca15941cda43c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07352" y="-2033388"/>
            <a:ext cx="1801446" cy="1801446"/>
          </a:xfrm>
          <a:prstGeom xmlns:a="http://schemas.openxmlformats.org/drawingml/2006/main" prst="rect">
            <a:avLst/>
          </a:prstGeom>
        </p:spPr>
      </p:pic>
      <p:pic>
        <p:nvPicPr>
          <p:cNvPr id="63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4e16db5314759">
            <a:extLst>
              <a:ext uri="{96DAC541-7B7A-43D3-8B79-37D633B846F1}">
                <asvg:svgBlip xmlns:asvg="http://schemas.microsoft.com/office/drawing/2016/SVG/main" r:embed="Rf83cd0d1e87e4c9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64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3486b85cd04555">
            <a:extLst>
              <a:ext uri="{96DAC541-7B7A-43D3-8B79-37D633B846F1}">
                <asvg:svgBlip xmlns:asvg="http://schemas.microsoft.com/office/drawing/2016/SVG/main" r:embed="Rac29dcc19d2b4a2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65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709f19b4a4c14">
            <a:extLst>
              <a:ext uri="{96DAC541-7B7A-43D3-8B79-37D633B846F1}">
                <asvg:svgBlip xmlns:asvg="http://schemas.microsoft.com/office/drawing/2016/SVG/main" r:embed="R4a0ca082ce3849f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23513" y="-2840121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6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e7b51d6e94c38">
            <a:extLst>
              <a:ext uri="{96DAC541-7B7A-43D3-8B79-37D633B846F1}">
                <asvg:svgBlip xmlns:asvg="http://schemas.microsoft.com/office/drawing/2016/SVG/main" r:embed="Rc6cf39018aff4d3e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2024658" y="7400095"/>
            <a:ext cx="3676709" cy="3676709"/>
          </a:xfrm>
          <a:prstGeom xmlns:a="http://schemas.openxmlformats.org/drawingml/2006/main" prst="rect">
            <a:avLst/>
          </a:prstGeom>
        </p:spPr>
      </p:pic>
      <p:pic>
        <p:nvPicPr>
          <p:cNvPr id="67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674494ae34ab9">
            <a:extLst>
              <a:ext uri="{96DAC541-7B7A-43D3-8B79-37D633B846F1}">
                <asvg:svgBlip xmlns:asvg="http://schemas.microsoft.com/office/drawing/2016/SVG/main" r:embed="R1cb5a90c253241c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8805" y="2054824"/>
            <a:ext cx="6385027" cy="4324684"/>
          </a:xfrm>
          <a:prstGeom xmlns:a="http://schemas.openxmlformats.org/drawingml/2006/main" prst="rect">
            <a:avLst/>
          </a:prstGeom>
        </p:spPr>
      </p:pic>
      <p:pic>
        <p:nvPicPr>
          <p:cNvPr id="6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d48f8eaae4e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9869" y="3217578"/>
            <a:ext cx="1172137" cy="1420088"/>
          </a:xfrm>
          <a:prstGeom xmlns:a="http://schemas.openxmlformats.org/drawingml/2006/main" prst="rect">
            <a:avLst/>
          </a:prstGeom>
        </p:spPr>
      </p:pic>
      <p:pic>
        <p:nvPicPr>
          <p:cNvPr id="69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3b3012a7946cd">
            <a:extLst>
              <a:ext uri="{96DAC541-7B7A-43D3-8B79-37D633B846F1}">
                <asvg:svgBlip xmlns:asvg="http://schemas.microsoft.com/office/drawing/2016/SVG/main" r:embed="Rf608ec11a5654e9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9589" y="7983035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30" name="CASE_BODY">
            <a:extLst xmlns:a="http://schemas.openxmlformats.org/drawingml/2006/main">
              <a:ext uri="{FF2B5EF4-FFF2-40B4-BE49-F238E27FC236}">
                <a16:creationId xmlns:a16="http://schemas.microsoft.com/office/drawing/2014/main" id="{37688EA1-9EF9-4CDB-99AA-CB59563E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051" y="2412088"/>
            <a:ext cx="5338766" cy="35983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Настроение подсаженного человека распространялось на всю группу. Участники перенимали его состояние, хотя сами этого не замечали. В группах с хорошим настроением было меньше конфликтов и лучше взаимодействие. В группах с негативным настроением участники чаще конфликтовали и хуже координировали работу.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89A3FF-EE07-4051-B044-3B44BE6B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6" y="2449110"/>
            <a:ext cx="3214517" cy="33362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4" name="CONCLUSION">
            <a:extLst xmlns:a="http://schemas.openxmlformats.org/drawingml/2006/main">
              <a:ext uri="{FF2B5EF4-FFF2-40B4-BE49-F238E27FC236}">
                <a16:creationId xmlns:a16="http://schemas.microsoft.com/office/drawing/2014/main" id="{8C1D51BD-BCC7-4C60-9B33-0C360DEA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13" y="2054824"/>
            <a:ext cx="3214517" cy="43246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rgbClr val="F5340B"/>
                </a:solidFill>
                <a:latin typeface="Bahnschrift Condensed"/>
                <a:ea typeface="Bahnschrift Condensed"/>
                <a:cs typeface="Bahnschrift Condensed"/>
              </a:rPr>
              <a:t xml:space="preserve">За поведением руководителя люди наблюдают особенно внимательно. </a:t>
            </a:r>
            <a:r>
              <a:rPr sz="1800">
                <a:latin typeface="Nunito"/>
                <a:ea typeface="Nunito"/>
                <a:cs typeface="Nunito"/>
              </a:rPr>
              <a:t>Поэтому состояние, в котором мастер выходит на участок, влияет на общий тон работы, реакции людей и их взаимодействие друг с другом.</a:t>
            </a:r>
          </a:p>
        </p:txBody>
      </p:sp>
    </p:spTree>
    <p:extLst>
      <p:ext uri="{BB962C8B-B14F-4D97-AF65-F5344CB8AC3E}">
        <p14:creationId xmlns:p14="http://schemas.microsoft.com/office/powerpoint/2010/main" val="42838680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8ab667312448d">
            <a:extLst>
              <a:ext uri="{96DAC541-7B7A-43D3-8B79-37D633B846F1}">
                <asvg:svgBlip xmlns:asvg="http://schemas.microsoft.com/office/drawing/2016/SVG/main" r:embed="Rb0f5248a760848a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63438" y="7696134"/>
            <a:ext cx="3061710" cy="3061710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latin typeface="Bahnschrift SemiBold Condensed"/>
                <a:ea typeface="Bahnschrift SemiBold Condensed"/>
                <a:cs typeface="Bahnschrift SemiBold Condensed"/>
              </a:rPr>
              <a:t>ОТ РЕАКЦИИ МАСТЕРА ЗАВИСИТ, СООБЩАТ ЛИ ЕМУ О ПРОБЛЕМЕ</a:t>
            </a:r>
            <a:endParaRPr sz="3000"/>
          </a:p>
        </p:txBody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1730dd6fc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16" name="INTRO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6" y="858223"/>
            <a:ext cx="8774743" cy="12678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 b="1">
                <a:solidFill>
                  <a:srgbClr val="676C74"/>
                </a:solidFill>
                <a:latin typeface="Nunito"/>
                <a:ea typeface="Nunito"/>
                <a:cs typeface="Nunito"/>
              </a:rPr>
              <a:t>Состояние и поведение мастера влияют не только на настроение участка. От них зависит, решатся ли рабочие сообщать ему неприятные новости.</a:t>
            </a:r>
            <a:endParaRPr sz="1600" b="1">
              <a:solidFill>
                <a:srgbClr val="676C74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54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3cc1fadca4293">
            <a:extLst>
              <a:ext uri="{96DAC541-7B7A-43D3-8B79-37D633B846F1}">
                <asvg:svgBlip xmlns:asvg="http://schemas.microsoft.com/office/drawing/2016/SVG/main" r:embed="Rcbcb812ce2584a8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76562" y="8264023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8b86148b7440b">
            <a:extLst>
              <a:ext uri="{96DAC541-7B7A-43D3-8B79-37D633B846F1}">
                <asvg:svgBlip xmlns:asvg="http://schemas.microsoft.com/office/drawing/2016/SVG/main" r:embed="R87d2516ce78b490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c50774f9d42af">
            <a:extLst>
              <a:ext uri="{96DAC541-7B7A-43D3-8B79-37D633B846F1}">
                <asvg:svgBlip xmlns:asvg="http://schemas.microsoft.com/office/drawing/2016/SVG/main" r:embed="R7d55c25f64ea492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46523" y="803700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546e530164e0a">
            <a:extLst>
              <a:ext uri="{96DAC541-7B7A-43D3-8B79-37D633B846F1}">
                <asvg:svgBlip xmlns:asvg="http://schemas.microsoft.com/office/drawing/2016/SVG/main" r:embed="R0d5717b236244f7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8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f722fab922403b">
            <a:extLst>
              <a:ext uri="{96DAC541-7B7A-43D3-8B79-37D633B846F1}">
                <asvg:svgBlip xmlns:asvg="http://schemas.microsoft.com/office/drawing/2016/SVG/main" r:embed="R82c0f0ff7245438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081914" y="7655895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9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c2ac200aa44e33">
            <a:extLst>
              <a:ext uri="{96DAC541-7B7A-43D3-8B79-37D633B846F1}">
                <asvg:svgBlip xmlns:asvg="http://schemas.microsoft.com/office/drawing/2016/SVG/main" r:embed="R8864d8df9c174f9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4924" y="6286493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60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da09028a74290">
            <a:extLst>
              <a:ext uri="{96DAC541-7B7A-43D3-8B79-37D633B846F1}">
                <asvg:svgBlip xmlns:asvg="http://schemas.microsoft.com/office/drawing/2016/SVG/main" r:embed="R876c50538a674a4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61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9663a32af47b0">
            <a:extLst>
              <a:ext uri="{96DAC541-7B7A-43D3-8B79-37D633B846F1}">
                <asvg:svgBlip xmlns:asvg="http://schemas.microsoft.com/office/drawing/2016/SVG/main" r:embed="Rbd08959444814c0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2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a558df09d24b75">
            <a:extLst>
              <a:ext uri="{96DAC541-7B7A-43D3-8B79-37D633B846F1}">
                <asvg:svgBlip xmlns:asvg="http://schemas.microsoft.com/office/drawing/2016/SVG/main" r:embed="Rddc870bf37834fc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07352" y="-2033388"/>
            <a:ext cx="1801446" cy="1801446"/>
          </a:xfrm>
          <a:prstGeom xmlns:a="http://schemas.openxmlformats.org/drawingml/2006/main" prst="rect">
            <a:avLst/>
          </a:prstGeom>
        </p:spPr>
      </p:pic>
      <p:pic>
        <p:nvPicPr>
          <p:cNvPr id="63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b89e1776c4198">
            <a:extLst>
              <a:ext uri="{96DAC541-7B7A-43D3-8B79-37D633B846F1}">
                <asvg:svgBlip xmlns:asvg="http://schemas.microsoft.com/office/drawing/2016/SVG/main" r:embed="Rca08430a76684bd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64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afaca06634c2e">
            <a:extLst>
              <a:ext uri="{96DAC541-7B7A-43D3-8B79-37D633B846F1}">
                <asvg:svgBlip xmlns:asvg="http://schemas.microsoft.com/office/drawing/2016/SVG/main" r:embed="Racd52d71409d49e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65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dbd507665497f">
            <a:extLst>
              <a:ext uri="{96DAC541-7B7A-43D3-8B79-37D633B846F1}">
                <asvg:svgBlip xmlns:asvg="http://schemas.microsoft.com/office/drawing/2016/SVG/main" r:embed="R611e0c4d821746d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23513" y="-2840121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6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f65cd6d524910">
            <a:extLst>
              <a:ext uri="{96DAC541-7B7A-43D3-8B79-37D633B846F1}">
                <asvg:svgBlip xmlns:asvg="http://schemas.microsoft.com/office/drawing/2016/SVG/main" r:embed="R1200b5d8f1204921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2024658" y="7400095"/>
            <a:ext cx="3676709" cy="3676709"/>
          </a:xfrm>
          <a:prstGeom xmlns:a="http://schemas.openxmlformats.org/drawingml/2006/main" prst="rect">
            <a:avLst/>
          </a:prstGeom>
        </p:spPr>
      </p:pic>
      <p:pic>
        <p:nvPicPr>
          <p:cNvPr id="67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06290f60b47bd">
            <a:extLst>
              <a:ext uri="{96DAC541-7B7A-43D3-8B79-37D633B846F1}">
                <asvg:svgBlip xmlns:asvg="http://schemas.microsoft.com/office/drawing/2016/SVG/main" r:embed="R61a780f1f256448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8805" y="2054824"/>
            <a:ext cx="6385027" cy="4324684"/>
          </a:xfrm>
          <a:prstGeom xmlns:a="http://schemas.openxmlformats.org/drawingml/2006/main" prst="rect">
            <a:avLst/>
          </a:prstGeom>
        </p:spPr>
      </p:pic>
      <p:pic>
        <p:nvPicPr>
          <p:cNvPr id="6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18f9e36274e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9869" y="3217578"/>
            <a:ext cx="1172137" cy="1420088"/>
          </a:xfrm>
          <a:prstGeom xmlns:a="http://schemas.openxmlformats.org/drawingml/2006/main" prst="rect">
            <a:avLst/>
          </a:prstGeom>
        </p:spPr>
      </p:pic>
      <p:pic>
        <p:nvPicPr>
          <p:cNvPr id="69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ff148a375411f">
            <a:extLst>
              <a:ext uri="{96DAC541-7B7A-43D3-8B79-37D633B846F1}">
                <asvg:svgBlip xmlns:asvg="http://schemas.microsoft.com/office/drawing/2016/SVG/main" r:embed="R61ebf210697f4af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9589" y="7983035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30" name="CASE_BODY">
            <a:extLst xmlns:a="http://schemas.openxmlformats.org/drawingml/2006/main">
              <a:ext uri="{FF2B5EF4-FFF2-40B4-BE49-F238E27FC236}">
                <a16:creationId xmlns:a16="http://schemas.microsoft.com/office/drawing/2014/main" id="{37688EA1-9EF9-4CDB-99AA-CB59563E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051" y="2412088"/>
            <a:ext cx="5338766" cy="35983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В 1999 году профессор Гарвардской школы бизнеса Эми Эдмондсон изучала медицинские команды. Она обнаружила парадокс: лучшие команды сообщали о большем количестве ошибок.</a:t>
            </a:r>
            <a:br/>
            <a:r>
              <a:rPr sz="1600">
                <a:latin typeface="Nunito"/>
                <a:ea typeface="Nunito"/>
                <a:cs typeface="Nunito"/>
              </a:rPr>
              <a:t/>
            </a:r>
            <a:br/>
            <a:r>
              <a:rPr sz="1600">
                <a:latin typeface="Nunito"/>
                <a:ea typeface="Nunito"/>
                <a:cs typeface="Nunito"/>
              </a:rPr>
              <a:t>Дело было не в том, что они ошибались чаще. В командах, где руководитель спокойно принимал сообщение и разбирал ошибку по существу, люди не боялись говорить о проблемах. Поэтому ошибки замечали раньше.</a:t>
            </a:r>
            <a:br/>
            <a:r>
              <a:rPr sz="1600">
                <a:latin typeface="Nunito"/>
                <a:ea typeface="Nunito"/>
                <a:cs typeface="Nunito"/>
              </a:rPr>
              <a:t/>
            </a:r>
            <a:br/>
            <a:r>
              <a:rPr sz="1600">
                <a:latin typeface="Nunito"/>
                <a:ea typeface="Nunito"/>
                <a:cs typeface="Nunito"/>
              </a:rPr>
              <a:t>Там, где руководитель кричал, обвинял или наказывал за сам факт плохой новости, люди старались молчать. Ошибки обнаруживали позднее, когда исправление обходилось дороже.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89A3FF-EE07-4051-B044-3B44BE6B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6" y="2449110"/>
            <a:ext cx="3214517" cy="33362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4" name="CONCLUSION">
            <a:extLst xmlns:a="http://schemas.openxmlformats.org/drawingml/2006/main">
              <a:ext uri="{FF2B5EF4-FFF2-40B4-BE49-F238E27FC236}">
                <a16:creationId xmlns:a16="http://schemas.microsoft.com/office/drawing/2014/main" id="{8C1D51BD-BCC7-4C60-9B33-0C360DEA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13" y="2054824"/>
            <a:ext cx="3214517" cy="43246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rgbClr val="F5340B"/>
                </a:solidFill>
                <a:latin typeface="Bahnschrift Condensed"/>
                <a:ea typeface="Bahnschrift Condensed"/>
                <a:cs typeface="Bahnschrift Condensed"/>
              </a:rPr>
              <a:t xml:space="preserve">Для мастера это означает: </a:t>
            </a:r>
            <a:r>
              <a:rPr sz="1800">
                <a:latin typeface="Nunito"/>
                <a:ea typeface="Nunito"/>
                <a:cs typeface="Nunito"/>
              </a:rPr>
              <a:t>брак и угрозу срыва невозможно обнаружить вовремя, если рабочий боится подойти и рассказать о проблеме.</a:t>
            </a:r>
          </a:p>
        </p:txBody>
      </p:sp>
    </p:spTree>
    <p:extLst>
      <p:ext uri="{BB962C8B-B14F-4D97-AF65-F5344CB8AC3E}">
        <p14:creationId xmlns:p14="http://schemas.microsoft.com/office/powerpoint/2010/main" val="42838680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0E772F2-E101-4AF5-9E8D-F777EBEE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74" y="495300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ДЛЯ РАЗНЫХ ЗАДАЧ НУЖНО РАЗНОЕ ПОВЕДЕНИЕ</a:t>
            </a:r>
            <a:endParaRPr sz="3000">
              <a:solidFill>
                <a:srgbClr val="3F454F"/>
              </a:solidFill>
            </a:endParaRPr>
          </a:p>
        </p:txBody>
      </p:sp>
      <p:pic>
        <p:nvPicPr>
          <p:cNvPr id="7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251afea6841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13" name="Shape 0">
            <a:extLst xmlns:a="http://schemas.openxmlformats.org/drawingml/2006/main">
              <a:ext uri="{FF2B5EF4-FFF2-40B4-BE49-F238E27FC236}">
                <a16:creationId xmlns:a16="http://schemas.microsoft.com/office/drawing/2014/main" id="{3775A66A-620B-4051-B5AD-4AE91BFC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1016" y="49162"/>
            <a:ext cx="0" cy="1120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81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93cb52ae648c5">
            <a:extLst>
              <a:ext uri="{96DAC541-7B7A-43D3-8B79-37D633B846F1}">
                <asvg:svgBlip xmlns:asvg="http://schemas.microsoft.com/office/drawing/2016/SVG/main" r:embed="R2def18c17bc44b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1498682" y="6938924"/>
            <a:ext cx="4191761" cy="4191761"/>
          </a:xfrm>
          <a:prstGeom xmlns:a="http://schemas.openxmlformats.org/drawingml/2006/main" prst="rect">
            <a:avLst/>
          </a:prstGeom>
        </p:spPr>
      </p:pic>
      <p:pic>
        <p:nvPicPr>
          <p:cNvPr id="82" name="!!gear-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5572f4ce64490">
            <a:extLst>
              <a:ext uri="{96DAC541-7B7A-43D3-8B79-37D633B846F1}">
                <asvg:svgBlip xmlns:asvg="http://schemas.microsoft.com/office/drawing/2016/SVG/main" r:embed="R517e7215e7f546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7518421">
            <a:off x="15508407" y="4407845"/>
            <a:ext cx="2129148" cy="2129148"/>
          </a:xfrm>
          <a:prstGeom xmlns:a="http://schemas.openxmlformats.org/drawingml/2006/main" prst="rect">
            <a:avLst/>
          </a:prstGeom>
        </p:spPr>
      </p:pic>
      <p:pic>
        <p:nvPicPr>
          <p:cNvPr id="83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85c3b1351429e">
            <a:extLst>
              <a:ext uri="{96DAC541-7B7A-43D3-8B79-37D633B846F1}">
                <asvg:svgBlip xmlns:asvg="http://schemas.microsoft.com/office/drawing/2016/SVG/main" r:embed="Rc10473b16b5d408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7427295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84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1940e516a468a">
            <a:extLst>
              <a:ext uri="{96DAC541-7B7A-43D3-8B79-37D633B846F1}">
                <asvg:svgBlip xmlns:asvg="http://schemas.microsoft.com/office/drawing/2016/SVG/main" r:embed="R96c9907d8c0147e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6697" y="-1615475"/>
            <a:ext cx="2419350" cy="2419350"/>
          </a:xfrm>
          <a:prstGeom xmlns:a="http://schemas.openxmlformats.org/drawingml/2006/main" prst="rect">
            <a:avLst/>
          </a:prstGeom>
        </p:spPr>
      </p:pic>
      <p:pic>
        <p:nvPicPr>
          <p:cNvPr id="85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0d8d903684c7d">
            <a:extLst>
              <a:ext uri="{96DAC541-7B7A-43D3-8B79-37D633B846F1}">
                <asvg:svgBlip xmlns:asvg="http://schemas.microsoft.com/office/drawing/2016/SVG/main" r:embed="Rd9265210bcc246a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86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fbe26eb3c4b1c">
            <a:extLst>
              <a:ext uri="{96DAC541-7B7A-43D3-8B79-37D633B846F1}">
                <asvg:svgBlip xmlns:asvg="http://schemas.microsoft.com/office/drawing/2016/SVG/main" r:embed="R818ca4c88472443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470253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87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b9ace3d40496f">
            <a:extLst>
              <a:ext uri="{96DAC541-7B7A-43D3-8B79-37D633B846F1}">
                <asvg:svgBlip xmlns:asvg="http://schemas.microsoft.com/office/drawing/2016/SVG/main" r:embed="R63b7e6c6b08d4d8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88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6feb1391548dc">
            <a:extLst>
              <a:ext uri="{96DAC541-7B7A-43D3-8B79-37D633B846F1}">
                <asvg:svgBlip xmlns:asvg="http://schemas.microsoft.com/office/drawing/2016/SVG/main" r:embed="R2a28f0f296fa438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01727" y="-3107032"/>
            <a:ext cx="2305050" cy="2305050"/>
          </a:xfrm>
          <a:prstGeom xmlns:a="http://schemas.openxmlformats.org/drawingml/2006/main" prst="rect">
            <a:avLst/>
          </a:prstGeom>
        </p:spPr>
      </p:pic>
      <p:pic>
        <p:nvPicPr>
          <p:cNvPr id="89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5f96f3c7240f2">
            <a:extLst>
              <a:ext uri="{96DAC541-7B7A-43D3-8B79-37D633B846F1}">
                <asvg:svgBlip xmlns:asvg="http://schemas.microsoft.com/office/drawing/2016/SVG/main" r:embed="Rea9c8df0d411499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70735" y="6966607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90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7114a14254b70">
            <a:extLst>
              <a:ext uri="{96DAC541-7B7A-43D3-8B79-37D633B846F1}">
                <asvg:svgBlip xmlns:asvg="http://schemas.microsoft.com/office/drawing/2016/SVG/main" r:embed="Reb606486d2b6489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644507" y="2827269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91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0fa2859cb42fd">
            <a:extLst>
              <a:ext uri="{96DAC541-7B7A-43D3-8B79-37D633B846F1}">
                <asvg:svgBlip xmlns:asvg="http://schemas.microsoft.com/office/drawing/2016/SVG/main" r:embed="Rdb5627177310497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92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b1fe77a54457f">
            <a:extLst>
              <a:ext uri="{96DAC541-7B7A-43D3-8B79-37D633B846F1}">
                <asvg:svgBlip xmlns:asvg="http://schemas.microsoft.com/office/drawing/2016/SVG/main" r:embed="R62670f281b46400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93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14b4b3a7346c1">
            <a:extLst>
              <a:ext uri="{96DAC541-7B7A-43D3-8B79-37D633B846F1}">
                <asvg:svgBlip xmlns:asvg="http://schemas.microsoft.com/office/drawing/2016/SVG/main" r:embed="Rca06f2bc954d402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6002" y="7655895"/>
            <a:ext cx="1238250" cy="1238250"/>
          </a:xfrm>
          <a:prstGeom xmlns:a="http://schemas.openxmlformats.org/drawingml/2006/main" prst="rect">
            <a:avLst/>
          </a:prstGeom>
        </p:spPr>
      </p:pic>
      <p:pic>
        <p:nvPicPr>
          <p:cNvPr id="94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d4c3fc70f4bf7">
            <a:extLst>
              <a:ext uri="{96DAC541-7B7A-43D3-8B79-37D633B846F1}">
                <asvg:svgBlip xmlns:asvg="http://schemas.microsoft.com/office/drawing/2016/SVG/main" r:embed="R12d4bc8f5c8b4dc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744243" y="-603250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95" name="Рисунок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5bf06347e4432">
            <a:extLst>
              <a:ext uri="{96DAC541-7B7A-43D3-8B79-37D633B846F1}">
                <asvg:svgBlip xmlns:asvg="http://schemas.microsoft.com/office/drawing/2016/SVG/main" r:embed="R377c5094f40c413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96" name="Рисунок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fc192685c41bd">
            <a:extLst>
              <a:ext uri="{96DAC541-7B7A-43D3-8B79-37D633B846F1}">
                <asvg:svgBlip xmlns:asvg="http://schemas.microsoft.com/office/drawing/2016/SVG/main" r:embed="R147f4159e5b54d7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2118" y="-2162237"/>
            <a:ext cx="2019300" cy="2019300"/>
          </a:xfrm>
          <a:prstGeom xmlns:a="http://schemas.openxmlformats.org/drawingml/2006/main" prst="rect">
            <a:avLst/>
          </a:prstGeom>
        </p:spPr>
      </p:pic>
      <p:sp>
        <p:nvSpPr>
          <p:cNvPr id="2" name="INTRO">
            <a:extLst xmlns:a="http://schemas.openxmlformats.org/drawingml/2006/main">
              <a:ext uri="{FF2B5EF4-FFF2-40B4-BE49-F238E27FC236}">
                <a16:creationId xmlns:a16="http://schemas.microsoft.com/office/drawing/2014/main" id="{4EA8474D-80B6-4827-8B93-9E806795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38" y="1371600"/>
            <a:ext cx="10615990" cy="91678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latin typeface="Nunito"/>
                <a:ea typeface="Nunito"/>
                <a:cs typeface="Nunito"/>
              </a:rPr>
              <a:t>Одного подхода на все случаи нет. Поведение мастера зависит от задачи.</a:t>
            </a:r>
          </a:p>
        </p:txBody>
      </p:sp>
      <p:sp>
        <p:nvSpPr>
          <p:cNvPr id="24" name="Freeform 5">
            <a:extLst xmlns:a="http://schemas.openxmlformats.org/drawingml/2006/main">
              <a:ext uri="{FF2B5EF4-FFF2-40B4-BE49-F238E27FC236}">
                <a16:creationId xmlns:a16="http://schemas.microsoft.com/office/drawing/2014/main" id="{33AC517A-3E0E-45A9-9664-5F35A4C9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8850" y="2371053"/>
            <a:ext cx="1720850" cy="1965940"/>
          </a:xfrm>
          <a:custGeom xmlns:a="http://schemas.openxmlformats.org/drawingml/2006/main">
            <a:gdLst>
              <a:gd name="T0" fmla="*/ 0 w 2737"/>
              <a:gd name="T1" fmla="*/ 853 h 3125"/>
              <a:gd name="T2" fmla="*/ 69 w 2737"/>
              <a:gd name="T3" fmla="*/ 733 h 3125"/>
              <a:gd name="T4" fmla="*/ 1299 w 2737"/>
              <a:gd name="T5" fmla="*/ 22 h 3125"/>
              <a:gd name="T6" fmla="*/ 1438 w 2737"/>
              <a:gd name="T7" fmla="*/ 22 h 3125"/>
              <a:gd name="T8" fmla="*/ 2668 w 2737"/>
              <a:gd name="T9" fmla="*/ 733 h 3125"/>
              <a:gd name="T10" fmla="*/ 2737 w 2737"/>
              <a:gd name="T11" fmla="*/ 853 h 3125"/>
              <a:gd name="T12" fmla="*/ 2737 w 2737"/>
              <a:gd name="T13" fmla="*/ 2273 h 3125"/>
              <a:gd name="T14" fmla="*/ 2668 w 2737"/>
              <a:gd name="T15" fmla="*/ 2393 h 3125"/>
              <a:gd name="T16" fmla="*/ 1438 w 2737"/>
              <a:gd name="T17" fmla="*/ 3103 h 3125"/>
              <a:gd name="T18" fmla="*/ 1299 w 2737"/>
              <a:gd name="T19" fmla="*/ 3103 h 3125"/>
              <a:gd name="T20" fmla="*/ 69 w 2737"/>
              <a:gd name="T21" fmla="*/ 2393 h 3125"/>
              <a:gd name="T22" fmla="*/ 0 w 2737"/>
              <a:gd name="T23" fmla="*/ 2273 h 3125"/>
              <a:gd name="T24" fmla="*/ 0 w 2737"/>
              <a:gd name="T25" fmla="*/ 853 h 3125"/>
            </a:gdLst>
            <a:rect l="0" t="0" r="r" b="b"/>
            <a:pathLst>
              <a:path w="2737" h="3125">
                <a:moveTo>
                  <a:pt x="0" y="853"/>
                </a:moveTo>
                <a:cubicBezTo>
                  <a:pt x="0" y="809"/>
                  <a:pt x="31" y="755"/>
                  <a:pt x="69" y="733"/>
                </a:cubicBezTo>
                <a:cubicBezTo>
                  <a:pt x="1299" y="22"/>
                  <a:pt x="1299" y="22"/>
                  <a:pt x="1299" y="22"/>
                </a:cubicBezTo>
                <a:cubicBezTo>
                  <a:pt x="1338" y="0"/>
                  <a:pt x="1400" y="0"/>
                  <a:pt x="1438" y="22"/>
                </a:cubicBezTo>
                <a:cubicBezTo>
                  <a:pt x="2668" y="733"/>
                  <a:pt x="2668" y="733"/>
                  <a:pt x="2668" y="733"/>
                </a:cubicBezTo>
                <a:cubicBezTo>
                  <a:pt x="2706" y="755"/>
                  <a:pt x="2737" y="809"/>
                  <a:pt x="2737" y="853"/>
                </a:cubicBezTo>
                <a:cubicBezTo>
                  <a:pt x="2737" y="2273"/>
                  <a:pt x="2737" y="2273"/>
                  <a:pt x="2737" y="2273"/>
                </a:cubicBezTo>
                <a:cubicBezTo>
                  <a:pt x="2737" y="2317"/>
                  <a:pt x="2706" y="2371"/>
                  <a:pt x="2668" y="2393"/>
                </a:cubicBezTo>
                <a:cubicBezTo>
                  <a:pt x="1438" y="3103"/>
                  <a:pt x="1438" y="3103"/>
                  <a:pt x="1438" y="3103"/>
                </a:cubicBezTo>
                <a:cubicBezTo>
                  <a:pt x="1400" y="3125"/>
                  <a:pt x="1338" y="3125"/>
                  <a:pt x="1299" y="3103"/>
                </a:cubicBezTo>
                <a:cubicBezTo>
                  <a:pt x="69" y="2393"/>
                  <a:pt x="69" y="2393"/>
                  <a:pt x="69" y="2393"/>
                </a:cubicBezTo>
                <a:cubicBezTo>
                  <a:pt x="31" y="2371"/>
                  <a:pt x="0" y="2317"/>
                  <a:pt x="0" y="2273"/>
                </a:cubicBezTo>
                <a:lnTo>
                  <a:pt x="0" y="85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19050">
            <a:noFill/>
          </a:ln>
          <a:effectLst xmlns:a="http://schemas.openxmlformats.org/drawingml/2006/main">
            <a:outerShdw blurRad="190500" dist="190500" dir="2700000" algn="tl" rotWithShape="0">
              <a:prstClr val="black">
                <a:alpha val="10000"/>
              </a:prstClr>
            </a:outerShdw>
          </a:effectLst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CARD_1_TITLE">
            <a:extLst xmlns:a="http://schemas.openxmlformats.org/drawingml/2006/main">
              <a:ext uri="{FF2B5EF4-FFF2-40B4-BE49-F238E27FC236}">
                <a16:creationId xmlns:a16="http://schemas.microsoft.com/office/drawing/2014/main" id="{10DD8E58-F4D8-4AB2-8962-09179D81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0489" y="2907775"/>
            <a:ext cx="1488796" cy="1009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>
                <a:latin typeface="Bahnschrift Condensed"/>
                <a:ea typeface="Bahnschrift Condensed"/>
                <a:cs typeface="Bahnschrift Condensed"/>
              </a:rPr>
              <a:t>ПОСТАВИТЬ ЗАДАЧУ</a:t>
            </a:r>
            <a:endParaRPr sz="1600">
              <a:latin typeface="Bahnschrift Condensed"/>
              <a:ea typeface="Bahnschrift Condensed"/>
              <a:cs typeface="Bahnschrift Condensed"/>
            </a:endParaRPr>
          </a:p>
        </p:txBody>
      </p:sp>
      <p:sp>
        <p:nvSpPr>
          <p:cNvPr id="3" name="CARD_1_BODY">
            <a:extLst xmlns:a="http://schemas.openxmlformats.org/drawingml/2006/main">
              <a:ext uri="{FF2B5EF4-FFF2-40B4-BE49-F238E27FC236}">
                <a16:creationId xmlns:a16="http://schemas.microsoft.com/office/drawing/2014/main" id="{88632AB4-CB78-451D-A8EB-2CF08041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3806" y="4532459"/>
            <a:ext cx="1802162" cy="159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latin typeface="Nunito"/>
                <a:ea typeface="Nunito"/>
                <a:cs typeface="Nunito"/>
              </a:rPr>
              <a:t>Спокойно и ясно объяснить, что нужно сделать, к какому сроку и какой результат принять.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25" name="Freeform 5">
            <a:extLst xmlns:a="http://schemas.openxmlformats.org/drawingml/2006/main">
              <a:ext uri="{FF2B5EF4-FFF2-40B4-BE49-F238E27FC236}">
                <a16:creationId xmlns:a16="http://schemas.microsoft.com/office/drawing/2014/main" id="{5E46E145-8821-4CFF-B834-374084BC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918920" y="2371053"/>
            <a:ext cx="1720850" cy="1965940"/>
          </a:xfrm>
          <a:custGeom xmlns:a="http://schemas.openxmlformats.org/drawingml/2006/main">
            <a:gdLst>
              <a:gd name="T0" fmla="*/ 0 w 2737"/>
              <a:gd name="T1" fmla="*/ 853 h 3125"/>
              <a:gd name="T2" fmla="*/ 69 w 2737"/>
              <a:gd name="T3" fmla="*/ 733 h 3125"/>
              <a:gd name="T4" fmla="*/ 1299 w 2737"/>
              <a:gd name="T5" fmla="*/ 22 h 3125"/>
              <a:gd name="T6" fmla="*/ 1438 w 2737"/>
              <a:gd name="T7" fmla="*/ 22 h 3125"/>
              <a:gd name="T8" fmla="*/ 2668 w 2737"/>
              <a:gd name="T9" fmla="*/ 733 h 3125"/>
              <a:gd name="T10" fmla="*/ 2737 w 2737"/>
              <a:gd name="T11" fmla="*/ 853 h 3125"/>
              <a:gd name="T12" fmla="*/ 2737 w 2737"/>
              <a:gd name="T13" fmla="*/ 2273 h 3125"/>
              <a:gd name="T14" fmla="*/ 2668 w 2737"/>
              <a:gd name="T15" fmla="*/ 2393 h 3125"/>
              <a:gd name="T16" fmla="*/ 1438 w 2737"/>
              <a:gd name="T17" fmla="*/ 3103 h 3125"/>
              <a:gd name="T18" fmla="*/ 1299 w 2737"/>
              <a:gd name="T19" fmla="*/ 3103 h 3125"/>
              <a:gd name="T20" fmla="*/ 69 w 2737"/>
              <a:gd name="T21" fmla="*/ 2393 h 3125"/>
              <a:gd name="T22" fmla="*/ 0 w 2737"/>
              <a:gd name="T23" fmla="*/ 2273 h 3125"/>
              <a:gd name="T24" fmla="*/ 0 w 2737"/>
              <a:gd name="T25" fmla="*/ 853 h 3125"/>
            </a:gdLst>
            <a:rect l="0" t="0" r="r" b="b"/>
            <a:pathLst>
              <a:path w="2737" h="3125">
                <a:moveTo>
                  <a:pt x="0" y="853"/>
                </a:moveTo>
                <a:cubicBezTo>
                  <a:pt x="0" y="809"/>
                  <a:pt x="31" y="755"/>
                  <a:pt x="69" y="733"/>
                </a:cubicBezTo>
                <a:cubicBezTo>
                  <a:pt x="1299" y="22"/>
                  <a:pt x="1299" y="22"/>
                  <a:pt x="1299" y="22"/>
                </a:cubicBezTo>
                <a:cubicBezTo>
                  <a:pt x="1338" y="0"/>
                  <a:pt x="1400" y="0"/>
                  <a:pt x="1438" y="22"/>
                </a:cubicBezTo>
                <a:cubicBezTo>
                  <a:pt x="2668" y="733"/>
                  <a:pt x="2668" y="733"/>
                  <a:pt x="2668" y="733"/>
                </a:cubicBezTo>
                <a:cubicBezTo>
                  <a:pt x="2706" y="755"/>
                  <a:pt x="2737" y="809"/>
                  <a:pt x="2737" y="853"/>
                </a:cubicBezTo>
                <a:cubicBezTo>
                  <a:pt x="2737" y="2273"/>
                  <a:pt x="2737" y="2273"/>
                  <a:pt x="2737" y="2273"/>
                </a:cubicBezTo>
                <a:cubicBezTo>
                  <a:pt x="2737" y="2317"/>
                  <a:pt x="2706" y="2371"/>
                  <a:pt x="2668" y="2393"/>
                </a:cubicBezTo>
                <a:cubicBezTo>
                  <a:pt x="1438" y="3103"/>
                  <a:pt x="1438" y="3103"/>
                  <a:pt x="1438" y="3103"/>
                </a:cubicBezTo>
                <a:cubicBezTo>
                  <a:pt x="1400" y="3125"/>
                  <a:pt x="1338" y="3125"/>
                  <a:pt x="1299" y="3103"/>
                </a:cubicBezTo>
                <a:cubicBezTo>
                  <a:pt x="69" y="2393"/>
                  <a:pt x="69" y="2393"/>
                  <a:pt x="69" y="2393"/>
                </a:cubicBezTo>
                <a:cubicBezTo>
                  <a:pt x="31" y="2371"/>
                  <a:pt x="0" y="2317"/>
                  <a:pt x="0" y="2273"/>
                </a:cubicBezTo>
                <a:lnTo>
                  <a:pt x="0" y="85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90500" dist="190500" dir="2700000" algn="tl" rotWithShape="0">
              <a:prstClr val="black">
                <a:alpha val="10000"/>
              </a:prstClr>
            </a:outerShdw>
          </a:effectLst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CARD_2_TITLE">
            <a:extLst xmlns:a="http://schemas.openxmlformats.org/drawingml/2006/main">
              <a:ext uri="{FF2B5EF4-FFF2-40B4-BE49-F238E27FC236}">
                <a16:creationId xmlns:a16="http://schemas.microsoft.com/office/drawing/2014/main" id="{5FCF9AE5-0080-4639-A8D0-4CFC3645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34947" y="2907775"/>
            <a:ext cx="1488796" cy="1009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>
                <a:latin typeface="Bahnschrift Condensed"/>
                <a:ea typeface="Bahnschrift Condensed"/>
                <a:cs typeface="Bahnschrift Condensed"/>
              </a:rPr>
              <a:t>РАЗОБРАТЬ ОШИБКУ</a:t>
            </a:r>
            <a:endParaRPr sz="1600">
              <a:latin typeface="Bahnschrift Condensed"/>
              <a:ea typeface="Bahnschrift Condensed"/>
              <a:cs typeface="Bahnschrift Condensed"/>
            </a:endParaRPr>
          </a:p>
        </p:txBody>
      </p:sp>
      <p:sp>
        <p:nvSpPr>
          <p:cNvPr id="57" name="CARD_2_BODY">
            <a:extLst xmlns:a="http://schemas.openxmlformats.org/drawingml/2006/main">
              <a:ext uri="{FF2B5EF4-FFF2-40B4-BE49-F238E27FC236}">
                <a16:creationId xmlns:a16="http://schemas.microsoft.com/office/drawing/2014/main" id="{5BCE8C15-9BA8-4AE6-9177-34E6F1B7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878264" y="4532459"/>
            <a:ext cx="1802162" cy="159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latin typeface="Nunito"/>
                <a:ea typeface="Nunito"/>
                <a:cs typeface="Nunito"/>
              </a:rPr>
              <a:t>Сначала выяснить причину, а затем решать, нужны ли обучение, исправление процесса или взыскание.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26" name="Freeform 5">
            <a:extLst xmlns:a="http://schemas.openxmlformats.org/drawingml/2006/main">
              <a:ext uri="{FF2B5EF4-FFF2-40B4-BE49-F238E27FC236}">
                <a16:creationId xmlns:a16="http://schemas.microsoft.com/office/drawing/2014/main" id="{4081C4D6-D563-4D15-964F-801593BD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92945" y="2371053"/>
            <a:ext cx="1720850" cy="1965940"/>
          </a:xfrm>
          <a:custGeom xmlns:a="http://schemas.openxmlformats.org/drawingml/2006/main">
            <a:gdLst>
              <a:gd name="T0" fmla="*/ 0 w 2737"/>
              <a:gd name="T1" fmla="*/ 853 h 3125"/>
              <a:gd name="T2" fmla="*/ 69 w 2737"/>
              <a:gd name="T3" fmla="*/ 733 h 3125"/>
              <a:gd name="T4" fmla="*/ 1299 w 2737"/>
              <a:gd name="T5" fmla="*/ 22 h 3125"/>
              <a:gd name="T6" fmla="*/ 1438 w 2737"/>
              <a:gd name="T7" fmla="*/ 22 h 3125"/>
              <a:gd name="T8" fmla="*/ 2668 w 2737"/>
              <a:gd name="T9" fmla="*/ 733 h 3125"/>
              <a:gd name="T10" fmla="*/ 2737 w 2737"/>
              <a:gd name="T11" fmla="*/ 853 h 3125"/>
              <a:gd name="T12" fmla="*/ 2737 w 2737"/>
              <a:gd name="T13" fmla="*/ 2273 h 3125"/>
              <a:gd name="T14" fmla="*/ 2668 w 2737"/>
              <a:gd name="T15" fmla="*/ 2393 h 3125"/>
              <a:gd name="T16" fmla="*/ 1438 w 2737"/>
              <a:gd name="T17" fmla="*/ 3103 h 3125"/>
              <a:gd name="T18" fmla="*/ 1299 w 2737"/>
              <a:gd name="T19" fmla="*/ 3103 h 3125"/>
              <a:gd name="T20" fmla="*/ 69 w 2737"/>
              <a:gd name="T21" fmla="*/ 2393 h 3125"/>
              <a:gd name="T22" fmla="*/ 0 w 2737"/>
              <a:gd name="T23" fmla="*/ 2273 h 3125"/>
              <a:gd name="T24" fmla="*/ 0 w 2737"/>
              <a:gd name="T25" fmla="*/ 853 h 3125"/>
            </a:gdLst>
            <a:rect l="0" t="0" r="r" b="b"/>
            <a:pathLst>
              <a:path w="2737" h="3125">
                <a:moveTo>
                  <a:pt x="0" y="853"/>
                </a:moveTo>
                <a:cubicBezTo>
                  <a:pt x="0" y="809"/>
                  <a:pt x="31" y="755"/>
                  <a:pt x="69" y="733"/>
                </a:cubicBezTo>
                <a:cubicBezTo>
                  <a:pt x="1299" y="22"/>
                  <a:pt x="1299" y="22"/>
                  <a:pt x="1299" y="22"/>
                </a:cubicBezTo>
                <a:cubicBezTo>
                  <a:pt x="1338" y="0"/>
                  <a:pt x="1400" y="0"/>
                  <a:pt x="1438" y="22"/>
                </a:cubicBezTo>
                <a:cubicBezTo>
                  <a:pt x="2668" y="733"/>
                  <a:pt x="2668" y="733"/>
                  <a:pt x="2668" y="733"/>
                </a:cubicBezTo>
                <a:cubicBezTo>
                  <a:pt x="2706" y="755"/>
                  <a:pt x="2737" y="809"/>
                  <a:pt x="2737" y="853"/>
                </a:cubicBezTo>
                <a:cubicBezTo>
                  <a:pt x="2737" y="2273"/>
                  <a:pt x="2737" y="2273"/>
                  <a:pt x="2737" y="2273"/>
                </a:cubicBezTo>
                <a:cubicBezTo>
                  <a:pt x="2737" y="2317"/>
                  <a:pt x="2706" y="2371"/>
                  <a:pt x="2668" y="2393"/>
                </a:cubicBezTo>
                <a:cubicBezTo>
                  <a:pt x="1438" y="3103"/>
                  <a:pt x="1438" y="3103"/>
                  <a:pt x="1438" y="3103"/>
                </a:cubicBezTo>
                <a:cubicBezTo>
                  <a:pt x="1400" y="3125"/>
                  <a:pt x="1338" y="3125"/>
                  <a:pt x="1299" y="3103"/>
                </a:cubicBezTo>
                <a:cubicBezTo>
                  <a:pt x="69" y="2393"/>
                  <a:pt x="69" y="2393"/>
                  <a:pt x="69" y="2393"/>
                </a:cubicBezTo>
                <a:cubicBezTo>
                  <a:pt x="31" y="2371"/>
                  <a:pt x="0" y="2317"/>
                  <a:pt x="0" y="2273"/>
                </a:cubicBezTo>
                <a:lnTo>
                  <a:pt x="0" y="853"/>
                </a:lnTo>
                <a:close/>
              </a:path>
            </a:pathLst>
          </a:custGeom>
          <a:solidFill xmlns:a="http://schemas.openxmlformats.org/drawingml/2006/main">
            <a:srgbClr val="FFB219"/>
          </a:solidFill>
          <a:ln xmlns:a="http://schemas.openxmlformats.org/drawingml/2006/main">
            <a:noFill/>
          </a:ln>
          <a:effectLst xmlns:a="http://schemas.openxmlformats.org/drawingml/2006/main">
            <a:outerShdw blurRad="190500" dist="190500" dir="2700000" algn="tl" rotWithShape="0">
              <a:prstClr val="black">
                <a:alpha val="15000"/>
              </a:prstClr>
            </a:outerShdw>
          </a:effectLst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CARD_3_TITLE">
            <a:extLst xmlns:a="http://schemas.openxmlformats.org/drawingml/2006/main">
              <a:ext uri="{FF2B5EF4-FFF2-40B4-BE49-F238E27FC236}">
                <a16:creationId xmlns:a16="http://schemas.microsoft.com/office/drawing/2014/main" id="{B49F5EED-AB9F-401A-A81D-902423FF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98794" y="2907775"/>
            <a:ext cx="1488796" cy="1009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>
                <a:latin typeface="Bahnschrift Condensed"/>
                <a:ea typeface="Bahnschrift Condensed"/>
                <a:cs typeface="Bahnschrift Condensed"/>
              </a:rPr>
              <a:t>ОБЕСПЕЧИТЬ СТРОГОСТЬ</a:t>
            </a:r>
            <a:endParaRPr sz="1600">
              <a:latin typeface="Bahnschrift Condensed"/>
              <a:ea typeface="Bahnschrift Condensed"/>
              <a:cs typeface="Bahnschrift Condensed"/>
            </a:endParaRPr>
          </a:p>
        </p:txBody>
      </p:sp>
      <p:sp>
        <p:nvSpPr>
          <p:cNvPr id="58" name="CARD_3_BODY">
            <a:extLst xmlns:a="http://schemas.openxmlformats.org/drawingml/2006/main">
              <a:ext uri="{FF2B5EF4-FFF2-40B4-BE49-F238E27FC236}">
                <a16:creationId xmlns:a16="http://schemas.microsoft.com/office/drawing/2014/main" id="{69B4FD41-EA45-47FB-AFF9-5DAC69F3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92722" y="4569620"/>
            <a:ext cx="1802162" cy="159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latin typeface="Nunito"/>
                <a:ea typeface="Nunito"/>
                <a:cs typeface="Nunito"/>
              </a:rPr>
              <a:t>Сразу реагировать на нарушение и одинаково требовать выполнения правил от всех.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27" name="Freeform 5">
            <a:extLst xmlns:a="http://schemas.openxmlformats.org/drawingml/2006/main">
              <a:ext uri="{FF2B5EF4-FFF2-40B4-BE49-F238E27FC236}">
                <a16:creationId xmlns:a16="http://schemas.microsoft.com/office/drawing/2014/main" id="{9B339B7B-7353-496B-8CCA-DCC6CBEE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47831" y="2371053"/>
            <a:ext cx="1720850" cy="1965940"/>
          </a:xfrm>
          <a:custGeom xmlns:a="http://schemas.openxmlformats.org/drawingml/2006/main">
            <a:gdLst>
              <a:gd name="T0" fmla="*/ 0 w 2737"/>
              <a:gd name="T1" fmla="*/ 853 h 3125"/>
              <a:gd name="T2" fmla="*/ 69 w 2737"/>
              <a:gd name="T3" fmla="*/ 733 h 3125"/>
              <a:gd name="T4" fmla="*/ 1299 w 2737"/>
              <a:gd name="T5" fmla="*/ 22 h 3125"/>
              <a:gd name="T6" fmla="*/ 1438 w 2737"/>
              <a:gd name="T7" fmla="*/ 22 h 3125"/>
              <a:gd name="T8" fmla="*/ 2668 w 2737"/>
              <a:gd name="T9" fmla="*/ 733 h 3125"/>
              <a:gd name="T10" fmla="*/ 2737 w 2737"/>
              <a:gd name="T11" fmla="*/ 853 h 3125"/>
              <a:gd name="T12" fmla="*/ 2737 w 2737"/>
              <a:gd name="T13" fmla="*/ 2273 h 3125"/>
              <a:gd name="T14" fmla="*/ 2668 w 2737"/>
              <a:gd name="T15" fmla="*/ 2393 h 3125"/>
              <a:gd name="T16" fmla="*/ 1438 w 2737"/>
              <a:gd name="T17" fmla="*/ 3103 h 3125"/>
              <a:gd name="T18" fmla="*/ 1299 w 2737"/>
              <a:gd name="T19" fmla="*/ 3103 h 3125"/>
              <a:gd name="T20" fmla="*/ 69 w 2737"/>
              <a:gd name="T21" fmla="*/ 2393 h 3125"/>
              <a:gd name="T22" fmla="*/ 0 w 2737"/>
              <a:gd name="T23" fmla="*/ 2273 h 3125"/>
              <a:gd name="T24" fmla="*/ 0 w 2737"/>
              <a:gd name="T25" fmla="*/ 853 h 3125"/>
            </a:gdLst>
            <a:rect l="0" t="0" r="r" b="b"/>
            <a:pathLst>
              <a:path w="2737" h="3125">
                <a:moveTo>
                  <a:pt x="0" y="853"/>
                </a:moveTo>
                <a:cubicBezTo>
                  <a:pt x="0" y="809"/>
                  <a:pt x="31" y="755"/>
                  <a:pt x="69" y="733"/>
                </a:cubicBezTo>
                <a:cubicBezTo>
                  <a:pt x="1299" y="22"/>
                  <a:pt x="1299" y="22"/>
                  <a:pt x="1299" y="22"/>
                </a:cubicBezTo>
                <a:cubicBezTo>
                  <a:pt x="1338" y="0"/>
                  <a:pt x="1400" y="0"/>
                  <a:pt x="1438" y="22"/>
                </a:cubicBezTo>
                <a:cubicBezTo>
                  <a:pt x="2668" y="733"/>
                  <a:pt x="2668" y="733"/>
                  <a:pt x="2668" y="733"/>
                </a:cubicBezTo>
                <a:cubicBezTo>
                  <a:pt x="2706" y="755"/>
                  <a:pt x="2737" y="809"/>
                  <a:pt x="2737" y="853"/>
                </a:cubicBezTo>
                <a:cubicBezTo>
                  <a:pt x="2737" y="2273"/>
                  <a:pt x="2737" y="2273"/>
                  <a:pt x="2737" y="2273"/>
                </a:cubicBezTo>
                <a:cubicBezTo>
                  <a:pt x="2737" y="2317"/>
                  <a:pt x="2706" y="2371"/>
                  <a:pt x="2668" y="2393"/>
                </a:cubicBezTo>
                <a:cubicBezTo>
                  <a:pt x="1438" y="3103"/>
                  <a:pt x="1438" y="3103"/>
                  <a:pt x="1438" y="3103"/>
                </a:cubicBezTo>
                <a:cubicBezTo>
                  <a:pt x="1400" y="3125"/>
                  <a:pt x="1338" y="3125"/>
                  <a:pt x="1299" y="3103"/>
                </a:cubicBezTo>
                <a:cubicBezTo>
                  <a:pt x="69" y="2393"/>
                  <a:pt x="69" y="2393"/>
                  <a:pt x="69" y="2393"/>
                </a:cubicBezTo>
                <a:cubicBezTo>
                  <a:pt x="31" y="2371"/>
                  <a:pt x="0" y="2317"/>
                  <a:pt x="0" y="2273"/>
                </a:cubicBezTo>
                <a:lnTo>
                  <a:pt x="0" y="85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90500" dist="190500" dir="2700000" algn="tl" rotWithShape="0">
              <a:prstClr val="black">
                <a:alpha val="10000"/>
              </a:prstClr>
            </a:outerShdw>
          </a:effectLst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" name="CARD_4_TITLE">
            <a:extLst xmlns:a="http://schemas.openxmlformats.org/drawingml/2006/main">
              <a:ext uri="{FF2B5EF4-FFF2-40B4-BE49-F238E27FC236}">
                <a16:creationId xmlns:a16="http://schemas.microsoft.com/office/drawing/2014/main" id="{0E05A0B5-0DDD-40A7-9B64-72849085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25107" y="2907775"/>
            <a:ext cx="1488796" cy="1009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latin typeface="Bahnschrift Condensed"/>
                <a:ea typeface="Bahnschrift Condensed"/>
                <a:cs typeface="Bahnschrift Condensed"/>
              </a:rPr>
              <a:t>ПОДДЕРЖАТЬ НОВИЧКА</a:t>
            </a:r>
            <a:endParaRPr sz="1600">
              <a:latin typeface="Bahnschrift Condensed"/>
              <a:ea typeface="Bahnschrift Condensed"/>
              <a:cs typeface="Bahnschrift Condensed"/>
            </a:endParaRPr>
          </a:p>
        </p:txBody>
      </p:sp>
      <p:sp>
        <p:nvSpPr>
          <p:cNvPr id="59" name="CARD_4_BODY">
            <a:extLst xmlns:a="http://schemas.openxmlformats.org/drawingml/2006/main">
              <a:ext uri="{FF2B5EF4-FFF2-40B4-BE49-F238E27FC236}">
                <a16:creationId xmlns:a16="http://schemas.microsoft.com/office/drawing/2014/main" id="{CE61BEA3-6E94-4CE9-810B-2AAA9787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07180" y="4532459"/>
            <a:ext cx="1802162" cy="159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latin typeface="Nunito"/>
                <a:ea typeface="Nunito"/>
                <a:cs typeface="Nunito"/>
              </a:rPr>
              <a:t>Замечать затруднения, отвечать на вопросы и помогать освоить работу.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28" name="Freeform 5">
            <a:extLst xmlns:a="http://schemas.openxmlformats.org/drawingml/2006/main">
              <a:ext uri="{FF2B5EF4-FFF2-40B4-BE49-F238E27FC236}">
                <a16:creationId xmlns:a16="http://schemas.microsoft.com/office/drawing/2014/main" id="{784A8850-1D14-4EDE-BE34-9F2B1DF5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62295" y="2371053"/>
            <a:ext cx="1720850" cy="1965940"/>
          </a:xfrm>
          <a:custGeom xmlns:a="http://schemas.openxmlformats.org/drawingml/2006/main">
            <a:gdLst>
              <a:gd name="T0" fmla="*/ 0 w 2737"/>
              <a:gd name="T1" fmla="*/ 853 h 3125"/>
              <a:gd name="T2" fmla="*/ 69 w 2737"/>
              <a:gd name="T3" fmla="*/ 733 h 3125"/>
              <a:gd name="T4" fmla="*/ 1299 w 2737"/>
              <a:gd name="T5" fmla="*/ 22 h 3125"/>
              <a:gd name="T6" fmla="*/ 1438 w 2737"/>
              <a:gd name="T7" fmla="*/ 22 h 3125"/>
              <a:gd name="T8" fmla="*/ 2668 w 2737"/>
              <a:gd name="T9" fmla="*/ 733 h 3125"/>
              <a:gd name="T10" fmla="*/ 2737 w 2737"/>
              <a:gd name="T11" fmla="*/ 853 h 3125"/>
              <a:gd name="T12" fmla="*/ 2737 w 2737"/>
              <a:gd name="T13" fmla="*/ 2273 h 3125"/>
              <a:gd name="T14" fmla="*/ 2668 w 2737"/>
              <a:gd name="T15" fmla="*/ 2393 h 3125"/>
              <a:gd name="T16" fmla="*/ 1438 w 2737"/>
              <a:gd name="T17" fmla="*/ 3103 h 3125"/>
              <a:gd name="T18" fmla="*/ 1299 w 2737"/>
              <a:gd name="T19" fmla="*/ 3103 h 3125"/>
              <a:gd name="T20" fmla="*/ 69 w 2737"/>
              <a:gd name="T21" fmla="*/ 2393 h 3125"/>
              <a:gd name="T22" fmla="*/ 0 w 2737"/>
              <a:gd name="T23" fmla="*/ 2273 h 3125"/>
              <a:gd name="T24" fmla="*/ 0 w 2737"/>
              <a:gd name="T25" fmla="*/ 853 h 3125"/>
            </a:gdLst>
            <a:rect l="0" t="0" r="r" b="b"/>
            <a:pathLst>
              <a:path w="2737" h="3125">
                <a:moveTo>
                  <a:pt x="0" y="853"/>
                </a:moveTo>
                <a:cubicBezTo>
                  <a:pt x="0" y="809"/>
                  <a:pt x="31" y="755"/>
                  <a:pt x="69" y="733"/>
                </a:cubicBezTo>
                <a:cubicBezTo>
                  <a:pt x="1299" y="22"/>
                  <a:pt x="1299" y="22"/>
                  <a:pt x="1299" y="22"/>
                </a:cubicBezTo>
                <a:cubicBezTo>
                  <a:pt x="1338" y="0"/>
                  <a:pt x="1400" y="0"/>
                  <a:pt x="1438" y="22"/>
                </a:cubicBezTo>
                <a:cubicBezTo>
                  <a:pt x="2668" y="733"/>
                  <a:pt x="2668" y="733"/>
                  <a:pt x="2668" y="733"/>
                </a:cubicBezTo>
                <a:cubicBezTo>
                  <a:pt x="2706" y="755"/>
                  <a:pt x="2737" y="809"/>
                  <a:pt x="2737" y="853"/>
                </a:cubicBezTo>
                <a:cubicBezTo>
                  <a:pt x="2737" y="2273"/>
                  <a:pt x="2737" y="2273"/>
                  <a:pt x="2737" y="2273"/>
                </a:cubicBezTo>
                <a:cubicBezTo>
                  <a:pt x="2737" y="2317"/>
                  <a:pt x="2706" y="2371"/>
                  <a:pt x="2668" y="2393"/>
                </a:cubicBezTo>
                <a:cubicBezTo>
                  <a:pt x="1438" y="3103"/>
                  <a:pt x="1438" y="3103"/>
                  <a:pt x="1438" y="3103"/>
                </a:cubicBezTo>
                <a:cubicBezTo>
                  <a:pt x="1400" y="3125"/>
                  <a:pt x="1338" y="3125"/>
                  <a:pt x="1299" y="3103"/>
                </a:cubicBezTo>
                <a:cubicBezTo>
                  <a:pt x="69" y="2393"/>
                  <a:pt x="69" y="2393"/>
                  <a:pt x="69" y="2393"/>
                </a:cubicBezTo>
                <a:cubicBezTo>
                  <a:pt x="31" y="2371"/>
                  <a:pt x="0" y="2317"/>
                  <a:pt x="0" y="2273"/>
                </a:cubicBezTo>
                <a:lnTo>
                  <a:pt x="0" y="85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19050">
            <a:noFill/>
          </a:ln>
          <a:effectLst xmlns:a="http://schemas.openxmlformats.org/drawingml/2006/main">
            <a:outerShdw blurRad="190500" dist="190500" dir="2700000" algn="tl" rotWithShape="0">
              <a:prstClr val="black">
                <a:alpha val="10000"/>
              </a:prstClr>
            </a:outerShdw>
          </a:effectLst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CARD_5_TITLE">
            <a:extLst xmlns:a="http://schemas.openxmlformats.org/drawingml/2006/main">
              <a:ext uri="{FF2B5EF4-FFF2-40B4-BE49-F238E27FC236}">
                <a16:creationId xmlns:a16="http://schemas.microsoft.com/office/drawing/2014/main" id="{68951281-57B5-4F4B-9BDE-C827FB81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78322" y="2907775"/>
            <a:ext cx="1488796" cy="1009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>
                <a:latin typeface="Bahnschrift Condensed"/>
                <a:ea typeface="Bahnschrift Condensed"/>
                <a:cs typeface="Bahnschrift Condensed"/>
              </a:rPr>
              <a:t>СООБЩИТЬ О ПРОБЛЕМЕ РУКОВОДИТЕЛЮ</a:t>
            </a:r>
            <a:endParaRPr sz="1600">
              <a:latin typeface="Bahnschrift Condensed"/>
              <a:ea typeface="Bahnschrift Condensed"/>
              <a:cs typeface="Bahnschrift Condensed"/>
            </a:endParaRPr>
          </a:p>
        </p:txBody>
      </p:sp>
      <p:sp>
        <p:nvSpPr>
          <p:cNvPr id="60" name="CARD_5_BODY">
            <a:extLst xmlns:a="http://schemas.openxmlformats.org/drawingml/2006/main">
              <a:ext uri="{FF2B5EF4-FFF2-40B4-BE49-F238E27FC236}">
                <a16:creationId xmlns:a16="http://schemas.microsoft.com/office/drawing/2014/main" id="{996C15E3-25BD-41BD-9228-5CEBD5D4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21639" y="4532459"/>
            <a:ext cx="1802162" cy="159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latin typeface="Nunito"/>
                <a:ea typeface="Nunito"/>
                <a:cs typeface="Nunito"/>
              </a:rPr>
              <a:t>Передать факты без приукрашивания и не скрывать угрозу сроку, даже если разговор будет неприятным.</a:t>
            </a:r>
            <a:endParaRPr sz="1600">
              <a:latin typeface="Nunito"/>
              <a:ea typeface="Nunito"/>
              <a:cs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60474753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5bebe48734628">
            <a:extLst>
              <a:ext uri="{96DAC541-7B7A-43D3-8B79-37D633B846F1}">
                <asvg:svgBlip xmlns:asvg="http://schemas.microsoft.com/office/drawing/2016/SVG/main" r:embed="R52e1d8e0e2ea445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305788" y="6550419"/>
            <a:ext cx="3061710" cy="3061710"/>
          </a:xfrm>
          <a:prstGeom xmlns:a="http://schemas.openxmlformats.org/drawingml/2006/main" prst="rect">
            <a:avLst/>
          </a:prstGeom>
        </p:spPr>
      </p:pic>
      <p:pic>
        <p:nvPicPr>
          <p:cNvPr id="39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de42d085e4c5d">
            <a:extLst>
              <a:ext uri="{96DAC541-7B7A-43D3-8B79-37D633B846F1}">
                <asvg:svgBlip xmlns:asvg="http://schemas.microsoft.com/office/drawing/2016/SVG/main" r:embed="Racc777aa1341489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040" y="3007283"/>
            <a:ext cx="4931735" cy="3214556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ПОДДЕРЖКА НАЧИНАЕТСЯ С ВНИМАНИЯ</a:t>
            </a:r>
            <a:endParaRPr sz="3000">
              <a:solidFill>
                <a:srgbClr val="3F454F"/>
              </a:solidFill>
            </a:endParaRPr>
          </a:p>
        </p:txBody>
      </p:sp>
      <p:pic>
        <p:nvPicPr>
          <p:cNvPr id="4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db7dc1077644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8" name="DEFINITION">
            <a:extLst xmlns:a="http://schemas.openxmlformats.org/drawingml/2006/main">
              <a:ext uri="{FF2B5EF4-FFF2-40B4-BE49-F238E27FC236}">
                <a16:creationId xmlns:a16="http://schemas.microsoft.com/office/drawing/2014/main" id="{5E9B1B22-D082-4990-85EE-A5CD592A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044" y="3083956"/>
            <a:ext cx="4028661" cy="32237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r>
              <a:rPr sz="2400">
                <a:solidFill>
                  <a:srgbClr val="F5340B"/>
                </a:solidFill>
                <a:latin typeface="Bahnschrift Condensed"/>
                <a:ea typeface="Bahnschrift Condensed"/>
                <a:cs typeface="Bahnschrift Condensed"/>
              </a:rPr>
              <a:t>Поддерживать</a:t>
            </a:r>
            <a:r>
              <a:rPr sz="1800">
                <a:latin typeface="Nunito"/>
                <a:ea typeface="Nunito"/>
                <a:cs typeface="Nunito"/>
              </a:rPr>
              <a:t xml:space="preserve"> — значит замечать не только результат работы, но и состояние человека.</a:t>
            </a:r>
          </a:p>
        </p:txBody>
      </p:sp>
      <p:sp>
        <p:nvSpPr>
          <p:cNvPr id="16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7473" y="1273669"/>
            <a:ext cx="3857644" cy="49747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Поддержка не означает, что мастер снимает с человека ответственность. Она помогает понять причину и выбрать правильное действие: объяснить, обучить, устранить помеху или потребовать исправить работу.</a:t>
            </a: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45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62ce3456e4bd2">
            <a:extLst>
              <a:ext uri="{96DAC541-7B7A-43D3-8B79-37D633B846F1}">
                <asvg:svgBlip xmlns:asvg="http://schemas.microsoft.com/office/drawing/2016/SVG/main" r:embed="Rfa859bf37fdc475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7427295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46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c67edff904311">
            <a:extLst>
              <a:ext uri="{96DAC541-7B7A-43D3-8B79-37D633B846F1}">
                <asvg:svgBlip xmlns:asvg="http://schemas.microsoft.com/office/drawing/2016/SVG/main" r:embed="R81943ffba25247e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84985" y="6331911"/>
            <a:ext cx="2419350" cy="2419350"/>
          </a:xfrm>
          <a:prstGeom xmlns:a="http://schemas.openxmlformats.org/drawingml/2006/main" prst="rect">
            <a:avLst/>
          </a:prstGeom>
        </p:spPr>
      </p:pic>
      <p:pic>
        <p:nvPicPr>
          <p:cNvPr id="47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b15af5c884eaf">
            <a:extLst>
              <a:ext uri="{96DAC541-7B7A-43D3-8B79-37D633B846F1}">
                <asvg:svgBlip xmlns:asvg="http://schemas.microsoft.com/office/drawing/2016/SVG/main" r:embed="R767178a863334cb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69451" y="571584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48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f4f81d92a47eb">
            <a:extLst>
              <a:ext uri="{96DAC541-7B7A-43D3-8B79-37D633B846F1}">
                <asvg:svgBlip xmlns:asvg="http://schemas.microsoft.com/office/drawing/2016/SVG/main" r:embed="R05a059b5a2214dd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97645" y="-730586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49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fae19528a45e1">
            <a:extLst>
              <a:ext uri="{96DAC541-7B7A-43D3-8B79-37D633B846F1}">
                <asvg:svgBlip xmlns:asvg="http://schemas.microsoft.com/office/drawing/2016/SVG/main" r:embed="R4727acc659f34c5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0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c2a467b1a408c">
            <a:extLst>
              <a:ext uri="{96DAC541-7B7A-43D3-8B79-37D633B846F1}">
                <asvg:svgBlip xmlns:asvg="http://schemas.microsoft.com/office/drawing/2016/SVG/main" r:embed="R6bcae9e8a9c746e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48212" y="7592447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1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6405cbac4422f">
            <a:extLst>
              <a:ext uri="{96DAC541-7B7A-43D3-8B79-37D633B846F1}">
                <asvg:svgBlip xmlns:asvg="http://schemas.microsoft.com/office/drawing/2016/SVG/main" r:embed="Ra53f519879294c1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644507" y="2827269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52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6c52cb86d4937">
            <a:extLst>
              <a:ext uri="{96DAC541-7B7A-43D3-8B79-37D633B846F1}">
                <asvg:svgBlip xmlns:asvg="http://schemas.microsoft.com/office/drawing/2016/SVG/main" r:embed="Rb99c1d1b83184cc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53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f25f989014005">
            <a:extLst>
              <a:ext uri="{96DAC541-7B7A-43D3-8B79-37D633B846F1}">
                <asvg:svgBlip xmlns:asvg="http://schemas.microsoft.com/office/drawing/2016/SVG/main" r:embed="R9d6d470f28584a6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4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b9a73826f422c">
            <a:extLst>
              <a:ext uri="{96DAC541-7B7A-43D3-8B79-37D633B846F1}">
                <asvg:svgBlip xmlns:asvg="http://schemas.microsoft.com/office/drawing/2016/SVG/main" r:embed="R26686a8fbc4e425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6002" y="7655895"/>
            <a:ext cx="1238250" cy="1238250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55f20c1e0f4850">
            <a:extLst>
              <a:ext uri="{96DAC541-7B7A-43D3-8B79-37D633B846F1}">
                <asvg:svgBlip xmlns:asvg="http://schemas.microsoft.com/office/drawing/2016/SVG/main" r:embed="R78c96cb3898a4b8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c4da4c3f54d76">
            <a:extLst>
              <a:ext uri="{96DAC541-7B7A-43D3-8B79-37D633B846F1}">
                <asvg:svgBlip xmlns:asvg="http://schemas.microsoft.com/office/drawing/2016/SVG/main" r:embed="R4d40f5ce46d84b6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3487812b94a8f">
            <a:extLst>
              <a:ext uri="{96DAC541-7B7A-43D3-8B79-37D633B846F1}">
                <asvg:svgBlip xmlns:asvg="http://schemas.microsoft.com/office/drawing/2016/SVG/main" r:embed="R479b1affb3884eb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2118" y="-2162237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8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b617b8b5b4914">
            <a:extLst>
              <a:ext uri="{96DAC541-7B7A-43D3-8B79-37D633B846F1}">
                <asvg:svgBlip xmlns:asvg="http://schemas.microsoft.com/office/drawing/2016/SVG/main" r:embed="Re32566a42e1544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1375510" y="6667520"/>
            <a:ext cx="3676709" cy="3676709"/>
          </a:xfrm>
          <a:prstGeom xmlns:a="http://schemas.openxmlformats.org/drawingml/2006/main" prst="rect">
            <a:avLst/>
          </a:prstGeom>
        </p:spPr>
      </p:pic>
      <p:pic>
        <p:nvPicPr>
          <p:cNvPr id="5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48bec267d46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25922" y="2831446"/>
            <a:ext cx="1172137" cy="1420088"/>
          </a:xfrm>
          <a:prstGeom xmlns:a="http://schemas.openxmlformats.org/drawingml/2006/main" prst="rect">
            <a:avLst/>
          </a:prstGeom>
        </p:spPr>
      </p:pic>
      <p:sp>
        <p:nvSpPr>
          <p:cNvPr id="2" name="CONTEXT">
            <a:extLst xmlns:a="http://schemas.openxmlformats.org/drawingml/2006/main">
              <a:ext uri="{FF2B5EF4-FFF2-40B4-BE49-F238E27FC236}">
                <a16:creationId xmlns:a16="http://schemas.microsoft.com/office/drawing/2014/main" id="{B6810FF7-C589-4424-B4C8-D1AF8425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407" y="1529168"/>
            <a:ext cx="5058752" cy="13234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Рабочий может растеряться, столкнуться с незнакомой операцией, не понять задание или побояться признаться в ошибке. Задача мастера — увидеть затруднение и выяснить, что произошло.</a:t>
            </a:r>
          </a:p>
        </p:txBody>
      </p:sp>
    </p:spTree>
    <p:extLst>
      <p:ext uri="{BB962C8B-B14F-4D97-AF65-F5344CB8AC3E}">
        <p14:creationId xmlns:p14="http://schemas.microsoft.com/office/powerpoint/2010/main" val="250191821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Рисунок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2ccd30568461e">
            <a:extLst>
              <a:ext uri="{96DAC541-7B7A-43D3-8B79-37D633B846F1}">
                <asvg:svgBlip xmlns:asvg="http://schemas.microsoft.com/office/drawing/2016/SVG/main" r:embed="R9ecb11b16ed0449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8337" y="1136104"/>
            <a:ext cx="7716933" cy="2693980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ОДОБРЕНИЕ ПОКАЗЫВАЕТ, КАКОЕ ПОВЕДЕНИЕ НУЖНО ПОВТОРЯТЬ</a:t>
            </a:r>
            <a:endParaRPr sz="3000">
              <a:solidFill>
                <a:srgbClr val="3F454F"/>
              </a:solidFill>
            </a:endParaRPr>
          </a:p>
        </p:txBody>
      </p:sp>
      <p:pic>
        <p:nvPicPr>
          <p:cNvPr id="3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14f38fced84b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5E9B1B22-D082-4990-85EE-A5CD592A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895" y="1379761"/>
            <a:ext cx="6743006" cy="20065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Похвала полезна, когда мастер называет конкретный результат и объясняет, почему он важен.</a:t>
            </a:r>
            <a:br/>
            <a:r>
              <a:rPr sz="16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6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Фраза «молодец» сама по себе мало что сообщает. Рабочий должен понять, какое именно действие мастер оценил.</a:t>
            </a:r>
            <a:endParaRPr sz="1600">
              <a:solidFill>
                <a:srgbClr val="3F454F"/>
              </a:solidFill>
            </a:endParaRPr>
          </a:p>
        </p:txBody>
      </p:sp>
      <p:sp>
        <p:nvSpPr>
          <p:cNvPr id="15" name="EXAMPLE_LABEL">
            <a:extLst xmlns:a="http://schemas.openxmlformats.org/drawingml/2006/main">
              <a:ext uri="{FF2B5EF4-FFF2-40B4-BE49-F238E27FC236}">
                <a16:creationId xmlns:a16="http://schemas.microsoft.com/office/drawing/2014/main" id="{48195708-8A32-4C6F-B44A-6D34E01B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066" y="4106275"/>
            <a:ext cx="3810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 spc="200">
                <a:solidFill>
                  <a:srgbClr val="F97A07"/>
                </a:solidFill>
                <a:latin typeface="Bahnschrift SemiBold Condensed"/>
                <a:ea typeface="Bahnschrift SemiBold Condensed"/>
                <a:cs typeface="Bahnschrift SemiBold Condensed"/>
              </a:rPr>
              <a:t>КОНКРЕТНАЯ ПОХВАЛА</a:t>
            </a:r>
            <a:endParaRPr sz="1300"/>
          </a:p>
        </p:txBody>
      </p:sp>
      <p:sp>
        <p:nvSpPr>
          <p:cNvPr id="16" name="EXAMPLE_BODY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066" y="4420844"/>
            <a:ext cx="8131194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Денис: Я стараюсь говорить конкретно: «Ты заранее заметил, что не хватает крепежа, и сообщил до начала сборки. Благодаря этому бригада не простаивала». Тогда человек понимает, что именно сделал правильно.</a:t>
            </a:r>
            <a:endParaRPr sz="1600">
              <a:solidFill>
                <a:srgbClr val="3F454F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44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5fae5693204c71">
            <a:extLst>
              <a:ext uri="{96DAC541-7B7A-43D3-8B79-37D633B846F1}">
                <asvg:svgBlip xmlns:asvg="http://schemas.microsoft.com/office/drawing/2016/SVG/main" r:embed="R582ccf5985154d6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7427295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45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8607582f34546">
            <a:extLst>
              <a:ext uri="{96DAC541-7B7A-43D3-8B79-37D633B846F1}">
                <asvg:svgBlip xmlns:asvg="http://schemas.microsoft.com/office/drawing/2016/SVG/main" r:embed="Ra4d357a4865143e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559113" y="-130969"/>
            <a:ext cx="2419350" cy="2419350"/>
          </a:xfrm>
          <a:prstGeom xmlns:a="http://schemas.openxmlformats.org/drawingml/2006/main" prst="rect">
            <a:avLst/>
          </a:prstGeom>
        </p:spPr>
      </p:pic>
      <p:pic>
        <p:nvPicPr>
          <p:cNvPr id="46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93d0519ca48e1">
            <a:extLst>
              <a:ext uri="{96DAC541-7B7A-43D3-8B79-37D633B846F1}">
                <asvg:svgBlip xmlns:asvg="http://schemas.microsoft.com/office/drawing/2016/SVG/main" r:embed="Ree153a60544c483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47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3d2cdf954f4525">
            <a:extLst>
              <a:ext uri="{96DAC541-7B7A-43D3-8B79-37D633B846F1}">
                <asvg:svgBlip xmlns:asvg="http://schemas.microsoft.com/office/drawing/2016/SVG/main" r:embed="R2ec8530488b34be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470253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48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6fb582e4f4dea">
            <a:extLst>
              <a:ext uri="{96DAC541-7B7A-43D3-8B79-37D633B846F1}">
                <asvg:svgBlip xmlns:asvg="http://schemas.microsoft.com/office/drawing/2016/SVG/main" r:embed="R9e2c2530c6fe42d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49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af79fbac78452f">
            <a:extLst>
              <a:ext uri="{96DAC541-7B7A-43D3-8B79-37D633B846F1}">
                <asvg:svgBlip xmlns:asvg="http://schemas.microsoft.com/office/drawing/2016/SVG/main" r:embed="R3f95fecb86c746a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20445" y="4172920"/>
            <a:ext cx="3061710" cy="3061710"/>
          </a:xfrm>
          <a:prstGeom xmlns:a="http://schemas.openxmlformats.org/drawingml/2006/main" prst="rect">
            <a:avLst/>
          </a:prstGeom>
        </p:spPr>
      </p:pic>
      <p:pic>
        <p:nvPicPr>
          <p:cNvPr id="50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3185172034c3e">
            <a:extLst>
              <a:ext uri="{96DAC541-7B7A-43D3-8B79-37D633B846F1}">
                <asvg:svgBlip xmlns:asvg="http://schemas.microsoft.com/office/drawing/2016/SVG/main" r:embed="Rf1272f6f544c410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403443" y="6278502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1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0afb27a814fbe">
            <a:extLst>
              <a:ext uri="{96DAC541-7B7A-43D3-8B79-37D633B846F1}">
                <asvg:svgBlip xmlns:asvg="http://schemas.microsoft.com/office/drawing/2016/SVG/main" r:embed="Rcf233e563796436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644507" y="2827269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52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a9d9756bd4d3c">
            <a:extLst>
              <a:ext uri="{96DAC541-7B7A-43D3-8B79-37D633B846F1}">
                <asvg:svgBlip xmlns:asvg="http://schemas.microsoft.com/office/drawing/2016/SVG/main" r:embed="R3174fdaced334cc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53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298cda9db453b">
            <a:extLst>
              <a:ext uri="{96DAC541-7B7A-43D3-8B79-37D633B846F1}">
                <asvg:svgBlip xmlns:asvg="http://schemas.microsoft.com/office/drawing/2016/SVG/main" r:embed="R47b02203294b487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4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30eb52f8b46a8">
            <a:extLst>
              <a:ext uri="{96DAC541-7B7A-43D3-8B79-37D633B846F1}">
                <asvg:svgBlip xmlns:asvg="http://schemas.microsoft.com/office/drawing/2016/SVG/main" r:embed="R421e4e3b161f48d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6002" y="7655895"/>
            <a:ext cx="1238250" cy="1238250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bf44d29eb4358">
            <a:extLst>
              <a:ext uri="{96DAC541-7B7A-43D3-8B79-37D633B846F1}">
                <asvg:svgBlip xmlns:asvg="http://schemas.microsoft.com/office/drawing/2016/SVG/main" r:embed="R25c465078e7c42f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e39b2b1a34391">
            <a:extLst>
              <a:ext uri="{96DAC541-7B7A-43D3-8B79-37D633B846F1}">
                <asvg:svgBlip xmlns:asvg="http://schemas.microsoft.com/office/drawing/2016/SVG/main" r:embed="R0ac6d5e03fd9402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a297f574c447d">
            <a:extLst>
              <a:ext uri="{96DAC541-7B7A-43D3-8B79-37D633B846F1}">
                <asvg:svgBlip xmlns:asvg="http://schemas.microsoft.com/office/drawing/2016/SVG/main" r:embed="R1588598d8e8a44c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2118" y="-2162237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8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fc0a0d0b14c5f">
            <a:extLst>
              <a:ext uri="{96DAC541-7B7A-43D3-8B79-37D633B846F1}">
                <asvg:svgBlip xmlns:asvg="http://schemas.microsoft.com/office/drawing/2016/SVG/main" r:embed="Ra27e2f7c102445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0577606" y="1784075"/>
            <a:ext cx="3676709" cy="367670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305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5977f0170410e">
            <a:extLst>
              <a:ext uri="{96DAC541-7B7A-43D3-8B79-37D633B846F1}">
                <asvg:svgBlip xmlns:asvg="http://schemas.microsoft.com/office/drawing/2016/SVG/main" r:embed="R5c461a624149400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305788" y="6550419"/>
            <a:ext cx="3061710" cy="3061710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СТРОГОСТЬ УДЕРЖИВАЕТ ТРЕБОВАНИЯ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8" name="DEFINITION">
            <a:extLst xmlns:a="http://schemas.openxmlformats.org/drawingml/2006/main">
              <a:ext uri="{FF2B5EF4-FFF2-40B4-BE49-F238E27FC236}">
                <a16:creationId xmlns:a16="http://schemas.microsoft.com/office/drawing/2014/main" id="{5E9B1B22-D082-4990-85EE-A5CD592A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1130154"/>
            <a:ext cx="5151561" cy="25248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r>
              <a:rPr sz="3200">
                <a:solidFill>
                  <a:srgbClr val="F5340B"/>
                </a:solidFill>
                <a:latin typeface="Bahnschrift Condensed"/>
                <a:ea typeface="Bahnschrift Condensed"/>
                <a:cs typeface="Bahnschrift Condensed"/>
              </a:rPr>
              <a:t>Строгость</a:t>
            </a:r>
            <a:r>
              <a:rPr sz="2400">
                <a:latin typeface="Nunito"/>
                <a:ea typeface="Nunito"/>
                <a:cs typeface="Nunito"/>
              </a:rPr>
              <a:t xml:space="preserve"> — это готовность обозначить требование и не отказаться от него только потому, что разговор неприятен или рабочий сопротивляется.</a:t>
            </a:r>
          </a:p>
        </p:txBody>
      </p:sp>
      <p:sp>
        <p:nvSpPr>
          <p:cNvPr id="16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7473" y="1273669"/>
            <a:ext cx="3857644" cy="49747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Денис: Если правило действует сегодня, а завтра мастер закрывает на то же нарушение глаза, рабочие перестают понимать, чего от них требуют. Поэтому спрашивать нужно одинаково со всех и самому не отступать от своих слов.</a:t>
            </a: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48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0632ea5be42c6">
            <a:extLst>
              <a:ext uri="{96DAC541-7B7A-43D3-8B79-37D633B846F1}">
                <asvg:svgBlip xmlns:asvg="http://schemas.microsoft.com/office/drawing/2016/SVG/main" r:embed="R9e0d2d21e2ba49d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7427295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49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e334962b54387">
            <a:extLst>
              <a:ext uri="{96DAC541-7B7A-43D3-8B79-37D633B846F1}">
                <asvg:svgBlip xmlns:asvg="http://schemas.microsoft.com/office/drawing/2016/SVG/main" r:embed="R11f440cd446e45b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4952" y="5951287"/>
            <a:ext cx="3104789" cy="3104789"/>
          </a:xfrm>
          <a:prstGeom xmlns:a="http://schemas.openxmlformats.org/drawingml/2006/main" prst="rect">
            <a:avLst/>
          </a:prstGeom>
        </p:spPr>
      </p:pic>
      <p:pic>
        <p:nvPicPr>
          <p:cNvPr id="50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45c068f084be3">
            <a:extLst>
              <a:ext uri="{96DAC541-7B7A-43D3-8B79-37D633B846F1}">
                <asvg:svgBlip xmlns:asvg="http://schemas.microsoft.com/office/drawing/2016/SVG/main" r:embed="R0f52ec2c4d2141d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69451" y="571584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51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7acff539b4778">
            <a:extLst>
              <a:ext uri="{96DAC541-7B7A-43D3-8B79-37D633B846F1}">
                <asvg:svgBlip xmlns:asvg="http://schemas.microsoft.com/office/drawing/2016/SVG/main" r:embed="Rea093d47721b4b0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91801" y="-690684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5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5b6593b5341fd">
            <a:extLst>
              <a:ext uri="{96DAC541-7B7A-43D3-8B79-37D633B846F1}">
                <asvg:svgBlip xmlns:asvg="http://schemas.microsoft.com/office/drawing/2016/SVG/main" r:embed="Rb57748ab0df64ff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3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463aad5514f43">
            <a:extLst>
              <a:ext uri="{96DAC541-7B7A-43D3-8B79-37D633B846F1}">
                <asvg:svgBlip xmlns:asvg="http://schemas.microsoft.com/office/drawing/2016/SVG/main" r:embed="R296b11120b3a43a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051" y="8035107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4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c7f4eca2942d7">
            <a:extLst>
              <a:ext uri="{96DAC541-7B7A-43D3-8B79-37D633B846F1}">
                <asvg:svgBlip xmlns:asvg="http://schemas.microsoft.com/office/drawing/2016/SVG/main" r:embed="R657281cacf774d7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644507" y="2827269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a73d787254630">
            <a:extLst>
              <a:ext uri="{96DAC541-7B7A-43D3-8B79-37D633B846F1}">
                <asvg:svgBlip xmlns:asvg="http://schemas.microsoft.com/office/drawing/2016/SVG/main" r:embed="R39cd0a3123874dc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22da159aa4c50">
            <a:extLst>
              <a:ext uri="{96DAC541-7B7A-43D3-8B79-37D633B846F1}">
                <asvg:svgBlip xmlns:asvg="http://schemas.microsoft.com/office/drawing/2016/SVG/main" r:embed="R0ae7ed8bb0aa4a6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895c9e7cd40b8">
            <a:extLst>
              <a:ext uri="{96DAC541-7B7A-43D3-8B79-37D633B846F1}">
                <asvg:svgBlip xmlns:asvg="http://schemas.microsoft.com/office/drawing/2016/SVG/main" r:embed="R4eef07e953924ec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27783" y="-2947696"/>
            <a:ext cx="4486257" cy="4486257"/>
          </a:xfrm>
          <a:prstGeom xmlns:a="http://schemas.openxmlformats.org/drawingml/2006/main" prst="rect">
            <a:avLst/>
          </a:prstGeom>
        </p:spPr>
      </p:pic>
      <p:pic>
        <p:nvPicPr>
          <p:cNvPr id="58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8fa63ef4d427f">
            <a:extLst>
              <a:ext uri="{96DAC541-7B7A-43D3-8B79-37D633B846F1}">
                <asvg:svgBlip xmlns:asvg="http://schemas.microsoft.com/office/drawing/2016/SVG/main" r:embed="Re62720f9ff674c6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59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de483c7da416e">
            <a:extLst>
              <a:ext uri="{96DAC541-7B7A-43D3-8B79-37D633B846F1}">
                <asvg:svgBlip xmlns:asvg="http://schemas.microsoft.com/office/drawing/2016/SVG/main" r:embed="R061d7318aa66467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60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9dc615c2a4c90">
            <a:extLst>
              <a:ext uri="{96DAC541-7B7A-43D3-8B79-37D633B846F1}">
                <asvg:svgBlip xmlns:asvg="http://schemas.microsoft.com/office/drawing/2016/SVG/main" r:embed="R28b2d83f5abb4b2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2118" y="-2162237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1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9dbf4432654ebc">
            <a:extLst>
              <a:ext uri="{96DAC541-7B7A-43D3-8B79-37D633B846F1}">
                <asvg:svgBlip xmlns:asvg="http://schemas.microsoft.com/office/drawing/2016/SVG/main" r:embed="R05071f9358194c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1375510" y="6667520"/>
            <a:ext cx="3676709" cy="3676709"/>
          </a:xfrm>
          <a:prstGeom xmlns:a="http://schemas.openxmlformats.org/drawingml/2006/main" prst="rect">
            <a:avLst/>
          </a:prstGeom>
        </p:spPr>
      </p:pic>
      <p:pic>
        <p:nvPicPr>
          <p:cNvPr id="62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c5b9a63ec49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25922" y="2831446"/>
            <a:ext cx="1172137" cy="1420088"/>
          </a:xfrm>
          <a:prstGeom xmlns:a="http://schemas.openxmlformats.org/drawingml/2006/main" prst="rect">
            <a:avLst/>
          </a:prstGeom>
        </p:spPr>
      </p:pic>
      <p:sp>
        <p:nvSpPr>
          <p:cNvPr id="2" name="CONTEXT">
            <a:extLst xmlns:a="http://schemas.openxmlformats.org/drawingml/2006/main">
              <a:ext uri="{FF2B5EF4-FFF2-40B4-BE49-F238E27FC236}">
                <a16:creationId xmlns:a16="http://schemas.microsoft.com/office/drawing/2014/main" id="{B6810FF7-C589-4424-B4C8-D1AF8425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05" y="3654972"/>
            <a:ext cx="5058752" cy="25198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Мастер пресекает нарушения, требует результата и одинаково применяет правила ко всем. Он не меняет требования по настроению, из-за симпатии или ради того, чтобы избежать спора.</a:t>
            </a:r>
          </a:p>
        </p:txBody>
      </p:sp>
      <p:sp>
        <p:nvSpPr>
          <p:cNvPr id="26" name="EXAMPLE_LABEL">
            <a:extLst xmlns:a="http://schemas.openxmlformats.org/drawingml/2006/main">
              <a:ext uri="{FF2B5EF4-FFF2-40B4-BE49-F238E27FC236}">
                <a16:creationId xmlns:a16="http://schemas.microsoft.com/office/drawing/2014/main" id="{8462BC84-2662-4CC7-AC84-80AE8807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525" y="1407989"/>
            <a:ext cx="3810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 spc="200">
                <a:solidFill>
                  <a:srgbClr val="F97A07"/>
                </a:solidFill>
                <a:latin typeface="Bahnschrift SemiBold Condensed"/>
                <a:ea typeface="Bahnschrift SemiBold Condensed"/>
                <a:cs typeface="Bahnschrift SemiBold Condensed"/>
              </a:rPr>
              <a:t>ПРИМЕР ДЕНИСА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24884720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0a1483a3a4b31">
            <a:extLst>
              <a:ext uri="{96DAC541-7B7A-43D3-8B79-37D633B846F1}">
                <asvg:svgBlip xmlns:asvg="http://schemas.microsoft.com/office/drawing/2016/SVG/main" r:embed="Rd643f64e318344e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63438" y="7696134"/>
            <a:ext cx="3061710" cy="3061710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latin typeface="Bahnschrift SemiBold Condensed"/>
                <a:ea typeface="Bahnschrift SemiBold Condensed"/>
                <a:cs typeface="Bahnschrift SemiBold Condensed"/>
              </a:rPr>
              <a:t>ПОДДЕРЖКА НЕ ЗАМЕНЯЕТ СТРОГОСТЬ</a:t>
            </a:r>
            <a:endParaRPr sz="3000"/>
          </a:p>
        </p:txBody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d3c52f8c145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16" name="INTRO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6" y="858223"/>
            <a:ext cx="8774743" cy="12678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 b="1">
                <a:solidFill>
                  <a:srgbClr val="676C74"/>
                </a:solidFill>
                <a:latin typeface="Nunito"/>
                <a:ea typeface="Nunito"/>
                <a:cs typeface="Nunito"/>
              </a:rPr>
              <a:t>В прошлом уроке мы уже разбирали мастера, который хотел сохранить хорошие отношения с рабочими и поэтому не делал замечаний.</a:t>
            </a:r>
            <a:endParaRPr sz="1600" b="1">
              <a:solidFill>
                <a:srgbClr val="676C74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54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157fe7a5f4ef8">
            <a:extLst>
              <a:ext uri="{96DAC541-7B7A-43D3-8B79-37D633B846F1}">
                <asvg:svgBlip xmlns:asvg="http://schemas.microsoft.com/office/drawing/2016/SVG/main" r:embed="Rc89d4725c6b94c9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76562" y="8264023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fe696687134cf5">
            <a:extLst>
              <a:ext uri="{96DAC541-7B7A-43D3-8B79-37D633B846F1}">
                <asvg:svgBlip xmlns:asvg="http://schemas.microsoft.com/office/drawing/2016/SVG/main" r:embed="R6d1b20b2f51c4f2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2092fe4274ba3">
            <a:extLst>
              <a:ext uri="{96DAC541-7B7A-43D3-8B79-37D633B846F1}">
                <asvg:svgBlip xmlns:asvg="http://schemas.microsoft.com/office/drawing/2016/SVG/main" r:embed="R60292cc8e5fb4d8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46523" y="803700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bd9a8144c4260">
            <a:extLst>
              <a:ext uri="{96DAC541-7B7A-43D3-8B79-37D633B846F1}">
                <asvg:svgBlip xmlns:asvg="http://schemas.microsoft.com/office/drawing/2016/SVG/main" r:embed="R6420af2e82e9427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8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054fe84b8452d">
            <a:extLst>
              <a:ext uri="{96DAC541-7B7A-43D3-8B79-37D633B846F1}">
                <asvg:svgBlip xmlns:asvg="http://schemas.microsoft.com/office/drawing/2016/SVG/main" r:embed="R294d00e6e4c14ac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081914" y="7655895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9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ef40a44f14453">
            <a:extLst>
              <a:ext uri="{96DAC541-7B7A-43D3-8B79-37D633B846F1}">
                <asvg:svgBlip xmlns:asvg="http://schemas.microsoft.com/office/drawing/2016/SVG/main" r:embed="Ra2cf247ec4de43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4924" y="6286493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60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ccabebf9b34b1a">
            <a:extLst>
              <a:ext uri="{96DAC541-7B7A-43D3-8B79-37D633B846F1}">
                <asvg:svgBlip xmlns:asvg="http://schemas.microsoft.com/office/drawing/2016/SVG/main" r:embed="Rd357611919d94c0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61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4ba61b2fb4aea">
            <a:extLst>
              <a:ext uri="{96DAC541-7B7A-43D3-8B79-37D633B846F1}">
                <asvg:svgBlip xmlns:asvg="http://schemas.microsoft.com/office/drawing/2016/SVG/main" r:embed="R9654c8e42ccd4e6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2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0c350fc2244b9">
            <a:extLst>
              <a:ext uri="{96DAC541-7B7A-43D3-8B79-37D633B846F1}">
                <asvg:svgBlip xmlns:asvg="http://schemas.microsoft.com/office/drawing/2016/SVG/main" r:embed="Rd439a9caecf54b0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07352" y="-2033388"/>
            <a:ext cx="1801446" cy="1801446"/>
          </a:xfrm>
          <a:prstGeom xmlns:a="http://schemas.openxmlformats.org/drawingml/2006/main" prst="rect">
            <a:avLst/>
          </a:prstGeom>
        </p:spPr>
      </p:pic>
      <p:pic>
        <p:nvPicPr>
          <p:cNvPr id="63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e1afcd2df466a">
            <a:extLst>
              <a:ext uri="{96DAC541-7B7A-43D3-8B79-37D633B846F1}">
                <asvg:svgBlip xmlns:asvg="http://schemas.microsoft.com/office/drawing/2016/SVG/main" r:embed="R9a7a58ff804e4af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64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e325c516b4250">
            <a:extLst>
              <a:ext uri="{96DAC541-7B7A-43D3-8B79-37D633B846F1}">
                <asvg:svgBlip xmlns:asvg="http://schemas.microsoft.com/office/drawing/2016/SVG/main" r:embed="R0175704c5e244e7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65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c0b65726574e6c">
            <a:extLst>
              <a:ext uri="{96DAC541-7B7A-43D3-8B79-37D633B846F1}">
                <asvg:svgBlip xmlns:asvg="http://schemas.microsoft.com/office/drawing/2016/SVG/main" r:embed="Re3424c039f964d0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23513" y="-2840121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6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f6cf6089b4ffd">
            <a:extLst>
              <a:ext uri="{96DAC541-7B7A-43D3-8B79-37D633B846F1}">
                <asvg:svgBlip xmlns:asvg="http://schemas.microsoft.com/office/drawing/2016/SVG/main" r:embed="Re549838465484a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2024658" y="7400095"/>
            <a:ext cx="3676709" cy="3676709"/>
          </a:xfrm>
          <a:prstGeom xmlns:a="http://schemas.openxmlformats.org/drawingml/2006/main" prst="rect">
            <a:avLst/>
          </a:prstGeom>
        </p:spPr>
      </p:pic>
      <p:pic>
        <p:nvPicPr>
          <p:cNvPr id="67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ad8744de743aa">
            <a:extLst>
              <a:ext uri="{96DAC541-7B7A-43D3-8B79-37D633B846F1}">
                <asvg:svgBlip xmlns:asvg="http://schemas.microsoft.com/office/drawing/2016/SVG/main" r:embed="R2a7244c6958e4ff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8805" y="2054824"/>
            <a:ext cx="6385027" cy="4324684"/>
          </a:xfrm>
          <a:prstGeom xmlns:a="http://schemas.openxmlformats.org/drawingml/2006/main" prst="rect">
            <a:avLst/>
          </a:prstGeom>
        </p:spPr>
      </p:pic>
      <p:pic>
        <p:nvPicPr>
          <p:cNvPr id="6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829ab87fc4c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9869" y="3217578"/>
            <a:ext cx="1172137" cy="1420088"/>
          </a:xfrm>
          <a:prstGeom xmlns:a="http://schemas.openxmlformats.org/drawingml/2006/main" prst="rect">
            <a:avLst/>
          </a:prstGeom>
        </p:spPr>
      </p:pic>
      <p:pic>
        <p:nvPicPr>
          <p:cNvPr id="69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30ac6f2df47c4">
            <a:extLst>
              <a:ext uri="{96DAC541-7B7A-43D3-8B79-37D633B846F1}">
                <asvg:svgBlip xmlns:asvg="http://schemas.microsoft.com/office/drawing/2016/SVG/main" r:embed="Ra64b3c52cb5840d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9589" y="7983035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30" name="CASE_BODY">
            <a:extLst xmlns:a="http://schemas.openxmlformats.org/drawingml/2006/main">
              <a:ext uri="{FF2B5EF4-FFF2-40B4-BE49-F238E27FC236}">
                <a16:creationId xmlns:a16="http://schemas.microsoft.com/office/drawing/2014/main" id="{37688EA1-9EF9-4CDB-99AA-CB59563E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051" y="2412088"/>
            <a:ext cx="5338766" cy="35983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Он пропускал опоздания, невыполненные задания и нарушения безопасности. Однажды рабочий неправильно установил оснастку. Мастер видел, что работу выполняют с нарушением, но не остановил её и не потребовал исправить установку. В результате оснастка сместилась и прищемила рабочему ногу.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89A3FF-EE07-4051-B044-3B44BE6B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6" y="2449110"/>
            <a:ext cx="3214517" cy="33362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4" name="CONCLUSION">
            <a:extLst xmlns:a="http://schemas.openxmlformats.org/drawingml/2006/main">
              <a:ext uri="{FF2B5EF4-FFF2-40B4-BE49-F238E27FC236}">
                <a16:creationId xmlns:a16="http://schemas.microsoft.com/office/drawing/2014/main" id="{8C1D51BD-BCC7-4C60-9B33-0C360DEA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13" y="2054824"/>
            <a:ext cx="3214517" cy="43246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rgbClr val="F5340B"/>
                </a:solidFill>
                <a:latin typeface="Bahnschrift Condensed"/>
                <a:ea typeface="Bahnschrift Condensed"/>
                <a:cs typeface="Bahnschrift Condensed"/>
              </a:rPr>
              <a:t xml:space="preserve">Проблемой была не поддержка людей, </a:t>
            </a:r>
            <a:r>
              <a:rPr sz="1800">
                <a:latin typeface="Nunito"/>
                <a:ea typeface="Nunito"/>
                <a:cs typeface="Nunito"/>
              </a:rPr>
              <a:t>а отсутствие строгости там, где нужно было остановить нарушение.</a:t>
            </a:r>
          </a:p>
        </p:txBody>
      </p:sp>
    </p:spTree>
    <p:extLst>
      <p:ext uri="{BB962C8B-B14F-4D97-AF65-F5344CB8AC3E}">
        <p14:creationId xmlns:p14="http://schemas.microsoft.com/office/powerpoint/2010/main" val="42838680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0" name="INTRO">
            <a:extLst xmlns:a="http://schemas.openxmlformats.org/drawingml/2006/main">
              <a:ext uri="{FF2B5EF4-FFF2-40B4-BE49-F238E27FC236}">
                <a16:creationId xmlns:a16="http://schemas.microsoft.com/office/drawing/2014/main" id="{F4EDCBB8-9E39-4D9C-9161-D655F3A3B5FD}"/>
              </a:ext>
            </a:extLst>
          </p:cNvPr>
          <p:cNvSpPr>
            <a:spLocks xmlns:a="http://schemas.openxmlformats.org/drawingml/2006/main" noGrp="1"/>
          </p:cNvSpPr>
          <p:nvPr>
            <p:ph type="title" idx="4294967295"/>
          </p:nvPr>
        </p:nvSpPr>
        <p:spPr>
          <a:xfrm xmlns:a="http://schemas.openxmlformats.org/drawingml/2006/main">
            <a:off x="363373" y="1765648"/>
            <a:ext cx="4116740" cy="31663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21900" tIns="121900" rIns="121900" bIns="0" anchor="ctr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Другая ошибка — добиваться результата криком и угрозами.</a:t>
            </a:r>
          </a:p>
        </p:txBody>
      </p:sp>
      <p:sp>
        <p:nvSpPr>
          <p:cNvPr id="18" name="TITLE">
            <a:extLst xmlns:a="http://schemas.openxmlformats.org/drawingml/2006/main">
              <a:ext uri="{FF2B5EF4-FFF2-40B4-BE49-F238E27FC236}">
                <a16:creationId xmlns:a16="http://schemas.microsoft.com/office/drawing/2014/main" id="{DE9FFAD6-D19D-4DE3-84D2-D1239F49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3613" y="309159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СТРОГОСТЬ НЕ ОЗНАЧАЕТ ДАВЛЕНИЕ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3CF217C3-EE9A-4E5F-82EE-391792AB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427904" y="867959"/>
            <a:ext cx="312296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sp>
        <p:nvSpPr>
          <p:cNvPr id="23" name="Shape 0">
            <a:extLst xmlns:a="http://schemas.openxmlformats.org/drawingml/2006/main">
              <a:ext uri="{FF2B5EF4-FFF2-40B4-BE49-F238E27FC236}">
                <a16:creationId xmlns:a16="http://schemas.microsoft.com/office/drawing/2014/main" id="{CF1C0928-29D6-4443-8F3D-12777E4F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785941" y="1475815"/>
            <a:ext cx="0" cy="48626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2120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15130387c4334">
            <a:extLst>
              <a:ext uri="{96DAC541-7B7A-43D3-8B79-37D633B846F1}">
                <asvg:svgBlip xmlns:asvg="http://schemas.microsoft.com/office/drawing/2016/SVG/main" r:embed="Rabc4879a122945d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95927" y="8462397"/>
            <a:ext cx="3061710" cy="3061710"/>
          </a:xfrm>
          <a:prstGeom xmlns:a="http://schemas.openxmlformats.org/drawingml/2006/main" prst="rect">
            <a:avLst/>
          </a:prstGeom>
        </p:spPr>
      </p:pic>
      <p:pic>
        <p:nvPicPr>
          <p:cNvPr id="2121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3372ff325470e">
            <a:extLst>
              <a:ext uri="{96DAC541-7B7A-43D3-8B79-37D633B846F1}">
                <asvg:svgBlip xmlns:asvg="http://schemas.microsoft.com/office/drawing/2016/SVG/main" r:embed="R3a4f80add9f94d7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7427295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2122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30937a7cb477e">
            <a:extLst>
              <a:ext uri="{96DAC541-7B7A-43D3-8B79-37D633B846F1}">
                <asvg:svgBlip xmlns:asvg="http://schemas.microsoft.com/office/drawing/2016/SVG/main" r:embed="Rf32f13a0bccb487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559113" y="-130969"/>
            <a:ext cx="2419350" cy="2419350"/>
          </a:xfrm>
          <a:prstGeom xmlns:a="http://schemas.openxmlformats.org/drawingml/2006/main" prst="rect">
            <a:avLst/>
          </a:prstGeom>
        </p:spPr>
      </p:pic>
      <p:pic>
        <p:nvPicPr>
          <p:cNvPr id="2123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e3e5e76f74754">
            <a:extLst>
              <a:ext uri="{96DAC541-7B7A-43D3-8B79-37D633B846F1}">
                <asvg:svgBlip xmlns:asvg="http://schemas.microsoft.com/office/drawing/2016/SVG/main" r:embed="Ra0b840039f604d2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2124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24af781e6488a">
            <a:extLst>
              <a:ext uri="{96DAC541-7B7A-43D3-8B79-37D633B846F1}">
                <asvg:svgBlip xmlns:asvg="http://schemas.microsoft.com/office/drawing/2016/SVG/main" r:embed="Rbb5ac4b7321e463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470253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2125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f0cc995c416b">
            <a:extLst>
              <a:ext uri="{96DAC541-7B7A-43D3-8B79-37D633B846F1}">
                <asvg:svgBlip xmlns:asvg="http://schemas.microsoft.com/office/drawing/2016/SVG/main" r:embed="R087037cccb7e4ca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2126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f4735150f4e25">
            <a:extLst>
              <a:ext uri="{96DAC541-7B7A-43D3-8B79-37D633B846F1}">
                <asvg:svgBlip xmlns:asvg="http://schemas.microsoft.com/office/drawing/2016/SVG/main" r:embed="Ra9ff72bf5003457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403443" y="6278502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2127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c91ec53e5431e">
            <a:extLst>
              <a:ext uri="{96DAC541-7B7A-43D3-8B79-37D633B846F1}">
                <asvg:svgBlip xmlns:asvg="http://schemas.microsoft.com/office/drawing/2016/SVG/main" r:embed="Rb4e9933f0c9c4b3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644507" y="2827269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2128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9df82486047f1">
            <a:extLst>
              <a:ext uri="{96DAC541-7B7A-43D3-8B79-37D633B846F1}">
                <asvg:svgBlip xmlns:asvg="http://schemas.microsoft.com/office/drawing/2016/SVG/main" r:embed="R720e37faedf4454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2129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9adf891ca419c">
            <a:extLst>
              <a:ext uri="{96DAC541-7B7A-43D3-8B79-37D633B846F1}">
                <asvg:svgBlip xmlns:asvg="http://schemas.microsoft.com/office/drawing/2016/SVG/main" r:embed="R744aa8c8a1f04cd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7565" y="-960701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2130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2a78cda8f46fc">
            <a:extLst>
              <a:ext uri="{96DAC541-7B7A-43D3-8B79-37D633B846F1}">
                <asvg:svgBlip xmlns:asvg="http://schemas.microsoft.com/office/drawing/2016/SVG/main" r:embed="R8db6f3f39697479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685854" y="7927664"/>
            <a:ext cx="2200915" cy="2200915"/>
          </a:xfrm>
          <a:prstGeom xmlns:a="http://schemas.openxmlformats.org/drawingml/2006/main" prst="rect">
            <a:avLst/>
          </a:prstGeom>
        </p:spPr>
      </p:pic>
      <p:pic>
        <p:nvPicPr>
          <p:cNvPr id="2131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5effaad0b4d59">
            <a:extLst>
              <a:ext uri="{96DAC541-7B7A-43D3-8B79-37D633B846F1}">
                <asvg:svgBlip xmlns:asvg="http://schemas.microsoft.com/office/drawing/2016/SVG/main" r:embed="Ra2ac31d1ea0a425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2132" name="Рисунок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74a9110d847bf">
            <a:extLst>
              <a:ext uri="{96DAC541-7B7A-43D3-8B79-37D633B846F1}">
                <asvg:svgBlip xmlns:asvg="http://schemas.microsoft.com/office/drawing/2016/SVG/main" r:embed="R67774e10275a49e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2133" name="Рисунок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296b728e74589">
            <a:extLst>
              <a:ext uri="{96DAC541-7B7A-43D3-8B79-37D633B846F1}">
                <asvg:svgBlip xmlns:asvg="http://schemas.microsoft.com/office/drawing/2016/SVG/main" r:embed="R969956871f4a4a4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2118" y="-2162237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2134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8810d05fac42d5">
            <a:extLst>
              <a:ext uri="{96DAC541-7B7A-43D3-8B79-37D633B846F1}">
                <asvg:svgBlip xmlns:asvg="http://schemas.microsoft.com/office/drawing/2016/SVG/main" r:embed="Ra078261df38a4f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797425" y="5632017"/>
            <a:ext cx="3676709" cy="3676709"/>
          </a:xfrm>
          <a:prstGeom xmlns:a="http://schemas.openxmlformats.org/drawingml/2006/main" prst="rect">
            <a:avLst/>
          </a:prstGeom>
        </p:spPr>
      </p:pic>
      <p:sp>
        <p:nvSpPr>
          <p:cNvPr id="50" name="Shape 3">
            <a:extLst xmlns:a="http://schemas.openxmlformats.org/drawingml/2006/main">
              <a:ext uri="{FF2B5EF4-FFF2-40B4-BE49-F238E27FC236}">
                <a16:creationId xmlns:a16="http://schemas.microsoft.com/office/drawing/2014/main" id="{EACD7373-E84D-4834-AABB-A78BDE8C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47190" y="4491258"/>
            <a:ext cx="874729" cy="8255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B219"/>
          </a:solidFill>
        </p:spPr>
      </p:sp>
      <p:sp>
        <p:nvSpPr>
          <p:cNvPr id="51" name="Shape 3">
            <a:extLst xmlns:a="http://schemas.openxmlformats.org/drawingml/2006/main">
              <a:ext uri="{FF2B5EF4-FFF2-40B4-BE49-F238E27FC236}">
                <a16:creationId xmlns:a16="http://schemas.microsoft.com/office/drawing/2014/main" id="{EC000AED-7D2D-450B-9159-370E3A65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47190" y="1961236"/>
            <a:ext cx="874729" cy="8255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21C535"/>
          </a:solidFill>
        </p:spPr>
      </p:sp>
      <p:sp>
        <p:nvSpPr>
          <p:cNvPr id="52" name="COMPARE_LEFT_BODY">
            <a:extLst xmlns:a="http://schemas.openxmlformats.org/drawingml/2006/main">
              <a:ext uri="{FF2B5EF4-FFF2-40B4-BE49-F238E27FC236}">
                <a16:creationId xmlns:a16="http://schemas.microsoft.com/office/drawing/2014/main" id="{48F1698D-BF5F-4580-8C39-00DEFF34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757" y="4560887"/>
            <a:ext cx="4269545" cy="13234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Мастер кричал на весь цех и резко реагировал на вопросы. Рабочие боялись к нему подходить, поэтому не уточняли задания и скрывали возникающие проблемы. Работа останавливалась, ошибки накапливались, сильные рабочие начинали увольняться.</a:t>
            </a:r>
            <a:br/>
            <a:r>
              <a:rPr sz="1600">
                <a:latin typeface="Nunito"/>
                <a:ea typeface="Nunito"/>
                <a:cs typeface="Nunito"/>
              </a:rPr>
              <a:t/>
            </a:r>
            <a:br/>
            <a:r>
              <a:rPr sz="1600">
                <a:latin typeface="Nunito"/>
                <a:ea typeface="Nunito"/>
                <a:cs typeface="Nunito"/>
              </a:rPr>
              <a:t>Давление заставляет человека защищаться, молчать или выполнять указание, не разобравшись в задаче.</a:t>
            </a:r>
          </a:p>
        </p:txBody>
      </p:sp>
      <p:sp>
        <p:nvSpPr>
          <p:cNvPr id="53" name="COMPARE_RIGHT_BODY">
            <a:extLst xmlns:a="http://schemas.openxmlformats.org/drawingml/2006/main">
              <a:ext uri="{FF2B5EF4-FFF2-40B4-BE49-F238E27FC236}">
                <a16:creationId xmlns:a16="http://schemas.microsoft.com/office/drawing/2014/main" id="{DB930535-AFE8-4031-8E0D-ACC949FA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756" y="2014395"/>
            <a:ext cx="4269545" cy="13234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Строгость удерживает понятное требование.</a:t>
            </a:r>
          </a:p>
        </p:txBody>
      </p:sp>
      <p:sp>
        <p:nvSpPr>
          <p:cNvPr id="54" name="COMPARE_LEFT_LABEL">
            <a:extLst xmlns:a="http://schemas.openxmlformats.org/drawingml/2006/main">
              <a:ext uri="{FF2B5EF4-FFF2-40B4-BE49-F238E27FC236}">
                <a16:creationId xmlns:a16="http://schemas.microsoft.com/office/drawing/2014/main" id="{A0DC0A8F-8693-4879-8FAB-D728522C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4127" y="1607957"/>
            <a:ext cx="183378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>
                <a:latin typeface="Bahnschrift SemiBold Condensed"/>
                <a:ea typeface="Bahnschrift SemiBold Condensed"/>
                <a:cs typeface="Bahnschrift SemiBold Condensed"/>
              </a:rPr>
              <a:t>СТРОГОСТЬ</a:t>
            </a:r>
          </a:p>
        </p:txBody>
      </p:sp>
      <p:sp>
        <p:nvSpPr>
          <p:cNvPr id="55" name="COMPARE_RIGHT_LABEL">
            <a:extLst xmlns:a="http://schemas.openxmlformats.org/drawingml/2006/main">
              <a:ext uri="{FF2B5EF4-FFF2-40B4-BE49-F238E27FC236}">
                <a16:creationId xmlns:a16="http://schemas.microsoft.com/office/drawing/2014/main" id="{A266F069-417F-493A-A5E0-76A4D05C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8008" y="4161715"/>
            <a:ext cx="2945128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>
                <a:latin typeface="Bahnschrift SemiBold Condensed"/>
                <a:ea typeface="Bahnschrift SemiBold Condensed"/>
                <a:cs typeface="Bahnschrift SemiBold Condensed"/>
              </a:rPr>
              <a:t>ДАВЛЕНИЕ</a:t>
            </a:r>
          </a:p>
        </p:txBody>
      </p:sp>
    </p:spTree>
    <p:extLst>
      <p:ext uri="{BB962C8B-B14F-4D97-AF65-F5344CB8AC3E}">
        <p14:creationId xmlns:p14="http://schemas.microsoft.com/office/powerpoint/2010/main" val="25183753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0E772F2-E101-4AF5-9E8D-F777EBEE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750" y="495300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ДВОЙНОЕ ДАВЛЕНИЕ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DA4464F9-ABA9-4C49-BE41-278DB1A4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57375"/>
            <a:ext cx="8234063" cy="3889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1700"/>
              </a:spcAft>
              <a:buNone/>
            </a:pPr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Мастер работает между требованиями производства и возможностями участка.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Сверху требуют выполнить план и выдержать срок. На участке могут не хватать людей, материала или оборудования. Рабочие могут быть уставшими, сопротивляться изменениям или не хотеть брать дополнительную нагрузку.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Под двойным давлением мастер рискует выбрать решение, которое быстро снимает напряжение, но не решает проблему.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Вкладка 1. Давить на рабочих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Мастер обещает руководителю выполнить заказ и требует ускориться, не проверив, есть ли для этого материалы, оборудование и люди.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Если ограничение действительно мешает работе, давление не ускорит заказ. Рабочие начнут скрывать проблемы, а риск брака и нарушений вырастет.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Вкладка 2. Идти на поводу у рабочих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Мастер заранее принимает позицию «люди не будут это делать» и не проверяет, можно ли перераспределить работу, изменить порядок операций или привлечь помощь.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Если объективных препятствий нет, мастер должен удержать требование производства, даже когда рабочим неудобно менять привычный порядок или брать дополнительную нагрузку.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Вкладка 3. Сорваться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Мастер кричит, обвиняет людей или резко отвечает руководителю. Напряжение на несколько минут разряжается, но проблема остаётся, а доверие к мастеру снижается.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Вкладка 4. Уступить ради тишины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Мастер откладывает неприятный разговор, отменяет требование или обещает невыполнимое, чтобы быстрее прекратить спор.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Нарушение повторяется, срок всё равно оказывается под угрозой, а рабочие перестают понимать, каких правил мастер придерживается.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Вкладка 5. Сохранить управление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Мастер проверяет факты, отделяет объективное ограничение от сопротивления и выбирает действие по ситуации.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Он не требует невозможного, но и не отказывается от задачи только потому, что она вызывает недовольство. О проблемах сообщает руководителю заранее и предлагает варианты решения.</a:t>
            </a:r>
            <a:endParaRPr sz="1700">
              <a:solidFill>
                <a:srgbClr val="3F454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27602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0" name="INTRO">
            <a:extLst xmlns:a="http://schemas.openxmlformats.org/drawingml/2006/main">
              <a:ext uri="{FF2B5EF4-FFF2-40B4-BE49-F238E27FC236}">
                <a16:creationId xmlns:a16="http://schemas.microsoft.com/office/drawing/2014/main" id="{F4EDCBB8-9E39-4D9C-9161-D655F3A3B5FD}"/>
              </a:ext>
            </a:extLst>
          </p:cNvPr>
          <p:cNvSpPr>
            <a:spLocks xmlns:a="http://schemas.openxmlformats.org/drawingml/2006/main" noGrp="1"/>
          </p:cNvSpPr>
          <p:nvPr>
            <p:ph type="title" idx="4294967295"/>
          </p:nvPr>
        </p:nvSpPr>
        <p:spPr>
          <a:xfrm xmlns:a="http://schemas.openxmlformats.org/drawingml/2006/main">
            <a:off x="363373" y="1765648"/>
            <a:ext cx="4116740" cy="31663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21900" tIns="121900" rIns="121900" bIns="0" anchor="ctr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Перед началом смены и после напряжённой ситуации проверьте своё состояние и реакцию людей.</a:t>
            </a:r>
          </a:p>
        </p:txBody>
      </p:sp>
      <p:sp>
        <p:nvSpPr>
          <p:cNvPr id="18" name="TITLE">
            <a:extLst xmlns:a="http://schemas.openxmlformats.org/drawingml/2006/main">
              <a:ext uri="{FF2B5EF4-FFF2-40B4-BE49-F238E27FC236}">
                <a16:creationId xmlns:a16="http://schemas.microsoft.com/office/drawing/2014/main" id="{DE9FFAD6-D19D-4DE3-84D2-D1239F49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3613" y="309159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СНАЧАЛА ЗАМЕТЬТЕ НАПРЯЖЕНИЕ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3CF217C3-EE9A-4E5F-82EE-391792AB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427904" y="867959"/>
            <a:ext cx="312296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sp>
        <p:nvSpPr>
          <p:cNvPr id="23" name="Shape 0">
            <a:extLst xmlns:a="http://schemas.openxmlformats.org/drawingml/2006/main">
              <a:ext uri="{FF2B5EF4-FFF2-40B4-BE49-F238E27FC236}">
                <a16:creationId xmlns:a16="http://schemas.microsoft.com/office/drawing/2014/main" id="{CF1C0928-29D6-4443-8F3D-12777E4F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785941" y="1475815"/>
            <a:ext cx="0" cy="48626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2120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523cf179f49a3">
            <a:extLst>
              <a:ext uri="{96DAC541-7B7A-43D3-8B79-37D633B846F1}">
                <asvg:svgBlip xmlns:asvg="http://schemas.microsoft.com/office/drawing/2016/SVG/main" r:embed="R2e61ccd7f3d54eb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95927" y="8462397"/>
            <a:ext cx="3061710" cy="3061710"/>
          </a:xfrm>
          <a:prstGeom xmlns:a="http://schemas.openxmlformats.org/drawingml/2006/main" prst="rect">
            <a:avLst/>
          </a:prstGeom>
        </p:spPr>
      </p:pic>
      <p:pic>
        <p:nvPicPr>
          <p:cNvPr id="2121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c1c2cbd9544d2">
            <a:extLst>
              <a:ext uri="{96DAC541-7B7A-43D3-8B79-37D633B846F1}">
                <asvg:svgBlip xmlns:asvg="http://schemas.microsoft.com/office/drawing/2016/SVG/main" r:embed="R35fd174fd469439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7427295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2122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21ef1b4ed4993">
            <a:extLst>
              <a:ext uri="{96DAC541-7B7A-43D3-8B79-37D633B846F1}">
                <asvg:svgBlip xmlns:asvg="http://schemas.microsoft.com/office/drawing/2016/SVG/main" r:embed="R819ee4874b5d411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559113" y="-130969"/>
            <a:ext cx="2419350" cy="2419350"/>
          </a:xfrm>
          <a:prstGeom xmlns:a="http://schemas.openxmlformats.org/drawingml/2006/main" prst="rect">
            <a:avLst/>
          </a:prstGeom>
        </p:spPr>
      </p:pic>
      <p:pic>
        <p:nvPicPr>
          <p:cNvPr id="2123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89f70e9134498">
            <a:extLst>
              <a:ext uri="{96DAC541-7B7A-43D3-8B79-37D633B846F1}">
                <asvg:svgBlip xmlns:asvg="http://schemas.microsoft.com/office/drawing/2016/SVG/main" r:embed="R5b0102c477a243f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2124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2d07bfaef4bb5">
            <a:extLst>
              <a:ext uri="{96DAC541-7B7A-43D3-8B79-37D633B846F1}">
                <asvg:svgBlip xmlns:asvg="http://schemas.microsoft.com/office/drawing/2016/SVG/main" r:embed="R01f153e75ad844e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470253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2125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e81e16efa4454">
            <a:extLst>
              <a:ext uri="{96DAC541-7B7A-43D3-8B79-37D633B846F1}">
                <asvg:svgBlip xmlns:asvg="http://schemas.microsoft.com/office/drawing/2016/SVG/main" r:embed="Rdc18020c558544f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2126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aa0125cfe4fd2">
            <a:extLst>
              <a:ext uri="{96DAC541-7B7A-43D3-8B79-37D633B846F1}">
                <asvg:svgBlip xmlns:asvg="http://schemas.microsoft.com/office/drawing/2016/SVG/main" r:embed="Ra598a1b0eee2447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403443" y="6278502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2127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15a20b46f04563">
            <a:extLst>
              <a:ext uri="{96DAC541-7B7A-43D3-8B79-37D633B846F1}">
                <asvg:svgBlip xmlns:asvg="http://schemas.microsoft.com/office/drawing/2016/SVG/main" r:embed="Rc387777e34304c9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644507" y="2827269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2128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1dcbeed104c05">
            <a:extLst>
              <a:ext uri="{96DAC541-7B7A-43D3-8B79-37D633B846F1}">
                <asvg:svgBlip xmlns:asvg="http://schemas.microsoft.com/office/drawing/2016/SVG/main" r:embed="R7374f9290c454e1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2129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73102749344e60">
            <a:extLst>
              <a:ext uri="{96DAC541-7B7A-43D3-8B79-37D633B846F1}">
                <asvg:svgBlip xmlns:asvg="http://schemas.microsoft.com/office/drawing/2016/SVG/main" r:embed="R58368ed539cb4c1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7565" y="-960701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2130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51f4c55704f0e">
            <a:extLst>
              <a:ext uri="{96DAC541-7B7A-43D3-8B79-37D633B846F1}">
                <asvg:svgBlip xmlns:asvg="http://schemas.microsoft.com/office/drawing/2016/SVG/main" r:embed="R1fc2dab1e5cb4e1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685854" y="7927664"/>
            <a:ext cx="2200915" cy="2200915"/>
          </a:xfrm>
          <a:prstGeom xmlns:a="http://schemas.openxmlformats.org/drawingml/2006/main" prst="rect">
            <a:avLst/>
          </a:prstGeom>
        </p:spPr>
      </p:pic>
      <p:pic>
        <p:nvPicPr>
          <p:cNvPr id="2131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bc0cf014844ca">
            <a:extLst>
              <a:ext uri="{96DAC541-7B7A-43D3-8B79-37D633B846F1}">
                <asvg:svgBlip xmlns:asvg="http://schemas.microsoft.com/office/drawing/2016/SVG/main" r:embed="Rcf045b6072d1427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2132" name="Рисунок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a8f5001994fe1">
            <a:extLst>
              <a:ext uri="{96DAC541-7B7A-43D3-8B79-37D633B846F1}">
                <asvg:svgBlip xmlns:asvg="http://schemas.microsoft.com/office/drawing/2016/SVG/main" r:embed="R84d8eaf647cc4ef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2133" name="Рисунок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42506c733745d6">
            <a:extLst>
              <a:ext uri="{96DAC541-7B7A-43D3-8B79-37D633B846F1}">
                <asvg:svgBlip xmlns:asvg="http://schemas.microsoft.com/office/drawing/2016/SVG/main" r:embed="Ra7d0479b305142b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2118" y="-2162237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2134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923ae1985c401b">
            <a:extLst>
              <a:ext uri="{96DAC541-7B7A-43D3-8B79-37D633B846F1}">
                <asvg:svgBlip xmlns:asvg="http://schemas.microsoft.com/office/drawing/2016/SVG/main" r:embed="Rf16758deb5244d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797425" y="5632017"/>
            <a:ext cx="3676709" cy="3676709"/>
          </a:xfrm>
          <a:prstGeom xmlns:a="http://schemas.openxmlformats.org/drawingml/2006/main" prst="rect">
            <a:avLst/>
          </a:prstGeom>
        </p:spPr>
      </p:pic>
      <p:sp>
        <p:nvSpPr>
          <p:cNvPr id="50" name="Shape 3">
            <a:extLst xmlns:a="http://schemas.openxmlformats.org/drawingml/2006/main">
              <a:ext uri="{FF2B5EF4-FFF2-40B4-BE49-F238E27FC236}">
                <a16:creationId xmlns:a16="http://schemas.microsoft.com/office/drawing/2014/main" id="{EACD7373-E84D-4834-AABB-A78BDE8C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47190" y="4491258"/>
            <a:ext cx="874729" cy="8255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B219"/>
          </a:solidFill>
        </p:spPr>
      </p:sp>
      <p:sp>
        <p:nvSpPr>
          <p:cNvPr id="51" name="Shape 3">
            <a:extLst xmlns:a="http://schemas.openxmlformats.org/drawingml/2006/main">
              <a:ext uri="{FF2B5EF4-FFF2-40B4-BE49-F238E27FC236}">
                <a16:creationId xmlns:a16="http://schemas.microsoft.com/office/drawing/2014/main" id="{EC000AED-7D2D-450B-9159-370E3A65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47190" y="1961236"/>
            <a:ext cx="874729" cy="8255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21C535"/>
          </a:solidFill>
        </p:spPr>
      </p:sp>
      <p:sp>
        <p:nvSpPr>
          <p:cNvPr id="52" name="COMPARE_LEFT_BODY">
            <a:extLst xmlns:a="http://schemas.openxmlformats.org/drawingml/2006/main">
              <a:ext uri="{FF2B5EF4-FFF2-40B4-BE49-F238E27FC236}">
                <a16:creationId xmlns:a16="http://schemas.microsoft.com/office/drawing/2014/main" id="{48F1698D-BF5F-4580-8C39-00DEFF34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757" y="4560887"/>
            <a:ext cx="4269545" cy="13234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Рабочие стали избегать разговоров?</a:t>
            </a:r>
            <a:br/>
            <a:r>
              <a:rPr sz="1600">
                <a:latin typeface="Nunito"/>
                <a:ea typeface="Nunito"/>
                <a:cs typeface="Nunito"/>
              </a:rPr>
              <a:t>На вопросы отвечают односложно или раздражённо?</a:t>
            </a:r>
            <a:br/>
            <a:r>
              <a:rPr sz="1600">
                <a:latin typeface="Nunito"/>
                <a:ea typeface="Nunito"/>
                <a:cs typeface="Nunito"/>
              </a:rPr>
              <a:t>Чаще спорят из-за мелочей?</a:t>
            </a:r>
            <a:br/>
            <a:r>
              <a:rPr sz="1600">
                <a:latin typeface="Nunito"/>
                <a:ea typeface="Nunito"/>
                <a:cs typeface="Nunito"/>
              </a:rPr>
              <a:t>Перестали сообщать о возникающих трудностях?</a:t>
            </a:r>
            <a:br/>
            <a:r>
              <a:rPr sz="1600">
                <a:latin typeface="Nunito"/>
                <a:ea typeface="Nunito"/>
                <a:cs typeface="Nunito"/>
              </a:rPr>
              <a:t/>
            </a:r>
            <a:br/>
            <a:r>
              <a:rPr sz="1600">
                <a:latin typeface="Nunito"/>
                <a:ea typeface="Nunito"/>
                <a:cs typeface="Nunito"/>
              </a:rPr>
              <a:t>Такие изменения могут показать, что люди ждут негативной реакции и начинают скрывать проблемы.</a:t>
            </a:r>
          </a:p>
        </p:txBody>
      </p:sp>
      <p:sp>
        <p:nvSpPr>
          <p:cNvPr id="53" name="COMPARE_RIGHT_BODY">
            <a:extLst xmlns:a="http://schemas.openxmlformats.org/drawingml/2006/main">
              <a:ext uri="{FF2B5EF4-FFF2-40B4-BE49-F238E27FC236}">
                <a16:creationId xmlns:a16="http://schemas.microsoft.com/office/drawing/2014/main" id="{DB930535-AFE8-4031-8E0D-ACC949FA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756" y="2014395"/>
            <a:ext cx="4269545" cy="13234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Я говорю спокойно или уже отвечаю резко?</a:t>
            </a:r>
            <a:br/>
            <a:r>
              <a:rPr sz="1600">
                <a:latin typeface="Nunito"/>
                <a:ea typeface="Nunito"/>
                <a:cs typeface="Nunito"/>
              </a:rPr>
              <a:t>Я разбираюсь в ситуации или хочу быстрее прекратить разговор?</a:t>
            </a:r>
            <a:br/>
            <a:r>
              <a:rPr sz="1600">
                <a:latin typeface="Nunito"/>
                <a:ea typeface="Nunito"/>
                <a:cs typeface="Nunito"/>
              </a:rPr>
              <a:t>Я сохраняю требование или готов уступить только ради тишины?</a:t>
            </a:r>
            <a:br/>
            <a:r>
              <a:rPr sz="1600">
                <a:latin typeface="Nunito"/>
                <a:ea typeface="Nunito"/>
                <a:cs typeface="Nunito"/>
              </a:rPr>
              <a:t/>
            </a:r>
            <a:br/>
            <a:r>
              <a:rPr sz="1600">
                <a:latin typeface="Nunito"/>
                <a:ea typeface="Nunito"/>
                <a:cs typeface="Nunito"/>
              </a:rPr>
              <a:t>Напряжение мастера заметно по голосу, выражению лица и реакции на вопросы.</a:t>
            </a:r>
          </a:p>
        </p:txBody>
      </p:sp>
      <p:sp>
        <p:nvSpPr>
          <p:cNvPr id="54" name="COMPARE_LEFT_LABEL">
            <a:extLst xmlns:a="http://schemas.openxmlformats.org/drawingml/2006/main">
              <a:ext uri="{FF2B5EF4-FFF2-40B4-BE49-F238E27FC236}">
                <a16:creationId xmlns:a16="http://schemas.microsoft.com/office/drawing/2014/main" id="{A0DC0A8F-8693-4879-8FAB-D728522C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4127" y="1607957"/>
            <a:ext cx="183378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>
                <a:latin typeface="Bahnschrift SemiBold Condensed"/>
                <a:ea typeface="Bahnschrift SemiBold Condensed"/>
                <a:cs typeface="Bahnschrift SemiBold Condensed"/>
              </a:rPr>
              <a:t>ЧТО ПРОИСХОДИТ СО МНОЙ?</a:t>
            </a:r>
          </a:p>
        </p:txBody>
      </p:sp>
      <p:sp>
        <p:nvSpPr>
          <p:cNvPr id="55" name="COMPARE_RIGHT_LABEL">
            <a:extLst xmlns:a="http://schemas.openxmlformats.org/drawingml/2006/main">
              <a:ext uri="{FF2B5EF4-FFF2-40B4-BE49-F238E27FC236}">
                <a16:creationId xmlns:a16="http://schemas.microsoft.com/office/drawing/2014/main" id="{A266F069-417F-493A-A5E0-76A4D05C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8008" y="4161715"/>
            <a:ext cx="2945128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>
                <a:latin typeface="Bahnschrift SemiBold Condensed"/>
                <a:ea typeface="Bahnschrift SemiBold Condensed"/>
                <a:cs typeface="Bahnschrift SemiBold Condensed"/>
              </a:rPr>
              <a:t>ЧТО ПРОИСХОДИТ С ЛЮДЬМИ?</a:t>
            </a:r>
          </a:p>
        </p:txBody>
      </p:sp>
    </p:spTree>
    <p:extLst>
      <p:ext uri="{BB962C8B-B14F-4D97-AF65-F5344CB8AC3E}">
        <p14:creationId xmlns:p14="http://schemas.microsoft.com/office/powerpoint/2010/main" val="251837539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2e4bcd0934429">
            <a:extLst>
              <a:ext uri="{96DAC541-7B7A-43D3-8B79-37D633B846F1}">
                <asvg:svgBlip xmlns:asvg="http://schemas.microsoft.com/office/drawing/2016/SVG/main" r:embed="R335d1904dd424f8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63438" y="7696134"/>
            <a:ext cx="3061710" cy="3061710"/>
          </a:xfrm>
          <a:prstGeom xmlns:a="http://schemas.openxmlformats.org/drawingml/2006/main" prst="rect">
            <a:avLst/>
          </a:prstGeom>
        </p:spPr>
      </p:pic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C0F2C8-A228-4DBB-844B-720641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7" y="353126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latin typeface="Bahnschrift SemiBold Condensed"/>
                <a:ea typeface="Bahnschrift SemiBold Condensed"/>
                <a:cs typeface="Bahnschrift SemiBold Condensed"/>
              </a:rPr>
              <a:t>ПОСЛЕ АВРАЛА НУЖНО ВОССТАНОВИТЬ РАБОЧЕЕ СОСТОЯНИЕ</a:t>
            </a:r>
            <a:endParaRPr sz="3000"/>
          </a:p>
        </p:txBody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40876897848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0916" y="609600"/>
            <a:ext cx="922279" cy="292100"/>
          </a:xfrm>
          <a:prstGeom xmlns:a="http://schemas.openxmlformats.org/drawingml/2006/main" prst="rect">
            <a:avLst/>
          </a:prstGeom>
        </p:spPr>
      </p:pic>
      <p:sp>
        <p:nvSpPr>
          <p:cNvPr id="16" name="INTRO">
            <a:extLst xmlns:a="http://schemas.openxmlformats.org/drawingml/2006/main">
              <a:ext uri="{FF2B5EF4-FFF2-40B4-BE49-F238E27FC236}">
                <a16:creationId xmlns:a16="http://schemas.microsoft.com/office/drawing/2014/main" id="{ED8C4BD2-B03D-49DB-B935-7060B64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36" y="858223"/>
            <a:ext cx="8774743" cy="12678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1600" b="1">
                <a:solidFill>
                  <a:srgbClr val="676C74"/>
                </a:solidFill>
                <a:latin typeface="Nunito"/>
                <a:ea typeface="Nunito"/>
                <a:cs typeface="Nunito"/>
              </a:rPr>
              <a:t>После аврала, конфликта или тяжёлого разговора напряжение не исчезает сразу. Если мастер продолжит общаться с людьми в том же состоянии, он может сорваться уже в следующей обычной ситуации.</a:t>
            </a:r>
            <a:endParaRPr sz="1600" b="1">
              <a:solidFill>
                <a:srgbClr val="676C74"/>
              </a:solidFill>
            </a:endParaRPr>
          </a:p>
        </p:txBody>
      </p:sp>
      <p:sp>
        <p:nvSpPr>
          <p:cNvPr id="19" name="Shape 0">
            <a:extLst xmlns:a="http://schemas.openxmlformats.org/drawingml/2006/main">
              <a:ext uri="{FF2B5EF4-FFF2-40B4-BE49-F238E27FC236}">
                <a16:creationId xmlns:a16="http://schemas.microsoft.com/office/drawing/2014/main" id="{D458483C-5EEF-4FB8-A2B6-29631F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8805" y="1"/>
            <a:ext cx="235" cy="90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340B"/>
            </a:solidFill>
            <a:prstDash val="solid"/>
          </a:ln>
        </p:spPr>
      </p:sp>
      <p:pic>
        <p:nvPicPr>
          <p:cNvPr id="54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ead42485d4325">
            <a:extLst>
              <a:ext uri="{96DAC541-7B7A-43D3-8B79-37D633B846F1}">
                <asvg:svgBlip xmlns:asvg="http://schemas.microsoft.com/office/drawing/2016/SVG/main" r:embed="Rf17b2adf192146f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76562" y="8264023"/>
            <a:ext cx="1857375" cy="1857375"/>
          </a:xfrm>
          <a:prstGeom xmlns:a="http://schemas.openxmlformats.org/drawingml/2006/main" prst="rect">
            <a:avLst/>
          </a:prstGeom>
        </p:spPr>
      </p:pic>
      <p:pic>
        <p:nvPicPr>
          <p:cNvPr id="55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da9e392fb4c2f">
            <a:extLst>
              <a:ext uri="{96DAC541-7B7A-43D3-8B79-37D633B846F1}">
                <asvg:svgBlip xmlns:asvg="http://schemas.microsoft.com/office/drawing/2016/SVG/main" r:embed="Raad0be54e50d441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411145" y="5175907"/>
            <a:ext cx="1790700" cy="1790700"/>
          </a:xfrm>
          <a:prstGeom xmlns:a="http://schemas.openxmlformats.org/drawingml/2006/main" prst="rect">
            <a:avLst/>
          </a:prstGeom>
        </p:spPr>
      </p:pic>
      <p:pic>
        <p:nvPicPr>
          <p:cNvPr id="56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fbf67fd6e47db">
            <a:extLst>
              <a:ext uri="{96DAC541-7B7A-43D3-8B79-37D633B846F1}">
                <asvg:svgBlip xmlns:asvg="http://schemas.microsoft.com/office/drawing/2016/SVG/main" r:embed="R58b2ed53dd1b430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46523" y="8037009"/>
            <a:ext cx="1257300" cy="1257300"/>
          </a:xfrm>
          <a:prstGeom xmlns:a="http://schemas.openxmlformats.org/drawingml/2006/main" prst="rect">
            <a:avLst/>
          </a:prstGeom>
        </p:spPr>
      </p:pic>
      <p:pic>
        <p:nvPicPr>
          <p:cNvPr id="57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de7fd65fd147f3">
            <a:extLst>
              <a:ext uri="{96DAC541-7B7A-43D3-8B79-37D633B846F1}">
                <asvg:svgBlip xmlns:asvg="http://schemas.microsoft.com/office/drawing/2016/SVG/main" r:embed="R52eb93fb33ab493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8378" y="7265370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58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6ae9da7e14717">
            <a:extLst>
              <a:ext uri="{96DAC541-7B7A-43D3-8B79-37D633B846F1}">
                <asvg:svgBlip xmlns:asvg="http://schemas.microsoft.com/office/drawing/2016/SVG/main" r:embed="R1ce13d46e4334f6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081914" y="7655895"/>
            <a:ext cx="3714750" cy="3714750"/>
          </a:xfrm>
          <a:prstGeom xmlns:a="http://schemas.openxmlformats.org/drawingml/2006/main" prst="rect">
            <a:avLst/>
          </a:prstGeom>
        </p:spPr>
      </p:pic>
      <p:pic>
        <p:nvPicPr>
          <p:cNvPr id="59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e1a0955984ce8">
            <a:extLst>
              <a:ext uri="{96DAC541-7B7A-43D3-8B79-37D633B846F1}">
                <asvg:svgBlip xmlns:asvg="http://schemas.microsoft.com/office/drawing/2016/SVG/main" r:embed="R38580ac4b6e74db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4924" y="6286493"/>
            <a:ext cx="2257425" cy="2257425"/>
          </a:xfrm>
          <a:prstGeom xmlns:a="http://schemas.openxmlformats.org/drawingml/2006/main" prst="rect">
            <a:avLst/>
          </a:prstGeom>
        </p:spPr>
      </p:pic>
      <p:pic>
        <p:nvPicPr>
          <p:cNvPr id="60" name="Рисунок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9cc6249002446e">
            <a:extLst>
              <a:ext uri="{96DAC541-7B7A-43D3-8B79-37D633B846F1}">
                <asvg:svgBlip xmlns:asvg="http://schemas.microsoft.com/office/drawing/2016/SVG/main" r:embed="Rbca0daefb2b34a5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2454" y="-3302794"/>
            <a:ext cx="3124200" cy="3124200"/>
          </a:xfrm>
          <a:prstGeom xmlns:a="http://schemas.openxmlformats.org/drawingml/2006/main" prst="rect">
            <a:avLst/>
          </a:prstGeom>
        </p:spPr>
      </p:pic>
      <p:pic>
        <p:nvPicPr>
          <p:cNvPr id="61" name="Рисунок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cbece603d4556">
            <a:extLst>
              <a:ext uri="{96DAC541-7B7A-43D3-8B79-37D633B846F1}">
                <asvg:svgBlip xmlns:asvg="http://schemas.microsoft.com/office/drawing/2016/SVG/main" r:embed="Rdd912ab99f934ae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53336" y="2232234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2" name="Рисунок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ebf896cb54d1d">
            <a:extLst>
              <a:ext uri="{96DAC541-7B7A-43D3-8B79-37D633B846F1}">
                <asvg:svgBlip xmlns:asvg="http://schemas.microsoft.com/office/drawing/2016/SVG/main" r:embed="R83569d24dc06492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07352" y="-2033388"/>
            <a:ext cx="1801446" cy="1801446"/>
          </a:xfrm>
          <a:prstGeom xmlns:a="http://schemas.openxmlformats.org/drawingml/2006/main" prst="rect">
            <a:avLst/>
          </a:prstGeom>
        </p:spPr>
      </p:pic>
      <p:pic>
        <p:nvPicPr>
          <p:cNvPr id="63" name="Рисунок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cb7500b0b64412">
            <a:extLst>
              <a:ext uri="{96DAC541-7B7A-43D3-8B79-37D633B846F1}">
                <asvg:svgBlip xmlns:asvg="http://schemas.microsoft.com/office/drawing/2016/SVG/main" r:embed="Rda201f1db4cd4e3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210225" y="-578644"/>
            <a:ext cx="3314700" cy="3314700"/>
          </a:xfrm>
          <a:prstGeom xmlns:a="http://schemas.openxmlformats.org/drawingml/2006/main" prst="rect">
            <a:avLst/>
          </a:prstGeom>
        </p:spPr>
      </p:pic>
      <p:pic>
        <p:nvPicPr>
          <p:cNvPr id="64" name="Рисунок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766d76d04d82">
            <a:extLst>
              <a:ext uri="{96DAC541-7B7A-43D3-8B79-37D633B846F1}">
                <asvg:svgBlip xmlns:asvg="http://schemas.microsoft.com/office/drawing/2016/SVG/main" r:embed="R568ae5698a2d42a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66599" y="-2170509"/>
            <a:ext cx="1609725" cy="1609725"/>
          </a:xfrm>
          <a:prstGeom xmlns:a="http://schemas.openxmlformats.org/drawingml/2006/main" prst="rect">
            <a:avLst/>
          </a:prstGeom>
        </p:spPr>
      </p:pic>
      <p:pic>
        <p:nvPicPr>
          <p:cNvPr id="65" name="Рисунок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d3680a8044a11">
            <a:extLst>
              <a:ext uri="{96DAC541-7B7A-43D3-8B79-37D633B846F1}">
                <asvg:svgBlip xmlns:asvg="http://schemas.microsoft.com/office/drawing/2016/SVG/main" r:embed="Rce5f08279183449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23513" y="-2840121"/>
            <a:ext cx="2019300" cy="2019300"/>
          </a:xfrm>
          <a:prstGeom xmlns:a="http://schemas.openxmlformats.org/drawingml/2006/main" prst="rect">
            <a:avLst/>
          </a:prstGeom>
        </p:spPr>
      </p:pic>
      <p:pic>
        <p:nvPicPr>
          <p:cNvPr id="66" name="!!gear-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be80d21ce4a4b">
            <a:extLst>
              <a:ext uri="{96DAC541-7B7A-43D3-8B79-37D633B846F1}">
                <asvg:svgBlip xmlns:asvg="http://schemas.microsoft.com/office/drawing/2016/SVG/main" r:embed="Rd2b7ee3575824b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13438421">
            <a:off x="12024658" y="7400095"/>
            <a:ext cx="3676709" cy="3676709"/>
          </a:xfrm>
          <a:prstGeom xmlns:a="http://schemas.openxmlformats.org/drawingml/2006/main" prst="rect">
            <a:avLst/>
          </a:prstGeom>
        </p:spPr>
      </p:pic>
      <p:pic>
        <p:nvPicPr>
          <p:cNvPr id="67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17dddf89a4c47">
            <a:extLst>
              <a:ext uri="{96DAC541-7B7A-43D3-8B79-37D633B846F1}">
                <asvg:svgBlip xmlns:asvg="http://schemas.microsoft.com/office/drawing/2016/SVG/main" r:embed="Rec8e6c3ad41a4cf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8805" y="2054824"/>
            <a:ext cx="6385027" cy="4324684"/>
          </a:xfrm>
          <a:prstGeom xmlns:a="http://schemas.openxmlformats.org/drawingml/2006/main" prst="rect">
            <a:avLst/>
          </a:prstGeom>
        </p:spPr>
      </p:pic>
      <p:pic>
        <p:nvPicPr>
          <p:cNvPr id="6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a0956c175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9869" y="3217578"/>
            <a:ext cx="1172137" cy="1420088"/>
          </a:xfrm>
          <a:prstGeom xmlns:a="http://schemas.openxmlformats.org/drawingml/2006/main" prst="rect">
            <a:avLst/>
          </a:prstGeom>
        </p:spPr>
      </p:pic>
      <p:pic>
        <p:nvPicPr>
          <p:cNvPr id="69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d2c45e754846d6">
            <a:extLst>
              <a:ext uri="{96DAC541-7B7A-43D3-8B79-37D633B846F1}">
                <asvg:svgBlip xmlns:asvg="http://schemas.microsoft.com/office/drawing/2016/SVG/main" r:embed="R2702a4b656b14b5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9589" y="7983035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30" name="CASE_BODY">
            <a:extLst xmlns:a="http://schemas.openxmlformats.org/drawingml/2006/main">
              <a:ext uri="{FF2B5EF4-FFF2-40B4-BE49-F238E27FC236}">
                <a16:creationId xmlns:a16="http://schemas.microsoft.com/office/drawing/2014/main" id="{37688EA1-9EF9-4CDB-99AA-CB59563E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051" y="2412088"/>
            <a:ext cx="5338766" cy="35983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1600">
                <a:latin typeface="Nunito"/>
                <a:ea typeface="Nunito"/>
                <a:cs typeface="Nunito"/>
              </a:rPr>
              <a:t>Нужно сделать короткую паузу и отделить завершившуюся проблему от следующей задачи:</a:t>
            </a:r>
            <a:br/>
            <a:r>
              <a:rPr sz="1600">
                <a:latin typeface="Nunito"/>
                <a:ea typeface="Nunito"/>
                <a:cs typeface="Nunito"/>
              </a:rPr>
              <a:t>выйти из места конфликта;</a:t>
            </a:r>
            <a:br/>
            <a:r>
              <a:rPr sz="1600">
                <a:latin typeface="Nunito"/>
                <a:ea typeface="Nunito"/>
                <a:cs typeface="Nunito"/>
              </a:rPr>
              <a:t>восстановить спокойный голос и темп речи;</a:t>
            </a:r>
            <a:br/>
            <a:r>
              <a:rPr sz="1600">
                <a:latin typeface="Nunito"/>
                <a:ea typeface="Nunito"/>
                <a:cs typeface="Nunito"/>
              </a:rPr>
              <a:t>проверить, какое решение уже принято и что ещё нужно сделать;</a:t>
            </a:r>
            <a:br/>
            <a:r>
              <a:rPr sz="1600">
                <a:latin typeface="Nunito"/>
                <a:ea typeface="Nunito"/>
                <a:cs typeface="Nunito"/>
              </a:rPr>
              <a:t>не переносить раздражение на людей, которые не участвовали в ситуации.</a:t>
            </a: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89A3FF-EE07-4051-B044-3B44BE6B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6" y="2449110"/>
            <a:ext cx="3214517" cy="33362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600">
              <a:latin typeface="Nunito"/>
              <a:ea typeface="Nunito"/>
              <a:cs typeface="Nunito"/>
            </a:endParaRPr>
          </a:p>
        </p:txBody>
      </p:sp>
      <p:sp>
        <p:nvSpPr>
          <p:cNvPr id="4" name="CONCLUSION">
            <a:extLst xmlns:a="http://schemas.openxmlformats.org/drawingml/2006/main">
              <a:ext uri="{FF2B5EF4-FFF2-40B4-BE49-F238E27FC236}">
                <a16:creationId xmlns:a16="http://schemas.microsoft.com/office/drawing/2014/main" id="{8C1D51BD-BCC7-4C60-9B33-0C360DEA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13" y="2054824"/>
            <a:ext cx="3214517" cy="43246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rgbClr val="F5340B"/>
                </a:solidFill>
                <a:latin typeface="Bahnschrift Condensed"/>
                <a:ea typeface="Bahnschrift Condensed"/>
                <a:cs typeface="Bahnschrift Condensed"/>
              </a:rPr>
              <a:t xml:space="preserve">Если разговор закончился резко, к нему следует вернуться позже: </a:t>
            </a:r>
            <a:r>
              <a:rPr sz="1800">
                <a:latin typeface="Nunito"/>
                <a:ea typeface="Nunito"/>
                <a:cs typeface="Nunito"/>
              </a:rPr>
              <a:t>кратко зафиксировать решение, требования и дальнейшие действия. Это возвращает рабочую ясность и не оставляет конфликт незавершённым.</a:t>
            </a:r>
          </a:p>
        </p:txBody>
      </p:sp>
    </p:spTree>
    <p:extLst>
      <p:ext uri="{BB962C8B-B14F-4D97-AF65-F5344CB8AC3E}">
        <p14:creationId xmlns:p14="http://schemas.microsoft.com/office/powerpoint/2010/main" val="428386809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0E772F2-E101-4AF5-9E8D-F777EBEE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750" y="495300"/>
            <a:ext cx="952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 spc="100">
                <a:solidFill>
                  <a:srgbClr val="3F454F"/>
                </a:solidFill>
                <a:latin typeface="Bahnschrift SemiBold Condensed"/>
                <a:ea typeface="Bahnschrift SemiBold Condensed"/>
                <a:cs typeface="Bahnschrift SemiBold Condensed"/>
              </a:rPr>
              <a:t>ПОВЕДЕНИЕ ОПРЕДЕЛЯЕТ ОТНОШЕНИЕ ЛЮДЕЙ К МАСТЕРУ</a:t>
            </a:r>
            <a:endParaRPr sz="3000">
              <a:solidFill>
                <a:srgbClr val="3F454F"/>
              </a:solidFill>
            </a:endParaRP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DA4464F9-ABA9-4C49-BE41-278DB1A4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57375"/>
            <a:ext cx="8234063" cy="3889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1700"/>
              </a:spcAft>
              <a:buNone/>
            </a:pPr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Алексей: Получается, от моего поведения зависит, будут рабочие сообщать мне о проблемах и выполнять требования или начнут всё скрывать?</a:t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/>
            </a:r>
            <a:br/>
            <a:r>
              <a:rPr sz="1700">
                <a:solidFill>
                  <a:srgbClr val="3F454F"/>
                </a:solidFill>
                <a:latin typeface="Nunito"/>
                <a:ea typeface="Nunito"/>
                <a:cs typeface="Nunito"/>
              </a:rPr>
              <a:t>Денис: Именно. Мастеру нужны и поддержка, и строгость, и способность сохранять рабочую позицию под давлением. Но должность сама по себе ещё не заставит бывших коллег тебя уважать. В следующем уроке разберём, откуда берётся авторитет мастера.</a:t>
            </a:r>
            <a:endParaRPr sz="1700">
              <a:solidFill>
                <a:srgbClr val="3F454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276021"/>
      </p:ext>
    </p:extLst>
  </p:cSld>
</p:sld>
</file>

<file path=ppt/theme/theme1.xml><?xml version="1.0" encoding="utf-8"?>
<a:theme xmlns:a="http://schemas.openxmlformats.org/drawingml/2006/main" name="Office Theme">
  <a:themeElements>
    <a:clrScheme name="Другая 4">
      <a:dk1>
        <a:srgbClr val="3F454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Другая 4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2026-08-27T04:48:03.3810000Z</dcterms:created>
  <dcterms:modified xsi:type="dcterms:W3CDTF">2026-08-27T04:48:03.3810000Z</dcterms:modified>
</coreProperties>
</file>