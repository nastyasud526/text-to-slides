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f42358bc34488a" /><Relationship Type="http://schemas.openxmlformats.org/officeDocument/2006/relationships/extended-properties" Target="/docProps/app.xml" Id="R9d308ec646054496" /><Relationship Type="http://schemas.openxmlformats.org/officeDocument/2006/relationships/officeDocument" Target="/ppt/presentation.xml" Id="Rb855fa6bc4044b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cb94c6558747b8"/>
    <p:sldMasterId xmlns:r="http://schemas.openxmlformats.org/officeDocument/2006/relationships" id="2147483655" r:id="Rb67b32fb68204b22"/>
  </p:sldMasterIdLst>
  <p:notesMasterIdLst>
    <p:notesMasterId xmlns:r="http://schemas.openxmlformats.org/officeDocument/2006/relationships" r:id="R83623edea86b407e"/>
  </p:notesMasterIdLst>
  <p:sldIdLst>
    <p:sldId xmlns:r="http://schemas.openxmlformats.org/officeDocument/2006/relationships" id="256" r:id="R1ecba76ad92745d3"/>
    <p:sldId xmlns:r="http://schemas.openxmlformats.org/officeDocument/2006/relationships" id="257" r:id="Recdda2f000e743ad"/>
    <p:sldId xmlns:r="http://schemas.openxmlformats.org/officeDocument/2006/relationships" id="258" r:id="R45d039dce64b4633"/>
    <p:sldId xmlns:r="http://schemas.openxmlformats.org/officeDocument/2006/relationships" id="259" r:id="R15649b2715d54c96"/>
    <p:sldId xmlns:r="http://schemas.openxmlformats.org/officeDocument/2006/relationships" id="260" r:id="R8b76fadf4b9f4e2f"/>
    <p:sldId xmlns:r="http://schemas.openxmlformats.org/officeDocument/2006/relationships" id="261" r:id="R40848ddd99704b4d"/>
    <p:sldId xmlns:r="http://schemas.openxmlformats.org/officeDocument/2006/relationships" id="262" r:id="R68ef508ca8a54e15"/>
    <p:sldId xmlns:r="http://schemas.openxmlformats.org/officeDocument/2006/relationships" id="263" r:id="Re71485c1201943e4"/>
    <p:sldId xmlns:r="http://schemas.openxmlformats.org/officeDocument/2006/relationships" id="264" r:id="Re6b1b994093c43d9"/>
    <p:sldId xmlns:r="http://schemas.openxmlformats.org/officeDocument/2006/relationships" id="265" r:id="Rf51da45cfa8042ca"/>
    <p:sldId xmlns:r="http://schemas.openxmlformats.org/officeDocument/2006/relationships" id="266" r:id="R6f2b41ac6c0647e2"/>
    <p:sldId xmlns:r="http://schemas.openxmlformats.org/officeDocument/2006/relationships" id="267" r:id="R246f190c2aaa4c70"/>
    <p:sldId xmlns:r="http://schemas.openxmlformats.org/officeDocument/2006/relationships" id="268" r:id="R8cf8c4aa6a754127"/>
    <p:sldId xmlns:r="http://schemas.openxmlformats.org/officeDocument/2006/relationships" id="269" r:id="R88ce2feabafe429f"/>
    <p:sldId xmlns:r="http://schemas.openxmlformats.org/officeDocument/2006/relationships" id="270" r:id="Rf33d77cd4b2b4854"/>
    <p:sldId xmlns:r="http://schemas.openxmlformats.org/officeDocument/2006/relationships" id="271" r:id="R59ff8ae867eb41cc"/>
    <p:sldId xmlns:r="http://schemas.openxmlformats.org/officeDocument/2006/relationships" id="272" r:id="R6000ec579b8a4556"/>
    <p:sldId xmlns:r="http://schemas.openxmlformats.org/officeDocument/2006/relationships" id="273" r:id="Rf6aa21650e594220"/>
    <p:sldId xmlns:r="http://schemas.openxmlformats.org/officeDocument/2006/relationships" id="274" r:id="Rd3bcaa1083b34d36"/>
    <p:sldId xmlns:r="http://schemas.openxmlformats.org/officeDocument/2006/relationships" id="275" r:id="Red96e4199c194cd3"/>
    <p:sldId xmlns:r="http://schemas.openxmlformats.org/officeDocument/2006/relationships" id="276" r:id="R0fa26eefe27848b3"/>
    <p:sldId xmlns:r="http://schemas.openxmlformats.org/officeDocument/2006/relationships" id="277" r:id="R7fb5f37795e84884"/>
    <p:sldId xmlns:r="http://schemas.openxmlformats.org/officeDocument/2006/relationships" id="278" r:id="R310b336348334efe"/>
    <p:sldId xmlns:r="http://schemas.openxmlformats.org/officeDocument/2006/relationships" id="279" r:id="R234b353ceb2e47f0"/>
    <p:sldId xmlns:r="http://schemas.openxmlformats.org/officeDocument/2006/relationships" id="280" r:id="R2f51cdcc133b4f34"/>
    <p:sldId xmlns:r="http://schemas.openxmlformats.org/officeDocument/2006/relationships" id="281" r:id="Re550a8c244d64c8e"/>
    <p:sldId xmlns:r="http://schemas.openxmlformats.org/officeDocument/2006/relationships" id="282" r:id="R6e100d76b70546f3"/>
    <p:sldId xmlns:r="http://schemas.openxmlformats.org/officeDocument/2006/relationships" id="283" r:id="R9c96e6080f1f4401"/>
    <p:sldId xmlns:r="http://schemas.openxmlformats.org/officeDocument/2006/relationships" id="284" r:id="R3415f3568fad4f91"/>
    <p:sldId xmlns:r="http://schemas.openxmlformats.org/officeDocument/2006/relationships" id="285" r:id="R7a2222415fb747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99b58a6eb4456d" /><Relationship Type="http://schemas.openxmlformats.org/officeDocument/2006/relationships/slideMaster" Target="/ppt/slideMasters/slideMaster1.xml" Id="Re7cb94c6558747b8" /><Relationship Type="http://schemas.openxmlformats.org/officeDocument/2006/relationships/slideMaster" Target="/ppt/slideMasters/slideMaster2.xml" Id="Rb67b32fb68204b22" /><Relationship Type="http://schemas.openxmlformats.org/officeDocument/2006/relationships/notesMaster" Target="/ppt/notesMasters/notesMaster1.xml" Id="R83623edea86b407e" /><Relationship Type="http://schemas.openxmlformats.org/officeDocument/2006/relationships/presProps" Target="/ppt/presProps.xml" Id="R854909a6fa8f462d" /><Relationship Type="http://schemas.openxmlformats.org/officeDocument/2006/relationships/viewProps" Target="/ppt/viewProps.xml" Id="R23ad61ae86c547db" /><Relationship Type="http://schemas.openxmlformats.org/officeDocument/2006/relationships/tableStyles" Target="/ppt/tableStyles.xml" Id="R7042bc215d59475e" /><Relationship Type="http://schemas.openxmlformats.org/officeDocument/2006/relationships/slide" Target="/ppt/slides/slide1.xml" Id="R1ecba76ad92745d3" /><Relationship Type="http://schemas.openxmlformats.org/officeDocument/2006/relationships/slide" Target="/ppt/slides/slide2.xml" Id="Recdda2f000e743ad" /><Relationship Type="http://schemas.openxmlformats.org/officeDocument/2006/relationships/slide" Target="/ppt/slides/slide3.xml" Id="R45d039dce64b4633" /><Relationship Type="http://schemas.openxmlformats.org/officeDocument/2006/relationships/slide" Target="/ppt/slides/slide4.xml" Id="R15649b2715d54c96" /><Relationship Type="http://schemas.openxmlformats.org/officeDocument/2006/relationships/slide" Target="/ppt/slides/slide5.xml" Id="R8b76fadf4b9f4e2f" /><Relationship Type="http://schemas.openxmlformats.org/officeDocument/2006/relationships/slide" Target="/ppt/slides/slide6.xml" Id="R40848ddd99704b4d" /><Relationship Type="http://schemas.openxmlformats.org/officeDocument/2006/relationships/slide" Target="/ppt/slides/slide7.xml" Id="R68ef508ca8a54e15" /><Relationship Type="http://schemas.openxmlformats.org/officeDocument/2006/relationships/slide" Target="/ppt/slides/slide8.xml" Id="Re71485c1201943e4" /><Relationship Type="http://schemas.openxmlformats.org/officeDocument/2006/relationships/slide" Target="/ppt/slides/slide9.xml" Id="Re6b1b994093c43d9" /><Relationship Type="http://schemas.openxmlformats.org/officeDocument/2006/relationships/slide" Target="/ppt/slides/slide10.xml" Id="Rf51da45cfa8042ca" /><Relationship Type="http://schemas.openxmlformats.org/officeDocument/2006/relationships/slide" Target="/ppt/slides/slide11.xml" Id="R6f2b41ac6c0647e2" /><Relationship Type="http://schemas.openxmlformats.org/officeDocument/2006/relationships/slide" Target="/ppt/slides/slide12.xml" Id="R246f190c2aaa4c70" /><Relationship Type="http://schemas.openxmlformats.org/officeDocument/2006/relationships/slide" Target="/ppt/slides/slide13.xml" Id="R8cf8c4aa6a754127" /><Relationship Type="http://schemas.openxmlformats.org/officeDocument/2006/relationships/slide" Target="/ppt/slides/slide14.xml" Id="R88ce2feabafe429f" /><Relationship Type="http://schemas.openxmlformats.org/officeDocument/2006/relationships/slide" Target="/ppt/slides/slide15.xml" Id="Rf33d77cd4b2b4854" /><Relationship Type="http://schemas.openxmlformats.org/officeDocument/2006/relationships/slide" Target="/ppt/slides/slide16.xml" Id="R59ff8ae867eb41cc" /><Relationship Type="http://schemas.openxmlformats.org/officeDocument/2006/relationships/slide" Target="/ppt/slides/slide17.xml" Id="R6000ec579b8a4556" /><Relationship Type="http://schemas.openxmlformats.org/officeDocument/2006/relationships/slide" Target="/ppt/slides/slide18.xml" Id="Rf6aa21650e594220" /><Relationship Type="http://schemas.openxmlformats.org/officeDocument/2006/relationships/slide" Target="/ppt/slides/slide19.xml" Id="Rd3bcaa1083b34d36" /><Relationship Type="http://schemas.openxmlformats.org/officeDocument/2006/relationships/slide" Target="/ppt/slides/slide20.xml" Id="Red96e4199c194cd3" /><Relationship Type="http://schemas.openxmlformats.org/officeDocument/2006/relationships/slide" Target="/ppt/slides/slide21.xml" Id="R0fa26eefe27848b3" /><Relationship Type="http://schemas.openxmlformats.org/officeDocument/2006/relationships/slide" Target="/ppt/slides/slide22.xml" Id="R7fb5f37795e84884" /><Relationship Type="http://schemas.openxmlformats.org/officeDocument/2006/relationships/slide" Target="/ppt/slides/slide23.xml" Id="R310b336348334efe" /><Relationship Type="http://schemas.openxmlformats.org/officeDocument/2006/relationships/slide" Target="/ppt/slides/slide24.xml" Id="R234b353ceb2e47f0" /><Relationship Type="http://schemas.openxmlformats.org/officeDocument/2006/relationships/slide" Target="/ppt/slides/slide25.xml" Id="R2f51cdcc133b4f34" /><Relationship Type="http://schemas.openxmlformats.org/officeDocument/2006/relationships/slide" Target="/ppt/slides/slide26.xml" Id="Re550a8c244d64c8e" /><Relationship Type="http://schemas.openxmlformats.org/officeDocument/2006/relationships/slide" Target="/ppt/slides/slide27.xml" Id="R6e100d76b70546f3" /><Relationship Type="http://schemas.openxmlformats.org/officeDocument/2006/relationships/slide" Target="/ppt/slides/slide28.xml" Id="R9c96e6080f1f4401" /><Relationship Type="http://schemas.openxmlformats.org/officeDocument/2006/relationships/slide" Target="/ppt/slides/slide29.xml" Id="R3415f3568fad4f91" /><Relationship Type="http://schemas.openxmlformats.org/officeDocument/2006/relationships/slide" Target="/ppt/slides/slide30.xml" Id="R7a2222415fb747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11ffc3b04ed40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55d32c62954e04" /><Relationship Type="http://schemas.openxmlformats.org/officeDocument/2006/relationships/notesMaster" Target="/ppt/notesMasters/notesMaster1.xml" Id="Rdcc06feba8a947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5b92febe404f0c" /><Relationship Type="http://schemas.openxmlformats.org/officeDocument/2006/relationships/notesMaster" Target="/ppt/notesMasters/notesMaster1.xml" Id="R67b12cdf3c8947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878197080141a6" /><Relationship Type="http://schemas.openxmlformats.org/officeDocument/2006/relationships/notesMaster" Target="/ppt/notesMasters/notesMaster1.xml" Id="Ra04585955be445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dafed4e56a4929" /><Relationship Type="http://schemas.openxmlformats.org/officeDocument/2006/relationships/notesMaster" Target="/ppt/notesMasters/notesMaster1.xml" Id="Re275ed7f605f46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d95c9aec904a82" /><Relationship Type="http://schemas.openxmlformats.org/officeDocument/2006/relationships/notesMaster" Target="/ppt/notesMasters/notesMaster1.xml" Id="R4d1222edd06a48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b5382e18ff4318" /><Relationship Type="http://schemas.openxmlformats.org/officeDocument/2006/relationships/notesMaster" Target="/ppt/notesMasters/notesMaster1.xml" Id="Rc46e35e9be9146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852f34e30445fb" /><Relationship Type="http://schemas.openxmlformats.org/officeDocument/2006/relationships/notesMaster" Target="/ppt/notesMasters/notesMaster1.xml" Id="Rd6a158d0560248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1fa724fc844840" /><Relationship Type="http://schemas.openxmlformats.org/officeDocument/2006/relationships/notesMaster" Target="/ppt/notesMasters/notesMaster1.xml" Id="R4dd03dfdf75b4a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20ad8bc2a74b04" /><Relationship Type="http://schemas.openxmlformats.org/officeDocument/2006/relationships/notesMaster" Target="/ppt/notesMasters/notesMaster1.xml" Id="R999fbbb9a8354b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9f30a288e747df" /><Relationship Type="http://schemas.openxmlformats.org/officeDocument/2006/relationships/notesMaster" Target="/ppt/notesMasters/notesMaster1.xml" Id="R27bed5d364c34f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37127468fd44aa" /><Relationship Type="http://schemas.openxmlformats.org/officeDocument/2006/relationships/notesMaster" Target="/ppt/notesMasters/notesMaster1.xml" Id="Rcf123187ef124f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10b9b7c2f04d66" /><Relationship Type="http://schemas.openxmlformats.org/officeDocument/2006/relationships/notesMaster" Target="/ppt/notesMasters/notesMaster1.xml" Id="R5ce62e70b0bc41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15293eff7546bd" /><Relationship Type="http://schemas.openxmlformats.org/officeDocument/2006/relationships/notesMaster" Target="/ppt/notesMasters/notesMaster1.xml" Id="R761498a91a5643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073f43775a455d" /><Relationship Type="http://schemas.openxmlformats.org/officeDocument/2006/relationships/notesMaster" Target="/ppt/notesMasters/notesMaster1.xml" Id="Rbebe4169e2b249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87e28ea4564334" /><Relationship Type="http://schemas.openxmlformats.org/officeDocument/2006/relationships/notesMaster" Target="/ppt/notesMasters/notesMaster1.xml" Id="Ra529ec7208b34b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1b4ba10ef514e83" /><Relationship Type="http://schemas.openxmlformats.org/officeDocument/2006/relationships/notesMaster" Target="/ppt/notesMasters/notesMaster1.xml" Id="Rbfac202c654d47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cbadb2173714d79" /><Relationship Type="http://schemas.openxmlformats.org/officeDocument/2006/relationships/notesMaster" Target="/ppt/notesMasters/notesMaster1.xml" Id="R2d8f76efdd8b423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c8f916e7544fea" /><Relationship Type="http://schemas.openxmlformats.org/officeDocument/2006/relationships/notesMaster" Target="/ppt/notesMasters/notesMaster1.xml" Id="R3a7f9da5c4394e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781d5917a44477" /><Relationship Type="http://schemas.openxmlformats.org/officeDocument/2006/relationships/notesMaster" Target="/ppt/notesMasters/notesMaster1.xml" Id="R51f24046bd18490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03058f0c62c4a56" /><Relationship Type="http://schemas.openxmlformats.org/officeDocument/2006/relationships/notesMaster" Target="/ppt/notesMasters/notesMaster1.xml" Id="R667f34097e0445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6a347b109a840d2" /><Relationship Type="http://schemas.openxmlformats.org/officeDocument/2006/relationships/notesMaster" Target="/ppt/notesMasters/notesMaster1.xml" Id="Rc6f40a83b6f34fe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e5a915b16834a4f" /><Relationship Type="http://schemas.openxmlformats.org/officeDocument/2006/relationships/notesMaster" Target="/ppt/notesMasters/notesMaster1.xml" Id="R19aa978dde04428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58cb03026364d8b" /><Relationship Type="http://schemas.openxmlformats.org/officeDocument/2006/relationships/notesMaster" Target="/ppt/notesMasters/notesMaster1.xml" Id="R3c09582a4f2d4bf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f87b5ea497845cf" /><Relationship Type="http://schemas.openxmlformats.org/officeDocument/2006/relationships/notesMaster" Target="/ppt/notesMasters/notesMaster1.xml" Id="R27af12182c5d4a8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2dbbdcbb1e54e18" /><Relationship Type="http://schemas.openxmlformats.org/officeDocument/2006/relationships/notesMaster" Target="/ppt/notesMasters/notesMaster1.xml" Id="Rb4f06f5b792b4b0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f3b8ee3427f41f3" /><Relationship Type="http://schemas.openxmlformats.org/officeDocument/2006/relationships/notesMaster" Target="/ppt/notesMasters/notesMaster1.xml" Id="R04a4d3263a8a401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8e8dddfe7c846ea" /><Relationship Type="http://schemas.openxmlformats.org/officeDocument/2006/relationships/notesMaster" Target="/ppt/notesMasters/notesMaster1.xml" Id="R7f9f9f6fd698472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b1d53f75fe34d55" /><Relationship Type="http://schemas.openxmlformats.org/officeDocument/2006/relationships/notesMaster" Target="/ppt/notesMasters/notesMaster1.xml" Id="R7ac4d122fb184e3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6ab7104862745a8" /><Relationship Type="http://schemas.openxmlformats.org/officeDocument/2006/relationships/notesMaster" Target="/ppt/notesMasters/notesMaster1.xml" Id="R50a42bbcbb85495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1a919c7ca7148ea" /><Relationship Type="http://schemas.openxmlformats.org/officeDocument/2006/relationships/notesMaster" Target="/ppt/notesMasters/notesMaster1.xml" Id="R9273ad3c750447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Титульный слайд урока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staging.blank
Пустой слайд только для диалоговых сцен</a:t>
            </a: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 + сравнение двух схожих элементов или явлений, много текста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Текст+3 плашки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 + сравнение двух схожих элементов или явлений, много текста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- определение термина + пояснение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staging.interaction
Пустой слайд только для интерактивностей</a:t>
            </a: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staging.interaction
Пустой слайд только для интерактивностей</a:t>
            </a: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Текст+ маркированный список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Текст+3 плашки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Текст+ 6 плашек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 текст на плашке. </a:t>
            </a:r>
            <a:r>
              <a:t>Text.plain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+ текст +вывод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на весь слайд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Текст+ маркированный список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 + сравнение двух схожих элементов или явлений, много текста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на весь слайд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 + сравнение двух схожих элементов или явлений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на весь слайд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Один текст на плашке. </a:t>
            </a:r>
            <a:r>
              <a:t>Text.plain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на весь слайд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Текст+ маркированный список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на весь слайд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Текст+ маркированный список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на весь слайд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 + сравнение двух схожих элементов или явлений, много текста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template_id: staging.interaction
Пустой слайд только для интерактивностей</a:t>
            </a: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Текст+ маркированный список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чеклист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Текст+ маркированный список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28dd97ae041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c5be3160145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41fb9fbb794a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8324350974e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8ccfb268845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da4276d814de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ebce0430dc430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20bdaef053480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93a41328d6410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bbbcce6e444fa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bdbcf81ef949f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d34946db7b4f8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d43fde93f54ae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6ce0ff3a3549d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1c0a401a99441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99735aa18e413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d1e65c104446b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3fcc887b765459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f45083db604fa3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9879db77fd415c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f26e124301f493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66778d742b4dc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fde68b363944c3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f50356896e4274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39c266e0b84b87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7b2ea1bbe04b18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bac18073f74424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64458074c346d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dc69d521a54da0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9cc23873674d43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5770602c1b4171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010ffdea0546fe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2b51518a06c4b66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e46e249f4d490d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04ce66f3de3461a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84dd617f1b40e1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413a3bf17648f6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30083f80024a9f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a814804c4d43ef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761667d6c9437e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cac94c43a3405a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4f2a2c8ce24010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514c56c86346b0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b28ba313da4c38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3e87e8bbff439a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fe8359001a4849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0d7234d920466c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78056da8be4d1f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ec1a9c92ce49d8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4900be99ab4508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33848ca218482b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37eeebfb544030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30d9dfce7704c33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b8eaffab7840ab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a459a45c6644ed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5a624941b54805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435c10998c49f6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6a4df2f9bb44d4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295800a126441f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d3f580baea4dad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e66ab394c540db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7f04c5dc4f4ef8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8026c102a54dd9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6dea2fb5504fa5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8a9ef1fad840e4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1cb7ff8feb46e2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b0de2b57d84807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4617055d04249c0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8bb44730994d26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e2156c1b7e4372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46829c200649aa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0cfee30f5e42c0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e744c5747f47ed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b29cfc1fb04877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c0c4f44cdb41c7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257a0c57b44ce4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ed2353e3c64b64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3a88e0f17244c4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00a0b8b6794947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926995aa7945a3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55319cc39a64294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57af70a9c524cd9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7e7a95065f46b1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ab227fbd01470c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486387106347d3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b718fae4ef4539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cb0ee1a0df4714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6f12ba36674799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400cc510e8646b8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6e65c3278c4441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9dc4ee993424a52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68ca98c1fe46af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ff806f62ee4b08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61420a4d7541e8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09867aab1e47f3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beb41f3d0c48f7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e0e03f0573b47ca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44167304b64b4c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1aac09f4434bc3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c025cfc52a4199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98e9e818d043d9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51817a34804580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d912860d6cf478c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a9957ddafc49cd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89033a2dfce4159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55fb82167948c7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12d145860b4842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47bb303643489d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70c441713649ac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387142629454f05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cd7430167742b8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fa562361844fba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1492ac4f674238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a38c52111f44bf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f7888eccb54b2e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e301985c0c41d1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cf2ef7af214e5c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4a6bcf236445fe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705f0f7a3746c7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4f994fa6cb41b0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1cef6ddfef4108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6e87c6c6ec44ce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23ed32113b4e97" /></Relationships>
</file>

<file path=ppt/slideLayouts/_rels/slideLayout1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d93c5e153e94f18" /></Relationships>
</file>

<file path=ppt/slideLayouts/_rels/slideLayout1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ea14ac823a2420d" /></Relationships>
</file>

<file path=ppt/slideLayouts/_rels/slideLayout1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ae5623df904129" /></Relationships>
</file>

<file path=ppt/slideLayouts/_rels/slideLayout1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6671482eb74b8e" /></Relationships>
</file>

<file path=ppt/slideLayouts/_rels/slideLayout1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28f11e875b4471" /></Relationships>
</file>

<file path=ppt/slideLayouts/_rels/slideLayout1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1f5fb3eb0a439e" /></Relationships>
</file>

<file path=ppt/slideLayouts/_rels/slideLayout1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d6dea3b3f24a8e" /></Relationships>
</file>

<file path=ppt/slideLayouts/_rels/slideLayout1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3369a623d54bb8" /></Relationships>
</file>

<file path=ppt/slideLayouts/_rels/slideLayout1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2f93e13d6642e2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47fd001cea4545" /></Relationships>
</file>

<file path=ppt/slideLayouts/_rels/slideLayout1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fc7e8bf5fc946e4" /></Relationships>
</file>

<file path=ppt/slideLayouts/_rels/slideLayout1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9a9d8025e64655" /></Relationships>
</file>

<file path=ppt/slideLayouts/_rels/slideLayout1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7c818d2ec1478b" /></Relationships>
</file>

<file path=ppt/slideLayouts/_rels/slideLayout1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e1a6d0a3c3430c" /></Relationships>
</file>

<file path=ppt/slideLayouts/_rels/slideLayout1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df0f5dc5c54680" /></Relationships>
</file>

<file path=ppt/slideLayouts/_rels/slideLayout1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9ffe72b9f84460" /></Relationships>
</file>

<file path=ppt/slideLayouts/_rels/slideLayout1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138a9d8ca04d4c" /></Relationships>
</file>

<file path=ppt/slideLayouts/_rels/slideLayout1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f82b98b82e466d" /></Relationships>
</file>

<file path=ppt/slideLayouts/_rels/slideLayout1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b881d2b7b4436c" /></Relationships>
</file>

<file path=ppt/slideLayouts/_rels/slideLayout1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c84dcaddf5f415a" /></Relationships>
</file>

<file path=ppt/slideLayouts/_rels/slideLayout1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5bb00898334f82" /></Relationships>
</file>

<file path=ppt/slideLayouts/_rels/slideLayout1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111f50ffb44b0a" /></Relationships>
</file>

<file path=ppt/slideLayouts/_rels/slideLayout1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ded3a20a514d8d" /></Relationships>
</file>

<file path=ppt/slideLayouts/_rels/slideLayout1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1ba9e4c6a54ab1" /></Relationships>
</file>

<file path=ppt/slideLayouts/_rels/slideLayout1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001f7696004c03" /></Relationships>
</file>

<file path=ppt/slideLayouts/_rels/slideLayout1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a36283bff34d55" /></Relationships>
</file>

<file path=ppt/slideLayouts/_rels/slideLayout1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4ebcca653c49ea" /></Relationships>
</file>

<file path=ppt/slideLayouts/_rels/slideLayout1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953b44527747b9" /></Relationships>
</file>

<file path=ppt/slideLayouts/_rels/slideLayout1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0c13067a004df5" /></Relationships>
</file>

<file path=ppt/slideLayouts/_rels/slideLayout1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b1ef8a8739340de" /></Relationships>
</file>

<file path=ppt/slideLayouts/_rels/slideLayout1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b841a101224e96" /></Relationships>
</file>

<file path=ppt/slideLayouts/_rels/slideLayout1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d0298b9d4e84eba" /></Relationships>
</file>

<file path=ppt/slideLayouts/_rels/slideLayout1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a47943fcdc04be9" /></Relationships>
</file>

<file path=ppt/slideLayouts/_rels/slideLayout1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1b43f76f6af495b" /></Relationships>
</file>

<file path=ppt/slideLayouts/_rels/slideLayout1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52d1b992c574470" /></Relationships>
</file>

<file path=ppt/slideLayouts/_rels/slideLayout1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d10ac3c8bb430f" /></Relationships>
</file>

<file path=ppt/slideLayouts/_rels/slideLayout1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26bf00aadc4501" /></Relationships>
</file>

<file path=ppt/slideLayouts/_rels/slideLayout1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172610b72843fa" /></Relationships>
</file>

<file path=ppt/slideLayouts/_rels/slideLayout1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c121f30d004633" /></Relationships>
</file>

<file path=ppt/slideLayouts/_rels/slideLayout1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972bee802c84b9c" /></Relationships>
</file>

<file path=ppt/slideLayouts/_rels/slideLayout1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bd7e10e5334400" /></Relationships>
</file>

<file path=ppt/slideLayouts/_rels/slideLayout1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a5ad2b44204127" /></Relationships>
</file>

<file path=ppt/slideLayouts/_rels/slideLayout1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a1518d960034b72" /></Relationships>
</file>

<file path=ppt/slideLayouts/_rels/slideLayout1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5951ba3a884613" /></Relationships>
</file>

<file path=ppt/slideLayouts/_rels/slideLayout1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4bade36a8a4138" /></Relationships>
</file>

<file path=ppt/slideLayouts/_rels/slideLayout1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2b6a251ecaf4615" /></Relationships>
</file>

<file path=ppt/slideLayouts/_rels/slideLayout1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937d4faae943cc" /></Relationships>
</file>

<file path=ppt/slideLayouts/_rels/slideLayout1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3d2d59acec438b" /></Relationships>
</file>

<file path=ppt/slideLayouts/_rels/slideLayout1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b27324567d4681" /></Relationships>
</file>

<file path=ppt/slideLayouts/_rels/slideLayout1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ea3b871f6494dca" /></Relationships>
</file>

<file path=ppt/slideLayouts/_rels/slideLayout1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87199f11dfe4a3b" /></Relationships>
</file>

<file path=ppt/slideLayouts/_rels/slideLayout1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231c79034394cf3" /></Relationships>
</file>

<file path=ppt/slideLayouts/_rels/slideLayout1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c12cebe640e4034" /></Relationships>
</file>

<file path=ppt/slideLayouts/_rels/slideLayout1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33309edc9c42b3" /></Relationships>
</file>

<file path=ppt/slideLayouts/_rels/slideLayout1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e3868b3b084e57" /></Relationships>
</file>

<file path=ppt/slideLayouts/_rels/slideLayout1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41fc1782bce42dc" /></Relationships>
</file>

<file path=ppt/slideLayouts/_rels/slideLayout1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fa4b182357482f" /></Relationships>
</file>

<file path=ppt/slideLayouts/_rels/slideLayout1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9885fe1a234cb6" /></Relationships>
</file>

<file path=ppt/slideLayouts/_rels/slideLayout1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48a545288546c7" /></Relationships>
</file>

<file path=ppt/slideLayouts/_rels/slideLayout1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9ac574af2848e3" /></Relationships>
</file>

<file path=ppt/slideLayouts/_rels/slideLayout1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f117c90f81483f" /></Relationships>
</file>

<file path=ppt/slideLayouts/_rels/slideLayout1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0a234ce1374bde" /></Relationships>
</file>

<file path=ppt/slideLayouts/_rels/slideLayout1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bdf218c7934662" /></Relationships>
</file>

<file path=ppt/slideLayouts/_rels/slideLayout1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beaf24c26c497e" /></Relationships>
</file>

<file path=ppt/slideLayouts/_rels/slideLayout1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0ffeeb829e4b0a" /></Relationships>
</file>

<file path=ppt/slideLayouts/_rels/slideLayout1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c03f96c6fc6441c" /></Relationships>
</file>

<file path=ppt/slideLayouts/_rels/slideLayout1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da4e54043449b9" /></Relationships>
</file>

<file path=ppt/slideLayouts/_rels/slideLayout1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8d10aac8094c98" /></Relationships>
</file>

<file path=ppt/slideLayouts/_rels/slideLayout1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d1aed4b9ff4997" /></Relationships>
</file>

<file path=ppt/slideLayouts/_rels/slideLayout1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5253f553084459" /></Relationships>
</file>

<file path=ppt/slideLayouts/_rels/slideLayout1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a286c04e584be6" /></Relationships>
</file>

<file path=ppt/slideLayouts/_rels/slideLayout1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dc857f762554f24" /></Relationships>
</file>

<file path=ppt/slideLayouts/_rels/slideLayout1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85b9e4e18a4483" /></Relationships>
</file>

<file path=ppt/slideLayouts/_rels/slideLayout1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f38e89c6c54fc7" /></Relationships>
</file>

<file path=ppt/slideLayouts/_rels/slideLayout1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0f838025f448ba" /></Relationships>
</file>

<file path=ppt/slideLayouts/_rels/slideLayout1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f9b3a1408e64d69" /></Relationships>
</file>

<file path=ppt/slideLayouts/_rels/slideLayout2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9c0bd456db4d39" /></Relationships>
</file>

<file path=ppt/slideLayouts/_rels/slideLayout2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951e42f4724ba0" /></Relationships>
</file>

<file path=ppt/slideLayouts/_rels/slideLayout2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19ec9cd55141e9" /></Relationships>
</file>

<file path=ppt/slideLayouts/_rels/slideLayout2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8435597d4b474e" /></Relationships>
</file>

<file path=ppt/slideLayouts/_rels/slideLayout2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2f1276dd104818" /></Relationships>
</file>

<file path=ppt/slideLayouts/_rels/slideLayout2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25371211064716" /></Relationships>
</file>

<file path=ppt/slideLayouts/_rels/slideLayout2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44992b7491487f" /></Relationships>
</file>

<file path=ppt/slideLayouts/_rels/slideLayout2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675bf029ff04c62" /></Relationships>
</file>

<file path=ppt/slideLayouts/_rels/slideLayout2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f100eb666d45b4" /></Relationships>
</file>

<file path=ppt/slideLayouts/_rels/slideLayout2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6b2bd7714d4f43" /></Relationships>
</file>

<file path=ppt/slideLayouts/_rels/slideLayout2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55e4030d5504047" /></Relationships>
</file>

<file path=ppt/slideLayouts/_rels/slideLayout2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76f269cbf448ec" /></Relationships>
</file>

<file path=ppt/slideLayouts/_rels/slideLayout2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a9b9f7f4f54e2e" /></Relationships>
</file>

<file path=ppt/slideLayouts/_rels/slideLayout2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df4cf4211a46f3" /></Relationships>
</file>

<file path=ppt/slideLayouts/_rels/slideLayout2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8cd6f8a626d4a79" /></Relationships>
</file>

<file path=ppt/slideLayouts/_rels/slideLayout2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34c5ade2b040bb" /></Relationships>
</file>

<file path=ppt/slideLayouts/_rels/slideLayout2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6683c2a4186435c" /></Relationships>
</file>

<file path=ppt/slideLayouts/_rels/slideLayout2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57ebd81f554e8f" /></Relationships>
</file>

<file path=ppt/slideLayouts/_rels/slideLayout2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fda4d691fe4a9d" /></Relationships>
</file>

<file path=ppt/slideLayouts/_rels/slideLayout2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52979547aed4277" /></Relationships>
</file>

<file path=ppt/slideLayouts/_rels/slideLayout2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445027272f47c5" /></Relationships>
</file>

<file path=ppt/slideLayouts/_rels/slideLayout2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c86d8d837f04f6d" /></Relationships>
</file>

<file path=ppt/slideLayouts/_rels/slideLayout2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38102d5dfe47ce" /></Relationships>
</file>

<file path=ppt/slideLayouts/_rels/slideLayout2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135617640a4bb0" /></Relationships>
</file>

<file path=ppt/slideLayouts/_rels/slideLayout2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687ecd31c674f22" /></Relationships>
</file>

<file path=ppt/slideLayouts/_rels/slideLayout2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1a8db8352114dab" /></Relationships>
</file>

<file path=ppt/slideLayouts/_rels/slideLayout2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ffcad373b3440c" /></Relationships>
</file>

<file path=ppt/slideLayouts/_rels/slideLayout2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407b37c34a453a" /></Relationships>
</file>

<file path=ppt/slideLayouts/_rels/slideLayout2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3acdd0e2ed45d0" /></Relationships>
</file>

<file path=ppt/slideLayouts/_rels/slideLayout2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b3b73c28a54707" /></Relationships>
</file>

<file path=ppt/slideLayouts/_rels/slideLayout2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b52e2546644bf6" /></Relationships>
</file>

<file path=ppt/slideLayouts/_rels/slideLayout2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ea4af653c84829" /></Relationships>
</file>

<file path=ppt/slideLayouts/_rels/slideLayout2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dea71e40034dc2" /></Relationships>
</file>

<file path=ppt/slideLayouts/_rels/slideLayout2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72749a8f8e948f7" /></Relationships>
</file>

<file path=ppt/slideLayouts/_rels/slideLayout2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5925b80a9d496b" /></Relationships>
</file>

<file path=ppt/slideLayouts/slideLayout1.xml><?xml version="1.0" encoding="utf-8"?>
<p:sldLayout xmlns:p="http://schemas.openxmlformats.org/presentationml/2006/main" preserve="1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Blank slide" type="blank">
  <p:cSld name="Blank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Section header 1">
  <p:cSld name="Section header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7" name="Google Shape;1257;p33">
            <a:extLst xmlns:a="http://schemas.openxmlformats.org/drawingml/2006/main">
              <a:ext uri="{FF2B5EF4-FFF2-40B4-BE49-F238E27FC236}">
                <a16:creationId xmlns:a16="http://schemas.microsoft.com/office/drawing/2014/main" id="{2F96415F-CD0A-41D0-AB9C-C53C7E33F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39449" y="3002440"/>
            <a:ext cx="4702800" cy="177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58" name="Google Shape;1258;p33">
            <a:extLst xmlns:a="http://schemas.openxmlformats.org/drawingml/2006/main">
              <a:ext uri="{FF2B5EF4-FFF2-40B4-BE49-F238E27FC236}">
                <a16:creationId xmlns:a16="http://schemas.microsoft.com/office/drawing/2014/main" id="{EBE21DC3-D87D-451E-908A-0F4326EDB55C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3839433" y="1323640"/>
            <a:ext cx="2088800" cy="144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rgbClr val="3F454F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2pPr>
            <a:lvl3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3pPr>
            <a:lvl4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4pPr>
            <a:lvl5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5pPr>
            <a:lvl6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6pPr>
            <a:lvl7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7pPr>
            <a:lvl8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8pPr>
            <a:lvl9pPr>
              <a:spcBef>
                <a:spcPts val="0"/>
              </a:spcBef>
              <a:spcAft>
                <a:spcPts val="0"/>
              </a:spcAft>
              <a:buSzPts val="12000"/>
              <a:buFont typeface="Montserrat Light"/>
              <a:buNone/>
              <a:defRPr sz="16000">
                <a:latin typeface="Montserrat Light"/>
                <a:ea typeface="Montserrat Light"/>
                <a:cs typeface="Montserrat Light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259" name="Google Shape;1259;p33">
            <a:extLst xmlns:a="http://schemas.openxmlformats.org/drawingml/2006/main">
              <a:ext uri="{FF2B5EF4-FFF2-40B4-BE49-F238E27FC236}">
                <a16:creationId xmlns:a16="http://schemas.microsoft.com/office/drawing/2014/main" id="{3D5E204D-A166-400D-A049-2F32C40D37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39449" y="5019631"/>
            <a:ext cx="3185600" cy="77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Roboto Condensed"/>
              <a:buNone/>
              <a:defRPr sz="3067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</a:defRPr>
            </a:lvl9pPr>
          </a:lstStyle>
          <a:p xmlns:a="http://schemas.openxmlformats.org/drawingml/2006/main">
            <a:endParaRPr/>
          </a:p>
        </p:txBody>
      </p:sp>
      <p:cxnSp>
        <p:nvCxnSpPr>
          <p:cNvPr id="1276" name="Google Shape;1260;p33"/>
          <p:cNvCxnSpPr/>
          <p:nvPr/>
        </p:nvCxnSpPr>
        <p:spPr>
          <a:xfrm xmlns:a="http://schemas.openxmlformats.org/drawingml/2006/main" rot="10800000">
            <a:off x="3971184" y="2820651"/>
            <a:ext cx="8220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4.xml><?xml version="1.0" encoding="utf-8"?>
<p:sldLayout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9;p2">
            <a:extLst xmlns:a="http://schemas.openxmlformats.org/drawingml/2006/main">
              <a:ext uri="{FF2B5EF4-FFF2-40B4-BE49-F238E27FC236}">
                <a16:creationId xmlns:a16="http://schemas.microsoft.com/office/drawing/2014/main" id="{90FD6B1D-6012-41D5-A54B-6645C215508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926600" y="1658100"/>
            <a:ext cx="6328400" cy="273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 xmlns:a="http://schemas.openxmlformats.org/drawingml/2006/main">
            <a:endParaRPr/>
          </a:p>
        </p:txBody>
      </p:sp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0A1F4081-0714-4830-AB4A-1AD9C186E1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01267" y="4394900"/>
            <a:ext cx="4389600" cy="105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latin typeface="Nunito"/>
                <a:ea typeface="Nunito"/>
                <a:cs typeface="Nunit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and text 3">
  <p:cSld name="Title and text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1" name="Google Shape;1161;p30">
            <a:extLst xmlns:a="http://schemas.openxmlformats.org/drawingml/2006/main">
              <a:ext uri="{FF2B5EF4-FFF2-40B4-BE49-F238E27FC236}">
                <a16:creationId xmlns:a16="http://schemas.microsoft.com/office/drawing/2014/main" id="{D6EA95A7-FB20-48A4-A769-D0B455FB18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7280" y="2522580"/>
            <a:ext cx="4553520" cy="218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9466">
                <a:latin typeface="Bahnschrift SemiBold Condensed"/>
                <a:ea typeface="Bahnschrift SemiBold Condensed"/>
                <a:cs typeface="Bahnschrift SemiBold Condensed"/>
              </a:defRPr>
            </a:lvl1pPr>
            <a:lvl2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algn="r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 xmlns:a="http://schemas.openxmlformats.org/drawingml/2006/main">
            <a:endParaRPr/>
          </a:p>
        </p:txBody>
      </p:sp>
      <p:sp>
        <p:nvSpPr>
          <p:cNvPr id="1162" name="Google Shape;1162;p30">
            <a:extLst xmlns:a="http://schemas.openxmlformats.org/drawingml/2006/main">
              <a:ext uri="{FF2B5EF4-FFF2-40B4-BE49-F238E27FC236}">
                <a16:creationId xmlns:a16="http://schemas.microsoft.com/office/drawing/2014/main" id="{199B9BF5-5D93-417D-ABAC-C996820800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39433" y="2586565"/>
            <a:ext cx="4701600" cy="218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Nunito"/>
                <a:ea typeface="Nunito"/>
                <a:cs typeface="Nunito"/>
              </a:defRPr>
            </a:lvl1pPr>
            <a:lvl2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cxnSp>
        <p:nvCxnSpPr>
          <p:cNvPr id="1175" name="Google Shape;1163;p30"/>
          <p:cNvCxnSpPr/>
          <p:nvPr/>
        </p:nvCxnSpPr>
        <p:spPr>
          <a:xfrm xmlns:a="http://schemas.openxmlformats.org/drawingml/2006/main">
            <a:off x="6096000" y="-162400"/>
            <a:ext cx="0" cy="5014000"/>
          </a:xfrm>
          <a:prstGeom xmlns:a="http://schemas.openxmlformats.org/drawingml/2006/main" prst="straightConnector1">
            <a:avLst/>
          </a:prstGeom>
          <a:ln xmlns:a="http://schemas.openxmlformats.org/drawingml/2006/main" w="28575" cap="flat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</p:sldLayout>
</file>

<file path=ppt/slideLayouts/slideLayout6.xml><?xml version="1.0" encoding="utf-8"?>
<p:sldLayout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5C30B42-31EB-4799-AC3E-CBB9D97151D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ull Backgour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ADCFAF8D-3DB7-4A27-B9E7-E57885B1D56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Cover Page_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9086015-4857-44A6-BF76-194CF6EC5C5A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7472362" y="1784350"/>
            <a:ext cx="3321050" cy="3311526"/>
          </a:xfrm>
          <a:custGeom xmlns:a="http://schemas.openxmlformats.org/drawingml/2006/main">
            <a:gdLst>
              <a:gd name="connsiteX0" fmla="*/ 1660525 w 3321050"/>
              <a:gd name="connsiteY0" fmla="*/ 0 h 3311526"/>
              <a:gd name="connsiteX1" fmla="*/ 3321050 w 3321050"/>
              <a:gd name="connsiteY1" fmla="*/ 1655763 h 3311526"/>
              <a:gd name="connsiteX2" fmla="*/ 1660525 w 3321050"/>
              <a:gd name="connsiteY2" fmla="*/ 3311526 h 3311526"/>
              <a:gd name="connsiteX3" fmla="*/ 0 w 3321050"/>
              <a:gd name="connsiteY3" fmla="*/ 1655763 h 3311526"/>
              <a:gd name="connsiteX4" fmla="*/ 1660525 w 3321050"/>
              <a:gd name="connsiteY4" fmla="*/ 0 h 3311526"/>
            </a:gdLst>
            <a:rect l="l" t="t" r="r" b="b"/>
            <a:pathLst>
              <a:path w="3321050" h="3311526">
                <a:moveTo>
                  <a:pt x="1660525" y="0"/>
                </a:moveTo>
                <a:cubicBezTo>
                  <a:pt x="2577608" y="0"/>
                  <a:pt x="3321050" y="741310"/>
                  <a:pt x="3321050" y="1655763"/>
                </a:cubicBezTo>
                <a:cubicBezTo>
                  <a:pt x="3321050" y="2570216"/>
                  <a:pt x="2577608" y="3311526"/>
                  <a:pt x="1660525" y="3311526"/>
                </a:cubicBezTo>
                <a:cubicBezTo>
                  <a:pt x="743442" y="3311526"/>
                  <a:pt x="0" y="2570216"/>
                  <a:pt x="0" y="1655763"/>
                </a:cubicBezTo>
                <a:cubicBezTo>
                  <a:pt x="0" y="741310"/>
                  <a:pt x="743442" y="0"/>
                  <a:pt x="166052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>
              <a:buNone/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pPr marL="0" lvl="0" indent="0" algn="ctr">
              <a:buNone/>
            </a:pPr>
            <a:r>
              <a:t>Image </a:t>
            </a:r>
            <a:r>
              <a:t>placholder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Welcome Massage_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A6F19C91-6B85-40AB-8650-E069A7788EA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Welcome Massage_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67BB1EF-1330-478E-A8C1-AE1A6159C80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16725" y="781050"/>
            <a:ext cx="4543560" cy="5270530"/>
          </a:xfrm>
          <a:custGeom xmlns:a="http://schemas.openxmlformats.org/drawingml/2006/main">
            <a:gdLst>
              <a:gd name="connsiteX0" fmla="*/ 0 w 4543560"/>
              <a:gd name="connsiteY0" fmla="*/ 0 h 5270530"/>
              <a:gd name="connsiteX1" fmla="*/ 4543560 w 4543560"/>
              <a:gd name="connsiteY1" fmla="*/ 2635265 h 5270530"/>
              <a:gd name="connsiteX2" fmla="*/ 0 w 4543560"/>
              <a:gd name="connsiteY2" fmla="*/ 5270530 h 5270530"/>
            </a:gdLst>
            <a:rect l="l" t="t" r="r" b="b"/>
            <a:pathLst>
              <a:path w="4543560" h="5270530">
                <a:moveTo>
                  <a:pt x="0" y="0"/>
                </a:moveTo>
                <a:lnTo>
                  <a:pt x="4543560" y="2635265"/>
                </a:lnTo>
                <a:lnTo>
                  <a:pt x="0" y="527053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Cover Page_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EFFA0AB-A2A2-4D2D-9E13-225D66D1818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213725" y="1508126"/>
            <a:ext cx="3727450" cy="3711575"/>
          </a:xfrm>
          <a:custGeom xmlns:a="http://schemas.openxmlformats.org/drawingml/2006/main">
            <a:gdLst>
              <a:gd name="connsiteX0" fmla="*/ 12700 w 3727450"/>
              <a:gd name="connsiteY0" fmla="*/ 0 h 3711575"/>
              <a:gd name="connsiteX1" fmla="*/ 1873250 w 3727450"/>
              <a:gd name="connsiteY1" fmla="*/ 0 h 3711575"/>
              <a:gd name="connsiteX2" fmla="*/ 3727450 w 3727450"/>
              <a:gd name="connsiteY2" fmla="*/ 1849438 h 3711575"/>
              <a:gd name="connsiteX3" fmla="*/ 1860550 w 3727450"/>
              <a:gd name="connsiteY3" fmla="*/ 3711575 h 3711575"/>
              <a:gd name="connsiteX4" fmla="*/ 0 w 3727450"/>
              <a:gd name="connsiteY4" fmla="*/ 3711575 h 3711575"/>
              <a:gd name="connsiteX5" fmla="*/ 1866900 w 3727450"/>
              <a:gd name="connsiteY5" fmla="*/ 1849438 h 3711575"/>
            </a:gdLst>
            <a:rect l="l" t="t" r="r" b="b"/>
            <a:pathLst>
              <a:path w="3727450" h="3711575">
                <a:moveTo>
                  <a:pt x="12700" y="0"/>
                </a:moveTo>
                <a:lnTo>
                  <a:pt x="1873250" y="0"/>
                </a:lnTo>
                <a:lnTo>
                  <a:pt x="3727450" y="1849438"/>
                </a:lnTo>
                <a:lnTo>
                  <a:pt x="1860550" y="3711575"/>
                </a:lnTo>
                <a:lnTo>
                  <a:pt x="0" y="3711575"/>
                </a:lnTo>
                <a:lnTo>
                  <a:pt x="1866900" y="184943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userDrawn="1">
  <p:cSld name="Logo Page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30DE225-C75E-4229-8C15-BF8E5AC51A9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userDrawn="1">
  <p:cSld name="Cover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6EC19B0-A034-4D9A-8F56-E5749CD103E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userDrawn="1">
  <p:cSld name="Cover Page-2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B5DBD09-BD5D-432F-AA4D-68F3A65FC55A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Welcome Massage_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7D97614-7458-415A-9C5F-F91FEE35F00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017588" y="1082675"/>
            <a:ext cx="4705350" cy="4692650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Welcome Massage_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F94BC39-3699-416B-953F-57E04CAC860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353050" y="0"/>
            <a:ext cx="6870700" cy="4113212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Welcome Massage_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BEC15D8-B874-4970-829C-412D611AC521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4846638" y="1081088"/>
            <a:ext cx="4916488" cy="5776912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Welcome Massage_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9ACD7D3-FA24-4BDE-A6C7-91C0B42E0E5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622425" y="2098675"/>
            <a:ext cx="1924050" cy="2181225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Welcome Massage_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25E3E4C-92F2-4995-B7B2-96413311684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8174" y="1654175"/>
            <a:ext cx="3559175" cy="5205413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Welcome Massage_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504A68D-DAF0-4D7A-8373-3FB85116C8F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88125" y="646113"/>
            <a:ext cx="4716463" cy="6196013"/>
          </a:xfrm>
          <a:custGeom xmlns:a="http://schemas.openxmlformats.org/drawingml/2006/main">
            <a:gdLst>
              <a:gd name="connsiteX0" fmla="*/ 0 w 4705350"/>
              <a:gd name="connsiteY0" fmla="*/ 0 h 4692650"/>
              <a:gd name="connsiteX1" fmla="*/ 4705350 w 4705350"/>
              <a:gd name="connsiteY1" fmla="*/ 0 h 4692650"/>
              <a:gd name="connsiteX2" fmla="*/ 4705350 w 4705350"/>
              <a:gd name="connsiteY2" fmla="*/ 4692650 h 4692650"/>
              <a:gd name="connsiteX3" fmla="*/ 0 w 4705350"/>
              <a:gd name="connsiteY3" fmla="*/ 4692650 h 4692650"/>
            </a:gdLst>
            <a:rect l="l" t="t" r="r" b="b"/>
            <a:pathLst>
              <a:path w="4705350" h="4692650">
                <a:moveTo>
                  <a:pt x="0" y="0"/>
                </a:moveTo>
                <a:lnTo>
                  <a:pt x="4705350" y="0"/>
                </a:lnTo>
                <a:lnTo>
                  <a:pt x="4705350" y="4692650"/>
                </a:lnTo>
                <a:lnTo>
                  <a:pt x="0" y="46926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F07B64D-E830-4303-9420-E669E331FDD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userDrawn="1">
  <p:cSld name="01_ Cover Slide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 userDrawn="1">
  <p:cSld name="About U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F49C688-5C4E-4BF2-8C26-CCE9C3709B0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920260" y="1"/>
            <a:ext cx="6271741" cy="2271713"/>
          </a:xfrm>
          <a:custGeom xmlns:a="http://schemas.openxmlformats.org/drawingml/2006/main">
            <a:gdLst>
              <a:gd name="connsiteX0" fmla="*/ 0 w 6271741"/>
              <a:gd name="connsiteY0" fmla="*/ 0 h 2271713"/>
              <a:gd name="connsiteX1" fmla="*/ 6271741 w 6271741"/>
              <a:gd name="connsiteY1" fmla="*/ 0 h 2271713"/>
              <a:gd name="connsiteX2" fmla="*/ 6271741 w 6271741"/>
              <a:gd name="connsiteY2" fmla="*/ 2271713 h 2271713"/>
              <a:gd name="connsiteX3" fmla="*/ 1438520 w 6271741"/>
              <a:gd name="connsiteY3" fmla="*/ 2271713 h 2271713"/>
            </a:gdLst>
            <a:rect l="l" t="t" r="r" b="b"/>
            <a:pathLst>
              <a:path w="6271741" h="2271713">
                <a:moveTo>
                  <a:pt x="0" y="0"/>
                </a:moveTo>
                <a:lnTo>
                  <a:pt x="6271741" y="0"/>
                </a:lnTo>
                <a:lnTo>
                  <a:pt x="6271741" y="2271713"/>
                </a:lnTo>
                <a:lnTo>
                  <a:pt x="1438520" y="227171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userDrawn="1">
  <p:cSld name="About U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D7D141B-757B-42B0-853B-30151342DF4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837113" y="0"/>
            <a:ext cx="7354888" cy="6858000"/>
          </a:xfrm>
          <a:custGeom xmlns:a="http://schemas.openxmlformats.org/drawingml/2006/main">
            <a:gdLst>
              <a:gd name="connsiteX0" fmla="*/ 0 w 7354888"/>
              <a:gd name="connsiteY0" fmla="*/ 0 h 6858000"/>
              <a:gd name="connsiteX1" fmla="*/ 7354888 w 7354888"/>
              <a:gd name="connsiteY1" fmla="*/ 0 h 6858000"/>
              <a:gd name="connsiteX2" fmla="*/ 7354888 w 7354888"/>
              <a:gd name="connsiteY2" fmla="*/ 6858000 h 6858000"/>
              <a:gd name="connsiteX3" fmla="*/ 5605463 w 7354888"/>
              <a:gd name="connsiteY3" fmla="*/ 6858000 h 6858000"/>
              <a:gd name="connsiteX4" fmla="*/ 3611563 w 7354888"/>
              <a:gd name="connsiteY4" fmla="*/ 4418013 h 6858000"/>
              <a:gd name="connsiteX5" fmla="*/ 2830513 w 7354888"/>
              <a:gd name="connsiteY5" fmla="*/ 3455988 h 6858000"/>
            </a:gdLst>
            <a:rect l="l" t="t" r="r" b="b"/>
            <a:pathLst>
              <a:path w="7354888" h="6858000">
                <a:moveTo>
                  <a:pt x="0" y="0"/>
                </a:moveTo>
                <a:lnTo>
                  <a:pt x="7354888" y="0"/>
                </a:lnTo>
                <a:lnTo>
                  <a:pt x="7354888" y="6858000"/>
                </a:lnTo>
                <a:lnTo>
                  <a:pt x="5605463" y="6858000"/>
                </a:lnTo>
                <a:lnTo>
                  <a:pt x="3611563" y="4418013"/>
                </a:lnTo>
                <a:lnTo>
                  <a:pt x="2830513" y="345598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userDrawn="1">
  <p:cSld name="About U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DCCE71A-D3EB-47FB-A4DF-ABEC6A9E992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1" y="850899"/>
            <a:ext cx="6829736" cy="5156200"/>
          </a:xfrm>
          <a:custGeom xmlns:a="http://schemas.openxmlformats.org/drawingml/2006/main">
            <a:gdLst>
              <a:gd name="connsiteX0" fmla="*/ 0 w 6829736"/>
              <a:gd name="connsiteY0" fmla="*/ 0 h 5156200"/>
              <a:gd name="connsiteX1" fmla="*/ 4255168 w 6829736"/>
              <a:gd name="connsiteY1" fmla="*/ 0 h 5156200"/>
              <a:gd name="connsiteX2" fmla="*/ 6829736 w 6829736"/>
              <a:gd name="connsiteY2" fmla="*/ 2578100 h 5156200"/>
              <a:gd name="connsiteX3" fmla="*/ 4255168 w 6829736"/>
              <a:gd name="connsiteY3" fmla="*/ 5156200 h 5156200"/>
              <a:gd name="connsiteX4" fmla="*/ 0 w 6829736"/>
              <a:gd name="connsiteY4" fmla="*/ 5156200 h 5156200"/>
              <a:gd name="connsiteX5" fmla="*/ 0 w 6829736"/>
              <a:gd name="connsiteY5" fmla="*/ 4309133 h 5156200"/>
              <a:gd name="connsiteX6" fmla="*/ 4110979 w 6829736"/>
              <a:gd name="connsiteY6" fmla="*/ 4309133 h 5156200"/>
              <a:gd name="connsiteX7" fmla="*/ 4244904 w 6829736"/>
              <a:gd name="connsiteY7" fmla="*/ 4301564 h 5156200"/>
              <a:gd name="connsiteX8" fmla="*/ 4289047 w 6829736"/>
              <a:gd name="connsiteY8" fmla="*/ 4299346 h 5156200"/>
              <a:gd name="connsiteX9" fmla="*/ 4291992 w 6829736"/>
              <a:gd name="connsiteY9" fmla="*/ 4298903 h 5156200"/>
              <a:gd name="connsiteX10" fmla="*/ 4310679 w 6829736"/>
              <a:gd name="connsiteY10" fmla="*/ 4297847 h 5156200"/>
              <a:gd name="connsiteX11" fmla="*/ 4403839 w 6829736"/>
              <a:gd name="connsiteY11" fmla="*/ 4282083 h 5156200"/>
              <a:gd name="connsiteX12" fmla="*/ 4463363 w 6829736"/>
              <a:gd name="connsiteY12" fmla="*/ 4273132 h 5156200"/>
              <a:gd name="connsiteX13" fmla="*/ 4477059 w 6829736"/>
              <a:gd name="connsiteY13" fmla="*/ 4269693 h 5156200"/>
              <a:gd name="connsiteX14" fmla="*/ 4505897 w 6829736"/>
              <a:gd name="connsiteY14" fmla="*/ 4264814 h 5156200"/>
              <a:gd name="connsiteX15" fmla="*/ 4579601 w 6829736"/>
              <a:gd name="connsiteY15" fmla="*/ 4243950 h 5156200"/>
              <a:gd name="connsiteX16" fmla="*/ 4633163 w 6829736"/>
              <a:gd name="connsiteY16" fmla="*/ 4230504 h 5156200"/>
              <a:gd name="connsiteX17" fmla="*/ 4657225 w 6829736"/>
              <a:gd name="connsiteY17" fmla="*/ 4221978 h 5156200"/>
              <a:gd name="connsiteX18" fmla="*/ 4695048 w 6829736"/>
              <a:gd name="connsiteY18" fmla="*/ 4211271 h 5156200"/>
              <a:gd name="connsiteX19" fmla="*/ 4752610 w 6829736"/>
              <a:gd name="connsiteY19" fmla="*/ 4188179 h 5156200"/>
              <a:gd name="connsiteX20" fmla="*/ 4797335 w 6829736"/>
              <a:gd name="connsiteY20" fmla="*/ 4172331 h 5156200"/>
              <a:gd name="connsiteX21" fmla="*/ 4831361 w 6829736"/>
              <a:gd name="connsiteY21" fmla="*/ 4156586 h 5156200"/>
              <a:gd name="connsiteX22" fmla="*/ 4876548 w 6829736"/>
              <a:gd name="connsiteY22" fmla="*/ 4138458 h 5156200"/>
              <a:gd name="connsiteX23" fmla="*/ 4919589 w 6829736"/>
              <a:gd name="connsiteY23" fmla="*/ 4115759 h 5156200"/>
              <a:gd name="connsiteX24" fmla="*/ 4954766 w 6829736"/>
              <a:gd name="connsiteY24" fmla="*/ 4099482 h 5156200"/>
              <a:gd name="connsiteX25" fmla="*/ 4998509 w 6829736"/>
              <a:gd name="connsiteY25" fmla="*/ 4074140 h 5156200"/>
              <a:gd name="connsiteX26" fmla="*/ 5048814 w 6829736"/>
              <a:gd name="connsiteY26" fmla="*/ 4047611 h 5156200"/>
              <a:gd name="connsiteX27" fmla="*/ 5078729 w 6829736"/>
              <a:gd name="connsiteY27" fmla="*/ 4027666 h 5156200"/>
              <a:gd name="connsiteX28" fmla="*/ 5104344 w 6829736"/>
              <a:gd name="connsiteY28" fmla="*/ 4012826 h 5156200"/>
              <a:gd name="connsiteX29" fmla="*/ 5158212 w 6829736"/>
              <a:gd name="connsiteY29" fmla="*/ 3974672 h 5156200"/>
              <a:gd name="connsiteX30" fmla="*/ 5210261 w 6829736"/>
              <a:gd name="connsiteY30" fmla="*/ 3939970 h 5156200"/>
              <a:gd name="connsiteX31" fmla="*/ 5228544 w 6829736"/>
              <a:gd name="connsiteY31" fmla="*/ 3924857 h 5156200"/>
              <a:gd name="connsiteX32" fmla="*/ 5244956 w 6829736"/>
              <a:gd name="connsiteY32" fmla="*/ 3913233 h 5156200"/>
              <a:gd name="connsiteX33" fmla="*/ 5312277 w 6829736"/>
              <a:gd name="connsiteY33" fmla="*/ 3855646 h 5156200"/>
              <a:gd name="connsiteX34" fmla="*/ 5359307 w 6829736"/>
              <a:gd name="connsiteY34" fmla="*/ 3816771 h 5156200"/>
              <a:gd name="connsiteX35" fmla="*/ 5367639 w 6829736"/>
              <a:gd name="connsiteY35" fmla="*/ 3808287 h 5156200"/>
              <a:gd name="connsiteX36" fmla="*/ 5375490 w 6829736"/>
              <a:gd name="connsiteY36" fmla="*/ 3801571 h 5156200"/>
              <a:gd name="connsiteX37" fmla="*/ 5488762 w 6829736"/>
              <a:gd name="connsiteY37" fmla="*/ 3684960 h 5156200"/>
              <a:gd name="connsiteX38" fmla="*/ 5494366 w 6829736"/>
              <a:gd name="connsiteY38" fmla="*/ 3679254 h 5156200"/>
              <a:gd name="connsiteX39" fmla="*/ 5494661 w 6829736"/>
              <a:gd name="connsiteY39" fmla="*/ 3678887 h 5156200"/>
              <a:gd name="connsiteX40" fmla="*/ 5488762 w 6829736"/>
              <a:gd name="connsiteY40" fmla="*/ 3684960 h 5156200"/>
              <a:gd name="connsiteX41" fmla="*/ 5367639 w 6829736"/>
              <a:gd name="connsiteY41" fmla="*/ 3808287 h 5156200"/>
              <a:gd name="connsiteX42" fmla="*/ 5312277 w 6829736"/>
              <a:gd name="connsiteY42" fmla="*/ 3855646 h 5156200"/>
              <a:gd name="connsiteX43" fmla="*/ 5228544 w 6829736"/>
              <a:gd name="connsiteY43" fmla="*/ 3924857 h 5156200"/>
              <a:gd name="connsiteX44" fmla="*/ 5158212 w 6829736"/>
              <a:gd name="connsiteY44" fmla="*/ 3974672 h 5156200"/>
              <a:gd name="connsiteX45" fmla="*/ 5078729 w 6829736"/>
              <a:gd name="connsiteY45" fmla="*/ 4027666 h 5156200"/>
              <a:gd name="connsiteX46" fmla="*/ 4998509 w 6829736"/>
              <a:gd name="connsiteY46" fmla="*/ 4074140 h 5156200"/>
              <a:gd name="connsiteX47" fmla="*/ 4919589 w 6829736"/>
              <a:gd name="connsiteY47" fmla="*/ 4115759 h 5156200"/>
              <a:gd name="connsiteX48" fmla="*/ 4831361 w 6829736"/>
              <a:gd name="connsiteY48" fmla="*/ 4156586 h 5156200"/>
              <a:gd name="connsiteX49" fmla="*/ 4752610 w 6829736"/>
              <a:gd name="connsiteY49" fmla="*/ 4188179 h 5156200"/>
              <a:gd name="connsiteX50" fmla="*/ 4657225 w 6829736"/>
              <a:gd name="connsiteY50" fmla="*/ 4221978 h 5156200"/>
              <a:gd name="connsiteX51" fmla="*/ 4579601 w 6829736"/>
              <a:gd name="connsiteY51" fmla="*/ 4243950 h 5156200"/>
              <a:gd name="connsiteX52" fmla="*/ 4477059 w 6829736"/>
              <a:gd name="connsiteY52" fmla="*/ 4269693 h 5156200"/>
              <a:gd name="connsiteX53" fmla="*/ 4403839 w 6829736"/>
              <a:gd name="connsiteY53" fmla="*/ 4282083 h 5156200"/>
              <a:gd name="connsiteX54" fmla="*/ 4291992 w 6829736"/>
              <a:gd name="connsiteY54" fmla="*/ 4298903 h 5156200"/>
              <a:gd name="connsiteX55" fmla="*/ 4244904 w 6829736"/>
              <a:gd name="connsiteY55" fmla="*/ 4301564 h 5156200"/>
              <a:gd name="connsiteX56" fmla="*/ 4111328 w 6829736"/>
              <a:gd name="connsiteY56" fmla="*/ 4308277 h 5156200"/>
              <a:gd name="connsiteX57" fmla="*/ 0 w 6829736"/>
              <a:gd name="connsiteY57" fmla="*/ 4308277 h 5156200"/>
              <a:gd name="connsiteX58" fmla="*/ 0 w 6829736"/>
              <a:gd name="connsiteY58" fmla="*/ 847924 h 5156200"/>
              <a:gd name="connsiteX59" fmla="*/ 4194645 w 6829736"/>
              <a:gd name="connsiteY59" fmla="*/ 847924 h 5156200"/>
              <a:gd name="connsiteX60" fmla="*/ 4326816 w 6829736"/>
              <a:gd name="connsiteY60" fmla="*/ 854602 h 5156200"/>
              <a:gd name="connsiteX61" fmla="*/ 4374375 w 6829736"/>
              <a:gd name="connsiteY61" fmla="*/ 857305 h 5156200"/>
              <a:gd name="connsiteX62" fmla="*/ 4483788 w 6829736"/>
              <a:gd name="connsiteY62" fmla="*/ 874013 h 5156200"/>
              <a:gd name="connsiteX63" fmla="*/ 4556629 w 6829736"/>
              <a:gd name="connsiteY63" fmla="*/ 886550 h 5156200"/>
              <a:gd name="connsiteX64" fmla="*/ 4655935 w 6829736"/>
              <a:gd name="connsiteY64" fmla="*/ 912099 h 5156200"/>
              <a:gd name="connsiteX65" fmla="*/ 4732358 w 6829736"/>
              <a:gd name="connsiteY65" fmla="*/ 934329 h 5156200"/>
              <a:gd name="connsiteX66" fmla="*/ 4823878 w 6829736"/>
              <a:gd name="connsiteY66" fmla="*/ 967847 h 5156200"/>
              <a:gd name="connsiteX67" fmla="*/ 4900712 w 6829736"/>
              <a:gd name="connsiteY67" fmla="*/ 999817 h 5156200"/>
              <a:gd name="connsiteX68" fmla="*/ 4984607 w 6829736"/>
              <a:gd name="connsiteY68" fmla="*/ 1040258 h 5156200"/>
              <a:gd name="connsiteX69" fmla="*/ 5061003 w 6829736"/>
              <a:gd name="connsiteY69" fmla="*/ 1082402 h 5156200"/>
              <a:gd name="connsiteX70" fmla="*/ 5136588 w 6829736"/>
              <a:gd name="connsiteY70" fmla="*/ 1128353 h 5156200"/>
              <a:gd name="connsiteX71" fmla="*/ 5213040 w 6829736"/>
              <a:gd name="connsiteY71" fmla="*/ 1182096 h 5156200"/>
              <a:gd name="connsiteX72" fmla="*/ 5278610 w 6829736"/>
              <a:gd name="connsiteY72" fmla="*/ 1231164 h 5156200"/>
              <a:gd name="connsiteX73" fmla="*/ 5358847 w 6829736"/>
              <a:gd name="connsiteY73" fmla="*/ 1301601 h 5156200"/>
              <a:gd name="connsiteX74" fmla="*/ 5409562 w 6829736"/>
              <a:gd name="connsiteY74" fmla="*/ 1347730 h 5156200"/>
              <a:gd name="connsiteX75" fmla="*/ 5526074 w 6829736"/>
              <a:gd name="connsiteY75" fmla="*/ 1474576 h 5156200"/>
              <a:gd name="connsiteX76" fmla="*/ 5528368 w 6829736"/>
              <a:gd name="connsiteY76" fmla="*/ 1477102 h 5156200"/>
              <a:gd name="connsiteX77" fmla="*/ 5528251 w 6829736"/>
              <a:gd name="connsiteY77" fmla="*/ 1476946 h 5156200"/>
              <a:gd name="connsiteX78" fmla="*/ 5526074 w 6829736"/>
              <a:gd name="connsiteY78" fmla="*/ 1474576 h 5156200"/>
              <a:gd name="connsiteX79" fmla="*/ 5417148 w 6829736"/>
              <a:gd name="connsiteY79" fmla="*/ 1354630 h 5156200"/>
              <a:gd name="connsiteX80" fmla="*/ 5409562 w 6829736"/>
              <a:gd name="connsiteY80" fmla="*/ 1347730 h 5156200"/>
              <a:gd name="connsiteX81" fmla="*/ 5401937 w 6829736"/>
              <a:gd name="connsiteY81" fmla="*/ 1339429 h 5156200"/>
              <a:gd name="connsiteX82" fmla="*/ 5358847 w 6829736"/>
              <a:gd name="connsiteY82" fmla="*/ 1301601 h 5156200"/>
              <a:gd name="connsiteX83" fmla="*/ 5294384 w 6829736"/>
              <a:gd name="connsiteY83" fmla="*/ 1242969 h 5156200"/>
              <a:gd name="connsiteX84" fmla="*/ 5278610 w 6829736"/>
              <a:gd name="connsiteY84" fmla="*/ 1231164 h 5156200"/>
              <a:gd name="connsiteX85" fmla="*/ 5261599 w 6829736"/>
              <a:gd name="connsiteY85" fmla="*/ 1216231 h 5156200"/>
              <a:gd name="connsiteX86" fmla="*/ 5213040 w 6829736"/>
              <a:gd name="connsiteY86" fmla="*/ 1182096 h 5156200"/>
              <a:gd name="connsiteX87" fmla="*/ 5161298 w 6829736"/>
              <a:gd name="connsiteY87" fmla="*/ 1143375 h 5156200"/>
              <a:gd name="connsiteX88" fmla="*/ 5136588 w 6829736"/>
              <a:gd name="connsiteY88" fmla="*/ 1128353 h 5156200"/>
              <a:gd name="connsiteX89" fmla="*/ 5108472 w 6829736"/>
              <a:gd name="connsiteY89" fmla="*/ 1108589 h 5156200"/>
              <a:gd name="connsiteX90" fmla="*/ 5061003 w 6829736"/>
              <a:gd name="connsiteY90" fmla="*/ 1082402 h 5156200"/>
              <a:gd name="connsiteX91" fmla="*/ 5018758 w 6829736"/>
              <a:gd name="connsiteY91" fmla="*/ 1056720 h 5156200"/>
              <a:gd name="connsiteX92" fmla="*/ 4984607 w 6829736"/>
              <a:gd name="connsiteY92" fmla="*/ 1040258 h 5156200"/>
              <a:gd name="connsiteX93" fmla="*/ 4943794 w 6829736"/>
              <a:gd name="connsiteY93" fmla="*/ 1017743 h 5156200"/>
              <a:gd name="connsiteX94" fmla="*/ 4900712 w 6829736"/>
              <a:gd name="connsiteY94" fmla="*/ 999817 h 5156200"/>
              <a:gd name="connsiteX95" fmla="*/ 4867633 w 6829736"/>
              <a:gd name="connsiteY95" fmla="*/ 983871 h 5156200"/>
              <a:gd name="connsiteX96" fmla="*/ 4823878 w 6829736"/>
              <a:gd name="connsiteY96" fmla="*/ 967847 h 5156200"/>
              <a:gd name="connsiteX97" fmla="*/ 4768800 w 6829736"/>
              <a:gd name="connsiteY97" fmla="*/ 944929 h 5156200"/>
              <a:gd name="connsiteX98" fmla="*/ 4732358 w 6829736"/>
              <a:gd name="connsiteY98" fmla="*/ 934329 h 5156200"/>
              <a:gd name="connsiteX99" fmla="*/ 4708790 w 6829736"/>
              <a:gd name="connsiteY99" fmla="*/ 925698 h 5156200"/>
              <a:gd name="connsiteX100" fmla="*/ 4655935 w 6829736"/>
              <a:gd name="connsiteY100" fmla="*/ 912099 h 5156200"/>
              <a:gd name="connsiteX101" fmla="*/ 4584727 w 6829736"/>
              <a:gd name="connsiteY101" fmla="*/ 891387 h 5156200"/>
              <a:gd name="connsiteX102" fmla="*/ 4556629 w 6829736"/>
              <a:gd name="connsiteY102" fmla="*/ 886550 h 5156200"/>
              <a:gd name="connsiteX103" fmla="*/ 4543099 w 6829736"/>
              <a:gd name="connsiteY103" fmla="*/ 883070 h 5156200"/>
              <a:gd name="connsiteX104" fmla="*/ 4483788 w 6829736"/>
              <a:gd name="connsiteY104" fmla="*/ 874013 h 5156200"/>
              <a:gd name="connsiteX105" fmla="*/ 4392811 w 6829736"/>
              <a:gd name="connsiteY105" fmla="*/ 858353 h 5156200"/>
              <a:gd name="connsiteX106" fmla="*/ 4374375 w 6829736"/>
              <a:gd name="connsiteY106" fmla="*/ 857305 h 5156200"/>
              <a:gd name="connsiteX107" fmla="*/ 4371428 w 6829736"/>
              <a:gd name="connsiteY107" fmla="*/ 856855 h 5156200"/>
              <a:gd name="connsiteX108" fmla="*/ 4326816 w 6829736"/>
              <a:gd name="connsiteY108" fmla="*/ 854602 h 5156200"/>
              <a:gd name="connsiteX109" fmla="*/ 4194288 w 6829736"/>
              <a:gd name="connsiteY109" fmla="*/ 847067 h 5156200"/>
              <a:gd name="connsiteX110" fmla="*/ 0 w 6829736"/>
              <a:gd name="connsiteY110" fmla="*/ 847067 h 5156200"/>
              <a:gd name="connsiteX111" fmla="*/ 0 w 6829736"/>
              <a:gd name="connsiteY111" fmla="*/ 0 h 5156200"/>
            </a:gdLst>
            <a:rect l="l" t="t" r="r" b="b"/>
            <a:pathLst>
              <a:path w="6829736" h="5156200">
                <a:moveTo>
                  <a:pt x="0" y="0"/>
                </a:moveTo>
                <a:cubicBezTo>
                  <a:pt x="0" y="0"/>
                  <a:pt x="0" y="0"/>
                  <a:pt x="4255168" y="0"/>
                </a:cubicBezTo>
                <a:cubicBezTo>
                  <a:pt x="5676227" y="0"/>
                  <a:pt x="6829736" y="1153487"/>
                  <a:pt x="6829736" y="2578100"/>
                </a:cubicBezTo>
                <a:cubicBezTo>
                  <a:pt x="6829736" y="4002713"/>
                  <a:pt x="5676227" y="5156200"/>
                  <a:pt x="4255168" y="5156200"/>
                </a:cubicBezTo>
                <a:cubicBezTo>
                  <a:pt x="4255168" y="5156200"/>
                  <a:pt x="4255168" y="5156200"/>
                  <a:pt x="0" y="5156200"/>
                </a:cubicBezTo>
                <a:cubicBezTo>
                  <a:pt x="0" y="5156200"/>
                  <a:pt x="0" y="5156200"/>
                  <a:pt x="0" y="4309133"/>
                </a:cubicBezTo>
                <a:cubicBezTo>
                  <a:pt x="0" y="4309133"/>
                  <a:pt x="0" y="4309133"/>
                  <a:pt x="4110979" y="4309133"/>
                </a:cubicBezTo>
                <a:lnTo>
                  <a:pt x="4244904" y="4301564"/>
                </a:lnTo>
                <a:lnTo>
                  <a:pt x="4289047" y="4299346"/>
                </a:lnTo>
                <a:lnTo>
                  <a:pt x="4291992" y="4298903"/>
                </a:lnTo>
                <a:lnTo>
                  <a:pt x="4310679" y="4297847"/>
                </a:lnTo>
                <a:lnTo>
                  <a:pt x="4403839" y="4282083"/>
                </a:lnTo>
                <a:lnTo>
                  <a:pt x="4463363" y="4273132"/>
                </a:lnTo>
                <a:lnTo>
                  <a:pt x="4477059" y="4269693"/>
                </a:lnTo>
                <a:lnTo>
                  <a:pt x="4505897" y="4264814"/>
                </a:lnTo>
                <a:lnTo>
                  <a:pt x="4579601" y="4243950"/>
                </a:lnTo>
                <a:lnTo>
                  <a:pt x="4633163" y="4230504"/>
                </a:lnTo>
                <a:lnTo>
                  <a:pt x="4657225" y="4221978"/>
                </a:lnTo>
                <a:lnTo>
                  <a:pt x="4695048" y="4211271"/>
                </a:lnTo>
                <a:lnTo>
                  <a:pt x="4752610" y="4188179"/>
                </a:lnTo>
                <a:lnTo>
                  <a:pt x="4797335" y="4172331"/>
                </a:lnTo>
                <a:lnTo>
                  <a:pt x="4831361" y="4156586"/>
                </a:lnTo>
                <a:lnTo>
                  <a:pt x="4876548" y="4138458"/>
                </a:lnTo>
                <a:lnTo>
                  <a:pt x="4919589" y="4115759"/>
                </a:lnTo>
                <a:lnTo>
                  <a:pt x="4954766" y="4099482"/>
                </a:lnTo>
                <a:lnTo>
                  <a:pt x="4998509" y="4074140"/>
                </a:lnTo>
                <a:lnTo>
                  <a:pt x="5048814" y="4047611"/>
                </a:lnTo>
                <a:lnTo>
                  <a:pt x="5078729" y="4027666"/>
                </a:lnTo>
                <a:lnTo>
                  <a:pt x="5104344" y="4012826"/>
                </a:lnTo>
                <a:lnTo>
                  <a:pt x="5158212" y="3974672"/>
                </a:lnTo>
                <a:lnTo>
                  <a:pt x="5210261" y="3939970"/>
                </a:lnTo>
                <a:lnTo>
                  <a:pt x="5228544" y="3924857"/>
                </a:lnTo>
                <a:lnTo>
                  <a:pt x="5244956" y="3913233"/>
                </a:lnTo>
                <a:lnTo>
                  <a:pt x="5312277" y="3855646"/>
                </a:lnTo>
                <a:lnTo>
                  <a:pt x="5359307" y="3816771"/>
                </a:lnTo>
                <a:lnTo>
                  <a:pt x="5367639" y="3808287"/>
                </a:lnTo>
                <a:lnTo>
                  <a:pt x="5375490" y="3801571"/>
                </a:lnTo>
                <a:lnTo>
                  <a:pt x="5488762" y="3684960"/>
                </a:lnTo>
                <a:lnTo>
                  <a:pt x="5494366" y="3679254"/>
                </a:lnTo>
                <a:lnTo>
                  <a:pt x="5494661" y="3678887"/>
                </a:lnTo>
                <a:lnTo>
                  <a:pt x="5488762" y="3684960"/>
                </a:lnTo>
                <a:lnTo>
                  <a:pt x="5367639" y="3808287"/>
                </a:lnTo>
                <a:lnTo>
                  <a:pt x="5312277" y="3855646"/>
                </a:lnTo>
                <a:lnTo>
                  <a:pt x="5228544" y="3924857"/>
                </a:lnTo>
                <a:lnTo>
                  <a:pt x="5158212" y="3974672"/>
                </a:lnTo>
                <a:lnTo>
                  <a:pt x="5078729" y="4027666"/>
                </a:lnTo>
                <a:lnTo>
                  <a:pt x="4998509" y="4074140"/>
                </a:lnTo>
                <a:lnTo>
                  <a:pt x="4919589" y="4115759"/>
                </a:lnTo>
                <a:lnTo>
                  <a:pt x="4831361" y="4156586"/>
                </a:lnTo>
                <a:lnTo>
                  <a:pt x="4752610" y="4188179"/>
                </a:lnTo>
                <a:lnTo>
                  <a:pt x="4657225" y="4221978"/>
                </a:lnTo>
                <a:lnTo>
                  <a:pt x="4579601" y="4243950"/>
                </a:lnTo>
                <a:lnTo>
                  <a:pt x="4477059" y="4269693"/>
                </a:lnTo>
                <a:lnTo>
                  <a:pt x="4403839" y="4282083"/>
                </a:lnTo>
                <a:lnTo>
                  <a:pt x="4291992" y="4298903"/>
                </a:lnTo>
                <a:lnTo>
                  <a:pt x="4244904" y="4301564"/>
                </a:lnTo>
                <a:lnTo>
                  <a:pt x="4111328" y="4308277"/>
                </a:lnTo>
                <a:cubicBezTo>
                  <a:pt x="4111328" y="4308277"/>
                  <a:pt x="4111328" y="4308277"/>
                  <a:pt x="0" y="4308277"/>
                </a:cubicBezTo>
                <a:cubicBezTo>
                  <a:pt x="0" y="4308277"/>
                  <a:pt x="0" y="4308277"/>
                  <a:pt x="0" y="847924"/>
                </a:cubicBezTo>
                <a:cubicBezTo>
                  <a:pt x="0" y="847924"/>
                  <a:pt x="0" y="847924"/>
                  <a:pt x="4194645" y="847924"/>
                </a:cubicBezTo>
                <a:lnTo>
                  <a:pt x="4326816" y="854602"/>
                </a:lnTo>
                <a:lnTo>
                  <a:pt x="4374375" y="857305"/>
                </a:lnTo>
                <a:lnTo>
                  <a:pt x="4483788" y="874013"/>
                </a:lnTo>
                <a:lnTo>
                  <a:pt x="4556629" y="886550"/>
                </a:lnTo>
                <a:lnTo>
                  <a:pt x="4655935" y="912099"/>
                </a:lnTo>
                <a:lnTo>
                  <a:pt x="4732358" y="934329"/>
                </a:lnTo>
                <a:lnTo>
                  <a:pt x="4823878" y="967847"/>
                </a:lnTo>
                <a:lnTo>
                  <a:pt x="4900712" y="999817"/>
                </a:lnTo>
                <a:lnTo>
                  <a:pt x="4984607" y="1040258"/>
                </a:lnTo>
                <a:lnTo>
                  <a:pt x="5061003" y="1082402"/>
                </a:lnTo>
                <a:lnTo>
                  <a:pt x="5136588" y="1128353"/>
                </a:lnTo>
                <a:lnTo>
                  <a:pt x="5213040" y="1182096"/>
                </a:lnTo>
                <a:lnTo>
                  <a:pt x="5278610" y="1231164"/>
                </a:lnTo>
                <a:lnTo>
                  <a:pt x="5358847" y="1301601"/>
                </a:lnTo>
                <a:lnTo>
                  <a:pt x="5409562" y="1347730"/>
                </a:lnTo>
                <a:lnTo>
                  <a:pt x="5526074" y="1474576"/>
                </a:lnTo>
                <a:lnTo>
                  <a:pt x="5528368" y="1477102"/>
                </a:lnTo>
                <a:lnTo>
                  <a:pt x="5528251" y="1476946"/>
                </a:lnTo>
                <a:lnTo>
                  <a:pt x="5526074" y="1474576"/>
                </a:lnTo>
                <a:lnTo>
                  <a:pt x="5417148" y="1354630"/>
                </a:lnTo>
                <a:lnTo>
                  <a:pt x="5409562" y="1347730"/>
                </a:lnTo>
                <a:lnTo>
                  <a:pt x="5401937" y="1339429"/>
                </a:lnTo>
                <a:lnTo>
                  <a:pt x="5358847" y="1301601"/>
                </a:lnTo>
                <a:lnTo>
                  <a:pt x="5294384" y="1242969"/>
                </a:lnTo>
                <a:lnTo>
                  <a:pt x="5278610" y="1231164"/>
                </a:lnTo>
                <a:lnTo>
                  <a:pt x="5261599" y="1216231"/>
                </a:lnTo>
                <a:lnTo>
                  <a:pt x="5213040" y="1182096"/>
                </a:lnTo>
                <a:lnTo>
                  <a:pt x="5161298" y="1143375"/>
                </a:lnTo>
                <a:lnTo>
                  <a:pt x="5136588" y="1128353"/>
                </a:lnTo>
                <a:lnTo>
                  <a:pt x="5108472" y="1108589"/>
                </a:lnTo>
                <a:lnTo>
                  <a:pt x="5061003" y="1082402"/>
                </a:lnTo>
                <a:lnTo>
                  <a:pt x="5018758" y="1056720"/>
                </a:lnTo>
                <a:lnTo>
                  <a:pt x="4984607" y="1040258"/>
                </a:lnTo>
                <a:lnTo>
                  <a:pt x="4943794" y="1017743"/>
                </a:lnTo>
                <a:lnTo>
                  <a:pt x="4900712" y="999817"/>
                </a:lnTo>
                <a:lnTo>
                  <a:pt x="4867633" y="983871"/>
                </a:lnTo>
                <a:lnTo>
                  <a:pt x="4823878" y="967847"/>
                </a:lnTo>
                <a:lnTo>
                  <a:pt x="4768800" y="944929"/>
                </a:lnTo>
                <a:lnTo>
                  <a:pt x="4732358" y="934329"/>
                </a:lnTo>
                <a:lnTo>
                  <a:pt x="4708790" y="925698"/>
                </a:lnTo>
                <a:lnTo>
                  <a:pt x="4655935" y="912099"/>
                </a:lnTo>
                <a:lnTo>
                  <a:pt x="4584727" y="891387"/>
                </a:lnTo>
                <a:lnTo>
                  <a:pt x="4556629" y="886550"/>
                </a:lnTo>
                <a:lnTo>
                  <a:pt x="4543099" y="883070"/>
                </a:lnTo>
                <a:lnTo>
                  <a:pt x="4483788" y="874013"/>
                </a:lnTo>
                <a:lnTo>
                  <a:pt x="4392811" y="858353"/>
                </a:lnTo>
                <a:lnTo>
                  <a:pt x="4374375" y="857305"/>
                </a:lnTo>
                <a:lnTo>
                  <a:pt x="4371428" y="856855"/>
                </a:lnTo>
                <a:lnTo>
                  <a:pt x="4326816" y="854602"/>
                </a:lnTo>
                <a:lnTo>
                  <a:pt x="4194288" y="847067"/>
                </a:lnTo>
                <a:cubicBezTo>
                  <a:pt x="4194288" y="847067"/>
                  <a:pt x="4194288" y="847067"/>
                  <a:pt x="0" y="847067"/>
                </a:cubicBezTo>
                <a:cubicBezTo>
                  <a:pt x="0" y="847067"/>
                  <a:pt x="0" y="847067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userDrawn="1">
  <p:cSld name="About Us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5C3D5FF-602C-4B79-AC47-34DAA83881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336040" y="2369820"/>
            <a:ext cx="3286760" cy="3286760"/>
          </a:xfrm>
          <a:custGeom xmlns:a="http://schemas.openxmlformats.org/drawingml/2006/main">
            <a:gdLst>
              <a:gd name="connsiteX0" fmla="*/ 1643380 w 3286760"/>
              <a:gd name="connsiteY0" fmla="*/ 0 h 3286760"/>
              <a:gd name="connsiteX1" fmla="*/ 3286760 w 3286760"/>
              <a:gd name="connsiteY1" fmla="*/ 1643380 h 3286760"/>
              <a:gd name="connsiteX2" fmla="*/ 1643380 w 3286760"/>
              <a:gd name="connsiteY2" fmla="*/ 3286760 h 3286760"/>
              <a:gd name="connsiteX3" fmla="*/ 0 w 3286760"/>
              <a:gd name="connsiteY3" fmla="*/ 1643380 h 3286760"/>
              <a:gd name="connsiteX4" fmla="*/ 1643380 w 3286760"/>
              <a:gd name="connsiteY4" fmla="*/ 0 h 3286760"/>
            </a:gdLst>
            <a:rect l="l" t="t" r="r" b="b"/>
            <a:pathLst>
              <a:path w="3286760" h="3286760">
                <a:moveTo>
                  <a:pt x="1643380" y="0"/>
                </a:moveTo>
                <a:cubicBezTo>
                  <a:pt x="2550994" y="0"/>
                  <a:pt x="3286760" y="735766"/>
                  <a:pt x="3286760" y="1643380"/>
                </a:cubicBezTo>
                <a:cubicBezTo>
                  <a:pt x="3286760" y="2550994"/>
                  <a:pt x="2550994" y="3286760"/>
                  <a:pt x="1643380" y="3286760"/>
                </a:cubicBezTo>
                <a:cubicBezTo>
                  <a:pt x="735766" y="3286760"/>
                  <a:pt x="0" y="2550994"/>
                  <a:pt x="0" y="1643380"/>
                </a:cubicBezTo>
                <a:cubicBezTo>
                  <a:pt x="0" y="735766"/>
                  <a:pt x="735766" y="0"/>
                  <a:pt x="1643380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userDrawn="1">
  <p:cSld name="2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031DF70-CA89-444B-980F-A27D75331D4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0"/>
            <a:ext cx="6066971" cy="6858000"/>
          </a:xfrm>
          <a:custGeom xmlns:a="http://schemas.openxmlformats.org/drawingml/2006/main">
            <a:gdLst>
              <a:gd name="connsiteX0" fmla="*/ 0 w 6066971"/>
              <a:gd name="connsiteY0" fmla="*/ 0 h 6858000"/>
              <a:gd name="connsiteX1" fmla="*/ 6066971 w 6066971"/>
              <a:gd name="connsiteY1" fmla="*/ 0 h 6858000"/>
              <a:gd name="connsiteX2" fmla="*/ 6066971 w 6066971"/>
              <a:gd name="connsiteY2" fmla="*/ 6858000 h 6858000"/>
              <a:gd name="connsiteX3" fmla="*/ 0 w 6066971"/>
              <a:gd name="connsiteY3" fmla="*/ 6858000 h 6858000"/>
            </a:gdLst>
            <a:rect l="l" t="t" r="r" b="b"/>
            <a:pathLst>
              <a:path w="6066971" h="6858000">
                <a:moveTo>
                  <a:pt x="0" y="0"/>
                </a:moveTo>
                <a:lnTo>
                  <a:pt x="6066971" y="0"/>
                </a:lnTo>
                <a:lnTo>
                  <a:pt x="6066971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8.xml><?xml version="1.0" encoding="utf-8"?>
<p:sldLayout xmlns:p="http://schemas.openxmlformats.org/presentationml/2006/main" userDrawn="1">
  <p:cSld name="Experienc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A77F995-881A-437F-9FFC-EE39A2E4BE1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25962" y="1627086"/>
            <a:ext cx="3598818" cy="3603828"/>
          </a:xfrm>
          <a:custGeom xmlns:a="http://schemas.openxmlformats.org/drawingml/2006/main">
            <a:gdLst>
              <a:gd name="connsiteX0" fmla="*/ 1799409 w 3598818"/>
              <a:gd name="connsiteY0" fmla="*/ 0 h 3603828"/>
              <a:gd name="connsiteX1" fmla="*/ 3598818 w 3598818"/>
              <a:gd name="connsiteY1" fmla="*/ 1801914 h 3603828"/>
              <a:gd name="connsiteX2" fmla="*/ 1799409 w 3598818"/>
              <a:gd name="connsiteY2" fmla="*/ 3603828 h 3603828"/>
              <a:gd name="connsiteX3" fmla="*/ 0 w 3598818"/>
              <a:gd name="connsiteY3" fmla="*/ 1801914 h 3603828"/>
              <a:gd name="connsiteX4" fmla="*/ 1799409 w 3598818"/>
              <a:gd name="connsiteY4" fmla="*/ 0 h 3603828"/>
            </a:gdLst>
            <a:rect l="l" t="t" r="r" b="b"/>
            <a:pathLst>
              <a:path w="3598818" h="3603828">
                <a:moveTo>
                  <a:pt x="1799409" y="0"/>
                </a:moveTo>
                <a:cubicBezTo>
                  <a:pt x="2793195" y="0"/>
                  <a:pt x="3598818" y="806744"/>
                  <a:pt x="3598818" y="1801914"/>
                </a:cubicBezTo>
                <a:cubicBezTo>
                  <a:pt x="3598818" y="2797084"/>
                  <a:pt x="2793195" y="3603828"/>
                  <a:pt x="1799409" y="3603828"/>
                </a:cubicBezTo>
                <a:cubicBezTo>
                  <a:pt x="805623" y="3603828"/>
                  <a:pt x="0" y="2797084"/>
                  <a:pt x="0" y="1801914"/>
                </a:cubicBezTo>
                <a:cubicBezTo>
                  <a:pt x="0" y="806744"/>
                  <a:pt x="805623" y="0"/>
                  <a:pt x="179940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userDrawn="1">
  <p:cSld name="Experienc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80F389F-C2A0-47DA-ABE0-41332322E73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56400" y="2311400"/>
            <a:ext cx="5435600" cy="4546600"/>
          </a:xfrm>
          <a:custGeom xmlns:a="http://schemas.openxmlformats.org/drawingml/2006/main">
            <a:gdLst>
              <a:gd name="connsiteX0" fmla="*/ 0 w 5435600"/>
              <a:gd name="connsiteY0" fmla="*/ 0 h 4546600"/>
              <a:gd name="connsiteX1" fmla="*/ 5435600 w 5435600"/>
              <a:gd name="connsiteY1" fmla="*/ 0 h 4546600"/>
              <a:gd name="connsiteX2" fmla="*/ 5435600 w 5435600"/>
              <a:gd name="connsiteY2" fmla="*/ 4546600 h 4546600"/>
              <a:gd name="connsiteX3" fmla="*/ 0 w 5435600"/>
              <a:gd name="connsiteY3" fmla="*/ 4546600 h 4546600"/>
            </a:gdLst>
            <a:rect l="l" t="t" r="r" b="b"/>
            <a:pathLst>
              <a:path w="5435600" h="4546600">
                <a:moveTo>
                  <a:pt x="0" y="0"/>
                </a:moveTo>
                <a:lnTo>
                  <a:pt x="5435600" y="0"/>
                </a:lnTo>
                <a:lnTo>
                  <a:pt x="5435600" y="4546600"/>
                </a:lnTo>
                <a:lnTo>
                  <a:pt x="0" y="4546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userDrawn="1">
  <p:cSld name="Experienc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614317B-9B4A-40BA-8CD0-A93590E849F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05418" y="2217261"/>
            <a:ext cx="1118648" cy="1118646"/>
          </a:xfrm>
          <a:custGeom xmlns:a="http://schemas.openxmlformats.org/drawingml/2006/main"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B590799-7815-4B5D-8A5A-3273C42AB3E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05418" y="4448260"/>
            <a:ext cx="1118648" cy="1118646"/>
          </a:xfrm>
          <a:custGeom xmlns:a="http://schemas.openxmlformats.org/drawingml/2006/main">
            <a:gdLst>
              <a:gd name="connsiteX0" fmla="*/ 559324 w 1118648"/>
              <a:gd name="connsiteY0" fmla="*/ 0 h 1118646"/>
              <a:gd name="connsiteX1" fmla="*/ 1118648 w 1118648"/>
              <a:gd name="connsiteY1" fmla="*/ 559323 h 1118646"/>
              <a:gd name="connsiteX2" fmla="*/ 559324 w 1118648"/>
              <a:gd name="connsiteY2" fmla="*/ 1118646 h 1118646"/>
              <a:gd name="connsiteX3" fmla="*/ 0 w 1118648"/>
              <a:gd name="connsiteY3" fmla="*/ 559323 h 1118646"/>
              <a:gd name="connsiteX4" fmla="*/ 559324 w 1118648"/>
              <a:gd name="connsiteY4" fmla="*/ 0 h 1118646"/>
            </a:gdLst>
            <a:rect l="l" t="t" r="r" b="b"/>
            <a:pathLst>
              <a:path w="1118648" h="1118646">
                <a:moveTo>
                  <a:pt x="559324" y="0"/>
                </a:moveTo>
                <a:cubicBezTo>
                  <a:pt x="868230" y="0"/>
                  <a:pt x="1118648" y="250417"/>
                  <a:pt x="1118648" y="559323"/>
                </a:cubicBezTo>
                <a:cubicBezTo>
                  <a:pt x="1118648" y="868229"/>
                  <a:pt x="868230" y="1118646"/>
                  <a:pt x="559324" y="1118646"/>
                </a:cubicBezTo>
                <a:cubicBezTo>
                  <a:pt x="250418" y="1118646"/>
                  <a:pt x="0" y="868229"/>
                  <a:pt x="0" y="559323"/>
                </a:cubicBezTo>
                <a:cubicBezTo>
                  <a:pt x="0" y="250417"/>
                  <a:pt x="250418" y="0"/>
                  <a:pt x="55932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userDrawn="1">
  <p:cSld name="Experience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B27C8E8-63B5-4047-9C58-7FC235CDBD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05418" y="1036220"/>
            <a:ext cx="1230512" cy="1230510"/>
          </a:xfrm>
          <a:custGeom xmlns:a="http://schemas.openxmlformats.org/drawingml/2006/main"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F6990565-44AB-4717-A1BA-5AD61E80CBC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05418" y="3267219"/>
            <a:ext cx="1230512" cy="1230510"/>
          </a:xfrm>
          <a:custGeom xmlns:a="http://schemas.openxmlformats.org/drawingml/2006/main">
            <a:gdLst>
              <a:gd name="connsiteX0" fmla="*/ 615256 w 1230512"/>
              <a:gd name="connsiteY0" fmla="*/ 0 h 1230510"/>
              <a:gd name="connsiteX1" fmla="*/ 1230512 w 1230512"/>
              <a:gd name="connsiteY1" fmla="*/ 615255 h 1230510"/>
              <a:gd name="connsiteX2" fmla="*/ 615256 w 1230512"/>
              <a:gd name="connsiteY2" fmla="*/ 1230510 h 1230510"/>
              <a:gd name="connsiteX3" fmla="*/ 0 w 1230512"/>
              <a:gd name="connsiteY3" fmla="*/ 615255 h 1230510"/>
              <a:gd name="connsiteX4" fmla="*/ 615256 w 1230512"/>
              <a:gd name="connsiteY4" fmla="*/ 0 h 1230510"/>
            </a:gdLst>
            <a:rect l="l" t="t" r="r" b="b"/>
            <a:pathLst>
              <a:path w="1230512" h="1230510">
                <a:moveTo>
                  <a:pt x="615256" y="0"/>
                </a:moveTo>
                <a:cubicBezTo>
                  <a:pt x="955053" y="0"/>
                  <a:pt x="1230512" y="275459"/>
                  <a:pt x="1230512" y="615255"/>
                </a:cubicBezTo>
                <a:cubicBezTo>
                  <a:pt x="1230512" y="955051"/>
                  <a:pt x="955053" y="1230510"/>
                  <a:pt x="615256" y="1230510"/>
                </a:cubicBezTo>
                <a:cubicBezTo>
                  <a:pt x="275459" y="1230510"/>
                  <a:pt x="0" y="955051"/>
                  <a:pt x="0" y="615255"/>
                </a:cubicBezTo>
                <a:cubicBezTo>
                  <a:pt x="0" y="275459"/>
                  <a:pt x="275459" y="0"/>
                  <a:pt x="61525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2.xml><?xml version="1.0" encoding="utf-8"?>
<p:sldLayout xmlns:p="http://schemas.openxmlformats.org/presentationml/2006/main" userDrawn="1">
  <p:cSld name="Experience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F956BE5-56C3-494B-9D4B-CF7E815A842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518400" y="0"/>
            <a:ext cx="4673600" cy="6858000"/>
          </a:xfrm>
          <a:custGeom xmlns:a="http://schemas.openxmlformats.org/drawingml/2006/main"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userDrawn="1">
  <p:cSld name="Experience 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04C5C37-5AD1-448A-B20F-619CE637876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811470" y="4847772"/>
            <a:ext cx="4570648" cy="2010229"/>
          </a:xfrm>
          <a:custGeom xmlns:a="http://schemas.openxmlformats.org/drawingml/2006/main">
            <a:gdLst>
              <a:gd name="connsiteX0" fmla="*/ 2285324 w 4570648"/>
              <a:gd name="connsiteY0" fmla="*/ 0 h 2010229"/>
              <a:gd name="connsiteX1" fmla="*/ 4545104 w 4570648"/>
              <a:gd name="connsiteY1" fmla="*/ 1842767 h 2010229"/>
              <a:gd name="connsiteX2" fmla="*/ 4570648 w 4570648"/>
              <a:gd name="connsiteY2" fmla="*/ 2010229 h 2010229"/>
              <a:gd name="connsiteX3" fmla="*/ 0 w 4570648"/>
              <a:gd name="connsiteY3" fmla="*/ 2010229 h 2010229"/>
              <a:gd name="connsiteX4" fmla="*/ 25544 w 4570648"/>
              <a:gd name="connsiteY4" fmla="*/ 1842767 h 2010229"/>
              <a:gd name="connsiteX5" fmla="*/ 2285324 w 4570648"/>
              <a:gd name="connsiteY5" fmla="*/ 0 h 2010229"/>
            </a:gdLst>
            <a:rect l="l" t="t" r="r" b="b"/>
            <a:pathLst>
              <a:path w="4570648" h="2010229">
                <a:moveTo>
                  <a:pt x="2285324" y="0"/>
                </a:moveTo>
                <a:cubicBezTo>
                  <a:pt x="3400008" y="0"/>
                  <a:pt x="4330019" y="791102"/>
                  <a:pt x="4545104" y="1842767"/>
                </a:cubicBezTo>
                <a:lnTo>
                  <a:pt x="4570648" y="2010229"/>
                </a:lnTo>
                <a:lnTo>
                  <a:pt x="0" y="2010229"/>
                </a:lnTo>
                <a:lnTo>
                  <a:pt x="25544" y="1842767"/>
                </a:lnTo>
                <a:cubicBezTo>
                  <a:pt x="240630" y="791102"/>
                  <a:pt x="1170641" y="0"/>
                  <a:pt x="2285324" y="0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userDrawn="1">
  <p:cSld name="What we do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FAA140C-94E6-4EA2-9B69-2EB1E614DB5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192464" y="-422275"/>
            <a:ext cx="7559675" cy="7702550"/>
          </a:xfrm>
          <a:custGeom xmlns:a="http://schemas.openxmlformats.org/drawingml/2006/main">
            <a:gdLst>
              <a:gd name="connsiteX0" fmla="*/ 3847269 w 7559675"/>
              <a:gd name="connsiteY0" fmla="*/ 0 h 7702550"/>
              <a:gd name="connsiteX1" fmla="*/ 5345569 w 7559675"/>
              <a:gd name="connsiteY1" fmla="*/ 302584 h 7702550"/>
              <a:gd name="connsiteX2" fmla="*/ 6568218 w 7559675"/>
              <a:gd name="connsiteY2" fmla="*/ 1127275 h 7702550"/>
              <a:gd name="connsiteX3" fmla="*/ 7392209 w 7559675"/>
              <a:gd name="connsiteY3" fmla="*/ 2352445 h 7702550"/>
              <a:gd name="connsiteX4" fmla="*/ 7559675 w 7559675"/>
              <a:gd name="connsiteY4" fmla="*/ 2831536 h 7702550"/>
              <a:gd name="connsiteX5" fmla="*/ 6375558 w 7559675"/>
              <a:gd name="connsiteY5" fmla="*/ 2831536 h 7702550"/>
              <a:gd name="connsiteX6" fmla="*/ 6571182 w 7559675"/>
              <a:gd name="connsiteY6" fmla="*/ 3849050 h 7702550"/>
              <a:gd name="connsiteX7" fmla="*/ 6374076 w 7559675"/>
              <a:gd name="connsiteY7" fmla="*/ 4869531 h 7702550"/>
              <a:gd name="connsiteX8" fmla="*/ 7559675 w 7559675"/>
              <a:gd name="connsiteY8" fmla="*/ 4869531 h 7702550"/>
              <a:gd name="connsiteX9" fmla="*/ 7392209 w 7559675"/>
              <a:gd name="connsiteY9" fmla="*/ 5350106 h 7702550"/>
              <a:gd name="connsiteX10" fmla="*/ 6568218 w 7559675"/>
              <a:gd name="connsiteY10" fmla="*/ 6573792 h 7702550"/>
              <a:gd name="connsiteX11" fmla="*/ 5345569 w 7559675"/>
              <a:gd name="connsiteY11" fmla="*/ 7399966 h 7702550"/>
              <a:gd name="connsiteX12" fmla="*/ 3847269 w 7559675"/>
              <a:gd name="connsiteY12" fmla="*/ 7702550 h 7702550"/>
              <a:gd name="connsiteX13" fmla="*/ 2348968 w 7559675"/>
              <a:gd name="connsiteY13" fmla="*/ 7399966 h 7702550"/>
              <a:gd name="connsiteX14" fmla="*/ 1126319 w 7559675"/>
              <a:gd name="connsiteY14" fmla="*/ 6573792 h 7702550"/>
              <a:gd name="connsiteX15" fmla="*/ 302328 w 7559675"/>
              <a:gd name="connsiteY15" fmla="*/ 5350106 h 7702550"/>
              <a:gd name="connsiteX16" fmla="*/ 0 w 7559675"/>
              <a:gd name="connsiteY16" fmla="*/ 3850533 h 7702550"/>
              <a:gd name="connsiteX17" fmla="*/ 302328 w 7559675"/>
              <a:gd name="connsiteY17" fmla="*/ 2352445 h 7702550"/>
              <a:gd name="connsiteX18" fmla="*/ 1126319 w 7559675"/>
              <a:gd name="connsiteY18" fmla="*/ 1127275 h 7702550"/>
              <a:gd name="connsiteX19" fmla="*/ 2348968 w 7559675"/>
              <a:gd name="connsiteY19" fmla="*/ 302584 h 7702550"/>
              <a:gd name="connsiteX20" fmla="*/ 3847269 w 7559675"/>
              <a:gd name="connsiteY20" fmla="*/ 0 h 7702550"/>
            </a:gdLst>
            <a:rect l="l" t="t" r="r" b="b"/>
            <a:pathLst>
              <a:path w="7559675" h="7702550">
                <a:moveTo>
                  <a:pt x="3847269" y="0"/>
                </a:moveTo>
                <a:cubicBezTo>
                  <a:pt x="4365968" y="0"/>
                  <a:pt x="4869848" y="102345"/>
                  <a:pt x="5345569" y="302584"/>
                </a:cubicBezTo>
                <a:cubicBezTo>
                  <a:pt x="5803507" y="496891"/>
                  <a:pt x="6215502" y="774260"/>
                  <a:pt x="6568218" y="1127275"/>
                </a:cubicBezTo>
                <a:cubicBezTo>
                  <a:pt x="6920933" y="1481773"/>
                  <a:pt x="7199549" y="1892635"/>
                  <a:pt x="7392209" y="2352445"/>
                </a:cubicBezTo>
                <a:cubicBezTo>
                  <a:pt x="7458899" y="2509670"/>
                  <a:pt x="7515215" y="2669862"/>
                  <a:pt x="7559675" y="2831536"/>
                </a:cubicBezTo>
                <a:cubicBezTo>
                  <a:pt x="7559675" y="2831536"/>
                  <a:pt x="7559675" y="2831536"/>
                  <a:pt x="6375558" y="2831536"/>
                </a:cubicBezTo>
                <a:cubicBezTo>
                  <a:pt x="6501528" y="3145987"/>
                  <a:pt x="6571182" y="3490102"/>
                  <a:pt x="6571182" y="3849050"/>
                </a:cubicBezTo>
                <a:cubicBezTo>
                  <a:pt x="6571182" y="4209482"/>
                  <a:pt x="6501528" y="4555080"/>
                  <a:pt x="6374076" y="4869531"/>
                </a:cubicBezTo>
                <a:lnTo>
                  <a:pt x="7559675" y="4869531"/>
                </a:lnTo>
                <a:cubicBezTo>
                  <a:pt x="7515215" y="5032689"/>
                  <a:pt x="7458899" y="5192881"/>
                  <a:pt x="7392209" y="5350106"/>
                </a:cubicBezTo>
                <a:cubicBezTo>
                  <a:pt x="7199549" y="5808432"/>
                  <a:pt x="6920933" y="6220777"/>
                  <a:pt x="6568218" y="6573792"/>
                </a:cubicBezTo>
                <a:cubicBezTo>
                  <a:pt x="6215502" y="6928290"/>
                  <a:pt x="5803507" y="7205659"/>
                  <a:pt x="5345569" y="7399966"/>
                </a:cubicBezTo>
                <a:cubicBezTo>
                  <a:pt x="4869848" y="7600206"/>
                  <a:pt x="4365968" y="7702550"/>
                  <a:pt x="3847269" y="7702550"/>
                </a:cubicBezTo>
                <a:cubicBezTo>
                  <a:pt x="3328569" y="7702550"/>
                  <a:pt x="2824690" y="7600206"/>
                  <a:pt x="2348968" y="7399966"/>
                </a:cubicBezTo>
                <a:cubicBezTo>
                  <a:pt x="1891030" y="7205659"/>
                  <a:pt x="1479035" y="6928290"/>
                  <a:pt x="1126319" y="6573792"/>
                </a:cubicBezTo>
                <a:cubicBezTo>
                  <a:pt x="773603" y="6220777"/>
                  <a:pt x="496470" y="5808432"/>
                  <a:pt x="302328" y="5350106"/>
                </a:cubicBezTo>
                <a:cubicBezTo>
                  <a:pt x="100776" y="4875464"/>
                  <a:pt x="0" y="4371157"/>
                  <a:pt x="0" y="3850533"/>
                </a:cubicBezTo>
                <a:cubicBezTo>
                  <a:pt x="0" y="3331394"/>
                  <a:pt x="100776" y="2827087"/>
                  <a:pt x="302328" y="2352445"/>
                </a:cubicBezTo>
                <a:cubicBezTo>
                  <a:pt x="496470" y="1892635"/>
                  <a:pt x="773603" y="1481773"/>
                  <a:pt x="1126319" y="1127275"/>
                </a:cubicBezTo>
                <a:cubicBezTo>
                  <a:pt x="1479035" y="774260"/>
                  <a:pt x="1891030" y="496891"/>
                  <a:pt x="2348968" y="302584"/>
                </a:cubicBezTo>
                <a:cubicBezTo>
                  <a:pt x="2824690" y="102345"/>
                  <a:pt x="3328569" y="0"/>
                  <a:pt x="384726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BC6C9C49-4956-454B-98A5-DFEC320A95D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624174" y="3770789"/>
            <a:ext cx="2211976" cy="2211978"/>
          </a:xfrm>
          <a:custGeom xmlns:a="http://schemas.openxmlformats.org/drawingml/2006/main">
            <a:gdLst>
              <a:gd name="connsiteX0" fmla="*/ 1105988 w 2211976"/>
              <a:gd name="connsiteY0" fmla="*/ 0 h 2211978"/>
              <a:gd name="connsiteX1" fmla="*/ 2211976 w 2211976"/>
              <a:gd name="connsiteY1" fmla="*/ 1105989 h 2211978"/>
              <a:gd name="connsiteX2" fmla="*/ 1105988 w 2211976"/>
              <a:gd name="connsiteY2" fmla="*/ 2211978 h 2211978"/>
              <a:gd name="connsiteX3" fmla="*/ 0 w 2211976"/>
              <a:gd name="connsiteY3" fmla="*/ 1105989 h 2211978"/>
              <a:gd name="connsiteX4" fmla="*/ 1105988 w 2211976"/>
              <a:gd name="connsiteY4" fmla="*/ 0 h 2211978"/>
            </a:gdLst>
            <a:rect l="l" t="t" r="r" b="b"/>
            <a:pathLst>
              <a:path w="2211976" h="2211978">
                <a:moveTo>
                  <a:pt x="1105988" y="0"/>
                </a:moveTo>
                <a:cubicBezTo>
                  <a:pt x="1716808" y="0"/>
                  <a:pt x="2211976" y="495168"/>
                  <a:pt x="2211976" y="1105989"/>
                </a:cubicBezTo>
                <a:cubicBezTo>
                  <a:pt x="2211976" y="1716810"/>
                  <a:pt x="1716808" y="2211978"/>
                  <a:pt x="1105988" y="2211978"/>
                </a:cubicBezTo>
                <a:cubicBezTo>
                  <a:pt x="495168" y="2211978"/>
                  <a:pt x="0" y="1716810"/>
                  <a:pt x="0" y="1105989"/>
                </a:cubicBezTo>
                <a:cubicBezTo>
                  <a:pt x="0" y="495168"/>
                  <a:pt x="495168" y="0"/>
                  <a:pt x="11059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5.xml><?xml version="1.0" encoding="utf-8"?>
<p:sldLayout xmlns:p="http://schemas.openxmlformats.org/presentationml/2006/main" userDrawn="1">
  <p:cSld name="What we do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E98229D-8A18-4ABA-B274-3C63A5ADD1D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124700" y="0"/>
            <a:ext cx="5067300" cy="6858000"/>
          </a:xfrm>
          <a:custGeom xmlns:a="http://schemas.openxmlformats.org/drawingml/2006/main">
            <a:gdLst>
              <a:gd name="connsiteX0" fmla="*/ 0 w 4673600"/>
              <a:gd name="connsiteY0" fmla="*/ 0 h 6858000"/>
              <a:gd name="connsiteX1" fmla="*/ 4673600 w 4673600"/>
              <a:gd name="connsiteY1" fmla="*/ 0 h 6858000"/>
              <a:gd name="connsiteX2" fmla="*/ 4673600 w 4673600"/>
              <a:gd name="connsiteY2" fmla="*/ 6858000 h 6858000"/>
              <a:gd name="connsiteX3" fmla="*/ 0 w 4673600"/>
              <a:gd name="connsiteY3" fmla="*/ 6858000 h 6858000"/>
            </a:gdLst>
            <a:rect l="l" t="t" r="r" b="b"/>
            <a:pathLst>
              <a:path w="4673600" h="6858000">
                <a:moveTo>
                  <a:pt x="0" y="0"/>
                </a:moveTo>
                <a:lnTo>
                  <a:pt x="4673600" y="0"/>
                </a:lnTo>
                <a:lnTo>
                  <a:pt x="46736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6.xml><?xml version="1.0" encoding="utf-8"?>
<p:sldLayout xmlns:p="http://schemas.openxmlformats.org/presentationml/2006/main" userDrawn="1">
  <p:cSld name="What we do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33F4682C-4055-4B7C-BEB0-0E6AE58F706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270500" y="1143000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8665BAE6-9C50-4473-A321-8E5B79416538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270500" y="4729162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EB76536C-C97A-4E8B-85E6-0608E72B5E5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70400" y="2936081"/>
            <a:ext cx="2616200" cy="1595438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7.xml><?xml version="1.0" encoding="utf-8"?>
<p:sldLayout xmlns:p="http://schemas.openxmlformats.org/presentationml/2006/main" userDrawn="1">
  <p:cSld name="What we do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E256117-F792-479D-B71C-C25A15AB497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2072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347A10E9-38EB-4276-A9C2-E761866C14F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8361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CC6B4712-0E95-4B8D-B659-1B0AAD13A238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650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E0A1004B-84CC-4C62-9B29-B42DD8DE81F6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093904" y="2405130"/>
            <a:ext cx="1878896" cy="1878896"/>
          </a:xfrm>
          <a:custGeom xmlns:a="http://schemas.openxmlformats.org/drawingml/2006/main">
            <a:gdLst>
              <a:gd name="connsiteX0" fmla="*/ 939448 w 1878896"/>
              <a:gd name="connsiteY0" fmla="*/ 0 h 1878896"/>
              <a:gd name="connsiteX1" fmla="*/ 1878896 w 1878896"/>
              <a:gd name="connsiteY1" fmla="*/ 939448 h 1878896"/>
              <a:gd name="connsiteX2" fmla="*/ 939448 w 1878896"/>
              <a:gd name="connsiteY2" fmla="*/ 1878896 h 1878896"/>
              <a:gd name="connsiteX3" fmla="*/ 0 w 1878896"/>
              <a:gd name="connsiteY3" fmla="*/ 939448 h 1878896"/>
              <a:gd name="connsiteX4" fmla="*/ 939448 w 1878896"/>
              <a:gd name="connsiteY4" fmla="*/ 0 h 1878896"/>
            </a:gdLst>
            <a:rect l="l" t="t" r="r" b="b"/>
            <a:pathLst>
              <a:path w="1878896" h="1878896">
                <a:moveTo>
                  <a:pt x="939448" y="0"/>
                </a:moveTo>
                <a:cubicBezTo>
                  <a:pt x="1458291" y="0"/>
                  <a:pt x="1878896" y="420605"/>
                  <a:pt x="1878896" y="939448"/>
                </a:cubicBezTo>
                <a:cubicBezTo>
                  <a:pt x="1878896" y="1458291"/>
                  <a:pt x="1458291" y="1878896"/>
                  <a:pt x="939448" y="1878896"/>
                </a:cubicBezTo>
                <a:cubicBezTo>
                  <a:pt x="420605" y="1878896"/>
                  <a:pt x="0" y="1458291"/>
                  <a:pt x="0" y="939448"/>
                </a:cubicBezTo>
                <a:cubicBezTo>
                  <a:pt x="0" y="420605"/>
                  <a:pt x="420605" y="0"/>
                  <a:pt x="9394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8.xml><?xml version="1.0" encoding="utf-8"?>
<p:sldLayout xmlns:p="http://schemas.openxmlformats.org/presentationml/2006/main" userDrawn="1">
  <p:cSld name="What we do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2DE7ABD-A3FF-415B-B58C-C2ABD4A3793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2743199"/>
            <a:ext cx="10058400" cy="3340099"/>
          </a:xfrm>
          <a:custGeom xmlns:a="http://schemas.openxmlformats.org/drawingml/2006/main">
            <a:gdLst>
              <a:gd name="connsiteX0" fmla="*/ 0 w 2616200"/>
              <a:gd name="connsiteY0" fmla="*/ 0 h 1549400"/>
              <a:gd name="connsiteX1" fmla="*/ 2616200 w 2616200"/>
              <a:gd name="connsiteY1" fmla="*/ 0 h 1549400"/>
              <a:gd name="connsiteX2" fmla="*/ 2616200 w 2616200"/>
              <a:gd name="connsiteY2" fmla="*/ 1549400 h 1549400"/>
              <a:gd name="connsiteX3" fmla="*/ 0 w 2616200"/>
              <a:gd name="connsiteY3" fmla="*/ 1549400 h 1549400"/>
            </a:gdLst>
            <a:rect l="l" t="t" r="r" b="b"/>
            <a:pathLst>
              <a:path w="2616200" h="1549400">
                <a:moveTo>
                  <a:pt x="0" y="0"/>
                </a:moveTo>
                <a:lnTo>
                  <a:pt x="2616200" y="0"/>
                </a:lnTo>
                <a:lnTo>
                  <a:pt x="2616200" y="1549400"/>
                </a:lnTo>
                <a:lnTo>
                  <a:pt x="0" y="1549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39.xml><?xml version="1.0" encoding="utf-8"?>
<p:sldLayout xmlns:p="http://schemas.openxmlformats.org/presentationml/2006/main" userDrawn="1">
  <p:cSld name="Company Overview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3DC67C1-BA3D-4579-AA26-283ED18DB72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71500" y="2578100"/>
            <a:ext cx="11049000" cy="3746500"/>
          </a:xfrm>
          <a:custGeom xmlns:a="http://schemas.openxmlformats.org/drawingml/2006/main">
            <a:gdLst>
              <a:gd name="connsiteX0" fmla="*/ 0 w 11049000"/>
              <a:gd name="connsiteY0" fmla="*/ 0 h 3746500"/>
              <a:gd name="connsiteX1" fmla="*/ 11049000 w 11049000"/>
              <a:gd name="connsiteY1" fmla="*/ 0 h 3746500"/>
              <a:gd name="connsiteX2" fmla="*/ 11049000 w 11049000"/>
              <a:gd name="connsiteY2" fmla="*/ 3746500 h 3746500"/>
              <a:gd name="connsiteX3" fmla="*/ 0 w 11049000"/>
              <a:gd name="connsiteY3" fmla="*/ 3746500 h 3746500"/>
            </a:gdLst>
            <a:rect l="l" t="t" r="r" b="b"/>
            <a:pathLst>
              <a:path w="11049000" h="3746500">
                <a:moveTo>
                  <a:pt x="0" y="0"/>
                </a:moveTo>
                <a:lnTo>
                  <a:pt x="11049000" y="0"/>
                </a:lnTo>
                <a:lnTo>
                  <a:pt x="11049000" y="3746500"/>
                </a:lnTo>
                <a:lnTo>
                  <a:pt x="0" y="3746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0.xml><?xml version="1.0" encoding="utf-8"?>
<p:sldLayout xmlns:p="http://schemas.openxmlformats.org/presentationml/2006/main" userDrawn="1">
  <p:cSld name="3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FF424C5-59AB-457E-AF43-B7EC3105D54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626459" y="2761782"/>
            <a:ext cx="2937458" cy="2939082"/>
          </a:xfrm>
          <a:custGeom xmlns:a="http://schemas.openxmlformats.org/drawingml/2006/main">
            <a:gdLst>
              <a:gd name="connsiteX0" fmla="*/ 1468729 w 2937458"/>
              <a:gd name="connsiteY0" fmla="*/ 0 h 2939082"/>
              <a:gd name="connsiteX1" fmla="*/ 2937458 w 2937458"/>
              <a:gd name="connsiteY1" fmla="*/ 1469541 h 2939082"/>
              <a:gd name="connsiteX2" fmla="*/ 1468729 w 2937458"/>
              <a:gd name="connsiteY2" fmla="*/ 2939082 h 2939082"/>
              <a:gd name="connsiteX3" fmla="*/ 0 w 2937458"/>
              <a:gd name="connsiteY3" fmla="*/ 1469541 h 2939082"/>
              <a:gd name="connsiteX4" fmla="*/ 1468729 w 2937458"/>
              <a:gd name="connsiteY4" fmla="*/ 0 h 2939082"/>
            </a:gdLst>
            <a:rect l="l" t="t" r="r" b="b"/>
            <a:pathLst>
              <a:path w="2937458" h="2939082">
                <a:moveTo>
                  <a:pt x="1468729" y="0"/>
                </a:moveTo>
                <a:cubicBezTo>
                  <a:pt x="2279886" y="0"/>
                  <a:pt x="2937458" y="657936"/>
                  <a:pt x="2937458" y="1469541"/>
                </a:cubicBezTo>
                <a:cubicBezTo>
                  <a:pt x="2937458" y="2281146"/>
                  <a:pt x="2279886" y="2939082"/>
                  <a:pt x="1468729" y="2939082"/>
                </a:cubicBezTo>
                <a:cubicBezTo>
                  <a:pt x="657572" y="2939082"/>
                  <a:pt x="0" y="2281146"/>
                  <a:pt x="0" y="1469541"/>
                </a:cubicBezTo>
                <a:cubicBezTo>
                  <a:pt x="0" y="657936"/>
                  <a:pt x="657572" y="0"/>
                  <a:pt x="146872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1.xml><?xml version="1.0" encoding="utf-8"?>
<p:sldLayout xmlns:p="http://schemas.openxmlformats.org/presentationml/2006/main" userDrawn="1">
  <p:cSld name="Business Objectiv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DBD6791-EB9E-4DBA-B684-A0CADA31E72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184832" y="1456775"/>
            <a:ext cx="3986772" cy="3457663"/>
          </a:xfrm>
          <a:custGeom xmlns:a="http://schemas.openxmlformats.org/drawingml/2006/main">
            <a:gdLst>
              <a:gd name="connsiteX0" fmla="*/ 992079 w 3986772"/>
              <a:gd name="connsiteY0" fmla="*/ 0 h 3457663"/>
              <a:gd name="connsiteX1" fmla="*/ 2988541 w 3986772"/>
              <a:gd name="connsiteY1" fmla="*/ 0 h 3457663"/>
              <a:gd name="connsiteX2" fmla="*/ 3986772 w 3986772"/>
              <a:gd name="connsiteY2" fmla="*/ 1728832 h 3457663"/>
              <a:gd name="connsiteX3" fmla="*/ 2988541 w 3986772"/>
              <a:gd name="connsiteY3" fmla="*/ 3457663 h 3457663"/>
              <a:gd name="connsiteX4" fmla="*/ 992079 w 3986772"/>
              <a:gd name="connsiteY4" fmla="*/ 3457663 h 3457663"/>
              <a:gd name="connsiteX5" fmla="*/ 0 w 3986772"/>
              <a:gd name="connsiteY5" fmla="*/ 1728832 h 3457663"/>
            </a:gdLst>
            <a:rect l="l" t="t" r="r" b="b"/>
            <a:pathLst>
              <a:path w="3986772" h="3457663">
                <a:moveTo>
                  <a:pt x="992079" y="0"/>
                </a:moveTo>
                <a:lnTo>
                  <a:pt x="2988541" y="0"/>
                </a:lnTo>
                <a:lnTo>
                  <a:pt x="3986772" y="1728832"/>
                </a:lnTo>
                <a:lnTo>
                  <a:pt x="2988541" y="3457663"/>
                </a:lnTo>
                <a:lnTo>
                  <a:pt x="992079" y="3457663"/>
                </a:lnTo>
                <a:lnTo>
                  <a:pt x="0" y="172883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userDrawn="1">
  <p:cSld name="Business Objectiv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A02C38C-12F5-4970-819E-B95A96C3F66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726907" y="0"/>
            <a:ext cx="3465095" cy="6858000"/>
          </a:xfrm>
          <a:custGeom xmlns:a="http://schemas.openxmlformats.org/drawingml/2006/main">
            <a:gdLst>
              <a:gd name="connsiteX0" fmla="*/ 3465095 w 3465095"/>
              <a:gd name="connsiteY0" fmla="*/ 0 h 6858000"/>
              <a:gd name="connsiteX1" fmla="*/ 3465095 w 3465095"/>
              <a:gd name="connsiteY1" fmla="*/ 6858000 h 6858000"/>
              <a:gd name="connsiteX2" fmla="*/ 0 w 3465095"/>
              <a:gd name="connsiteY2" fmla="*/ 3435370 h 6858000"/>
            </a:gdLst>
            <a:rect l="l" t="t" r="r" b="b"/>
            <a:pathLst>
              <a:path w="3465095" h="6858000">
                <a:moveTo>
                  <a:pt x="3465095" y="0"/>
                </a:moveTo>
                <a:lnTo>
                  <a:pt x="3465095" y="6858000"/>
                </a:lnTo>
                <a:lnTo>
                  <a:pt x="0" y="34353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userDrawn="1">
  <p:cSld name="Business Objectiv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5B7024A-3941-4045-AC6E-28567E6FA48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044950" y="2097965"/>
            <a:ext cx="3835400" cy="3846514"/>
          </a:xfrm>
          <a:custGeom xmlns:a="http://schemas.openxmlformats.org/drawingml/2006/main">
            <a:gdLst>
              <a:gd name="connsiteX0" fmla="*/ 1917700 w 3835400"/>
              <a:gd name="connsiteY0" fmla="*/ 0 h 3846514"/>
              <a:gd name="connsiteX1" fmla="*/ 3835400 w 3835400"/>
              <a:gd name="connsiteY1" fmla="*/ 1923257 h 3846514"/>
              <a:gd name="connsiteX2" fmla="*/ 1917700 w 3835400"/>
              <a:gd name="connsiteY2" fmla="*/ 3846514 h 3846514"/>
              <a:gd name="connsiteX3" fmla="*/ 0 w 3835400"/>
              <a:gd name="connsiteY3" fmla="*/ 1923257 h 3846514"/>
              <a:gd name="connsiteX4" fmla="*/ 1917700 w 3835400"/>
              <a:gd name="connsiteY4" fmla="*/ 0 h 3846514"/>
            </a:gdLst>
            <a:rect l="l" t="t" r="r" b="b"/>
            <a:pathLst>
              <a:path w="3835400" h="3846514">
                <a:moveTo>
                  <a:pt x="1917700" y="0"/>
                </a:moveTo>
                <a:cubicBezTo>
                  <a:pt x="2976816" y="0"/>
                  <a:pt x="3835400" y="861071"/>
                  <a:pt x="3835400" y="1923257"/>
                </a:cubicBezTo>
                <a:cubicBezTo>
                  <a:pt x="3835400" y="2985443"/>
                  <a:pt x="2976816" y="3846514"/>
                  <a:pt x="1917700" y="3846514"/>
                </a:cubicBezTo>
                <a:cubicBezTo>
                  <a:pt x="858584" y="3846514"/>
                  <a:pt x="0" y="2985443"/>
                  <a:pt x="0" y="1923257"/>
                </a:cubicBezTo>
                <a:cubicBezTo>
                  <a:pt x="0" y="861071"/>
                  <a:pt x="858584" y="0"/>
                  <a:pt x="19177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4.xml><?xml version="1.0" encoding="utf-8"?>
<p:sldLayout xmlns:p="http://schemas.openxmlformats.org/presentationml/2006/main" userDrawn="1">
  <p:cSld name="Our Key to Suc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43F8B61-4167-4D2E-BDFD-DAF0E032C77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989409" y="2730116"/>
            <a:ext cx="2981326" cy="2989264"/>
          </a:xfrm>
          <a:custGeom xmlns:a="http://schemas.openxmlformats.org/drawingml/2006/main">
            <a:gdLst>
              <a:gd name="connsiteX0" fmla="*/ 1490663 w 2981326"/>
              <a:gd name="connsiteY0" fmla="*/ 0 h 2989264"/>
              <a:gd name="connsiteX1" fmla="*/ 2981326 w 2981326"/>
              <a:gd name="connsiteY1" fmla="*/ 1494632 h 2989264"/>
              <a:gd name="connsiteX2" fmla="*/ 1490663 w 2981326"/>
              <a:gd name="connsiteY2" fmla="*/ 2989264 h 2989264"/>
              <a:gd name="connsiteX3" fmla="*/ 0 w 2981326"/>
              <a:gd name="connsiteY3" fmla="*/ 1494632 h 2989264"/>
              <a:gd name="connsiteX4" fmla="*/ 1490663 w 2981326"/>
              <a:gd name="connsiteY4" fmla="*/ 0 h 2989264"/>
            </a:gdLst>
            <a:rect l="l" t="t" r="r" b="b"/>
            <a:pathLst>
              <a:path w="2981326" h="2989264">
                <a:moveTo>
                  <a:pt x="1490663" y="0"/>
                </a:moveTo>
                <a:cubicBezTo>
                  <a:pt x="2313933" y="0"/>
                  <a:pt x="2981326" y="669170"/>
                  <a:pt x="2981326" y="1494632"/>
                </a:cubicBezTo>
                <a:cubicBezTo>
                  <a:pt x="2981326" y="2320094"/>
                  <a:pt x="2313933" y="2989264"/>
                  <a:pt x="1490663" y="2989264"/>
                </a:cubicBezTo>
                <a:cubicBezTo>
                  <a:pt x="667393" y="2989264"/>
                  <a:pt x="0" y="2320094"/>
                  <a:pt x="0" y="1494632"/>
                </a:cubicBezTo>
                <a:cubicBezTo>
                  <a:pt x="0" y="669170"/>
                  <a:pt x="667393" y="0"/>
                  <a:pt x="149066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5.xml><?xml version="1.0" encoding="utf-8"?>
<p:sldLayout xmlns:p="http://schemas.openxmlformats.org/presentationml/2006/main" userDrawn="1">
  <p:cSld name="Company Miss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AC46EAF-0E90-49C7-A9D3-D6436500FF3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3721100"/>
            <a:ext cx="10553700" cy="2603500"/>
          </a:xfrm>
          <a:custGeom xmlns:a="http://schemas.openxmlformats.org/drawingml/2006/main">
            <a:gdLst>
              <a:gd name="connsiteX0" fmla="*/ 0 w 10553700"/>
              <a:gd name="connsiteY0" fmla="*/ 0 h 2603500"/>
              <a:gd name="connsiteX1" fmla="*/ 10553700 w 10553700"/>
              <a:gd name="connsiteY1" fmla="*/ 0 h 2603500"/>
              <a:gd name="connsiteX2" fmla="*/ 10553700 w 10553700"/>
              <a:gd name="connsiteY2" fmla="*/ 2603500 h 2603500"/>
              <a:gd name="connsiteX3" fmla="*/ 0 w 10553700"/>
              <a:gd name="connsiteY3" fmla="*/ 2603500 h 2603500"/>
            </a:gdLst>
            <a:rect l="l" t="t" r="r" b="b"/>
            <a:pathLst>
              <a:path w="10553700" h="2603500">
                <a:moveTo>
                  <a:pt x="0" y="0"/>
                </a:moveTo>
                <a:lnTo>
                  <a:pt x="10553700" y="0"/>
                </a:lnTo>
                <a:lnTo>
                  <a:pt x="10553700" y="2603500"/>
                </a:lnTo>
                <a:lnTo>
                  <a:pt x="0" y="2603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6.xml><?xml version="1.0" encoding="utf-8"?>
<p:sldLayout xmlns:p="http://schemas.openxmlformats.org/presentationml/2006/main" userDrawn="1">
  <p:cSld name="Company Miss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0CFB7F6-2A51-43EC-B3E9-3076F6A09AC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165723"/>
          </a:xfrm>
          <a:custGeom xmlns:a="http://schemas.openxmlformats.org/drawingml/2006/main">
            <a:gdLst>
              <a:gd name="connsiteX0" fmla="*/ 0 w 12192000"/>
              <a:gd name="connsiteY0" fmla="*/ 0 h 3165723"/>
              <a:gd name="connsiteX1" fmla="*/ 12192000 w 12192000"/>
              <a:gd name="connsiteY1" fmla="*/ 0 h 3165723"/>
              <a:gd name="connsiteX2" fmla="*/ 12192000 w 12192000"/>
              <a:gd name="connsiteY2" fmla="*/ 3165723 h 3165723"/>
              <a:gd name="connsiteX3" fmla="*/ 0 w 12192000"/>
              <a:gd name="connsiteY3" fmla="*/ 3165723 h 3165723"/>
            </a:gdLst>
            <a:rect l="l" t="t" r="r" b="b"/>
            <a:pathLst>
              <a:path w="12192000" h="3165723">
                <a:moveTo>
                  <a:pt x="0" y="0"/>
                </a:moveTo>
                <a:lnTo>
                  <a:pt x="12192000" y="0"/>
                </a:lnTo>
                <a:lnTo>
                  <a:pt x="12192000" y="3165723"/>
                </a:lnTo>
                <a:lnTo>
                  <a:pt x="0" y="316572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7.xml><?xml version="1.0" encoding="utf-8"?>
<p:sldLayout xmlns:p="http://schemas.openxmlformats.org/presentationml/2006/main" userDrawn="1">
  <p:cSld name="Company Vis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92EF0EF-B444-4848-941D-A6AD293C579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289850"/>
            <a:ext cx="5981700" cy="4568150"/>
          </a:xfrm>
          <a:custGeom xmlns:a="http://schemas.openxmlformats.org/drawingml/2006/main">
            <a:gdLst>
              <a:gd name="connsiteX0" fmla="*/ 0 w 5981700"/>
              <a:gd name="connsiteY0" fmla="*/ 0 h 4568150"/>
              <a:gd name="connsiteX1" fmla="*/ 5981700 w 5981700"/>
              <a:gd name="connsiteY1" fmla="*/ 0 h 4568150"/>
              <a:gd name="connsiteX2" fmla="*/ 5981700 w 5981700"/>
              <a:gd name="connsiteY2" fmla="*/ 4568150 h 4568150"/>
              <a:gd name="connsiteX3" fmla="*/ 0 w 5981700"/>
              <a:gd name="connsiteY3" fmla="*/ 4568150 h 4568150"/>
            </a:gdLst>
            <a:rect l="l" t="t" r="r" b="b"/>
            <a:pathLst>
              <a:path w="5981700" h="4568150">
                <a:moveTo>
                  <a:pt x="0" y="0"/>
                </a:moveTo>
                <a:lnTo>
                  <a:pt x="5981700" y="0"/>
                </a:lnTo>
                <a:lnTo>
                  <a:pt x="5981700" y="4568150"/>
                </a:lnTo>
                <a:lnTo>
                  <a:pt x="0" y="45681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8.xml><?xml version="1.0" encoding="utf-8"?>
<p:sldLayout xmlns:p="http://schemas.openxmlformats.org/presentationml/2006/main" userDrawn="1">
  <p:cSld name="4_ Cover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C19A459-8533-4AE8-81C0-54E2FA500F6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36230" y="0"/>
            <a:ext cx="4250871" cy="6858000"/>
          </a:xfrm>
          <a:custGeom xmlns:a="http://schemas.openxmlformats.org/drawingml/2006/main">
            <a:gdLst>
              <a:gd name="connsiteX0" fmla="*/ 0 w 4250871"/>
              <a:gd name="connsiteY0" fmla="*/ 0 h 6858000"/>
              <a:gd name="connsiteX1" fmla="*/ 4250871 w 4250871"/>
              <a:gd name="connsiteY1" fmla="*/ 0 h 6858000"/>
              <a:gd name="connsiteX2" fmla="*/ 4250871 w 4250871"/>
              <a:gd name="connsiteY2" fmla="*/ 6858000 h 6858000"/>
              <a:gd name="connsiteX3" fmla="*/ 0 w 4250871"/>
              <a:gd name="connsiteY3" fmla="*/ 6858000 h 6858000"/>
            </a:gdLst>
            <a:rect l="l" t="t" r="r" b="b"/>
            <a:pathLst>
              <a:path w="4250871" h="6858000">
                <a:moveTo>
                  <a:pt x="0" y="0"/>
                </a:moveTo>
                <a:lnTo>
                  <a:pt x="4250871" y="0"/>
                </a:lnTo>
                <a:lnTo>
                  <a:pt x="4250871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49.xml><?xml version="1.0" encoding="utf-8"?>
<p:sldLayout xmlns:p="http://schemas.openxmlformats.org/presentationml/2006/main" userDrawn="1">
  <p:cSld name="0_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D6F495FC-1742-4231-8AC5-573409F34AE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0.xml><?xml version="1.0" encoding="utf-8"?>
<p:sldLayout xmlns:p="http://schemas.openxmlformats.org/presentationml/2006/main" userDrawn="1">
  <p:cSld name="01_Company Valu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5BC0908B-A88F-6ABE-4227-A99582A2B85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600825" y="1673762"/>
            <a:ext cx="3571205" cy="3260994"/>
          </a:xfrm>
          <a:custGeom xmlns:a="http://schemas.openxmlformats.org/drawingml/2006/main">
            <a:gdLst>
              <a:gd name="connsiteX0" fmla="*/ 0 w 3571205"/>
              <a:gd name="connsiteY0" fmla="*/ 0 h 3260994"/>
              <a:gd name="connsiteX1" fmla="*/ 3571205 w 3571205"/>
              <a:gd name="connsiteY1" fmla="*/ 0 h 3260994"/>
              <a:gd name="connsiteX2" fmla="*/ 3571205 w 3571205"/>
              <a:gd name="connsiteY2" fmla="*/ 3260994 h 3260994"/>
              <a:gd name="connsiteX3" fmla="*/ 0 w 3571205"/>
              <a:gd name="connsiteY3" fmla="*/ 3260994 h 3260994"/>
            </a:gdLst>
            <a:rect l="l" t="t" r="r" b="b"/>
            <a:pathLst>
              <a:path w="3571205" h="3260994">
                <a:moveTo>
                  <a:pt x="0" y="0"/>
                </a:moveTo>
                <a:lnTo>
                  <a:pt x="3571205" y="0"/>
                </a:lnTo>
                <a:lnTo>
                  <a:pt x="3571205" y="3260994"/>
                </a:lnTo>
                <a:lnTo>
                  <a:pt x="0" y="326099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1.xml><?xml version="1.0" encoding="utf-8"?>
<p:sldLayout xmlns:p="http://schemas.openxmlformats.org/presentationml/2006/main" userDrawn="1">
  <p:cSld name="0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2.xml><?xml version="1.0" encoding="utf-8"?>
<p:sldLayout xmlns:p="http://schemas.openxmlformats.org/presentationml/2006/main" userDrawn="1">
  <p:cSld name="02_Company Co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117B3B4-17B4-353A-47DE-B9BE457C4B8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33400" y="533400"/>
            <a:ext cx="11106150" cy="2971800"/>
          </a:xfrm>
          <a:custGeom xmlns:a="http://schemas.openxmlformats.org/drawingml/2006/main">
            <a:gdLst>
              <a:gd name="connsiteX0" fmla="*/ 0 w 11106150"/>
              <a:gd name="connsiteY0" fmla="*/ 0 h 2971800"/>
              <a:gd name="connsiteX1" fmla="*/ 11106150 w 11106150"/>
              <a:gd name="connsiteY1" fmla="*/ 0 h 2971800"/>
              <a:gd name="connsiteX2" fmla="*/ 11106150 w 11106150"/>
              <a:gd name="connsiteY2" fmla="*/ 2971800 h 2971800"/>
              <a:gd name="connsiteX3" fmla="*/ 0 w 11106150"/>
              <a:gd name="connsiteY3" fmla="*/ 2971800 h 2971800"/>
            </a:gdLst>
            <a:rect l="l" t="t" r="r" b="b"/>
            <a:pathLst>
              <a:path w="11106150" h="2971800">
                <a:moveTo>
                  <a:pt x="0" y="0"/>
                </a:moveTo>
                <a:lnTo>
                  <a:pt x="11106150" y="0"/>
                </a:lnTo>
                <a:lnTo>
                  <a:pt x="11106150" y="2971800"/>
                </a:lnTo>
                <a:lnTo>
                  <a:pt x="0" y="2971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3.xml><?xml version="1.0" encoding="utf-8"?>
<p:sldLayout xmlns:p="http://schemas.openxmlformats.org/presentationml/2006/main" userDrawn="1">
  <p:cSld name="03_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B80BD46-6651-03C3-0186-FE05661F08A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4.xml><?xml version="1.0" encoding="utf-8"?>
<p:sldLayout xmlns:p="http://schemas.openxmlformats.org/presentationml/2006/main" userDrawn="1">
  <p:cSld name="4_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reeform: Shape 9">
            <a:extLst xmlns:a="http://schemas.openxmlformats.org/drawingml/2006/main">
              <a:ext uri="{FF2B5EF4-FFF2-40B4-BE49-F238E27FC236}">
                <a16:creationId xmlns:a16="http://schemas.microsoft.com/office/drawing/2014/main" id="{69D91A94-5198-7CEC-11C5-1E2261A505E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0999557" y="2482239"/>
            <a:ext cx="1113372" cy="1113371"/>
          </a:xfrm>
          <a:custGeom xmlns:a="http://schemas.openxmlformats.org/drawingml/2006/main">
            <a:gdLst>
              <a:gd name="connsiteX0" fmla="*/ 556686 w 1113372"/>
              <a:gd name="connsiteY0" fmla="*/ 0 h 1113371"/>
              <a:gd name="connsiteX1" fmla="*/ 950323 w 1113372"/>
              <a:gd name="connsiteY1" fmla="*/ 163049 h 1113371"/>
              <a:gd name="connsiteX2" fmla="*/ 950323 w 1113372"/>
              <a:gd name="connsiteY2" fmla="*/ 950322 h 1113371"/>
              <a:gd name="connsiteX3" fmla="*/ 163050 w 1113372"/>
              <a:gd name="connsiteY3" fmla="*/ 950322 h 1113371"/>
              <a:gd name="connsiteX4" fmla="*/ 163050 w 1113372"/>
              <a:gd name="connsiteY4" fmla="*/ 163049 h 1113371"/>
              <a:gd name="connsiteX5" fmla="*/ 556686 w 1113372"/>
              <a:gd name="connsiteY5" fmla="*/ 0 h 1113371"/>
            </a:gdLst>
            <a:rect l="l" t="t" r="r" b="b"/>
            <a:pathLst>
              <a:path w="1113372" h="1113371">
                <a:moveTo>
                  <a:pt x="556686" y="0"/>
                </a:moveTo>
                <a:cubicBezTo>
                  <a:pt x="699154" y="0"/>
                  <a:pt x="841623" y="54350"/>
                  <a:pt x="950323" y="163049"/>
                </a:cubicBezTo>
                <a:cubicBezTo>
                  <a:pt x="1167722" y="380448"/>
                  <a:pt x="1167722" y="732923"/>
                  <a:pt x="950323" y="950322"/>
                </a:cubicBezTo>
                <a:cubicBezTo>
                  <a:pt x="732923" y="1167721"/>
                  <a:pt x="380449" y="1167721"/>
                  <a:pt x="163050" y="950322"/>
                </a:cubicBezTo>
                <a:cubicBezTo>
                  <a:pt x="-54350" y="732923"/>
                  <a:pt x="-54350" y="380448"/>
                  <a:pt x="163050" y="163049"/>
                </a:cubicBezTo>
                <a:cubicBezTo>
                  <a:pt x="271750" y="54350"/>
                  <a:pt x="414218" y="0"/>
                  <a:pt x="556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8" name="Freeform: Shape 7">
            <a:extLst xmlns:a="http://schemas.openxmlformats.org/drawingml/2006/main">
              <a:ext uri="{FF2B5EF4-FFF2-40B4-BE49-F238E27FC236}">
                <a16:creationId xmlns:a16="http://schemas.microsoft.com/office/drawing/2014/main" id="{DAE858B9-7256-D584-0C43-05BC7ABAACA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678711" y="2712488"/>
            <a:ext cx="952119" cy="955110"/>
          </a:xfrm>
          <a:custGeom xmlns:a="http://schemas.openxmlformats.org/drawingml/2006/main">
            <a:gdLst>
              <a:gd name="connsiteX0" fmla="*/ 507577 w 952119"/>
              <a:gd name="connsiteY0" fmla="*/ 1096 h 955110"/>
              <a:gd name="connsiteX1" fmla="*/ 947826 w 952119"/>
              <a:gd name="connsiteY1" fmla="*/ 413105 h 955110"/>
              <a:gd name="connsiteX2" fmla="*/ 539683 w 952119"/>
              <a:gd name="connsiteY2" fmla="*/ 950810 h 955110"/>
              <a:gd name="connsiteX3" fmla="*/ 4684 w 952119"/>
              <a:gd name="connsiteY3" fmla="*/ 542007 h 955110"/>
              <a:gd name="connsiteX4" fmla="*/ 410989 w 952119"/>
              <a:gd name="connsiteY4" fmla="*/ 4301 h 955110"/>
              <a:gd name="connsiteX5" fmla="*/ 507577 w 952119"/>
              <a:gd name="connsiteY5" fmla="*/ 1096 h 955110"/>
            </a:gdLst>
            <a:rect l="l" t="t" r="r" b="b"/>
            <a:pathLst>
              <a:path w="952119" h="955110">
                <a:moveTo>
                  <a:pt x="507577" y="1096"/>
                </a:moveTo>
                <a:cubicBezTo>
                  <a:pt x="729046" y="16127"/>
                  <a:pt x="917261" y="184304"/>
                  <a:pt x="947826" y="413105"/>
                </a:cubicBezTo>
                <a:cubicBezTo>
                  <a:pt x="982757" y="674592"/>
                  <a:pt x="800747" y="915823"/>
                  <a:pt x="539683" y="950810"/>
                </a:cubicBezTo>
                <a:cubicBezTo>
                  <a:pt x="278618" y="985798"/>
                  <a:pt x="39615" y="803494"/>
                  <a:pt x="4684" y="542007"/>
                </a:cubicBezTo>
                <a:cubicBezTo>
                  <a:pt x="-32086" y="280520"/>
                  <a:pt x="151763" y="39289"/>
                  <a:pt x="410989" y="4301"/>
                </a:cubicBezTo>
                <a:cubicBezTo>
                  <a:pt x="443622" y="-73"/>
                  <a:pt x="475939" y="-1051"/>
                  <a:pt x="507577" y="109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BEEEE2AC-CD36-4D5B-72AD-F5057241790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04056" y="2503614"/>
            <a:ext cx="947624" cy="949199"/>
          </a:xfrm>
          <a:custGeom xmlns:a="http://schemas.openxmlformats.org/drawingml/2006/main">
            <a:gdLst>
              <a:gd name="connsiteX0" fmla="*/ 438872 w 947624"/>
              <a:gd name="connsiteY0" fmla="*/ 1193 h 949199"/>
              <a:gd name="connsiteX1" fmla="*/ 946423 w 947624"/>
              <a:gd name="connsiteY1" fmla="*/ 441438 h 949199"/>
              <a:gd name="connsiteX2" fmla="*/ 508752 w 947624"/>
              <a:gd name="connsiteY2" fmla="*/ 947996 h 949199"/>
              <a:gd name="connsiteX3" fmla="*/ 1202 w 947624"/>
              <a:gd name="connsiteY3" fmla="*/ 509593 h 949199"/>
              <a:gd name="connsiteX4" fmla="*/ 438872 w 947624"/>
              <a:gd name="connsiteY4" fmla="*/ 1193 h 949199"/>
            </a:gdLst>
            <a:rect l="l" t="t" r="r" b="b"/>
            <a:pathLst>
              <a:path w="947624" h="949199">
                <a:moveTo>
                  <a:pt x="438872" y="1193"/>
                </a:moveTo>
                <a:cubicBezTo>
                  <a:pt x="700003" y="-17227"/>
                  <a:pt x="928034" y="179870"/>
                  <a:pt x="946423" y="441438"/>
                </a:cubicBezTo>
                <a:cubicBezTo>
                  <a:pt x="964813" y="701164"/>
                  <a:pt x="769883" y="929576"/>
                  <a:pt x="508752" y="947996"/>
                </a:cubicBezTo>
                <a:cubicBezTo>
                  <a:pt x="247621" y="966416"/>
                  <a:pt x="19591" y="771161"/>
                  <a:pt x="1202" y="509593"/>
                </a:cubicBezTo>
                <a:cubicBezTo>
                  <a:pt x="-17188" y="248025"/>
                  <a:pt x="177741" y="19614"/>
                  <a:pt x="438872" y="119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5.xml><?xml version="1.0" encoding="utf-8"?>
<p:sldLayout xmlns:p="http://schemas.openxmlformats.org/presentationml/2006/main" userDrawn="1">
  <p:cSld name="04_ 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CFB53C9-472B-5B7A-935B-3CC4F90B9DE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41836" y="1811178"/>
            <a:ext cx="3920338" cy="3920338"/>
          </a:xfrm>
          <a:custGeom xmlns:a="http://schemas.openxmlformats.org/drawingml/2006/main">
            <a:gdLst>
              <a:gd name="connsiteX0" fmla="*/ 1960169 w 3920338"/>
              <a:gd name="connsiteY0" fmla="*/ 0 h 3920338"/>
              <a:gd name="connsiteX1" fmla="*/ 3920338 w 3920338"/>
              <a:gd name="connsiteY1" fmla="*/ 1960169 h 3920338"/>
              <a:gd name="connsiteX2" fmla="*/ 1960169 w 3920338"/>
              <a:gd name="connsiteY2" fmla="*/ 3920338 h 3920338"/>
              <a:gd name="connsiteX3" fmla="*/ 0 w 3920338"/>
              <a:gd name="connsiteY3" fmla="*/ 1960169 h 3920338"/>
              <a:gd name="connsiteX4" fmla="*/ 1960169 w 3920338"/>
              <a:gd name="connsiteY4" fmla="*/ 0 h 3920338"/>
            </a:gdLst>
            <a:rect l="l" t="t" r="r" b="b"/>
            <a:pathLst>
              <a:path w="3920338" h="3920338">
                <a:moveTo>
                  <a:pt x="1960169" y="0"/>
                </a:moveTo>
                <a:cubicBezTo>
                  <a:pt x="3042740" y="0"/>
                  <a:pt x="3920338" y="877598"/>
                  <a:pt x="3920338" y="1960169"/>
                </a:cubicBezTo>
                <a:cubicBezTo>
                  <a:pt x="3920338" y="3042740"/>
                  <a:pt x="3042740" y="3920338"/>
                  <a:pt x="1960169" y="3920338"/>
                </a:cubicBezTo>
                <a:cubicBezTo>
                  <a:pt x="877599" y="3920338"/>
                  <a:pt x="0" y="3042740"/>
                  <a:pt x="0" y="1960169"/>
                </a:cubicBezTo>
                <a:cubicBezTo>
                  <a:pt x="0" y="877598"/>
                  <a:pt x="877599" y="0"/>
                  <a:pt x="196016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6.xml><?xml version="1.0" encoding="utf-8"?>
<p:sldLayout xmlns:p="http://schemas.openxmlformats.org/presentationml/2006/main" userDrawn="1">
  <p:cSld name="5_ Company Proposi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EE3E7125-7E1A-19BE-38EE-8E066750525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652838" y="3576620"/>
            <a:ext cx="2586038" cy="2433620"/>
          </a:xfrm>
          <a:custGeom xmlns:a="http://schemas.openxmlformats.org/drawingml/2006/main"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D2F7C4A-F2A9-A1C2-7C50-8C250A3F9D1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1143000"/>
            <a:ext cx="2586038" cy="2433620"/>
          </a:xfrm>
          <a:custGeom xmlns:a="http://schemas.openxmlformats.org/drawingml/2006/main">
            <a:gdLst>
              <a:gd name="connsiteX0" fmla="*/ 116011 w 2586038"/>
              <a:gd name="connsiteY0" fmla="*/ 0 h 2433620"/>
              <a:gd name="connsiteX1" fmla="*/ 2470027 w 2586038"/>
              <a:gd name="connsiteY1" fmla="*/ 0 h 2433620"/>
              <a:gd name="connsiteX2" fmla="*/ 2586038 w 2586038"/>
              <a:gd name="connsiteY2" fmla="*/ 116011 h 2433620"/>
              <a:gd name="connsiteX3" fmla="*/ 2586038 w 2586038"/>
              <a:gd name="connsiteY3" fmla="*/ 2317609 h 2433620"/>
              <a:gd name="connsiteX4" fmla="*/ 2470027 w 2586038"/>
              <a:gd name="connsiteY4" fmla="*/ 2433620 h 2433620"/>
              <a:gd name="connsiteX5" fmla="*/ 116011 w 2586038"/>
              <a:gd name="connsiteY5" fmla="*/ 2433620 h 2433620"/>
              <a:gd name="connsiteX6" fmla="*/ 0 w 2586038"/>
              <a:gd name="connsiteY6" fmla="*/ 2317609 h 2433620"/>
              <a:gd name="connsiteX7" fmla="*/ 0 w 2586038"/>
              <a:gd name="connsiteY7" fmla="*/ 116011 h 2433620"/>
              <a:gd name="connsiteX8" fmla="*/ 116011 w 2586038"/>
              <a:gd name="connsiteY8" fmla="*/ 0 h 2433620"/>
            </a:gdLst>
            <a:rect l="l" t="t" r="r" b="b"/>
            <a:pathLst>
              <a:path w="2586038" h="2433620">
                <a:moveTo>
                  <a:pt x="116011" y="0"/>
                </a:moveTo>
                <a:lnTo>
                  <a:pt x="2470027" y="0"/>
                </a:lnTo>
                <a:cubicBezTo>
                  <a:pt x="2534098" y="0"/>
                  <a:pt x="2586038" y="51940"/>
                  <a:pt x="2586038" y="116011"/>
                </a:cubicBezTo>
                <a:lnTo>
                  <a:pt x="2586038" y="2317609"/>
                </a:lnTo>
                <a:cubicBezTo>
                  <a:pt x="2586038" y="2381680"/>
                  <a:pt x="2534098" y="2433620"/>
                  <a:pt x="2470027" y="2433620"/>
                </a:cubicBezTo>
                <a:lnTo>
                  <a:pt x="116011" y="2433620"/>
                </a:lnTo>
                <a:cubicBezTo>
                  <a:pt x="51940" y="2433620"/>
                  <a:pt x="0" y="2381680"/>
                  <a:pt x="0" y="2317609"/>
                </a:cubicBezTo>
                <a:lnTo>
                  <a:pt x="0" y="116011"/>
                </a:lnTo>
                <a:cubicBezTo>
                  <a:pt x="0" y="51940"/>
                  <a:pt x="51940" y="0"/>
                  <a:pt x="11601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7.xml><?xml version="1.0" encoding="utf-8"?>
<p:sldLayout xmlns:p="http://schemas.openxmlformats.org/presentationml/2006/main" userDrawn="1">
  <p:cSld name="6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F8852CC-962F-6896-E2EA-EE205415803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1" y="1143000"/>
            <a:ext cx="2496979" cy="5181600"/>
          </a:xfrm>
          <a:custGeom xmlns:a="http://schemas.openxmlformats.org/drawingml/2006/main"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C266283-3B07-C3B8-5C2D-1A7AB124B1B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590122" y="1143000"/>
            <a:ext cx="2496979" cy="5181600"/>
          </a:xfrm>
          <a:custGeom xmlns:a="http://schemas.openxmlformats.org/drawingml/2006/main">
            <a:gdLst>
              <a:gd name="connsiteX0" fmla="*/ 0 w 2496979"/>
              <a:gd name="connsiteY0" fmla="*/ 0 h 5181600"/>
              <a:gd name="connsiteX1" fmla="*/ 2496979 w 2496979"/>
              <a:gd name="connsiteY1" fmla="*/ 0 h 5181600"/>
              <a:gd name="connsiteX2" fmla="*/ 2496979 w 2496979"/>
              <a:gd name="connsiteY2" fmla="*/ 5181600 h 5181600"/>
              <a:gd name="connsiteX3" fmla="*/ 0 w 2496979"/>
              <a:gd name="connsiteY3" fmla="*/ 5181600 h 5181600"/>
            </a:gdLst>
            <a:rect l="l" t="t" r="r" b="b"/>
            <a:pathLst>
              <a:path w="2496979" h="5181600">
                <a:moveTo>
                  <a:pt x="0" y="0"/>
                </a:moveTo>
                <a:lnTo>
                  <a:pt x="2496979" y="0"/>
                </a:lnTo>
                <a:lnTo>
                  <a:pt x="2496979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8.xml><?xml version="1.0" encoding="utf-8"?>
<p:sldLayout xmlns:p="http://schemas.openxmlformats.org/presentationml/2006/main" userDrawn="1">
  <p:cSld name="7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0BA022A-6A31-2CA0-052D-434D1B65F71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71500" y="533401"/>
            <a:ext cx="11049000" cy="3228975"/>
          </a:xfrm>
          <a:custGeom xmlns:a="http://schemas.openxmlformats.org/drawingml/2006/main">
            <a:gdLst>
              <a:gd name="connsiteX0" fmla="*/ 97386 w 11049000"/>
              <a:gd name="connsiteY0" fmla="*/ 0 h 3228975"/>
              <a:gd name="connsiteX1" fmla="*/ 10951614 w 11049000"/>
              <a:gd name="connsiteY1" fmla="*/ 0 h 3228975"/>
              <a:gd name="connsiteX2" fmla="*/ 11049000 w 11049000"/>
              <a:gd name="connsiteY2" fmla="*/ 97386 h 3228975"/>
              <a:gd name="connsiteX3" fmla="*/ 11049000 w 11049000"/>
              <a:gd name="connsiteY3" fmla="*/ 3131589 h 3228975"/>
              <a:gd name="connsiteX4" fmla="*/ 10951614 w 11049000"/>
              <a:gd name="connsiteY4" fmla="*/ 3228975 h 3228975"/>
              <a:gd name="connsiteX5" fmla="*/ 97386 w 11049000"/>
              <a:gd name="connsiteY5" fmla="*/ 3228975 h 3228975"/>
              <a:gd name="connsiteX6" fmla="*/ 0 w 11049000"/>
              <a:gd name="connsiteY6" fmla="*/ 3131589 h 3228975"/>
              <a:gd name="connsiteX7" fmla="*/ 0 w 11049000"/>
              <a:gd name="connsiteY7" fmla="*/ 97386 h 3228975"/>
              <a:gd name="connsiteX8" fmla="*/ 97386 w 11049000"/>
              <a:gd name="connsiteY8" fmla="*/ 0 h 3228975"/>
            </a:gdLst>
            <a:rect l="l" t="t" r="r" b="b"/>
            <a:pathLst>
              <a:path w="11049000" h="3228975">
                <a:moveTo>
                  <a:pt x="97386" y="0"/>
                </a:moveTo>
                <a:lnTo>
                  <a:pt x="10951614" y="0"/>
                </a:lnTo>
                <a:cubicBezTo>
                  <a:pt x="11005399" y="0"/>
                  <a:pt x="11049000" y="43601"/>
                  <a:pt x="11049000" y="97386"/>
                </a:cubicBezTo>
                <a:lnTo>
                  <a:pt x="11049000" y="3131589"/>
                </a:lnTo>
                <a:cubicBezTo>
                  <a:pt x="11049000" y="3185374"/>
                  <a:pt x="11005399" y="3228975"/>
                  <a:pt x="10951614" y="3228975"/>
                </a:cubicBezTo>
                <a:lnTo>
                  <a:pt x="97386" y="3228975"/>
                </a:lnTo>
                <a:cubicBezTo>
                  <a:pt x="43601" y="3228975"/>
                  <a:pt x="0" y="3185374"/>
                  <a:pt x="0" y="3131589"/>
                </a:cubicBezTo>
                <a:lnTo>
                  <a:pt x="0" y="97386"/>
                </a:lnTo>
                <a:cubicBezTo>
                  <a:pt x="0" y="43601"/>
                  <a:pt x="43601" y="0"/>
                  <a:pt x="973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59.xml><?xml version="1.0" encoding="utf-8"?>
<p:sldLayout xmlns:p="http://schemas.openxmlformats.org/presentationml/2006/main" userDrawn="1">
  <p:cSld name="8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8F78B597-6FDF-B419-A2BF-2649E817000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825155" y="1143001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464036BF-C850-5FB1-F861-A2C9F6B8C7B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426928" y="1143001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D70E33A-200F-F476-73AB-E3DD7455DAB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28701" y="1143000"/>
            <a:ext cx="3190875" cy="2417885"/>
          </a:xfrm>
          <a:custGeom xmlns:a="http://schemas.openxmlformats.org/drawingml/2006/main">
            <a:gdLst>
              <a:gd name="connsiteX0" fmla="*/ 100753 w 3190875"/>
              <a:gd name="connsiteY0" fmla="*/ 0 h 2417885"/>
              <a:gd name="connsiteX1" fmla="*/ 3090122 w 3190875"/>
              <a:gd name="connsiteY1" fmla="*/ 0 h 2417885"/>
              <a:gd name="connsiteX2" fmla="*/ 3190875 w 3190875"/>
              <a:gd name="connsiteY2" fmla="*/ 100753 h 2417885"/>
              <a:gd name="connsiteX3" fmla="*/ 3190875 w 3190875"/>
              <a:gd name="connsiteY3" fmla="*/ 2317132 h 2417885"/>
              <a:gd name="connsiteX4" fmla="*/ 3090122 w 3190875"/>
              <a:gd name="connsiteY4" fmla="*/ 2417885 h 2417885"/>
              <a:gd name="connsiteX5" fmla="*/ 100753 w 3190875"/>
              <a:gd name="connsiteY5" fmla="*/ 2417885 h 2417885"/>
              <a:gd name="connsiteX6" fmla="*/ 0 w 3190875"/>
              <a:gd name="connsiteY6" fmla="*/ 2317132 h 2417885"/>
              <a:gd name="connsiteX7" fmla="*/ 0 w 3190875"/>
              <a:gd name="connsiteY7" fmla="*/ 100753 h 2417885"/>
              <a:gd name="connsiteX8" fmla="*/ 100753 w 3190875"/>
              <a:gd name="connsiteY8" fmla="*/ 0 h 2417885"/>
            </a:gdLst>
            <a:rect l="l" t="t" r="r" b="b"/>
            <a:pathLst>
              <a:path w="3190875" h="2417885">
                <a:moveTo>
                  <a:pt x="100753" y="0"/>
                </a:moveTo>
                <a:lnTo>
                  <a:pt x="3090122" y="0"/>
                </a:lnTo>
                <a:cubicBezTo>
                  <a:pt x="3145766" y="0"/>
                  <a:pt x="3190875" y="45109"/>
                  <a:pt x="3190875" y="100753"/>
                </a:cubicBezTo>
                <a:lnTo>
                  <a:pt x="3190875" y="2317132"/>
                </a:lnTo>
                <a:cubicBezTo>
                  <a:pt x="3190875" y="2372776"/>
                  <a:pt x="3145766" y="2417885"/>
                  <a:pt x="3090122" y="2417885"/>
                </a:cubicBezTo>
                <a:lnTo>
                  <a:pt x="100753" y="2417885"/>
                </a:lnTo>
                <a:cubicBezTo>
                  <a:pt x="45109" y="2417885"/>
                  <a:pt x="0" y="2372776"/>
                  <a:pt x="0" y="2317132"/>
                </a:cubicBezTo>
                <a:lnTo>
                  <a:pt x="0" y="100753"/>
                </a:lnTo>
                <a:cubicBezTo>
                  <a:pt x="0" y="45109"/>
                  <a:pt x="45109" y="0"/>
                  <a:pt x="10075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0.xml><?xml version="1.0" encoding="utf-8"?>
<p:sldLayout xmlns:p="http://schemas.openxmlformats.org/presentationml/2006/main" userDrawn="1">
  <p:cSld name="9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75500" y="0"/>
            <a:ext cx="5016500" cy="6858000"/>
          </a:xfrm>
          <a:custGeom xmlns:a="http://schemas.openxmlformats.org/drawingml/2006/main"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1.xml><?xml version="1.0" encoding="utf-8"?>
<p:sldLayout xmlns:p="http://schemas.openxmlformats.org/presentationml/2006/main" userDrawn="1">
  <p:cSld name="10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53F2C7C-ECAB-DD1C-2F68-699C42DA6DE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3422554"/>
            <a:ext cx="12192000" cy="3435446"/>
          </a:xfrm>
          <a:custGeom xmlns:a="http://schemas.openxmlformats.org/drawingml/2006/main">
            <a:gdLst>
              <a:gd name="connsiteX0" fmla="*/ 0 w 5016500"/>
              <a:gd name="connsiteY0" fmla="*/ 0 h 6858000"/>
              <a:gd name="connsiteX1" fmla="*/ 5016500 w 5016500"/>
              <a:gd name="connsiteY1" fmla="*/ 0 h 6858000"/>
              <a:gd name="connsiteX2" fmla="*/ 5016500 w 5016500"/>
              <a:gd name="connsiteY2" fmla="*/ 6858000 h 6858000"/>
              <a:gd name="connsiteX3" fmla="*/ 0 w 5016500"/>
              <a:gd name="connsiteY3" fmla="*/ 6858000 h 6858000"/>
            </a:gdLst>
            <a:rect l="l" t="t" r="r" b="b"/>
            <a:pathLst>
              <a:path w="5016500" h="6858000">
                <a:moveTo>
                  <a:pt x="0" y="0"/>
                </a:moveTo>
                <a:lnTo>
                  <a:pt x="5016500" y="0"/>
                </a:lnTo>
                <a:lnTo>
                  <a:pt x="50165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2.xml><?xml version="1.0" encoding="utf-8"?>
<p:sldLayout xmlns:p="http://schemas.openxmlformats.org/presentationml/2006/main" userDrawn="1">
  <p:cSld name="11_ Our Go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40F98DAD-0ED8-DD0F-5C1D-4DF406538252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3.xml><?xml version="1.0" encoding="utf-8"?>
<p:sldLayout xmlns:p="http://schemas.openxmlformats.org/presentationml/2006/main" userDrawn="1">
  <p:cSld name="14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46933AD-0E6F-ECA4-BDFE-0395178809EF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791075" y="4503339"/>
            <a:ext cx="2724150" cy="2725738"/>
          </a:xfrm>
          <a:custGeom xmlns:a="http://schemas.openxmlformats.org/drawingml/2006/main">
            <a:gdLst>
              <a:gd name="connsiteX0" fmla="*/ 1362075 w 2724150"/>
              <a:gd name="connsiteY0" fmla="*/ 0 h 2725738"/>
              <a:gd name="connsiteX1" fmla="*/ 2724150 w 2724150"/>
              <a:gd name="connsiteY1" fmla="*/ 1362869 h 2725738"/>
              <a:gd name="connsiteX2" fmla="*/ 1362075 w 2724150"/>
              <a:gd name="connsiteY2" fmla="*/ 2725738 h 2725738"/>
              <a:gd name="connsiteX3" fmla="*/ 0 w 2724150"/>
              <a:gd name="connsiteY3" fmla="*/ 1362869 h 2725738"/>
              <a:gd name="connsiteX4" fmla="*/ 1362075 w 2724150"/>
              <a:gd name="connsiteY4" fmla="*/ 0 h 2725738"/>
            </a:gdLst>
            <a:rect l="l" t="t" r="r" b="b"/>
            <a:pathLst>
              <a:path w="2724150" h="2725738">
                <a:moveTo>
                  <a:pt x="1362075" y="0"/>
                </a:moveTo>
                <a:cubicBezTo>
                  <a:pt x="2114328" y="0"/>
                  <a:pt x="2724150" y="610177"/>
                  <a:pt x="2724150" y="1362869"/>
                </a:cubicBezTo>
                <a:cubicBezTo>
                  <a:pt x="2724150" y="2115561"/>
                  <a:pt x="2114328" y="2725738"/>
                  <a:pt x="1362075" y="2725738"/>
                </a:cubicBezTo>
                <a:cubicBezTo>
                  <a:pt x="609822" y="2725738"/>
                  <a:pt x="0" y="2115561"/>
                  <a:pt x="0" y="1362869"/>
                </a:cubicBezTo>
                <a:cubicBezTo>
                  <a:pt x="0" y="610177"/>
                  <a:pt x="609822" y="0"/>
                  <a:pt x="136207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userDrawn="1">
  <p:cSld name="15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87210C7-2841-DFBE-C2B7-ABF955941DE6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5.xml><?xml version="1.0" encoding="utf-8"?>
<p:sldLayout xmlns:p="http://schemas.openxmlformats.org/presentationml/2006/main" userDrawn="1">
  <p:cSld name="12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A7F2666-0C4D-F422-1101-8AAF8E7B34F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584361" y="0"/>
            <a:ext cx="3607639" cy="6858000"/>
          </a:xfrm>
          <a:custGeom xmlns:a="http://schemas.openxmlformats.org/drawingml/2006/main">
            <a:gdLst>
              <a:gd name="connsiteX0" fmla="*/ 0 w 3607639"/>
              <a:gd name="connsiteY0" fmla="*/ 0 h 6858000"/>
              <a:gd name="connsiteX1" fmla="*/ 3607639 w 3607639"/>
              <a:gd name="connsiteY1" fmla="*/ 0 h 6858000"/>
              <a:gd name="connsiteX2" fmla="*/ 3607639 w 3607639"/>
              <a:gd name="connsiteY2" fmla="*/ 6858000 h 6858000"/>
              <a:gd name="connsiteX3" fmla="*/ 0 w 3607639"/>
              <a:gd name="connsiteY3" fmla="*/ 6858000 h 6858000"/>
            </a:gdLst>
            <a:rect l="l" t="t" r="r" b="b"/>
            <a:pathLst>
              <a:path w="3607639" h="6858000">
                <a:moveTo>
                  <a:pt x="0" y="0"/>
                </a:moveTo>
                <a:lnTo>
                  <a:pt x="3607639" y="0"/>
                </a:lnTo>
                <a:lnTo>
                  <a:pt x="3607639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6.xml><?xml version="1.0" encoding="utf-8"?>
<p:sldLayout xmlns:p="http://schemas.openxmlformats.org/presentationml/2006/main" userDrawn="1">
  <p:cSld name="13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A46557B7-549F-0BE4-86B5-82C14D424751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3733800"/>
            <a:ext cx="2495550" cy="2590800"/>
          </a:xfrm>
          <a:custGeom xmlns:a="http://schemas.openxmlformats.org/drawingml/2006/main"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413BCB02-0C02-7E47-8FD5-FBA9B0A250D3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591550" y="1143000"/>
            <a:ext cx="2495550" cy="2590800"/>
          </a:xfrm>
          <a:custGeom xmlns:a="http://schemas.openxmlformats.org/drawingml/2006/main">
            <a:gdLst>
              <a:gd name="connsiteX0" fmla="*/ 0 w 2495550"/>
              <a:gd name="connsiteY0" fmla="*/ 0 h 2590800"/>
              <a:gd name="connsiteX1" fmla="*/ 2495550 w 2495550"/>
              <a:gd name="connsiteY1" fmla="*/ 0 h 2590800"/>
              <a:gd name="connsiteX2" fmla="*/ 2495550 w 2495550"/>
              <a:gd name="connsiteY2" fmla="*/ 2590800 h 2590800"/>
              <a:gd name="connsiteX3" fmla="*/ 0 w 2495550"/>
              <a:gd name="connsiteY3" fmla="*/ 2590800 h 2590800"/>
            </a:gdLst>
            <a:rect l="l" t="t" r="r" b="b"/>
            <a:pathLst>
              <a:path w="2495550" h="2590800">
                <a:moveTo>
                  <a:pt x="0" y="0"/>
                </a:moveTo>
                <a:lnTo>
                  <a:pt x="2495550" y="0"/>
                </a:lnTo>
                <a:lnTo>
                  <a:pt x="2495550" y="2590800"/>
                </a:lnTo>
                <a:lnTo>
                  <a:pt x="0" y="2590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7.xml><?xml version="1.0" encoding="utf-8"?>
<p:sldLayout xmlns:p="http://schemas.openxmlformats.org/presentationml/2006/main" userDrawn="1">
  <p:cSld name="17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AC953C3-6016-7274-476C-7BEF98FB6F3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837735" y="3663951"/>
            <a:ext cx="2238375" cy="2225675"/>
          </a:xfrm>
          <a:custGeom xmlns:a="http://schemas.openxmlformats.org/drawingml/2006/main"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FD575F-E402-EFA8-98DA-568871D6BB2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427666" y="1316656"/>
            <a:ext cx="2216154" cy="2203580"/>
          </a:xfrm>
          <a:custGeom xmlns:a="http://schemas.openxmlformats.org/drawingml/2006/main">
            <a:gdLst>
              <a:gd name="connsiteX0" fmla="*/ 192499 w 2238375"/>
              <a:gd name="connsiteY0" fmla="*/ 0 h 2225675"/>
              <a:gd name="connsiteX1" fmla="*/ 2045876 w 2238375"/>
              <a:gd name="connsiteY1" fmla="*/ 0 h 2225675"/>
              <a:gd name="connsiteX2" fmla="*/ 2238375 w 2238375"/>
              <a:gd name="connsiteY2" fmla="*/ 192499 h 2225675"/>
              <a:gd name="connsiteX3" fmla="*/ 2238375 w 2238375"/>
              <a:gd name="connsiteY3" fmla="*/ 2033176 h 2225675"/>
              <a:gd name="connsiteX4" fmla="*/ 2045876 w 2238375"/>
              <a:gd name="connsiteY4" fmla="*/ 2225675 h 2225675"/>
              <a:gd name="connsiteX5" fmla="*/ 192499 w 2238375"/>
              <a:gd name="connsiteY5" fmla="*/ 2225675 h 2225675"/>
              <a:gd name="connsiteX6" fmla="*/ 0 w 2238375"/>
              <a:gd name="connsiteY6" fmla="*/ 2033176 h 2225675"/>
              <a:gd name="connsiteX7" fmla="*/ 0 w 2238375"/>
              <a:gd name="connsiteY7" fmla="*/ 192499 h 2225675"/>
              <a:gd name="connsiteX8" fmla="*/ 192499 w 2238375"/>
              <a:gd name="connsiteY8" fmla="*/ 0 h 2225675"/>
            </a:gdLst>
            <a:rect l="l" t="t" r="r" b="b"/>
            <a:pathLst>
              <a:path w="2238375" h="2225675">
                <a:moveTo>
                  <a:pt x="192499" y="0"/>
                </a:moveTo>
                <a:lnTo>
                  <a:pt x="2045876" y="0"/>
                </a:lnTo>
                <a:cubicBezTo>
                  <a:pt x="2152190" y="0"/>
                  <a:pt x="2238375" y="86185"/>
                  <a:pt x="2238375" y="192499"/>
                </a:cubicBezTo>
                <a:lnTo>
                  <a:pt x="2238375" y="2033176"/>
                </a:lnTo>
                <a:cubicBezTo>
                  <a:pt x="2238375" y="2139490"/>
                  <a:pt x="2152190" y="2225675"/>
                  <a:pt x="2045876" y="2225675"/>
                </a:cubicBezTo>
                <a:lnTo>
                  <a:pt x="192499" y="2225675"/>
                </a:lnTo>
                <a:cubicBezTo>
                  <a:pt x="86185" y="2225675"/>
                  <a:pt x="0" y="2139490"/>
                  <a:pt x="0" y="2033176"/>
                </a:cubicBezTo>
                <a:lnTo>
                  <a:pt x="0" y="192499"/>
                </a:lnTo>
                <a:cubicBezTo>
                  <a:pt x="0" y="86185"/>
                  <a:pt x="86185" y="0"/>
                  <a:pt x="19249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8.xml><?xml version="1.0" encoding="utf-8"?>
<p:sldLayout xmlns:p="http://schemas.openxmlformats.org/presentationml/2006/main" userDrawn="1">
  <p:cSld name="18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E335A5C-D9A8-F59F-7A4F-71B618DE607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111750" y="3480594"/>
            <a:ext cx="1990726" cy="1995488"/>
          </a:xfrm>
          <a:custGeom xmlns:a="http://schemas.openxmlformats.org/drawingml/2006/main">
            <a:gdLst>
              <a:gd name="connsiteX0" fmla="*/ 995363 w 1990726"/>
              <a:gd name="connsiteY0" fmla="*/ 0 h 1995488"/>
              <a:gd name="connsiteX1" fmla="*/ 1990726 w 1990726"/>
              <a:gd name="connsiteY1" fmla="*/ 997744 h 1995488"/>
              <a:gd name="connsiteX2" fmla="*/ 995363 w 1990726"/>
              <a:gd name="connsiteY2" fmla="*/ 1995488 h 1995488"/>
              <a:gd name="connsiteX3" fmla="*/ 0 w 1990726"/>
              <a:gd name="connsiteY3" fmla="*/ 997744 h 1995488"/>
              <a:gd name="connsiteX4" fmla="*/ 995363 w 1990726"/>
              <a:gd name="connsiteY4" fmla="*/ 0 h 1995488"/>
            </a:gdLst>
            <a:rect l="l" t="t" r="r" b="b"/>
            <a:pathLst>
              <a:path w="1990726" h="1995488">
                <a:moveTo>
                  <a:pt x="995363" y="0"/>
                </a:moveTo>
                <a:cubicBezTo>
                  <a:pt x="1545087" y="0"/>
                  <a:pt x="1990726" y="446705"/>
                  <a:pt x="1990726" y="997744"/>
                </a:cubicBezTo>
                <a:cubicBezTo>
                  <a:pt x="1990726" y="1548783"/>
                  <a:pt x="1545087" y="1995488"/>
                  <a:pt x="995363" y="1995488"/>
                </a:cubicBezTo>
                <a:cubicBezTo>
                  <a:pt x="445639" y="1995488"/>
                  <a:pt x="0" y="1548783"/>
                  <a:pt x="0" y="997744"/>
                </a:cubicBezTo>
                <a:cubicBezTo>
                  <a:pt x="0" y="446705"/>
                  <a:pt x="445639" y="0"/>
                  <a:pt x="99536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69.xml><?xml version="1.0" encoding="utf-8"?>
<p:sldLayout xmlns:p="http://schemas.openxmlformats.org/presentationml/2006/main" userDrawn="1">
  <p:cSld name="19_ Visitor Aud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A80B858-5438-0035-74F8-B5545F09FAD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3530602"/>
            <a:ext cx="4822110" cy="3327399"/>
          </a:xfrm>
          <a:custGeom xmlns:a="http://schemas.openxmlformats.org/drawingml/2006/main">
            <a:gdLst>
              <a:gd name="connsiteX0" fmla="*/ 0 w 4822110"/>
              <a:gd name="connsiteY0" fmla="*/ 0 h 3327399"/>
              <a:gd name="connsiteX1" fmla="*/ 4822110 w 4822110"/>
              <a:gd name="connsiteY1" fmla="*/ 0 h 3327399"/>
              <a:gd name="connsiteX2" fmla="*/ 4822110 w 4822110"/>
              <a:gd name="connsiteY2" fmla="*/ 3327399 h 3327399"/>
              <a:gd name="connsiteX3" fmla="*/ 0 w 4822110"/>
              <a:gd name="connsiteY3" fmla="*/ 3327399 h 3327399"/>
            </a:gdLst>
            <a:rect l="l" t="t" r="r" b="b"/>
            <a:pathLst>
              <a:path w="4822110" h="3327399">
                <a:moveTo>
                  <a:pt x="0" y="0"/>
                </a:moveTo>
                <a:lnTo>
                  <a:pt x="4822110" y="0"/>
                </a:lnTo>
                <a:lnTo>
                  <a:pt x="4822110" y="3327399"/>
                </a:lnTo>
                <a:lnTo>
                  <a:pt x="0" y="33273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0.xml><?xml version="1.0" encoding="utf-8"?>
<p:sldLayout xmlns:p="http://schemas.openxmlformats.org/presentationml/2006/main" userDrawn="1">
  <p:cSld name="20_Our Servi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C48A473-0406-3009-8417-EE92713F037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1.xml><?xml version="1.0" encoding="utf-8"?>
<p:sldLayout xmlns:p="http://schemas.openxmlformats.org/presentationml/2006/main" userDrawn="1">
  <p:cSld name="21_Our Servic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4DCA30F-CB6B-3149-F1BF-C991E3F3EF5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267325" y="0"/>
            <a:ext cx="6924675" cy="6858000"/>
          </a:xfrm>
          <a:custGeom xmlns:a="http://schemas.openxmlformats.org/drawingml/2006/main">
            <a:gdLst>
              <a:gd name="connsiteX0" fmla="*/ 0 w 6924675"/>
              <a:gd name="connsiteY0" fmla="*/ 0 h 6858000"/>
              <a:gd name="connsiteX1" fmla="*/ 6924675 w 6924675"/>
              <a:gd name="connsiteY1" fmla="*/ 0 h 6858000"/>
              <a:gd name="connsiteX2" fmla="*/ 6924675 w 6924675"/>
              <a:gd name="connsiteY2" fmla="*/ 6858000 h 6858000"/>
              <a:gd name="connsiteX3" fmla="*/ 0 w 6924675"/>
              <a:gd name="connsiteY3" fmla="*/ 6858000 h 6858000"/>
            </a:gdLst>
            <a:rect l="l" t="t" r="r" b="b"/>
            <a:pathLst>
              <a:path w="6924675" h="6858000">
                <a:moveTo>
                  <a:pt x="0" y="0"/>
                </a:moveTo>
                <a:lnTo>
                  <a:pt x="6924675" y="0"/>
                </a:lnTo>
                <a:lnTo>
                  <a:pt x="6924675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2.xml><?xml version="1.0" encoding="utf-8"?>
<p:sldLayout xmlns:p="http://schemas.openxmlformats.org/presentationml/2006/main" userDrawn="1">
  <p:cSld name="22_The Problem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: Shape 3">
            <a:extLst xmlns:a="http://schemas.openxmlformats.org/drawingml/2006/main">
              <a:ext uri="{FF2B5EF4-FFF2-40B4-BE49-F238E27FC236}">
                <a16:creationId xmlns:a16="http://schemas.microsoft.com/office/drawing/2014/main" id="{62F9FD44-157C-6AD7-C4F3-D91C1F0D2AA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3.xml><?xml version="1.0" encoding="utf-8"?>
<p:sldLayout xmlns:p="http://schemas.openxmlformats.org/presentationml/2006/main" userDrawn="1">
  <p:cSld name="23_The Solu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: Shape 2">
            <a:extLst xmlns:a="http://schemas.openxmlformats.org/drawingml/2006/main">
              <a:ext uri="{FF2B5EF4-FFF2-40B4-BE49-F238E27FC236}">
                <a16:creationId xmlns:a16="http://schemas.microsoft.com/office/drawing/2014/main" id="{95F46D3A-A590-F69C-7005-429FF12BE4C0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066800" y="3409646"/>
            <a:ext cx="5029200" cy="3448354"/>
          </a:xfrm>
          <a:custGeom xmlns:a="http://schemas.openxmlformats.org/drawingml/2006/main">
            <a:gdLst>
              <a:gd name="connsiteX0" fmla="*/ 0 w 5029200"/>
              <a:gd name="connsiteY0" fmla="*/ 0 h 3448354"/>
              <a:gd name="connsiteX1" fmla="*/ 5029200 w 5029200"/>
              <a:gd name="connsiteY1" fmla="*/ 0 h 3448354"/>
              <a:gd name="connsiteX2" fmla="*/ 5029200 w 5029200"/>
              <a:gd name="connsiteY2" fmla="*/ 3448354 h 3448354"/>
              <a:gd name="connsiteX3" fmla="*/ 0 w 5029200"/>
              <a:gd name="connsiteY3" fmla="*/ 3448354 h 3448354"/>
            </a:gdLst>
            <a:rect l="l" t="t" r="r" b="b"/>
            <a:pathLst>
              <a:path w="5029200" h="3448354">
                <a:moveTo>
                  <a:pt x="0" y="0"/>
                </a:moveTo>
                <a:lnTo>
                  <a:pt x="5029200" y="0"/>
                </a:lnTo>
                <a:lnTo>
                  <a:pt x="5029200" y="3448354"/>
                </a:lnTo>
                <a:lnTo>
                  <a:pt x="0" y="344835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4.xml><?xml version="1.0" encoding="utf-8"?>
<p:sldLayout xmlns:p="http://schemas.openxmlformats.org/presentationml/2006/main" userDrawn="1">
  <p:cSld name="24_The Solutio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reeform: Shape 3">
            <a:extLst xmlns:a="http://schemas.openxmlformats.org/drawingml/2006/main">
              <a:ext uri="{FF2B5EF4-FFF2-40B4-BE49-F238E27FC236}">
                <a16:creationId xmlns:a16="http://schemas.microsoft.com/office/drawing/2014/main" id="{4250F181-8F3D-FE5A-F722-836CDE9EA6E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" y="0"/>
            <a:ext cx="12192000" cy="6858000"/>
          </a:xfrm>
          <a:custGeom xmlns:a="http://schemas.openxmlformats.org/drawingml/2006/main">
            <a:gdLst>
              <a:gd name="connsiteX0" fmla="*/ 5621916 w 12192000"/>
              <a:gd name="connsiteY0" fmla="*/ 0 h 6858000"/>
              <a:gd name="connsiteX1" fmla="*/ 12192000 w 12192000"/>
              <a:gd name="connsiteY1" fmla="*/ 2852915 h 6858000"/>
              <a:gd name="connsiteX2" fmla="*/ 12191999 w 12192000"/>
              <a:gd name="connsiteY2" fmla="*/ 6858000 h 6858000"/>
              <a:gd name="connsiteX3" fmla="*/ 3636833 w 12192000"/>
              <a:gd name="connsiteY3" fmla="*/ 6858000 h 6858000"/>
              <a:gd name="connsiteX4" fmla="*/ 0 w 12192000"/>
              <a:gd name="connsiteY4" fmla="*/ 5278786 h 6858000"/>
              <a:gd name="connsiteX5" fmla="*/ 0 w 12192000"/>
              <a:gd name="connsiteY5" fmla="*/ 0 h 6858000"/>
            </a:gdLst>
            <a:rect l="l" t="t" r="r" b="b"/>
            <a:pathLst>
              <a:path w="12192000" h="6858000">
                <a:moveTo>
                  <a:pt x="5621916" y="0"/>
                </a:moveTo>
                <a:lnTo>
                  <a:pt x="12192000" y="2852915"/>
                </a:lnTo>
                <a:lnTo>
                  <a:pt x="12191999" y="6858000"/>
                </a:lnTo>
                <a:lnTo>
                  <a:pt x="3636833" y="6858000"/>
                </a:lnTo>
                <a:lnTo>
                  <a:pt x="0" y="52787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userDrawn="1">
  <p:cSld name="1_Section P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3109BD4B-5385-4BB0-A9F1-5B1F883FDD1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6.xml><?xml version="1.0" encoding="utf-8"?>
<p:sldLayout xmlns:p="http://schemas.openxmlformats.org/presentationml/2006/main" userDrawn="1">
  <p:cSld name="1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B3CE51AD-E1BB-D00D-A86A-A1808AA37EF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303270"/>
          </a:xfrm>
          <a:custGeom xmlns:a="http://schemas.openxmlformats.org/drawingml/2006/main">
            <a:gdLst>
              <a:gd name="connsiteX0" fmla="*/ 0 w 12192000"/>
              <a:gd name="connsiteY0" fmla="*/ 0 h 3303270"/>
              <a:gd name="connsiteX1" fmla="*/ 12192000 w 12192000"/>
              <a:gd name="connsiteY1" fmla="*/ 0 h 3303270"/>
              <a:gd name="connsiteX2" fmla="*/ 12192000 w 12192000"/>
              <a:gd name="connsiteY2" fmla="*/ 3303270 h 3303270"/>
              <a:gd name="connsiteX3" fmla="*/ 0 w 12192000"/>
              <a:gd name="connsiteY3" fmla="*/ 3303270 h 3303270"/>
            </a:gdLst>
            <a:rect l="l" t="t" r="r" b="b"/>
            <a:pathLst>
              <a:path w="12192000" h="3303270">
                <a:moveTo>
                  <a:pt x="0" y="0"/>
                </a:moveTo>
                <a:lnTo>
                  <a:pt x="12192000" y="0"/>
                </a:lnTo>
                <a:lnTo>
                  <a:pt x="12192000" y="3303270"/>
                </a:lnTo>
                <a:lnTo>
                  <a:pt x="0" y="33032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7.xml><?xml version="1.0" encoding="utf-8"?>
<p:sldLayout xmlns:p="http://schemas.openxmlformats.org/presentationml/2006/main" userDrawn="1">
  <p:cSld name="2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8C15FCB-54FE-2958-4430-1ECEDF2EB16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42126" y="533400"/>
            <a:ext cx="4778375" cy="5791200"/>
          </a:xfrm>
          <a:custGeom xmlns:a="http://schemas.openxmlformats.org/drawingml/2006/main">
            <a:gdLst>
              <a:gd name="connsiteX0" fmla="*/ 0 w 4778375"/>
              <a:gd name="connsiteY0" fmla="*/ 0 h 5791200"/>
              <a:gd name="connsiteX1" fmla="*/ 4778375 w 4778375"/>
              <a:gd name="connsiteY1" fmla="*/ 0 h 5791200"/>
              <a:gd name="connsiteX2" fmla="*/ 4778375 w 4778375"/>
              <a:gd name="connsiteY2" fmla="*/ 5791200 h 5791200"/>
              <a:gd name="connsiteX3" fmla="*/ 0 w 4778375"/>
              <a:gd name="connsiteY3" fmla="*/ 5791200 h 5791200"/>
            </a:gdLst>
            <a:rect l="l" t="t" r="r" b="b"/>
            <a:pathLst>
              <a:path w="4778375" h="5791200">
                <a:moveTo>
                  <a:pt x="0" y="0"/>
                </a:moveTo>
                <a:lnTo>
                  <a:pt x="4778375" y="0"/>
                </a:lnTo>
                <a:lnTo>
                  <a:pt x="4778375" y="5791200"/>
                </a:lnTo>
                <a:lnTo>
                  <a:pt x="0" y="5791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8.xml><?xml version="1.0" encoding="utf-8"?>
<p:sldLayout xmlns:p="http://schemas.openxmlformats.org/presentationml/2006/main" userDrawn="1">
  <p:cSld name="3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33B48DD9-1500-83F8-1BA4-BFEDDF9A989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2469683" y="2522534"/>
            <a:ext cx="2953985" cy="2953985"/>
          </a:xfrm>
          <a:custGeom xmlns:a="http://schemas.openxmlformats.org/drawingml/2006/main">
            <a:gdLst>
              <a:gd name="connsiteX0" fmla="*/ 1476993 w 2953985"/>
              <a:gd name="connsiteY0" fmla="*/ 0 h 2953985"/>
              <a:gd name="connsiteX1" fmla="*/ 2953985 w 2953985"/>
              <a:gd name="connsiteY1" fmla="*/ 1476993 h 2953985"/>
              <a:gd name="connsiteX2" fmla="*/ 1476993 w 2953985"/>
              <a:gd name="connsiteY2" fmla="*/ 2953985 h 2953985"/>
              <a:gd name="connsiteX3" fmla="*/ 0 w 2953985"/>
              <a:gd name="connsiteY3" fmla="*/ 1476993 h 2953985"/>
              <a:gd name="connsiteX4" fmla="*/ 1476993 w 2953985"/>
              <a:gd name="connsiteY4" fmla="*/ 0 h 2953985"/>
            </a:gdLst>
            <a:rect l="l" t="t" r="r" b="b"/>
            <a:pathLst>
              <a:path w="2953985" h="2953985">
                <a:moveTo>
                  <a:pt x="1476993" y="0"/>
                </a:moveTo>
                <a:cubicBezTo>
                  <a:pt x="2292713" y="0"/>
                  <a:pt x="2953985" y="661272"/>
                  <a:pt x="2953985" y="1476993"/>
                </a:cubicBezTo>
                <a:cubicBezTo>
                  <a:pt x="2953985" y="2292713"/>
                  <a:pt x="2292713" y="2953985"/>
                  <a:pt x="1476993" y="2953985"/>
                </a:cubicBezTo>
                <a:cubicBezTo>
                  <a:pt x="661272" y="2953985"/>
                  <a:pt x="0" y="2292713"/>
                  <a:pt x="0" y="1476993"/>
                </a:cubicBezTo>
                <a:cubicBezTo>
                  <a:pt x="0" y="661272"/>
                  <a:pt x="661272" y="0"/>
                  <a:pt x="147699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79.xml><?xml version="1.0" encoding="utf-8"?>
<p:sldLayout xmlns:p="http://schemas.openxmlformats.org/presentationml/2006/main" userDrawn="1">
  <p:cSld name="01-Layou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0.xml><?xml version="1.0" encoding="utf-8"?>
<p:sldLayout xmlns:p="http://schemas.openxmlformats.org/presentationml/2006/main" userDrawn="1">
  <p:cSld name="4_Why now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7CCCD10-A695-7CB0-75FC-3B4E6C32330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038350"/>
            <a:ext cx="5334000" cy="4819650"/>
          </a:xfrm>
          <a:custGeom xmlns:a="http://schemas.openxmlformats.org/drawingml/2006/main">
            <a:gdLst>
              <a:gd name="connsiteX0" fmla="*/ 0 w 5334000"/>
              <a:gd name="connsiteY0" fmla="*/ 0 h 4819650"/>
              <a:gd name="connsiteX1" fmla="*/ 5334000 w 5334000"/>
              <a:gd name="connsiteY1" fmla="*/ 0 h 4819650"/>
              <a:gd name="connsiteX2" fmla="*/ 5334000 w 5334000"/>
              <a:gd name="connsiteY2" fmla="*/ 4819650 h 4819650"/>
              <a:gd name="connsiteX3" fmla="*/ 0 w 5334000"/>
              <a:gd name="connsiteY3" fmla="*/ 4819650 h 4819650"/>
            </a:gdLst>
            <a:rect l="l" t="t" r="r" b="b"/>
            <a:pathLst>
              <a:path w="5334000" h="4819650">
                <a:moveTo>
                  <a:pt x="0" y="0"/>
                </a:moveTo>
                <a:lnTo>
                  <a:pt x="5334000" y="0"/>
                </a:lnTo>
                <a:lnTo>
                  <a:pt x="5334000" y="4819650"/>
                </a:lnTo>
                <a:lnTo>
                  <a:pt x="0" y="4819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1.xml><?xml version="1.0" encoding="utf-8"?>
<p:sldLayout xmlns:p="http://schemas.openxmlformats.org/presentationml/2006/main" userDrawn="1">
  <p:cSld name="1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B1870EFB-6DB8-0FFA-6B19-C003ACA7E2A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519933" y="3532093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46E889C1-3911-EAB7-E77D-F26E4941E7D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303815" y="2481510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949779D5-48FA-7F8F-E1FF-C84D163FFD1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81625" y="2479877"/>
            <a:ext cx="1177082" cy="1177082"/>
          </a:xfrm>
          <a:custGeom xmlns:a="http://schemas.openxmlformats.org/drawingml/2006/main">
            <a:gdLst>
              <a:gd name="connsiteX0" fmla="*/ 588541 w 1177082"/>
              <a:gd name="connsiteY0" fmla="*/ 0 h 1177082"/>
              <a:gd name="connsiteX1" fmla="*/ 1177082 w 1177082"/>
              <a:gd name="connsiteY1" fmla="*/ 588541 h 1177082"/>
              <a:gd name="connsiteX2" fmla="*/ 588541 w 1177082"/>
              <a:gd name="connsiteY2" fmla="*/ 1177082 h 1177082"/>
              <a:gd name="connsiteX3" fmla="*/ 0 w 1177082"/>
              <a:gd name="connsiteY3" fmla="*/ 588541 h 1177082"/>
              <a:gd name="connsiteX4" fmla="*/ 588541 w 1177082"/>
              <a:gd name="connsiteY4" fmla="*/ 0 h 1177082"/>
            </a:gdLst>
            <a:rect l="l" t="t" r="r" b="b"/>
            <a:pathLst>
              <a:path w="1177082" h="1177082">
                <a:moveTo>
                  <a:pt x="588541" y="0"/>
                </a:moveTo>
                <a:cubicBezTo>
                  <a:pt x="913583" y="0"/>
                  <a:pt x="1177082" y="263499"/>
                  <a:pt x="1177082" y="588541"/>
                </a:cubicBezTo>
                <a:cubicBezTo>
                  <a:pt x="1177082" y="913583"/>
                  <a:pt x="913583" y="1177082"/>
                  <a:pt x="588541" y="1177082"/>
                </a:cubicBezTo>
                <a:cubicBezTo>
                  <a:pt x="263499" y="1177082"/>
                  <a:pt x="0" y="913583"/>
                  <a:pt x="0" y="588541"/>
                </a:cubicBezTo>
                <a:cubicBezTo>
                  <a:pt x="0" y="263499"/>
                  <a:pt x="263499" y="0"/>
                  <a:pt x="58854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2.xml><?xml version="1.0" encoding="utf-8"?>
<p:sldLayout xmlns:p="http://schemas.openxmlformats.org/presentationml/2006/main" userDrawn="1">
  <p:cSld name="2_Testimonial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3DD580D-FC23-D502-3B90-09786DF9154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981573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8D0D0CDF-4CC7-861B-37AA-DBCEE9D18CE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623832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DB73DCB-E01A-4278-49A9-BC3E10A9BC0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339313" y="1859478"/>
            <a:ext cx="2446601" cy="1781795"/>
          </a:xfrm>
          <a:custGeom xmlns:a="http://schemas.openxmlformats.org/drawingml/2006/main">
            <a:gdLst>
              <a:gd name="connsiteX0" fmla="*/ 0 w 2446601"/>
              <a:gd name="connsiteY0" fmla="*/ 0 h 1781795"/>
              <a:gd name="connsiteX1" fmla="*/ 2446601 w 2446601"/>
              <a:gd name="connsiteY1" fmla="*/ 0 h 1781795"/>
              <a:gd name="connsiteX2" fmla="*/ 2446601 w 2446601"/>
              <a:gd name="connsiteY2" fmla="*/ 1781795 h 1781795"/>
              <a:gd name="connsiteX3" fmla="*/ 0 w 2446601"/>
              <a:gd name="connsiteY3" fmla="*/ 1781795 h 1781795"/>
            </a:gdLst>
            <a:rect l="l" t="t" r="r" b="b"/>
            <a:pathLst>
              <a:path w="2446601" h="1781795">
                <a:moveTo>
                  <a:pt x="0" y="0"/>
                </a:moveTo>
                <a:lnTo>
                  <a:pt x="2446601" y="0"/>
                </a:lnTo>
                <a:lnTo>
                  <a:pt x="2446601" y="1781795"/>
                </a:lnTo>
                <a:lnTo>
                  <a:pt x="0" y="178179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3.xml><?xml version="1.0" encoding="utf-8"?>
<p:sldLayout xmlns:p="http://schemas.openxmlformats.org/presentationml/2006/main" userDrawn="1">
  <p:cSld name="3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6EFDF70-C768-EDE6-94DE-BBA1D16F495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161030" y="4155621"/>
            <a:ext cx="1278888" cy="1277273"/>
          </a:xfrm>
          <a:custGeom xmlns:a="http://schemas.openxmlformats.org/drawingml/2006/main">
            <a:gdLst>
              <a:gd name="connsiteX0" fmla="*/ 0 w 1278888"/>
              <a:gd name="connsiteY0" fmla="*/ 0 h 1277273"/>
              <a:gd name="connsiteX1" fmla="*/ 1278888 w 1278888"/>
              <a:gd name="connsiteY1" fmla="*/ 0 h 1277273"/>
              <a:gd name="connsiteX2" fmla="*/ 1278888 w 1278888"/>
              <a:gd name="connsiteY2" fmla="*/ 1277273 h 1277273"/>
              <a:gd name="connsiteX3" fmla="*/ 0 w 1278888"/>
              <a:gd name="connsiteY3" fmla="*/ 1277273 h 1277273"/>
            </a:gdLst>
            <a:rect l="l" t="t" r="r" b="b"/>
            <a:pathLst>
              <a:path w="1278888" h="1277273">
                <a:moveTo>
                  <a:pt x="0" y="0"/>
                </a:moveTo>
                <a:lnTo>
                  <a:pt x="1278888" y="0"/>
                </a:lnTo>
                <a:lnTo>
                  <a:pt x="1278888" y="1277273"/>
                </a:lnTo>
                <a:lnTo>
                  <a:pt x="0" y="127727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4.xml><?xml version="1.0" encoding="utf-8"?>
<p:sldLayout xmlns:p="http://schemas.openxmlformats.org/presentationml/2006/main" userDrawn="1">
  <p:cSld name="4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09FC408-0C92-6075-EEC4-B8B099E2C41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760552" y="2047465"/>
            <a:ext cx="2015735" cy="2046627"/>
          </a:xfrm>
          <a:custGeom xmlns:a="http://schemas.openxmlformats.org/drawingml/2006/main">
            <a:gdLst>
              <a:gd name="connsiteX0" fmla="*/ 258740 w 2015735"/>
              <a:gd name="connsiteY0" fmla="*/ 0 h 2046627"/>
              <a:gd name="connsiteX1" fmla="*/ 1756995 w 2015735"/>
              <a:gd name="connsiteY1" fmla="*/ 0 h 2046627"/>
              <a:gd name="connsiteX2" fmla="*/ 2015735 w 2015735"/>
              <a:gd name="connsiteY2" fmla="*/ 258740 h 2046627"/>
              <a:gd name="connsiteX3" fmla="*/ 2015735 w 2015735"/>
              <a:gd name="connsiteY3" fmla="*/ 1787887 h 2046627"/>
              <a:gd name="connsiteX4" fmla="*/ 1756995 w 2015735"/>
              <a:gd name="connsiteY4" fmla="*/ 2046627 h 2046627"/>
              <a:gd name="connsiteX5" fmla="*/ 258740 w 2015735"/>
              <a:gd name="connsiteY5" fmla="*/ 2046627 h 2046627"/>
              <a:gd name="connsiteX6" fmla="*/ 0 w 2015735"/>
              <a:gd name="connsiteY6" fmla="*/ 1787887 h 2046627"/>
              <a:gd name="connsiteX7" fmla="*/ 0 w 2015735"/>
              <a:gd name="connsiteY7" fmla="*/ 258740 h 2046627"/>
              <a:gd name="connsiteX8" fmla="*/ 258740 w 2015735"/>
              <a:gd name="connsiteY8" fmla="*/ 0 h 2046627"/>
            </a:gdLst>
            <a:rect l="l" t="t" r="r" b="b"/>
            <a:pathLst>
              <a:path w="2015735" h="2046627">
                <a:moveTo>
                  <a:pt x="258740" y="0"/>
                </a:moveTo>
                <a:lnTo>
                  <a:pt x="1756995" y="0"/>
                </a:lnTo>
                <a:cubicBezTo>
                  <a:pt x="1899893" y="0"/>
                  <a:pt x="2015735" y="115842"/>
                  <a:pt x="2015735" y="258740"/>
                </a:cubicBezTo>
                <a:lnTo>
                  <a:pt x="2015735" y="1787887"/>
                </a:lnTo>
                <a:cubicBezTo>
                  <a:pt x="2015735" y="1930785"/>
                  <a:pt x="1899893" y="2046627"/>
                  <a:pt x="1756995" y="2046627"/>
                </a:cubicBezTo>
                <a:lnTo>
                  <a:pt x="258740" y="2046627"/>
                </a:lnTo>
                <a:cubicBezTo>
                  <a:pt x="115842" y="2046627"/>
                  <a:pt x="0" y="1930785"/>
                  <a:pt x="0" y="1787887"/>
                </a:cubicBezTo>
                <a:lnTo>
                  <a:pt x="0" y="258740"/>
                </a:lnTo>
                <a:cubicBezTo>
                  <a:pt x="0" y="115842"/>
                  <a:pt x="115842" y="0"/>
                  <a:pt x="25874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5.xml><?xml version="1.0" encoding="utf-8"?>
<p:sldLayout xmlns:p="http://schemas.openxmlformats.org/presentationml/2006/main" userDrawn="1">
  <p:cSld name="5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5BAEA4C-B304-E9AD-B114-236A747BC13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161030" y="538163"/>
            <a:ext cx="5946583" cy="4589462"/>
          </a:xfrm>
          <a:custGeom xmlns:a="http://schemas.openxmlformats.org/drawingml/2006/main">
            <a:gdLst>
              <a:gd name="connsiteX0" fmla="*/ 0 w 6335486"/>
              <a:gd name="connsiteY0" fmla="*/ 0 h 3361975"/>
              <a:gd name="connsiteX1" fmla="*/ 6335486 w 6335486"/>
              <a:gd name="connsiteY1" fmla="*/ 0 h 3361975"/>
              <a:gd name="connsiteX2" fmla="*/ 6335486 w 6335486"/>
              <a:gd name="connsiteY2" fmla="*/ 3361975 h 3361975"/>
              <a:gd name="connsiteX3" fmla="*/ 0 w 6335486"/>
              <a:gd name="connsiteY3" fmla="*/ 3361975 h 3361975"/>
            </a:gdLst>
            <a:rect l="l" t="t" r="r" b="b"/>
            <a:pathLst>
              <a:path w="6335486" h="3361975">
                <a:moveTo>
                  <a:pt x="0" y="0"/>
                </a:moveTo>
                <a:lnTo>
                  <a:pt x="6335486" y="0"/>
                </a:lnTo>
                <a:lnTo>
                  <a:pt x="6335486" y="3361975"/>
                </a:lnTo>
                <a:lnTo>
                  <a:pt x="0" y="3361975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6.xml><?xml version="1.0" encoding="utf-8"?>
<p:sldLayout xmlns:p="http://schemas.openxmlformats.org/presentationml/2006/main" userDrawn="1">
  <p:cSld name="6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5ECE0B10-A499-7A74-84E1-B97894DE275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289947" y="3839681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CB51AC20-47EB-7D8D-74D8-E8E1E0AFBB8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289947" y="5036510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B52967A-7252-AA32-6D3F-6B9E18EC039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289947" y="2649309"/>
            <a:ext cx="767444" cy="767444"/>
          </a:xfrm>
          <a:custGeom xmlns:a="http://schemas.openxmlformats.org/drawingml/2006/main">
            <a:gdLst>
              <a:gd name="connsiteX0" fmla="*/ 383722 w 767444"/>
              <a:gd name="connsiteY0" fmla="*/ 0 h 767444"/>
              <a:gd name="connsiteX1" fmla="*/ 767444 w 767444"/>
              <a:gd name="connsiteY1" fmla="*/ 383722 h 767444"/>
              <a:gd name="connsiteX2" fmla="*/ 383722 w 767444"/>
              <a:gd name="connsiteY2" fmla="*/ 767444 h 767444"/>
              <a:gd name="connsiteX3" fmla="*/ 0 w 767444"/>
              <a:gd name="connsiteY3" fmla="*/ 383722 h 767444"/>
              <a:gd name="connsiteX4" fmla="*/ 383722 w 767444"/>
              <a:gd name="connsiteY4" fmla="*/ 0 h 767444"/>
            </a:gdLst>
            <a:rect l="l" t="t" r="r" b="b"/>
            <a:pathLst>
              <a:path w="767444" h="767444">
                <a:moveTo>
                  <a:pt x="383722" y="0"/>
                </a:moveTo>
                <a:cubicBezTo>
                  <a:pt x="595646" y="0"/>
                  <a:pt x="767444" y="171798"/>
                  <a:pt x="767444" y="383722"/>
                </a:cubicBezTo>
                <a:cubicBezTo>
                  <a:pt x="767444" y="595646"/>
                  <a:pt x="595646" y="767444"/>
                  <a:pt x="383722" y="767444"/>
                </a:cubicBezTo>
                <a:cubicBezTo>
                  <a:pt x="171798" y="767444"/>
                  <a:pt x="0" y="595646"/>
                  <a:pt x="0" y="383722"/>
                </a:cubicBezTo>
                <a:cubicBezTo>
                  <a:pt x="0" y="171798"/>
                  <a:pt x="171798" y="0"/>
                  <a:pt x="38372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7.xml><?xml version="1.0" encoding="utf-8"?>
<p:sldLayout xmlns:p="http://schemas.openxmlformats.org/presentationml/2006/main" userDrawn="1">
  <p:cSld name="7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BD943080-9D73-6468-F8BD-59D5381FD19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865741" y="3370432"/>
            <a:ext cx="1468010" cy="1468010"/>
          </a:xfrm>
          <a:custGeom xmlns:a="http://schemas.openxmlformats.org/drawingml/2006/main">
            <a:gdLst>
              <a:gd name="connsiteX0" fmla="*/ 734005 w 1468010"/>
              <a:gd name="connsiteY0" fmla="*/ 0 h 1468010"/>
              <a:gd name="connsiteX1" fmla="*/ 1468010 w 1468010"/>
              <a:gd name="connsiteY1" fmla="*/ 734005 h 1468010"/>
              <a:gd name="connsiteX2" fmla="*/ 734005 w 1468010"/>
              <a:gd name="connsiteY2" fmla="*/ 1468010 h 1468010"/>
              <a:gd name="connsiteX3" fmla="*/ 0 w 1468010"/>
              <a:gd name="connsiteY3" fmla="*/ 734005 h 1468010"/>
              <a:gd name="connsiteX4" fmla="*/ 734005 w 1468010"/>
              <a:gd name="connsiteY4" fmla="*/ 0 h 1468010"/>
            </a:gdLst>
            <a:rect l="l" t="t" r="r" b="b"/>
            <a:pathLst>
              <a:path w="1468010" h="1468010">
                <a:moveTo>
                  <a:pt x="734005" y="0"/>
                </a:moveTo>
                <a:cubicBezTo>
                  <a:pt x="1139385" y="0"/>
                  <a:pt x="1468010" y="328625"/>
                  <a:pt x="1468010" y="734005"/>
                </a:cubicBezTo>
                <a:cubicBezTo>
                  <a:pt x="1468010" y="1139385"/>
                  <a:pt x="1139385" y="1468010"/>
                  <a:pt x="734005" y="1468010"/>
                </a:cubicBezTo>
                <a:cubicBezTo>
                  <a:pt x="328625" y="1468010"/>
                  <a:pt x="0" y="1139385"/>
                  <a:pt x="0" y="734005"/>
                </a:cubicBezTo>
                <a:cubicBezTo>
                  <a:pt x="0" y="328625"/>
                  <a:pt x="328625" y="0"/>
                  <a:pt x="73400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DE41C875-9F35-A816-D7F7-CAA60B63DBB8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058373" y="5198973"/>
            <a:ext cx="1082744" cy="1082744"/>
          </a:xfrm>
          <a:custGeom xmlns:a="http://schemas.openxmlformats.org/drawingml/2006/main"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0B8E15E8-E886-9AA3-9C04-2BDDC0DC2AF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2019300" y="1927157"/>
            <a:ext cx="1082744" cy="1082744"/>
          </a:xfrm>
          <a:custGeom xmlns:a="http://schemas.openxmlformats.org/drawingml/2006/main">
            <a:gdLst>
              <a:gd name="connsiteX0" fmla="*/ 541372 w 1082744"/>
              <a:gd name="connsiteY0" fmla="*/ 0 h 1082744"/>
              <a:gd name="connsiteX1" fmla="*/ 1082744 w 1082744"/>
              <a:gd name="connsiteY1" fmla="*/ 541372 h 1082744"/>
              <a:gd name="connsiteX2" fmla="*/ 541372 w 1082744"/>
              <a:gd name="connsiteY2" fmla="*/ 1082744 h 1082744"/>
              <a:gd name="connsiteX3" fmla="*/ 0 w 1082744"/>
              <a:gd name="connsiteY3" fmla="*/ 541372 h 1082744"/>
              <a:gd name="connsiteX4" fmla="*/ 541372 w 1082744"/>
              <a:gd name="connsiteY4" fmla="*/ 0 h 1082744"/>
            </a:gdLst>
            <a:rect l="l" t="t" r="r" b="b"/>
            <a:pathLst>
              <a:path w="1082744" h="1082744">
                <a:moveTo>
                  <a:pt x="541372" y="0"/>
                </a:moveTo>
                <a:cubicBezTo>
                  <a:pt x="840363" y="0"/>
                  <a:pt x="1082744" y="242381"/>
                  <a:pt x="1082744" y="541372"/>
                </a:cubicBezTo>
                <a:cubicBezTo>
                  <a:pt x="1082744" y="840363"/>
                  <a:pt x="840363" y="1082744"/>
                  <a:pt x="541372" y="1082744"/>
                </a:cubicBezTo>
                <a:cubicBezTo>
                  <a:pt x="242381" y="1082744"/>
                  <a:pt x="0" y="840363"/>
                  <a:pt x="0" y="541372"/>
                </a:cubicBezTo>
                <a:cubicBezTo>
                  <a:pt x="0" y="242381"/>
                  <a:pt x="242381" y="0"/>
                  <a:pt x="5413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8.xml><?xml version="1.0" encoding="utf-8"?>
<p:sldLayout xmlns:p="http://schemas.openxmlformats.org/presentationml/2006/main" userDrawn="1">
  <p:cSld name="8_Testimonials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81382A26-FDF3-6EB5-965E-A87DF37A999C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85891" y="4643261"/>
            <a:ext cx="1446794" cy="1446794"/>
          </a:xfrm>
          <a:custGeom xmlns:a="http://schemas.openxmlformats.org/drawingml/2006/main"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9102E9DF-A6CC-E97C-A988-46C9B101ADD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1219146" y="2283180"/>
            <a:ext cx="1446794" cy="1446794"/>
          </a:xfrm>
          <a:custGeom xmlns:a="http://schemas.openxmlformats.org/drawingml/2006/main">
            <a:gdLst>
              <a:gd name="connsiteX0" fmla="*/ 723397 w 1446794"/>
              <a:gd name="connsiteY0" fmla="*/ 0 h 1446794"/>
              <a:gd name="connsiteX1" fmla="*/ 1446794 w 1446794"/>
              <a:gd name="connsiteY1" fmla="*/ 723397 h 1446794"/>
              <a:gd name="connsiteX2" fmla="*/ 723397 w 1446794"/>
              <a:gd name="connsiteY2" fmla="*/ 1446794 h 1446794"/>
              <a:gd name="connsiteX3" fmla="*/ 0 w 1446794"/>
              <a:gd name="connsiteY3" fmla="*/ 723397 h 1446794"/>
              <a:gd name="connsiteX4" fmla="*/ 723397 w 1446794"/>
              <a:gd name="connsiteY4" fmla="*/ 0 h 1446794"/>
            </a:gdLst>
            <a:rect l="l" t="t" r="r" b="b"/>
            <a:pathLst>
              <a:path w="1446794" h="1446794">
                <a:moveTo>
                  <a:pt x="723397" y="0"/>
                </a:moveTo>
                <a:cubicBezTo>
                  <a:pt x="1122918" y="0"/>
                  <a:pt x="1446794" y="323876"/>
                  <a:pt x="1446794" y="723397"/>
                </a:cubicBezTo>
                <a:cubicBezTo>
                  <a:pt x="1446794" y="1122918"/>
                  <a:pt x="1122918" y="1446794"/>
                  <a:pt x="723397" y="1446794"/>
                </a:cubicBezTo>
                <a:cubicBezTo>
                  <a:pt x="323876" y="1446794"/>
                  <a:pt x="0" y="1122918"/>
                  <a:pt x="0" y="723397"/>
                </a:cubicBezTo>
                <a:cubicBezTo>
                  <a:pt x="0" y="323876"/>
                  <a:pt x="323876" y="0"/>
                  <a:pt x="7233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userDrawn="1">
  <p:cSld name="1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D1C34C9-B452-5745-A43D-6D74BB3539F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429000"/>
          </a:xfrm>
          <a:custGeom xmlns:a="http://schemas.openxmlformats.org/drawingml/2006/main"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0.xml><?xml version="1.0" encoding="utf-8"?>
<p:sldLayout xmlns:p="http://schemas.openxmlformats.org/presentationml/2006/main" userDrawn="1">
  <p:cSld name="2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7CEFCB-E9E0-FCDC-B18E-F421C27D251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33401" y="2449286"/>
            <a:ext cx="5413141" cy="3875314"/>
          </a:xfrm>
          <a:custGeom xmlns:a="http://schemas.openxmlformats.org/drawingml/2006/main">
            <a:gdLst>
              <a:gd name="connsiteX0" fmla="*/ 0 w 5413141"/>
              <a:gd name="connsiteY0" fmla="*/ 0 h 3875314"/>
              <a:gd name="connsiteX1" fmla="*/ 5413141 w 5413141"/>
              <a:gd name="connsiteY1" fmla="*/ 0 h 3875314"/>
              <a:gd name="connsiteX2" fmla="*/ 5413141 w 5413141"/>
              <a:gd name="connsiteY2" fmla="*/ 3875314 h 3875314"/>
              <a:gd name="connsiteX3" fmla="*/ 0 w 5413141"/>
              <a:gd name="connsiteY3" fmla="*/ 3875314 h 3875314"/>
            </a:gdLst>
            <a:rect l="l" t="t" r="r" b="b"/>
            <a:pathLst>
              <a:path w="5413141" h="3875314">
                <a:moveTo>
                  <a:pt x="0" y="0"/>
                </a:moveTo>
                <a:lnTo>
                  <a:pt x="5413141" y="0"/>
                </a:lnTo>
                <a:lnTo>
                  <a:pt x="5413141" y="3875314"/>
                </a:lnTo>
                <a:lnTo>
                  <a:pt x="0" y="38753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1.xml><?xml version="1.0" encoding="utf-8"?>
<p:sldLayout xmlns:p="http://schemas.openxmlformats.org/presentationml/2006/main" userDrawn="1">
  <p:cSld name="3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68F99F3F-39C9-2F60-94F6-EDF04D904E2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286064" y="1986643"/>
            <a:ext cx="7905936" cy="2922814"/>
          </a:xfrm>
          <a:custGeom xmlns:a="http://schemas.openxmlformats.org/drawingml/2006/main">
            <a:gdLst>
              <a:gd name="connsiteX0" fmla="*/ 0 w 7905936"/>
              <a:gd name="connsiteY0" fmla="*/ 0 h 2922814"/>
              <a:gd name="connsiteX1" fmla="*/ 7905936 w 7905936"/>
              <a:gd name="connsiteY1" fmla="*/ 0 h 2922814"/>
              <a:gd name="connsiteX2" fmla="*/ 7905936 w 7905936"/>
              <a:gd name="connsiteY2" fmla="*/ 2922814 h 2922814"/>
              <a:gd name="connsiteX3" fmla="*/ 0 w 7905936"/>
              <a:gd name="connsiteY3" fmla="*/ 2922814 h 2922814"/>
            </a:gdLst>
            <a:rect l="l" t="t" r="r" b="b"/>
            <a:pathLst>
              <a:path w="7905936" h="2922814">
                <a:moveTo>
                  <a:pt x="0" y="0"/>
                </a:moveTo>
                <a:lnTo>
                  <a:pt x="7905936" y="0"/>
                </a:lnTo>
                <a:lnTo>
                  <a:pt x="7905936" y="2922814"/>
                </a:lnTo>
                <a:lnTo>
                  <a:pt x="0" y="29228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48CE8D2-19E6-82B1-DD75-12C9FCC3BFC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986643"/>
            <a:ext cx="4223657" cy="2922814"/>
          </a:xfrm>
          <a:custGeom xmlns:a="http://schemas.openxmlformats.org/drawingml/2006/main">
            <a:gdLst>
              <a:gd name="connsiteX0" fmla="*/ 0 w 4223657"/>
              <a:gd name="connsiteY0" fmla="*/ 0 h 2922814"/>
              <a:gd name="connsiteX1" fmla="*/ 4223657 w 4223657"/>
              <a:gd name="connsiteY1" fmla="*/ 0 h 2922814"/>
              <a:gd name="connsiteX2" fmla="*/ 4223657 w 4223657"/>
              <a:gd name="connsiteY2" fmla="*/ 2922814 h 2922814"/>
              <a:gd name="connsiteX3" fmla="*/ 0 w 4223657"/>
              <a:gd name="connsiteY3" fmla="*/ 2922814 h 2922814"/>
            </a:gdLst>
            <a:rect l="l" t="t" r="r" b="b"/>
            <a:pathLst>
              <a:path w="4223657" h="2922814">
                <a:moveTo>
                  <a:pt x="0" y="0"/>
                </a:moveTo>
                <a:lnTo>
                  <a:pt x="4223657" y="0"/>
                </a:lnTo>
                <a:lnTo>
                  <a:pt x="4223657" y="2922814"/>
                </a:lnTo>
                <a:lnTo>
                  <a:pt x="0" y="29228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2.xml><?xml version="1.0" encoding="utf-8"?>
<p:sldLayout xmlns:p="http://schemas.openxmlformats.org/presentationml/2006/main" userDrawn="1">
  <p:cSld name="4-How it Work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64336F29-4E9B-6932-07CB-3044E44FC55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181851" y="0"/>
            <a:ext cx="5010150" cy="3886200"/>
          </a:xfrm>
          <a:custGeom xmlns:a="http://schemas.openxmlformats.org/drawingml/2006/main">
            <a:gdLst>
              <a:gd name="connsiteX0" fmla="*/ 0 w 4435929"/>
              <a:gd name="connsiteY0" fmla="*/ 0 h 3886200"/>
              <a:gd name="connsiteX1" fmla="*/ 4435929 w 4435929"/>
              <a:gd name="connsiteY1" fmla="*/ 0 h 3886200"/>
              <a:gd name="connsiteX2" fmla="*/ 4435929 w 4435929"/>
              <a:gd name="connsiteY2" fmla="*/ 3886200 h 3886200"/>
              <a:gd name="connsiteX3" fmla="*/ 0 w 4435929"/>
              <a:gd name="connsiteY3" fmla="*/ 3886200 h 3886200"/>
            </a:gdLst>
            <a:rect l="l" t="t" r="r" b="b"/>
            <a:pathLst>
              <a:path w="4435929" h="3886200">
                <a:moveTo>
                  <a:pt x="0" y="0"/>
                </a:moveTo>
                <a:lnTo>
                  <a:pt x="4435929" y="0"/>
                </a:lnTo>
                <a:lnTo>
                  <a:pt x="4435929" y="3886200"/>
                </a:lnTo>
                <a:lnTo>
                  <a:pt x="0" y="3886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38B1116-51EE-1EAE-FD64-E1A2DEC54B4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3886200"/>
            <a:ext cx="4735286" cy="2971800"/>
          </a:xfrm>
          <a:custGeom xmlns:a="http://schemas.openxmlformats.org/drawingml/2006/main">
            <a:gdLst>
              <a:gd name="connsiteX0" fmla="*/ 0 w 4735286"/>
              <a:gd name="connsiteY0" fmla="*/ 0 h 2971800"/>
              <a:gd name="connsiteX1" fmla="*/ 4735286 w 4735286"/>
              <a:gd name="connsiteY1" fmla="*/ 0 h 2971800"/>
              <a:gd name="connsiteX2" fmla="*/ 4735286 w 4735286"/>
              <a:gd name="connsiteY2" fmla="*/ 2971800 h 2971800"/>
              <a:gd name="connsiteX3" fmla="*/ 0 w 4735286"/>
              <a:gd name="connsiteY3" fmla="*/ 2971800 h 2971800"/>
            </a:gdLst>
            <a:rect l="l" t="t" r="r" b="b"/>
            <a:pathLst>
              <a:path w="4735286" h="2971800">
                <a:moveTo>
                  <a:pt x="0" y="0"/>
                </a:moveTo>
                <a:lnTo>
                  <a:pt x="4735286" y="0"/>
                </a:lnTo>
                <a:lnTo>
                  <a:pt x="4735286" y="2971800"/>
                </a:lnTo>
                <a:lnTo>
                  <a:pt x="0" y="29718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3.xml><?xml version="1.0" encoding="utf-8"?>
<p:sldLayout xmlns:p="http://schemas.openxmlformats.org/presentationml/2006/main" userDrawn="1">
  <p:cSld name="1_Our Work Pro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C3EF9DD-AB79-955F-DE81-E0A658DAEC3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928360" y="1143000"/>
            <a:ext cx="5263640" cy="5715000"/>
          </a:xfrm>
          <a:custGeom xmlns:a="http://schemas.openxmlformats.org/drawingml/2006/main">
            <a:gdLst>
              <a:gd name="connsiteX0" fmla="*/ 0 w 5263640"/>
              <a:gd name="connsiteY0" fmla="*/ 0 h 5715000"/>
              <a:gd name="connsiteX1" fmla="*/ 5263640 w 5263640"/>
              <a:gd name="connsiteY1" fmla="*/ 0 h 5715000"/>
              <a:gd name="connsiteX2" fmla="*/ 5263640 w 5263640"/>
              <a:gd name="connsiteY2" fmla="*/ 5715000 h 5715000"/>
              <a:gd name="connsiteX3" fmla="*/ 0 w 5263640"/>
              <a:gd name="connsiteY3" fmla="*/ 5715000 h 5715000"/>
            </a:gdLst>
            <a:rect l="l" t="t" r="r" b="b"/>
            <a:pathLst>
              <a:path w="5263640" h="5715000">
                <a:moveTo>
                  <a:pt x="0" y="0"/>
                </a:moveTo>
                <a:lnTo>
                  <a:pt x="5263640" y="0"/>
                </a:lnTo>
                <a:lnTo>
                  <a:pt x="526364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4.xml><?xml version="1.0" encoding="utf-8"?>
<p:sldLayout xmlns:p="http://schemas.openxmlformats.org/presentationml/2006/main" userDrawn="1">
  <p:cSld name="2_Our Work Proces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041B2EAC-9CFE-C14C-17D2-2BF6FBA9A88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59728" y="2701804"/>
            <a:ext cx="3396344" cy="3396344"/>
          </a:xfrm>
          <a:custGeom xmlns:a="http://schemas.openxmlformats.org/drawingml/2006/main">
            <a:gdLst>
              <a:gd name="connsiteX0" fmla="*/ 1698172 w 3396344"/>
              <a:gd name="connsiteY0" fmla="*/ 0 h 3396344"/>
              <a:gd name="connsiteX1" fmla="*/ 3396344 w 3396344"/>
              <a:gd name="connsiteY1" fmla="*/ 1698172 h 3396344"/>
              <a:gd name="connsiteX2" fmla="*/ 1698172 w 3396344"/>
              <a:gd name="connsiteY2" fmla="*/ 3396344 h 3396344"/>
              <a:gd name="connsiteX3" fmla="*/ 0 w 3396344"/>
              <a:gd name="connsiteY3" fmla="*/ 1698172 h 3396344"/>
              <a:gd name="connsiteX4" fmla="*/ 1698172 w 3396344"/>
              <a:gd name="connsiteY4" fmla="*/ 0 h 3396344"/>
            </a:gdLst>
            <a:rect l="l" t="t" r="r" b="b"/>
            <a:pathLst>
              <a:path w="3396344" h="3396344">
                <a:moveTo>
                  <a:pt x="1698172" y="0"/>
                </a:moveTo>
                <a:cubicBezTo>
                  <a:pt x="2636046" y="0"/>
                  <a:pt x="3396344" y="760298"/>
                  <a:pt x="3396344" y="1698172"/>
                </a:cubicBezTo>
                <a:cubicBezTo>
                  <a:pt x="3396344" y="2636046"/>
                  <a:pt x="2636046" y="3396344"/>
                  <a:pt x="1698172" y="3396344"/>
                </a:cubicBezTo>
                <a:cubicBezTo>
                  <a:pt x="760298" y="3396344"/>
                  <a:pt x="0" y="2636046"/>
                  <a:pt x="0" y="1698172"/>
                </a:cubicBezTo>
                <a:cubicBezTo>
                  <a:pt x="0" y="760298"/>
                  <a:pt x="760298" y="0"/>
                  <a:pt x="169817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5.xml><?xml version="1.0" encoding="utf-8"?>
<p:sldLayout xmlns:p="http://schemas.openxmlformats.org/presentationml/2006/main" userDrawn="1">
  <p:cSld name="1_Market Siz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5CA88E9-2301-F978-BE2C-FF539B6CFC6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740729" y="1"/>
            <a:ext cx="2710543" cy="5110843"/>
          </a:xfrm>
          <a:custGeom xmlns:a="http://schemas.openxmlformats.org/drawingml/2006/main">
            <a:gdLst>
              <a:gd name="connsiteX0" fmla="*/ 0 w 2710543"/>
              <a:gd name="connsiteY0" fmla="*/ 0 h 5110843"/>
              <a:gd name="connsiteX1" fmla="*/ 2710543 w 2710543"/>
              <a:gd name="connsiteY1" fmla="*/ 0 h 5110843"/>
              <a:gd name="connsiteX2" fmla="*/ 2710543 w 2710543"/>
              <a:gd name="connsiteY2" fmla="*/ 5110843 h 5110843"/>
              <a:gd name="connsiteX3" fmla="*/ 0 w 2710543"/>
              <a:gd name="connsiteY3" fmla="*/ 5110843 h 5110843"/>
            </a:gdLst>
            <a:rect l="l" t="t" r="r" b="b"/>
            <a:pathLst>
              <a:path w="2710543" h="5110843">
                <a:moveTo>
                  <a:pt x="0" y="0"/>
                </a:moveTo>
                <a:lnTo>
                  <a:pt x="2710543" y="0"/>
                </a:lnTo>
                <a:lnTo>
                  <a:pt x="2710543" y="5110843"/>
                </a:lnTo>
                <a:lnTo>
                  <a:pt x="0" y="511084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6.xml><?xml version="1.0" encoding="utf-8"?>
<p:sldLayout xmlns:p="http://schemas.openxmlformats.org/presentationml/2006/main" userDrawn="1">
  <p:cSld name="2_Market Siz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C9A3DB92-7E9A-F385-57D8-0D1C414801F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186057" y="555863"/>
            <a:ext cx="3434443" cy="2895600"/>
          </a:xfrm>
          <a:custGeom xmlns:a="http://schemas.openxmlformats.org/drawingml/2006/main"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9AE48A27-598A-FA8F-1F5A-CE0F0DDDF202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475632" y="3451463"/>
            <a:ext cx="3434443" cy="2895600"/>
          </a:xfrm>
          <a:custGeom xmlns:a="http://schemas.openxmlformats.org/drawingml/2006/main">
            <a:gdLst>
              <a:gd name="connsiteX0" fmla="*/ 0 w 3434443"/>
              <a:gd name="connsiteY0" fmla="*/ 0 h 2895600"/>
              <a:gd name="connsiteX1" fmla="*/ 3434443 w 3434443"/>
              <a:gd name="connsiteY1" fmla="*/ 0 h 2895600"/>
              <a:gd name="connsiteX2" fmla="*/ 3434443 w 3434443"/>
              <a:gd name="connsiteY2" fmla="*/ 2895600 h 2895600"/>
              <a:gd name="connsiteX3" fmla="*/ 0 w 3434443"/>
              <a:gd name="connsiteY3" fmla="*/ 2895600 h 2895600"/>
            </a:gdLst>
            <a:rect l="l" t="t" r="r" b="b"/>
            <a:pathLst>
              <a:path w="3434443" h="2895600">
                <a:moveTo>
                  <a:pt x="0" y="0"/>
                </a:moveTo>
                <a:lnTo>
                  <a:pt x="3434443" y="0"/>
                </a:lnTo>
                <a:lnTo>
                  <a:pt x="3434443" y="2895600"/>
                </a:lnTo>
                <a:lnTo>
                  <a:pt x="0" y="2895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7.xml><?xml version="1.0" encoding="utf-8"?>
<p:sldLayout xmlns:p="http://schemas.openxmlformats.org/presentationml/2006/main" userDrawn="1">
  <p:cSld name="1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868D816-EABF-537E-08B1-65A88E5E0C7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0" y="2263321"/>
            <a:ext cx="3673929" cy="3200400"/>
          </a:xfrm>
          <a:custGeom xmlns:a="http://schemas.openxmlformats.org/drawingml/2006/main">
            <a:gdLst>
              <a:gd name="connsiteX0" fmla="*/ 0 w 3673929"/>
              <a:gd name="connsiteY0" fmla="*/ 0 h 3200400"/>
              <a:gd name="connsiteX1" fmla="*/ 3673929 w 3673929"/>
              <a:gd name="connsiteY1" fmla="*/ 0 h 3200400"/>
              <a:gd name="connsiteX2" fmla="*/ 3673929 w 3673929"/>
              <a:gd name="connsiteY2" fmla="*/ 3200400 h 3200400"/>
              <a:gd name="connsiteX3" fmla="*/ 0 w 3673929"/>
              <a:gd name="connsiteY3" fmla="*/ 3200400 h 3200400"/>
            </a:gdLst>
            <a:rect l="l" t="t" r="r" b="b"/>
            <a:pathLst>
              <a:path w="3673929" h="3200400">
                <a:moveTo>
                  <a:pt x="0" y="0"/>
                </a:moveTo>
                <a:lnTo>
                  <a:pt x="3673929" y="0"/>
                </a:lnTo>
                <a:lnTo>
                  <a:pt x="3673929" y="3200400"/>
                </a:lnTo>
                <a:lnTo>
                  <a:pt x="0" y="3200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2001354D-A3F8-D974-5866-98B565F0122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315200" y="2263321"/>
            <a:ext cx="4876800" cy="3200400"/>
          </a:xfrm>
          <a:custGeom xmlns:a="http://schemas.openxmlformats.org/drawingml/2006/main">
            <a:gdLst>
              <a:gd name="connsiteX0" fmla="*/ 0 w 4876800"/>
              <a:gd name="connsiteY0" fmla="*/ 0 h 3200400"/>
              <a:gd name="connsiteX1" fmla="*/ 4876800 w 4876800"/>
              <a:gd name="connsiteY1" fmla="*/ 0 h 3200400"/>
              <a:gd name="connsiteX2" fmla="*/ 4876800 w 4876800"/>
              <a:gd name="connsiteY2" fmla="*/ 3200400 h 3200400"/>
              <a:gd name="connsiteX3" fmla="*/ 0 w 4876800"/>
              <a:gd name="connsiteY3" fmla="*/ 3200400 h 3200400"/>
            </a:gdLst>
            <a:rect l="l" t="t" r="r" b="b"/>
            <a:pathLst>
              <a:path w="4876800" h="3200400">
                <a:moveTo>
                  <a:pt x="0" y="0"/>
                </a:moveTo>
                <a:lnTo>
                  <a:pt x="4876800" y="0"/>
                </a:lnTo>
                <a:lnTo>
                  <a:pt x="4876800" y="3200400"/>
                </a:lnTo>
                <a:lnTo>
                  <a:pt x="0" y="32004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8.xml><?xml version="1.0" encoding="utf-8"?>
<p:sldLayout xmlns:p="http://schemas.openxmlformats.org/presentationml/2006/main" userDrawn="1">
  <p:cSld name="2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: Shape 2">
            <a:extLst xmlns:a="http://schemas.openxmlformats.org/drawingml/2006/main">
              <a:ext uri="{FF2B5EF4-FFF2-40B4-BE49-F238E27FC236}">
                <a16:creationId xmlns:a16="http://schemas.microsoft.com/office/drawing/2014/main" id="{BE1AF238-94A9-2B29-A685-7D6B7A93223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1819751"/>
            <a:ext cx="12192000" cy="3247549"/>
          </a:xfrm>
          <a:custGeom xmlns:a="http://schemas.openxmlformats.org/drawingml/2006/main">
            <a:gdLst>
              <a:gd name="connsiteX0" fmla="*/ 0 w 12192000"/>
              <a:gd name="connsiteY0" fmla="*/ 0 h 2697068"/>
              <a:gd name="connsiteX1" fmla="*/ 12192000 w 12192000"/>
              <a:gd name="connsiteY1" fmla="*/ 0 h 2697068"/>
              <a:gd name="connsiteX2" fmla="*/ 12192000 w 12192000"/>
              <a:gd name="connsiteY2" fmla="*/ 2697068 h 2697068"/>
              <a:gd name="connsiteX3" fmla="*/ 0 w 12192000"/>
              <a:gd name="connsiteY3" fmla="*/ 2697068 h 2697068"/>
            </a:gdLst>
            <a:rect l="l" t="t" r="r" b="b"/>
            <a:pathLst>
              <a:path w="12192000" h="2697068">
                <a:moveTo>
                  <a:pt x="0" y="0"/>
                </a:moveTo>
                <a:lnTo>
                  <a:pt x="12192000" y="0"/>
                </a:lnTo>
                <a:lnTo>
                  <a:pt x="12192000" y="2697068"/>
                </a:lnTo>
                <a:lnTo>
                  <a:pt x="0" y="269706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99.xml><?xml version="1.0" encoding="utf-8"?>
<p:sldLayout xmlns:p="http://schemas.openxmlformats.org/presentationml/2006/main" userDrawn="1">
  <p:cSld name="3_Market Ado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A526E4C-8129-BCB1-6281-0379517686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372598" y="1143000"/>
            <a:ext cx="2819403" cy="5715000"/>
          </a:xfrm>
          <a:custGeom xmlns:a="http://schemas.openxmlformats.org/drawingml/2006/main">
            <a:gdLst>
              <a:gd name="connsiteX0" fmla="*/ 0 w 2819403"/>
              <a:gd name="connsiteY0" fmla="*/ 0 h 5715000"/>
              <a:gd name="connsiteX1" fmla="*/ 2819403 w 2819403"/>
              <a:gd name="connsiteY1" fmla="*/ 0 h 5715000"/>
              <a:gd name="connsiteX2" fmla="*/ 2819403 w 2819403"/>
              <a:gd name="connsiteY2" fmla="*/ 5715000 h 5715000"/>
              <a:gd name="connsiteX3" fmla="*/ 0 w 2819403"/>
              <a:gd name="connsiteY3" fmla="*/ 5715000 h 5715000"/>
            </a:gdLst>
            <a:rect l="l" t="t" r="r" b="b"/>
            <a:pathLst>
              <a:path w="2819403" h="5715000">
                <a:moveTo>
                  <a:pt x="0" y="0"/>
                </a:moveTo>
                <a:lnTo>
                  <a:pt x="2819403" y="0"/>
                </a:lnTo>
                <a:lnTo>
                  <a:pt x="2819403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0.xml><?xml version="1.0" encoding="utf-8"?>
<p:sldLayout xmlns:p="http://schemas.openxmlformats.org/presentationml/2006/main" userDrawn="1">
  <p:cSld name="1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86D5EC3-9E59-A6D8-3B44-2F2C1B9D3B3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14350" y="2057400"/>
            <a:ext cx="5334000" cy="4229100"/>
          </a:xfrm>
          <a:custGeom xmlns:a="http://schemas.openxmlformats.org/drawingml/2006/main">
            <a:gdLst>
              <a:gd name="connsiteX0" fmla="*/ 0 w 5334000"/>
              <a:gd name="connsiteY0" fmla="*/ 0 h 4229100"/>
              <a:gd name="connsiteX1" fmla="*/ 5334000 w 5334000"/>
              <a:gd name="connsiteY1" fmla="*/ 0 h 4229100"/>
              <a:gd name="connsiteX2" fmla="*/ 5334000 w 5334000"/>
              <a:gd name="connsiteY2" fmla="*/ 4229100 h 4229100"/>
              <a:gd name="connsiteX3" fmla="*/ 0 w 5334000"/>
              <a:gd name="connsiteY3" fmla="*/ 4229100 h 4229100"/>
            </a:gdLst>
            <a:rect l="l" t="t" r="r" b="b"/>
            <a:pathLst>
              <a:path w="5334000" h="4229100">
                <a:moveTo>
                  <a:pt x="0" y="0"/>
                </a:moveTo>
                <a:lnTo>
                  <a:pt x="5334000" y="0"/>
                </a:lnTo>
                <a:lnTo>
                  <a:pt x="5334000" y="4229100"/>
                </a:lnTo>
                <a:lnTo>
                  <a:pt x="0" y="42291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1.xml><?xml version="1.0" encoding="utf-8"?>
<p:sldLayout xmlns:p="http://schemas.openxmlformats.org/presentationml/2006/main" userDrawn="1">
  <p:cSld name="2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reeform: Shape 5">
            <a:extLst xmlns:a="http://schemas.openxmlformats.org/drawingml/2006/main">
              <a:ext uri="{FF2B5EF4-FFF2-40B4-BE49-F238E27FC236}">
                <a16:creationId xmlns:a16="http://schemas.microsoft.com/office/drawing/2014/main" id="{F377084F-D324-493E-E127-F6FDDC837E3F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522375" y="-12689"/>
            <a:ext cx="3652157" cy="6299189"/>
          </a:xfrm>
          <a:custGeom xmlns:a="http://schemas.openxmlformats.org/drawingml/2006/main">
            <a:gdLst>
              <a:gd name="connsiteX0" fmla="*/ 0 w 3652157"/>
              <a:gd name="connsiteY0" fmla="*/ 0 h 6299189"/>
              <a:gd name="connsiteX1" fmla="*/ 3652157 w 3652157"/>
              <a:gd name="connsiteY1" fmla="*/ 0 h 6299189"/>
              <a:gd name="connsiteX2" fmla="*/ 3652157 w 3652157"/>
              <a:gd name="connsiteY2" fmla="*/ 6299189 h 6299189"/>
              <a:gd name="connsiteX3" fmla="*/ 0 w 3652157"/>
              <a:gd name="connsiteY3" fmla="*/ 6299189 h 6299189"/>
            </a:gdLst>
            <a:rect l="l" t="t" r="r" b="b"/>
            <a:pathLst>
              <a:path w="3652157" h="6299189">
                <a:moveTo>
                  <a:pt x="0" y="0"/>
                </a:moveTo>
                <a:lnTo>
                  <a:pt x="3652157" y="0"/>
                </a:lnTo>
                <a:lnTo>
                  <a:pt x="3652157" y="6299189"/>
                </a:lnTo>
                <a:lnTo>
                  <a:pt x="0" y="629918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Freeform: Shape 6">
            <a:extLst xmlns:a="http://schemas.openxmlformats.org/drawingml/2006/main">
              <a:ext uri="{FF2B5EF4-FFF2-40B4-BE49-F238E27FC236}">
                <a16:creationId xmlns:a16="http://schemas.microsoft.com/office/drawing/2014/main" id="{B1171D15-5388-BAD3-E4A0-7A6A0EDB69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433" y="2061102"/>
            <a:ext cx="3652157" cy="4187298"/>
          </a:xfrm>
          <a:custGeom xmlns:a="http://schemas.openxmlformats.org/drawingml/2006/main">
            <a:gdLst>
              <a:gd name="connsiteX0" fmla="*/ 0 w 3652157"/>
              <a:gd name="connsiteY0" fmla="*/ 0 h 4187298"/>
              <a:gd name="connsiteX1" fmla="*/ 3652157 w 3652157"/>
              <a:gd name="connsiteY1" fmla="*/ 0 h 4187298"/>
              <a:gd name="connsiteX2" fmla="*/ 3652157 w 3652157"/>
              <a:gd name="connsiteY2" fmla="*/ 4187298 h 4187298"/>
              <a:gd name="connsiteX3" fmla="*/ 0 w 3652157"/>
              <a:gd name="connsiteY3" fmla="*/ 4187298 h 4187298"/>
            </a:gdLst>
            <a:rect l="l" t="t" r="r" b="b"/>
            <a:pathLst>
              <a:path w="3652157" h="4187298">
                <a:moveTo>
                  <a:pt x="0" y="0"/>
                </a:moveTo>
                <a:lnTo>
                  <a:pt x="3652157" y="0"/>
                </a:lnTo>
                <a:lnTo>
                  <a:pt x="3652157" y="4187298"/>
                </a:lnTo>
                <a:lnTo>
                  <a:pt x="0" y="41872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2.xml><?xml version="1.0" encoding="utf-8"?>
<p:sldLayout xmlns:p="http://schemas.openxmlformats.org/presentationml/2006/main" userDrawn="1">
  <p:cSld name="3_Market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89C8304-9645-7F95-8887-61AE1B30F80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55584" y="1160425"/>
            <a:ext cx="4153232" cy="4922556"/>
          </a:xfrm>
          <a:custGeom xmlns:a="http://schemas.openxmlformats.org/drawingml/2006/main">
            <a:gdLst>
              <a:gd name="connsiteX0" fmla="*/ 137057 w 4153232"/>
              <a:gd name="connsiteY0" fmla="*/ 0 h 4922556"/>
              <a:gd name="connsiteX1" fmla="*/ 4016175 w 4153232"/>
              <a:gd name="connsiteY1" fmla="*/ 0 h 4922556"/>
              <a:gd name="connsiteX2" fmla="*/ 4153232 w 4153232"/>
              <a:gd name="connsiteY2" fmla="*/ 137057 h 4922556"/>
              <a:gd name="connsiteX3" fmla="*/ 4153232 w 4153232"/>
              <a:gd name="connsiteY3" fmla="*/ 4785499 h 4922556"/>
              <a:gd name="connsiteX4" fmla="*/ 4016175 w 4153232"/>
              <a:gd name="connsiteY4" fmla="*/ 4922556 h 4922556"/>
              <a:gd name="connsiteX5" fmla="*/ 137057 w 4153232"/>
              <a:gd name="connsiteY5" fmla="*/ 4922556 h 4922556"/>
              <a:gd name="connsiteX6" fmla="*/ 0 w 4153232"/>
              <a:gd name="connsiteY6" fmla="*/ 4785499 h 4922556"/>
              <a:gd name="connsiteX7" fmla="*/ 0 w 4153232"/>
              <a:gd name="connsiteY7" fmla="*/ 137057 h 4922556"/>
              <a:gd name="connsiteX8" fmla="*/ 137057 w 4153232"/>
              <a:gd name="connsiteY8" fmla="*/ 0 h 4922556"/>
            </a:gdLst>
            <a:rect l="l" t="t" r="r" b="b"/>
            <a:pathLst>
              <a:path w="4153232" h="4922556">
                <a:moveTo>
                  <a:pt x="137057" y="0"/>
                </a:moveTo>
                <a:lnTo>
                  <a:pt x="4016175" y="0"/>
                </a:lnTo>
                <a:cubicBezTo>
                  <a:pt x="4091869" y="0"/>
                  <a:pt x="4153232" y="61363"/>
                  <a:pt x="4153232" y="137057"/>
                </a:cubicBezTo>
                <a:lnTo>
                  <a:pt x="4153232" y="4785499"/>
                </a:lnTo>
                <a:cubicBezTo>
                  <a:pt x="4153232" y="4861193"/>
                  <a:pt x="4091869" y="4922556"/>
                  <a:pt x="4016175" y="4922556"/>
                </a:cubicBezTo>
                <a:lnTo>
                  <a:pt x="137057" y="4922556"/>
                </a:lnTo>
                <a:cubicBezTo>
                  <a:pt x="61363" y="4922556"/>
                  <a:pt x="0" y="4861193"/>
                  <a:pt x="0" y="4785499"/>
                </a:cubicBezTo>
                <a:lnTo>
                  <a:pt x="0" y="137057"/>
                </a:lnTo>
                <a:cubicBezTo>
                  <a:pt x="0" y="61363"/>
                  <a:pt x="61363" y="0"/>
                  <a:pt x="13705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3.xml><?xml version="1.0" encoding="utf-8"?>
<p:sldLayout xmlns:p="http://schemas.openxmlformats.org/presentationml/2006/main" userDrawn="1">
  <p:cSld name="1_Target Mark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109079D-EE4B-A859-BC75-22703C95DDE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33400" y="4061229"/>
            <a:ext cx="6128658" cy="2796771"/>
          </a:xfrm>
          <a:custGeom xmlns:a="http://schemas.openxmlformats.org/drawingml/2006/main">
            <a:gdLst>
              <a:gd name="connsiteX0" fmla="*/ 0 w 6128658"/>
              <a:gd name="connsiteY0" fmla="*/ 0 h 2796771"/>
              <a:gd name="connsiteX1" fmla="*/ 6128658 w 6128658"/>
              <a:gd name="connsiteY1" fmla="*/ 0 h 2796771"/>
              <a:gd name="connsiteX2" fmla="*/ 6128658 w 6128658"/>
              <a:gd name="connsiteY2" fmla="*/ 2796771 h 2796771"/>
              <a:gd name="connsiteX3" fmla="*/ 0 w 6128658"/>
              <a:gd name="connsiteY3" fmla="*/ 2796771 h 2796771"/>
            </a:gdLst>
            <a:rect l="l" t="t" r="r" b="b"/>
            <a:pathLst>
              <a:path w="6128658" h="2796771">
                <a:moveTo>
                  <a:pt x="0" y="0"/>
                </a:moveTo>
                <a:lnTo>
                  <a:pt x="6128658" y="0"/>
                </a:lnTo>
                <a:lnTo>
                  <a:pt x="6128658" y="2796771"/>
                </a:lnTo>
                <a:lnTo>
                  <a:pt x="0" y="279677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4.xml><?xml version="1.0" encoding="utf-8"?>
<p:sldLayout xmlns:p="http://schemas.openxmlformats.org/presentationml/2006/main" userDrawn="1">
  <p:cSld name="2_Target Mark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B56DE190-486E-AFEA-D08E-F960899C530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303616" y="1055866"/>
            <a:ext cx="5143500" cy="5143500"/>
          </a:xfrm>
          <a:custGeom xmlns:a="http://schemas.openxmlformats.org/drawingml/2006/main">
            <a:gdLst>
              <a:gd name="connsiteX0" fmla="*/ 2571750 w 5143500"/>
              <a:gd name="connsiteY0" fmla="*/ 0 h 5143500"/>
              <a:gd name="connsiteX1" fmla="*/ 5143500 w 5143500"/>
              <a:gd name="connsiteY1" fmla="*/ 2571750 h 5143500"/>
              <a:gd name="connsiteX2" fmla="*/ 2571750 w 5143500"/>
              <a:gd name="connsiteY2" fmla="*/ 5143500 h 5143500"/>
              <a:gd name="connsiteX3" fmla="*/ 0 w 5143500"/>
              <a:gd name="connsiteY3" fmla="*/ 2571750 h 5143500"/>
              <a:gd name="connsiteX4" fmla="*/ 2571750 w 5143500"/>
              <a:gd name="connsiteY4" fmla="*/ 0 h 5143500"/>
            </a:gdLst>
            <a:rect l="l" t="t" r="r" b="b"/>
            <a:pathLst>
              <a:path w="5143500" h="5143500">
                <a:moveTo>
                  <a:pt x="2571750" y="0"/>
                </a:moveTo>
                <a:cubicBezTo>
                  <a:pt x="3992088" y="0"/>
                  <a:pt x="5143500" y="1151412"/>
                  <a:pt x="5143500" y="2571750"/>
                </a:cubicBezTo>
                <a:cubicBezTo>
                  <a:pt x="5143500" y="3992088"/>
                  <a:pt x="3992088" y="5143500"/>
                  <a:pt x="2571750" y="5143500"/>
                </a:cubicBezTo>
                <a:cubicBezTo>
                  <a:pt x="1151412" y="5143500"/>
                  <a:pt x="0" y="3992088"/>
                  <a:pt x="0" y="2571750"/>
                </a:cubicBezTo>
                <a:cubicBezTo>
                  <a:pt x="0" y="1151412"/>
                  <a:pt x="1151412" y="0"/>
                  <a:pt x="257175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5.xml><?xml version="1.0" encoding="utf-8"?>
<p:sldLayout xmlns:p="http://schemas.openxmlformats.org/presentationml/2006/main" userDrawn="1">
  <p:cSld name="1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871FAC9-C613-85D9-0C5E-DB624E7BADB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524250" y="0"/>
            <a:ext cx="8667750" cy="4419600"/>
          </a:xfrm>
          <a:custGeom xmlns:a="http://schemas.openxmlformats.org/drawingml/2006/main">
            <a:gdLst>
              <a:gd name="connsiteX0" fmla="*/ 0 w 8667750"/>
              <a:gd name="connsiteY0" fmla="*/ 0 h 4419600"/>
              <a:gd name="connsiteX1" fmla="*/ 8667750 w 8667750"/>
              <a:gd name="connsiteY1" fmla="*/ 0 h 4419600"/>
              <a:gd name="connsiteX2" fmla="*/ 8667750 w 8667750"/>
              <a:gd name="connsiteY2" fmla="*/ 4419600 h 4419600"/>
              <a:gd name="connsiteX3" fmla="*/ 0 w 8667750"/>
              <a:gd name="connsiteY3" fmla="*/ 4419600 h 4419600"/>
            </a:gdLst>
            <a:rect l="l" t="t" r="r" b="b"/>
            <a:pathLst>
              <a:path w="8667750" h="4419600">
                <a:moveTo>
                  <a:pt x="0" y="0"/>
                </a:moveTo>
                <a:lnTo>
                  <a:pt x="8667750" y="0"/>
                </a:lnTo>
                <a:lnTo>
                  <a:pt x="8667750" y="4419600"/>
                </a:lnTo>
                <a:lnTo>
                  <a:pt x="0" y="4419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6.xml><?xml version="1.0" encoding="utf-8"?>
<p:sldLayout xmlns:p="http://schemas.openxmlformats.org/presentationml/2006/main" userDrawn="1">
  <p:cSld name="2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DCBB338-DE53-E42A-8EEA-ED0021784A3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55390" y="2019031"/>
            <a:ext cx="3943920" cy="2247900"/>
          </a:xfrm>
          <a:custGeom xmlns:a="http://schemas.openxmlformats.org/drawingml/2006/main">
            <a:gdLst>
              <a:gd name="connsiteX0" fmla="*/ 0 w 3943920"/>
              <a:gd name="connsiteY0" fmla="*/ 0 h 2247900"/>
              <a:gd name="connsiteX1" fmla="*/ 3943920 w 3943920"/>
              <a:gd name="connsiteY1" fmla="*/ 0 h 2247900"/>
              <a:gd name="connsiteX2" fmla="*/ 3943920 w 3943920"/>
              <a:gd name="connsiteY2" fmla="*/ 2247900 h 2247900"/>
              <a:gd name="connsiteX3" fmla="*/ 0 w 3943920"/>
              <a:gd name="connsiteY3" fmla="*/ 2247900 h 2247900"/>
            </a:gdLst>
            <a:rect l="l" t="t" r="r" b="b"/>
            <a:pathLst>
              <a:path w="3943920" h="2247900">
                <a:moveTo>
                  <a:pt x="0" y="0"/>
                </a:moveTo>
                <a:lnTo>
                  <a:pt x="3943920" y="0"/>
                </a:lnTo>
                <a:lnTo>
                  <a:pt x="3943920" y="2247900"/>
                </a:lnTo>
                <a:lnTo>
                  <a:pt x="0" y="22479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7.xml><?xml version="1.0" encoding="utf-8"?>
<p:sldLayout xmlns:p="http://schemas.openxmlformats.org/presentationml/2006/main" userDrawn="1">
  <p:cSld name="3_Marke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2ECA8BE0-0446-1F40-66F0-1EC2A64B36B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227179" y="1143001"/>
            <a:ext cx="4964821" cy="5714998"/>
          </a:xfrm>
          <a:custGeom xmlns:a="http://schemas.openxmlformats.org/drawingml/2006/main">
            <a:gdLst>
              <a:gd name="connsiteX0" fmla="*/ 0 w 4964821"/>
              <a:gd name="connsiteY0" fmla="*/ 0 h 5714998"/>
              <a:gd name="connsiteX1" fmla="*/ 4964821 w 4964821"/>
              <a:gd name="connsiteY1" fmla="*/ 0 h 5714998"/>
              <a:gd name="connsiteX2" fmla="*/ 4964821 w 4964821"/>
              <a:gd name="connsiteY2" fmla="*/ 5714998 h 5714998"/>
              <a:gd name="connsiteX3" fmla="*/ 0 w 4964821"/>
              <a:gd name="connsiteY3" fmla="*/ 5714998 h 5714998"/>
            </a:gdLst>
            <a:rect l="l" t="t" r="r" b="b"/>
            <a:pathLst>
              <a:path w="4964821" h="5714998">
                <a:moveTo>
                  <a:pt x="0" y="0"/>
                </a:moveTo>
                <a:lnTo>
                  <a:pt x="4964821" y="0"/>
                </a:lnTo>
                <a:lnTo>
                  <a:pt x="4964821" y="5714998"/>
                </a:lnTo>
                <a:lnTo>
                  <a:pt x="0" y="57149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8.xml><?xml version="1.0" encoding="utf-8"?>
<p:sldLayout xmlns:p="http://schemas.openxmlformats.org/presentationml/2006/main" userDrawn="1">
  <p:cSld name="1_Market Vali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4F78D47-35C2-B5D3-325C-226E1A2E4C3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039430" y="2002971"/>
            <a:ext cx="4085771" cy="4855029"/>
          </a:xfrm>
          <a:custGeom xmlns:a="http://schemas.openxmlformats.org/drawingml/2006/main">
            <a:gdLst>
              <a:gd name="connsiteX0" fmla="*/ 0 w 4085771"/>
              <a:gd name="connsiteY0" fmla="*/ 0 h 4855029"/>
              <a:gd name="connsiteX1" fmla="*/ 4085771 w 4085771"/>
              <a:gd name="connsiteY1" fmla="*/ 0 h 4855029"/>
              <a:gd name="connsiteX2" fmla="*/ 4085771 w 4085771"/>
              <a:gd name="connsiteY2" fmla="*/ 4855029 h 4855029"/>
              <a:gd name="connsiteX3" fmla="*/ 0 w 4085771"/>
              <a:gd name="connsiteY3" fmla="*/ 4855029 h 4855029"/>
            </a:gdLst>
            <a:rect l="l" t="t" r="r" b="b"/>
            <a:pathLst>
              <a:path w="4085771" h="4855029">
                <a:moveTo>
                  <a:pt x="0" y="0"/>
                </a:moveTo>
                <a:lnTo>
                  <a:pt x="4085771" y="0"/>
                </a:lnTo>
                <a:lnTo>
                  <a:pt x="4085771" y="4855029"/>
                </a:lnTo>
                <a:lnTo>
                  <a:pt x="0" y="4855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09.xml><?xml version="1.0" encoding="utf-8"?>
<p:sldLayout xmlns:p="http://schemas.openxmlformats.org/presentationml/2006/main" userDrawn="1">
  <p:cSld name="2_Market Validation-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B313251-DB3A-94C6-DC89-C07FC47A323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0" y="1143000"/>
            <a:ext cx="5524500" cy="3050628"/>
          </a:xfrm>
          <a:custGeom xmlns:a="http://schemas.openxmlformats.org/drawingml/2006/main">
            <a:gdLst>
              <a:gd name="connsiteX0" fmla="*/ 0 w 5524500"/>
              <a:gd name="connsiteY0" fmla="*/ 0 h 3050628"/>
              <a:gd name="connsiteX1" fmla="*/ 5524500 w 5524500"/>
              <a:gd name="connsiteY1" fmla="*/ 0 h 3050628"/>
              <a:gd name="connsiteX2" fmla="*/ 5524500 w 5524500"/>
              <a:gd name="connsiteY2" fmla="*/ 3050628 h 3050628"/>
              <a:gd name="connsiteX3" fmla="*/ 0 w 5524500"/>
              <a:gd name="connsiteY3" fmla="*/ 3050628 h 3050628"/>
            </a:gdLst>
            <a:rect l="l" t="t" r="r" b="b"/>
            <a:pathLst>
              <a:path w="5524500" h="3050628">
                <a:moveTo>
                  <a:pt x="0" y="0"/>
                </a:moveTo>
                <a:lnTo>
                  <a:pt x="5524500" y="0"/>
                </a:lnTo>
                <a:lnTo>
                  <a:pt x="5524500" y="3050628"/>
                </a:lnTo>
                <a:lnTo>
                  <a:pt x="0" y="305062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0.xml><?xml version="1.0" encoding="utf-8"?>
<p:sldLayout xmlns:p="http://schemas.openxmlformats.org/presentationml/2006/main" userDrawn="1">
  <p:cSld name="1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5F53AD2-2CE8-98CA-4D1A-B6ACE0414F0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-1" y="2049518"/>
            <a:ext cx="4209393" cy="4808483"/>
          </a:xfrm>
          <a:custGeom xmlns:a="http://schemas.openxmlformats.org/drawingml/2006/main">
            <a:gdLst>
              <a:gd name="connsiteX0" fmla="*/ 0 w 3673366"/>
              <a:gd name="connsiteY0" fmla="*/ 0 h 4808483"/>
              <a:gd name="connsiteX1" fmla="*/ 3673366 w 3673366"/>
              <a:gd name="connsiteY1" fmla="*/ 0 h 4808483"/>
              <a:gd name="connsiteX2" fmla="*/ 3673366 w 3673366"/>
              <a:gd name="connsiteY2" fmla="*/ 4808483 h 4808483"/>
              <a:gd name="connsiteX3" fmla="*/ 0 w 3673366"/>
              <a:gd name="connsiteY3" fmla="*/ 4808483 h 4808483"/>
            </a:gdLst>
            <a:rect l="l" t="t" r="r" b="b"/>
            <a:pathLst>
              <a:path w="3673366" h="4808483">
                <a:moveTo>
                  <a:pt x="0" y="0"/>
                </a:moveTo>
                <a:lnTo>
                  <a:pt x="3673366" y="0"/>
                </a:lnTo>
                <a:lnTo>
                  <a:pt x="3673366" y="4808483"/>
                </a:lnTo>
                <a:lnTo>
                  <a:pt x="0" y="480848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userDrawn="1">
  <p:cSld name="2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760E6E6-2696-9A13-624E-0F3FB4F0D5A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096000" y="2364828"/>
            <a:ext cx="6096000" cy="4493172"/>
          </a:xfrm>
          <a:custGeom xmlns:a="http://schemas.openxmlformats.org/drawingml/2006/main">
            <a:gdLst>
              <a:gd name="connsiteX0" fmla="*/ 0 w 6096000"/>
              <a:gd name="connsiteY0" fmla="*/ 0 h 4493172"/>
              <a:gd name="connsiteX1" fmla="*/ 6096000 w 6096000"/>
              <a:gd name="connsiteY1" fmla="*/ 0 h 4493172"/>
              <a:gd name="connsiteX2" fmla="*/ 6096000 w 6096000"/>
              <a:gd name="connsiteY2" fmla="*/ 4493172 h 4493172"/>
              <a:gd name="connsiteX3" fmla="*/ 0 w 6096000"/>
              <a:gd name="connsiteY3" fmla="*/ 4493172 h 4493172"/>
            </a:gdLst>
            <a:rect l="l" t="t" r="r" b="b"/>
            <a:pathLst>
              <a:path w="6096000" h="4493172">
                <a:moveTo>
                  <a:pt x="0" y="0"/>
                </a:moveTo>
                <a:lnTo>
                  <a:pt x="6096000" y="0"/>
                </a:lnTo>
                <a:lnTo>
                  <a:pt x="6096000" y="4493172"/>
                </a:lnTo>
                <a:lnTo>
                  <a:pt x="0" y="449317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2.xml><?xml version="1.0" encoding="utf-8"?>
<p:sldLayout xmlns:p="http://schemas.openxmlformats.org/presentationml/2006/main" userDrawn="1">
  <p:cSld name="3_Marketing Pla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0963CAA-B89F-47FE-009E-4FF443945C0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3829136"/>
            <a:ext cx="5524772" cy="3028864"/>
          </a:xfrm>
          <a:custGeom xmlns:a="http://schemas.openxmlformats.org/drawingml/2006/main">
            <a:gdLst>
              <a:gd name="connsiteX0" fmla="*/ 0 w 5524772"/>
              <a:gd name="connsiteY0" fmla="*/ 0 h 3028864"/>
              <a:gd name="connsiteX1" fmla="*/ 5524772 w 5524772"/>
              <a:gd name="connsiteY1" fmla="*/ 0 h 3028864"/>
              <a:gd name="connsiteX2" fmla="*/ 5524772 w 5524772"/>
              <a:gd name="connsiteY2" fmla="*/ 3028864 h 3028864"/>
              <a:gd name="connsiteX3" fmla="*/ 0 w 5524772"/>
              <a:gd name="connsiteY3" fmla="*/ 3028864 h 3028864"/>
            </a:gdLst>
            <a:rect l="l" t="t" r="r" b="b"/>
            <a:pathLst>
              <a:path w="5524772" h="3028864">
                <a:moveTo>
                  <a:pt x="0" y="0"/>
                </a:moveTo>
                <a:lnTo>
                  <a:pt x="5524772" y="0"/>
                </a:lnTo>
                <a:lnTo>
                  <a:pt x="5524772" y="3028864"/>
                </a:lnTo>
                <a:lnTo>
                  <a:pt x="0" y="302886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3.xml><?xml version="1.0" encoding="utf-8"?>
<p:sldLayout xmlns:p="http://schemas.openxmlformats.org/presentationml/2006/main" userDrawn="1">
  <p:cSld name="Marketing Strategy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9FFE9C3-315C-9656-958C-58BCA6A52A4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618565"/>
            <a:ext cx="7580792" cy="6239435"/>
          </a:xfrm>
          <a:custGeom xmlns:a="http://schemas.openxmlformats.org/drawingml/2006/main">
            <a:gdLst>
              <a:gd name="connsiteX0" fmla="*/ 0 w 2142160"/>
              <a:gd name="connsiteY0" fmla="*/ 0 h 2730500"/>
              <a:gd name="connsiteX1" fmla="*/ 2142160 w 2142160"/>
              <a:gd name="connsiteY1" fmla="*/ 0 h 2730500"/>
              <a:gd name="connsiteX2" fmla="*/ 2142160 w 2142160"/>
              <a:gd name="connsiteY2" fmla="*/ 2730500 h 2730500"/>
              <a:gd name="connsiteX3" fmla="*/ 0 w 2142160"/>
              <a:gd name="connsiteY3" fmla="*/ 2730500 h 2730500"/>
            </a:gdLst>
            <a:rect l="l" t="t" r="r" b="b"/>
            <a:pathLst>
              <a:path w="2142160" h="2730500">
                <a:moveTo>
                  <a:pt x="0" y="0"/>
                </a:moveTo>
                <a:lnTo>
                  <a:pt x="2142160" y="0"/>
                </a:lnTo>
                <a:lnTo>
                  <a:pt x="2142160" y="2730500"/>
                </a:lnTo>
                <a:lnTo>
                  <a:pt x="0" y="27305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4.xml><?xml version="1.0" encoding="utf-8"?>
<p:sldLayout xmlns:p="http://schemas.openxmlformats.org/presentationml/2006/main" userDrawn="1">
  <p:cSld name="Marketing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E98CC-1724-0D86-E4A7-3CDFB5B937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803182" y="2907788"/>
            <a:ext cx="2592604" cy="2594348"/>
          </a:xfrm>
          <a:custGeom xmlns:a="http://schemas.openxmlformats.org/drawingml/2006/main">
            <a:gdLst>
              <a:gd name="connsiteX0" fmla="*/ 1296302 w 2592604"/>
              <a:gd name="connsiteY0" fmla="*/ 0 h 2594348"/>
              <a:gd name="connsiteX1" fmla="*/ 2592604 w 2592604"/>
              <a:gd name="connsiteY1" fmla="*/ 1297174 h 2594348"/>
              <a:gd name="connsiteX2" fmla="*/ 1296302 w 2592604"/>
              <a:gd name="connsiteY2" fmla="*/ 2594348 h 2594348"/>
              <a:gd name="connsiteX3" fmla="*/ 0 w 2592604"/>
              <a:gd name="connsiteY3" fmla="*/ 1297174 h 2594348"/>
              <a:gd name="connsiteX4" fmla="*/ 1296302 w 2592604"/>
              <a:gd name="connsiteY4" fmla="*/ 0 h 2594348"/>
            </a:gdLst>
            <a:rect l="l" t="t" r="r" b="b"/>
            <a:pathLst>
              <a:path w="2592604" h="2594348">
                <a:moveTo>
                  <a:pt x="1296302" y="0"/>
                </a:moveTo>
                <a:cubicBezTo>
                  <a:pt x="2012230" y="0"/>
                  <a:pt x="2592604" y="580765"/>
                  <a:pt x="2592604" y="1297174"/>
                </a:cubicBezTo>
                <a:cubicBezTo>
                  <a:pt x="2592604" y="2013583"/>
                  <a:pt x="2012230" y="2594348"/>
                  <a:pt x="1296302" y="2594348"/>
                </a:cubicBezTo>
                <a:cubicBezTo>
                  <a:pt x="580374" y="2594348"/>
                  <a:pt x="0" y="2013583"/>
                  <a:pt x="0" y="1297174"/>
                </a:cubicBezTo>
                <a:cubicBezTo>
                  <a:pt x="0" y="580765"/>
                  <a:pt x="580374" y="0"/>
                  <a:pt x="129630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5.xml><?xml version="1.0" encoding="utf-8"?>
<p:sldLayout xmlns:p="http://schemas.openxmlformats.org/presentationml/2006/main" userDrawn="1">
  <p:cSld name="Marketing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F71DD6B-3705-605D-1CB5-B1048886F8D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4107549"/>
            <a:ext cx="4505636" cy="2198437"/>
          </a:xfrm>
          <a:custGeom xmlns:a="http://schemas.openxmlformats.org/drawingml/2006/main">
            <a:gdLst>
              <a:gd name="connsiteX0" fmla="*/ 0 w 4505636"/>
              <a:gd name="connsiteY0" fmla="*/ 0 h 1935713"/>
              <a:gd name="connsiteX1" fmla="*/ 4505636 w 4505636"/>
              <a:gd name="connsiteY1" fmla="*/ 0 h 1935713"/>
              <a:gd name="connsiteX2" fmla="*/ 4505636 w 4505636"/>
              <a:gd name="connsiteY2" fmla="*/ 1935713 h 1935713"/>
              <a:gd name="connsiteX3" fmla="*/ 0 w 4505636"/>
              <a:gd name="connsiteY3" fmla="*/ 1935713 h 1935713"/>
            </a:gdLst>
            <a:rect l="l" t="t" r="r" b="b"/>
            <a:pathLst>
              <a:path w="4505636" h="1935713">
                <a:moveTo>
                  <a:pt x="0" y="0"/>
                </a:moveTo>
                <a:lnTo>
                  <a:pt x="4505636" y="0"/>
                </a:lnTo>
                <a:lnTo>
                  <a:pt x="4505636" y="1935713"/>
                </a:lnTo>
                <a:lnTo>
                  <a:pt x="0" y="193571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6.xml><?xml version="1.0" encoding="utf-8"?>
<p:sldLayout xmlns:p="http://schemas.openxmlformats.org/presentationml/2006/main" userDrawn="1">
  <p:cSld name="- Marketing Strategy 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398DA6A4-7F05-5161-5197-AB0863EA521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45266" y="1147901"/>
            <a:ext cx="5446734" cy="3868659"/>
          </a:xfrm>
          <a:custGeom xmlns:a="http://schemas.openxmlformats.org/drawingml/2006/main">
            <a:gdLst>
              <a:gd name="connsiteX0" fmla="*/ 0 w 5446734"/>
              <a:gd name="connsiteY0" fmla="*/ 0 h 3868659"/>
              <a:gd name="connsiteX1" fmla="*/ 5446734 w 5446734"/>
              <a:gd name="connsiteY1" fmla="*/ 0 h 3868659"/>
              <a:gd name="connsiteX2" fmla="*/ 5446734 w 5446734"/>
              <a:gd name="connsiteY2" fmla="*/ 3868659 h 3868659"/>
              <a:gd name="connsiteX3" fmla="*/ 0 w 5446734"/>
              <a:gd name="connsiteY3" fmla="*/ 3868659 h 3868659"/>
            </a:gdLst>
            <a:rect l="l" t="t" r="r" b="b"/>
            <a:pathLst>
              <a:path w="5446734" h="3868659">
                <a:moveTo>
                  <a:pt x="0" y="0"/>
                </a:moveTo>
                <a:lnTo>
                  <a:pt x="5446734" y="0"/>
                </a:lnTo>
                <a:lnTo>
                  <a:pt x="5446734" y="3868659"/>
                </a:lnTo>
                <a:lnTo>
                  <a:pt x="0" y="386865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7.xml><?xml version="1.0" encoding="utf-8"?>
<p:sldLayout xmlns:p="http://schemas.openxmlformats.org/presentationml/2006/main" userDrawn="1">
  <p:cSld name="Market Strategy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2F40F95-68DB-BB52-B1B9-5A54D273E98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8.xml><?xml version="1.0" encoding="utf-8"?>
<p:sldLayout xmlns:p="http://schemas.openxmlformats.org/presentationml/2006/main" userDrawn="1">
  <p:cSld name="Market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94F89C-D9CD-CA90-9218-12ADDE66536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568825" y="5432426"/>
            <a:ext cx="3054350" cy="1425575"/>
          </a:xfrm>
          <a:custGeom xmlns:a="http://schemas.openxmlformats.org/drawingml/2006/main">
            <a:gdLst>
              <a:gd name="connsiteX0" fmla="*/ 1525682 w 3054350"/>
              <a:gd name="connsiteY0" fmla="*/ 0 h 1425575"/>
              <a:gd name="connsiteX1" fmla="*/ 3054350 w 3054350"/>
              <a:gd name="connsiteY1" fmla="*/ 1425575 h 1425575"/>
              <a:gd name="connsiteX2" fmla="*/ 0 w 3054350"/>
              <a:gd name="connsiteY2" fmla="*/ 1425575 h 1425575"/>
              <a:gd name="connsiteX3" fmla="*/ 1525682 w 3054350"/>
              <a:gd name="connsiteY3" fmla="*/ 0 h 1425575"/>
            </a:gdLst>
            <a:rect l="l" t="t" r="r" b="b"/>
            <a:pathLst>
              <a:path w="3054350" h="1425575">
                <a:moveTo>
                  <a:pt x="1525682" y="0"/>
                </a:moveTo>
                <a:cubicBezTo>
                  <a:pt x="2337787" y="0"/>
                  <a:pt x="3000608" y="630600"/>
                  <a:pt x="3054350" y="1425575"/>
                </a:cubicBezTo>
                <a:cubicBezTo>
                  <a:pt x="3054350" y="1425575"/>
                  <a:pt x="3054350" y="1425575"/>
                  <a:pt x="0" y="1425575"/>
                </a:cubicBezTo>
                <a:cubicBezTo>
                  <a:pt x="53742" y="630600"/>
                  <a:pt x="716563" y="0"/>
                  <a:pt x="152568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19.xml><?xml version="1.0" encoding="utf-8"?>
<p:sldLayout xmlns:p="http://schemas.openxmlformats.org/presentationml/2006/main" userDrawn="1">
  <p:cSld name="Market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664347A-D9B4-EEB6-4EDF-9242C1B520D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515714" y="1104900"/>
            <a:ext cx="3676286" cy="5753101"/>
          </a:xfrm>
          <a:custGeom xmlns:a="http://schemas.openxmlformats.org/drawingml/2006/main">
            <a:gdLst>
              <a:gd name="connsiteX0" fmla="*/ 0 w 3676286"/>
              <a:gd name="connsiteY0" fmla="*/ 0 h 4293299"/>
              <a:gd name="connsiteX1" fmla="*/ 3676286 w 3676286"/>
              <a:gd name="connsiteY1" fmla="*/ 0 h 4293299"/>
              <a:gd name="connsiteX2" fmla="*/ 3676286 w 3676286"/>
              <a:gd name="connsiteY2" fmla="*/ 4293299 h 4293299"/>
              <a:gd name="connsiteX3" fmla="*/ 0 w 3676286"/>
              <a:gd name="connsiteY3" fmla="*/ 4293299 h 4293299"/>
            </a:gdLst>
            <a:rect l="l" t="t" r="r" b="b"/>
            <a:pathLst>
              <a:path w="3676286" h="4293299">
                <a:moveTo>
                  <a:pt x="0" y="0"/>
                </a:moveTo>
                <a:lnTo>
                  <a:pt x="3676286" y="0"/>
                </a:lnTo>
                <a:lnTo>
                  <a:pt x="3676286" y="4293299"/>
                </a:lnTo>
                <a:lnTo>
                  <a:pt x="0" y="42932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0.xml><?xml version="1.0" encoding="utf-8"?>
<p:sldLayout xmlns:p="http://schemas.openxmlformats.org/presentationml/2006/main" userDrawn="1">
  <p:cSld name="Market Strategy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D6ED50F-E9F1-02A3-A0D1-F93ACCB75F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75686" y="1104901"/>
            <a:ext cx="4782915" cy="2757470"/>
          </a:xfrm>
          <a:custGeom xmlns:a="http://schemas.openxmlformats.org/drawingml/2006/main">
            <a:gdLst>
              <a:gd name="connsiteX0" fmla="*/ 0 w 4782915"/>
              <a:gd name="connsiteY0" fmla="*/ 0 h 2757470"/>
              <a:gd name="connsiteX1" fmla="*/ 4782915 w 4782915"/>
              <a:gd name="connsiteY1" fmla="*/ 0 h 2757470"/>
              <a:gd name="connsiteX2" fmla="*/ 4782915 w 4782915"/>
              <a:gd name="connsiteY2" fmla="*/ 2757470 h 2757470"/>
              <a:gd name="connsiteX3" fmla="*/ 0 w 4782915"/>
              <a:gd name="connsiteY3" fmla="*/ 2757470 h 2757470"/>
            </a:gdLst>
            <a:rect l="l" t="t" r="r" b="b"/>
            <a:pathLst>
              <a:path w="4782915" h="2757470">
                <a:moveTo>
                  <a:pt x="0" y="0"/>
                </a:moveTo>
                <a:lnTo>
                  <a:pt x="4782915" y="0"/>
                </a:lnTo>
                <a:lnTo>
                  <a:pt x="4782915" y="2757470"/>
                </a:lnTo>
                <a:lnTo>
                  <a:pt x="0" y="275747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1.xml><?xml version="1.0" encoding="utf-8"?>
<p:sldLayout xmlns:p="http://schemas.openxmlformats.org/presentationml/2006/main" userDrawn="1">
  <p:cSld name="- Market Strategy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64F31B5B-B2DA-15B5-A07F-F519666ACE2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645695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DB61E81D-4FA5-6FC2-D3A8-DC1C1AF81259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063003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DC8E3CD-B384-7537-77C3-B9A55864CADC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474832" y="2708469"/>
            <a:ext cx="2075295" cy="2075297"/>
          </a:xfrm>
          <a:custGeom xmlns:a="http://schemas.openxmlformats.org/drawingml/2006/main">
            <a:gdLst>
              <a:gd name="connsiteX0" fmla="*/ 1037648 w 2075295"/>
              <a:gd name="connsiteY0" fmla="*/ 0 h 2075297"/>
              <a:gd name="connsiteX1" fmla="*/ 2075295 w 2075295"/>
              <a:gd name="connsiteY1" fmla="*/ 1037649 h 2075297"/>
              <a:gd name="connsiteX2" fmla="*/ 1037648 w 2075295"/>
              <a:gd name="connsiteY2" fmla="*/ 2075297 h 2075297"/>
              <a:gd name="connsiteX3" fmla="*/ 0 w 2075295"/>
              <a:gd name="connsiteY3" fmla="*/ 1037649 h 2075297"/>
              <a:gd name="connsiteX4" fmla="*/ 1037648 w 2075295"/>
              <a:gd name="connsiteY4" fmla="*/ 0 h 2075297"/>
            </a:gdLst>
            <a:rect l="l" t="t" r="r" b="b"/>
            <a:pathLst>
              <a:path w="2075295" h="2075297">
                <a:moveTo>
                  <a:pt x="1037648" y="0"/>
                </a:moveTo>
                <a:cubicBezTo>
                  <a:pt x="1610725" y="0"/>
                  <a:pt x="2075295" y="464571"/>
                  <a:pt x="2075295" y="1037649"/>
                </a:cubicBezTo>
                <a:cubicBezTo>
                  <a:pt x="2075295" y="1610727"/>
                  <a:pt x="1610725" y="2075297"/>
                  <a:pt x="1037648" y="2075297"/>
                </a:cubicBezTo>
                <a:cubicBezTo>
                  <a:pt x="464571" y="2075297"/>
                  <a:pt x="0" y="1610727"/>
                  <a:pt x="0" y="1037649"/>
                </a:cubicBezTo>
                <a:cubicBezTo>
                  <a:pt x="0" y="464571"/>
                  <a:pt x="464571" y="0"/>
                  <a:pt x="103764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2.xml><?xml version="1.0" encoding="utf-8"?>
<p:sldLayout xmlns:p="http://schemas.openxmlformats.org/presentationml/2006/main" userDrawn="1">
  <p:cSld name="- Market Strategy 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9B2EF78-BD81-3816-BE8A-EA53213EA76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367108"/>
            <a:ext cx="2625213" cy="4490893"/>
          </a:xfrm>
          <a:custGeom xmlns:a="http://schemas.openxmlformats.org/drawingml/2006/main">
            <a:gdLst>
              <a:gd name="connsiteX0" fmla="*/ 0 w 2625213"/>
              <a:gd name="connsiteY0" fmla="*/ 0 h 4490893"/>
              <a:gd name="connsiteX1" fmla="*/ 2625213 w 2625213"/>
              <a:gd name="connsiteY1" fmla="*/ 0 h 4490893"/>
              <a:gd name="connsiteX2" fmla="*/ 2625213 w 2625213"/>
              <a:gd name="connsiteY2" fmla="*/ 4490893 h 4490893"/>
              <a:gd name="connsiteX3" fmla="*/ 0 w 2625213"/>
              <a:gd name="connsiteY3" fmla="*/ 4490893 h 4490893"/>
            </a:gdLst>
            <a:rect l="l" t="t" r="r" b="b"/>
            <a:pathLst>
              <a:path w="2625213" h="4490893">
                <a:moveTo>
                  <a:pt x="0" y="0"/>
                </a:moveTo>
                <a:lnTo>
                  <a:pt x="2625213" y="0"/>
                </a:lnTo>
                <a:lnTo>
                  <a:pt x="2625213" y="4490893"/>
                </a:lnTo>
                <a:lnTo>
                  <a:pt x="0" y="449089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3.xml><?xml version="1.0" encoding="utf-8"?>
<p:sldLayout xmlns:p="http://schemas.openxmlformats.org/presentationml/2006/main" userDrawn="1">
  <p:cSld name="- Market Strategy 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3B83BD8-2971-3206-B470-8EF1C123C40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295628" y="0"/>
            <a:ext cx="2896372" cy="6858000"/>
          </a:xfrm>
          <a:custGeom xmlns:a="http://schemas.openxmlformats.org/drawingml/2006/main">
            <a:gdLst>
              <a:gd name="connsiteX0" fmla="*/ 0 w 2896372"/>
              <a:gd name="connsiteY0" fmla="*/ 0 h 6858000"/>
              <a:gd name="connsiteX1" fmla="*/ 2896372 w 2896372"/>
              <a:gd name="connsiteY1" fmla="*/ 0 h 6858000"/>
              <a:gd name="connsiteX2" fmla="*/ 2896372 w 2896372"/>
              <a:gd name="connsiteY2" fmla="*/ 6858000 h 6858000"/>
              <a:gd name="connsiteX3" fmla="*/ 0 w 2896372"/>
              <a:gd name="connsiteY3" fmla="*/ 6858000 h 6858000"/>
            </a:gdLst>
            <a:rect l="l" t="t" r="r" b="b"/>
            <a:pathLst>
              <a:path w="2896372" h="6858000">
                <a:moveTo>
                  <a:pt x="0" y="0"/>
                </a:moveTo>
                <a:lnTo>
                  <a:pt x="2896372" y="0"/>
                </a:lnTo>
                <a:lnTo>
                  <a:pt x="2896372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4.xml><?xml version="1.0" encoding="utf-8"?>
<p:sldLayout xmlns:p="http://schemas.openxmlformats.org/presentationml/2006/main" userDrawn="1">
  <p:cSld name="Sales Strategy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6C70332-9164-4CA2-162A-9AE9A792ED8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0"/>
            <a:ext cx="5189155" cy="4645084"/>
          </a:xfrm>
          <a:custGeom xmlns:a="http://schemas.openxmlformats.org/drawingml/2006/main">
            <a:gdLst>
              <a:gd name="connsiteX0" fmla="*/ 0 w 5189155"/>
              <a:gd name="connsiteY0" fmla="*/ 0 h 4645084"/>
              <a:gd name="connsiteX1" fmla="*/ 5189155 w 5189155"/>
              <a:gd name="connsiteY1" fmla="*/ 0 h 4645084"/>
              <a:gd name="connsiteX2" fmla="*/ 5189155 w 5189155"/>
              <a:gd name="connsiteY2" fmla="*/ 4645084 h 4645084"/>
              <a:gd name="connsiteX3" fmla="*/ 0 w 5189155"/>
              <a:gd name="connsiteY3" fmla="*/ 4645084 h 4645084"/>
            </a:gdLst>
            <a:rect l="l" t="t" r="r" b="b"/>
            <a:pathLst>
              <a:path w="5189155" h="4645084">
                <a:moveTo>
                  <a:pt x="0" y="0"/>
                </a:moveTo>
                <a:lnTo>
                  <a:pt x="5189155" y="0"/>
                </a:lnTo>
                <a:lnTo>
                  <a:pt x="5189155" y="4645084"/>
                </a:lnTo>
                <a:lnTo>
                  <a:pt x="0" y="464508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5.xml><?xml version="1.0" encoding="utf-8"?>
<p:sldLayout xmlns:p="http://schemas.openxmlformats.org/presentationml/2006/main" userDrawn="1">
  <p:cSld name="Sales Strategy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DF22599-FBE3-976C-1326-7A41FE9623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19663" y="1943328"/>
            <a:ext cx="2343150" cy="2346326"/>
          </a:xfrm>
          <a:custGeom xmlns:a="http://schemas.openxmlformats.org/drawingml/2006/main">
            <a:gdLst>
              <a:gd name="connsiteX0" fmla="*/ 1171575 w 2343150"/>
              <a:gd name="connsiteY0" fmla="*/ 0 h 2346326"/>
              <a:gd name="connsiteX1" fmla="*/ 2343150 w 2343150"/>
              <a:gd name="connsiteY1" fmla="*/ 1173163 h 2346326"/>
              <a:gd name="connsiteX2" fmla="*/ 1171575 w 2343150"/>
              <a:gd name="connsiteY2" fmla="*/ 2346326 h 2346326"/>
              <a:gd name="connsiteX3" fmla="*/ 0 w 2343150"/>
              <a:gd name="connsiteY3" fmla="*/ 1173163 h 2346326"/>
              <a:gd name="connsiteX4" fmla="*/ 1171575 w 2343150"/>
              <a:gd name="connsiteY4" fmla="*/ 0 h 2346326"/>
            </a:gdLst>
            <a:rect l="l" t="t" r="r" b="b"/>
            <a:pathLst>
              <a:path w="2343150" h="2346326">
                <a:moveTo>
                  <a:pt x="1171575" y="0"/>
                </a:moveTo>
                <a:cubicBezTo>
                  <a:pt x="1818618" y="0"/>
                  <a:pt x="2343150" y="525243"/>
                  <a:pt x="2343150" y="1173163"/>
                </a:cubicBezTo>
                <a:cubicBezTo>
                  <a:pt x="2343150" y="1821083"/>
                  <a:pt x="1818618" y="2346326"/>
                  <a:pt x="1171575" y="2346326"/>
                </a:cubicBezTo>
                <a:cubicBezTo>
                  <a:pt x="524532" y="2346326"/>
                  <a:pt x="0" y="1821083"/>
                  <a:pt x="0" y="1173163"/>
                </a:cubicBezTo>
                <a:cubicBezTo>
                  <a:pt x="0" y="525243"/>
                  <a:pt x="524532" y="0"/>
                  <a:pt x="117157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6.xml><?xml version="1.0" encoding="utf-8"?>
<p:sldLayout xmlns:p="http://schemas.openxmlformats.org/presentationml/2006/main" userDrawn="1">
  <p:cSld name="Sales Strategy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C86A6B-B945-FE8C-82CD-96F02CD6342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3429000"/>
          </a:xfrm>
          <a:custGeom xmlns:a="http://schemas.openxmlformats.org/drawingml/2006/main"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7.xml><?xml version="1.0" encoding="utf-8"?>
<p:sldLayout xmlns:p="http://schemas.openxmlformats.org/presentationml/2006/main" userDrawn="1">
  <p:cSld name="- Sales Strategy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3F5CDA-C684-F853-2809-0EAB809EA0C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9737" y="1980426"/>
            <a:ext cx="4991099" cy="2060968"/>
          </a:xfrm>
          <a:custGeom xmlns:a="http://schemas.openxmlformats.org/drawingml/2006/main">
            <a:gdLst>
              <a:gd name="connsiteX0" fmla="*/ 0 w 4991099"/>
              <a:gd name="connsiteY0" fmla="*/ 0 h 2060968"/>
              <a:gd name="connsiteX1" fmla="*/ 4991099 w 4991099"/>
              <a:gd name="connsiteY1" fmla="*/ 0 h 2060968"/>
              <a:gd name="connsiteX2" fmla="*/ 4991099 w 4991099"/>
              <a:gd name="connsiteY2" fmla="*/ 2060968 h 2060968"/>
              <a:gd name="connsiteX3" fmla="*/ 0 w 4991099"/>
              <a:gd name="connsiteY3" fmla="*/ 2060968 h 2060968"/>
            </a:gdLst>
            <a:rect l="l" t="t" r="r" b="b"/>
            <a:pathLst>
              <a:path w="4991099" h="2060968">
                <a:moveTo>
                  <a:pt x="0" y="0"/>
                </a:moveTo>
                <a:lnTo>
                  <a:pt x="4991099" y="0"/>
                </a:lnTo>
                <a:lnTo>
                  <a:pt x="4991099" y="2060968"/>
                </a:lnTo>
                <a:lnTo>
                  <a:pt x="0" y="206096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8.xml><?xml version="1.0" encoding="utf-8"?>
<p:sldLayout xmlns:p="http://schemas.openxmlformats.org/presentationml/2006/main" userDrawn="1">
  <p:cSld name="- Sales Strategy .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43E0E593-D1F1-60EC-3696-5C63410F292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170488" y="2503487"/>
            <a:ext cx="1849438" cy="1851026"/>
          </a:xfrm>
          <a:custGeom xmlns:a="http://schemas.openxmlformats.org/drawingml/2006/main">
            <a:gdLst>
              <a:gd name="connsiteX0" fmla="*/ 924719 w 1849438"/>
              <a:gd name="connsiteY0" fmla="*/ 0 h 1851026"/>
              <a:gd name="connsiteX1" fmla="*/ 1849438 w 1849438"/>
              <a:gd name="connsiteY1" fmla="*/ 925513 h 1851026"/>
              <a:gd name="connsiteX2" fmla="*/ 924719 w 1849438"/>
              <a:gd name="connsiteY2" fmla="*/ 1851026 h 1851026"/>
              <a:gd name="connsiteX3" fmla="*/ 0 w 1849438"/>
              <a:gd name="connsiteY3" fmla="*/ 925513 h 1851026"/>
              <a:gd name="connsiteX4" fmla="*/ 924719 w 1849438"/>
              <a:gd name="connsiteY4" fmla="*/ 0 h 1851026"/>
            </a:gdLst>
            <a:rect l="l" t="t" r="r" b="b"/>
            <a:pathLst>
              <a:path w="1849438" h="1851026">
                <a:moveTo>
                  <a:pt x="924719" y="0"/>
                </a:moveTo>
                <a:cubicBezTo>
                  <a:pt x="1435427" y="0"/>
                  <a:pt x="1849438" y="414366"/>
                  <a:pt x="1849438" y="925513"/>
                </a:cubicBezTo>
                <a:cubicBezTo>
                  <a:pt x="1849438" y="1436660"/>
                  <a:pt x="1435427" y="1851026"/>
                  <a:pt x="924719" y="1851026"/>
                </a:cubicBezTo>
                <a:cubicBezTo>
                  <a:pt x="414011" y="1851026"/>
                  <a:pt x="0" y="1436660"/>
                  <a:pt x="0" y="925513"/>
                </a:cubicBezTo>
                <a:cubicBezTo>
                  <a:pt x="0" y="414366"/>
                  <a:pt x="414011" y="0"/>
                  <a:pt x="924719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29.xml><?xml version="1.0" encoding="utf-8"?>
<p:sldLayout xmlns:p="http://schemas.openxmlformats.org/presentationml/2006/main" userDrawn="1">
  <p:cSld name="Revenue Model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6B65D43-43CB-F302-805C-DA777054329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65857" y="1106664"/>
            <a:ext cx="4559343" cy="2027604"/>
          </a:xfrm>
          <a:custGeom xmlns:a="http://schemas.openxmlformats.org/drawingml/2006/main">
            <a:gdLst>
              <a:gd name="connsiteX0" fmla="*/ 0 w 4559343"/>
              <a:gd name="connsiteY0" fmla="*/ 0 h 2027604"/>
              <a:gd name="connsiteX1" fmla="*/ 4559343 w 4559343"/>
              <a:gd name="connsiteY1" fmla="*/ 0 h 2027604"/>
              <a:gd name="connsiteX2" fmla="*/ 4559343 w 4559343"/>
              <a:gd name="connsiteY2" fmla="*/ 2027604 h 2027604"/>
              <a:gd name="connsiteX3" fmla="*/ 0 w 4559343"/>
              <a:gd name="connsiteY3" fmla="*/ 2027604 h 2027604"/>
            </a:gdLst>
            <a:rect l="l" t="t" r="r" b="b"/>
            <a:pathLst>
              <a:path w="4559343" h="2027604">
                <a:moveTo>
                  <a:pt x="0" y="0"/>
                </a:moveTo>
                <a:lnTo>
                  <a:pt x="4559343" y="0"/>
                </a:lnTo>
                <a:lnTo>
                  <a:pt x="4559343" y="2027604"/>
                </a:lnTo>
                <a:lnTo>
                  <a:pt x="0" y="202760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0.xml><?xml version="1.0" encoding="utf-8"?>
<p:sldLayout xmlns:p="http://schemas.openxmlformats.org/presentationml/2006/main" userDrawn="1">
  <p:cSld name="Revenue Model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D8038E1-D4EE-D4D8-9663-E7F4C8D1018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661602"/>
            <a:ext cx="12191999" cy="2533650"/>
          </a:xfrm>
          <a:custGeom xmlns:a="http://schemas.openxmlformats.org/drawingml/2006/main">
            <a:gdLst>
              <a:gd name="connsiteX0" fmla="*/ 0 w 12191999"/>
              <a:gd name="connsiteY0" fmla="*/ 0 h 2533650"/>
              <a:gd name="connsiteX1" fmla="*/ 12191999 w 12191999"/>
              <a:gd name="connsiteY1" fmla="*/ 0 h 2533650"/>
              <a:gd name="connsiteX2" fmla="*/ 12191999 w 12191999"/>
              <a:gd name="connsiteY2" fmla="*/ 2533650 h 2533650"/>
              <a:gd name="connsiteX3" fmla="*/ 0 w 12191999"/>
              <a:gd name="connsiteY3" fmla="*/ 2533650 h 2533650"/>
            </a:gdLst>
            <a:rect l="l" t="t" r="r" b="b"/>
            <a:pathLst>
              <a:path w="12191999" h="2533650">
                <a:moveTo>
                  <a:pt x="0" y="0"/>
                </a:moveTo>
                <a:lnTo>
                  <a:pt x="12191999" y="0"/>
                </a:lnTo>
                <a:lnTo>
                  <a:pt x="12191999" y="2533650"/>
                </a:lnTo>
                <a:lnTo>
                  <a:pt x="0" y="25336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1.xml><?xml version="1.0" encoding="utf-8"?>
<p:sldLayout xmlns:p="http://schemas.openxmlformats.org/presentationml/2006/main" userDrawn="1">
  <p:cSld name="Revenue Model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1A7133-EF02-121D-731B-CF60A561BC8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185918" y="0"/>
            <a:ext cx="3056306" cy="6858000"/>
          </a:xfrm>
          <a:custGeom xmlns:a="http://schemas.openxmlformats.org/drawingml/2006/main">
            <a:gdLst>
              <a:gd name="connsiteX0" fmla="*/ 0 w 3056306"/>
              <a:gd name="connsiteY0" fmla="*/ 0 h 6858000"/>
              <a:gd name="connsiteX1" fmla="*/ 3056306 w 3056306"/>
              <a:gd name="connsiteY1" fmla="*/ 0 h 6858000"/>
              <a:gd name="connsiteX2" fmla="*/ 3056306 w 3056306"/>
              <a:gd name="connsiteY2" fmla="*/ 6858000 h 6858000"/>
              <a:gd name="connsiteX3" fmla="*/ 0 w 3056306"/>
              <a:gd name="connsiteY3" fmla="*/ 6858000 h 6858000"/>
            </a:gdLst>
            <a:rect l="l" t="t" r="r" b="b"/>
            <a:pathLst>
              <a:path w="3056306" h="6858000">
                <a:moveTo>
                  <a:pt x="0" y="0"/>
                </a:moveTo>
                <a:lnTo>
                  <a:pt x="3056306" y="0"/>
                </a:lnTo>
                <a:lnTo>
                  <a:pt x="3056306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2.xml><?xml version="1.0" encoding="utf-8"?>
<p:sldLayout xmlns:p="http://schemas.openxmlformats.org/presentationml/2006/main" userDrawn="1">
  <p:cSld name="Revenue Model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CF6127-AED3-02F3-D6AF-56068292168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2686050"/>
            <a:ext cx="2784903" cy="4171950"/>
          </a:xfrm>
          <a:custGeom xmlns:a="http://schemas.openxmlformats.org/drawingml/2006/main">
            <a:gdLst>
              <a:gd name="connsiteX0" fmla="*/ 0 w 2784903"/>
              <a:gd name="connsiteY0" fmla="*/ 0 h 4171950"/>
              <a:gd name="connsiteX1" fmla="*/ 2784903 w 2784903"/>
              <a:gd name="connsiteY1" fmla="*/ 0 h 4171950"/>
              <a:gd name="connsiteX2" fmla="*/ 2784903 w 2784903"/>
              <a:gd name="connsiteY2" fmla="*/ 4171950 h 4171950"/>
              <a:gd name="connsiteX3" fmla="*/ 0 w 2784903"/>
              <a:gd name="connsiteY3" fmla="*/ 4171950 h 4171950"/>
            </a:gdLst>
            <a:rect l="l" t="t" r="r" b="b"/>
            <a:pathLst>
              <a:path w="2784903" h="4171950">
                <a:moveTo>
                  <a:pt x="0" y="0"/>
                </a:moveTo>
                <a:lnTo>
                  <a:pt x="2784903" y="0"/>
                </a:lnTo>
                <a:lnTo>
                  <a:pt x="2784903" y="4171950"/>
                </a:lnTo>
                <a:lnTo>
                  <a:pt x="0" y="41719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3.xml><?xml version="1.0" encoding="utf-8"?>
<p:sldLayout xmlns:p="http://schemas.openxmlformats.org/presentationml/2006/main" userDrawn="1">
  <p:cSld name="Business Model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DB48EBD-622F-6C48-A42A-051CEF00153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"/>
            <a:ext cx="12192000" cy="6857999"/>
          </a:xfrm>
          <a:custGeom xmlns:a="http://schemas.openxmlformats.org/drawingml/2006/main"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0 w 12192000"/>
              <a:gd name="connsiteY3" fmla="*/ 6857999 h 6857999"/>
            </a:gd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4.xml><?xml version="1.0" encoding="utf-8"?>
<p:sldLayout xmlns:p="http://schemas.openxmlformats.org/presentationml/2006/main" userDrawn="1">
  <p:cSld name="Business Model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2C4AC17-64A6-5986-6B22-5BD2C1CF340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096000" y="3162300"/>
            <a:ext cx="6096000" cy="3695700"/>
          </a:xfrm>
          <a:custGeom xmlns:a="http://schemas.openxmlformats.org/drawingml/2006/main">
            <a:gdLst>
              <a:gd name="connsiteX0" fmla="*/ 0 w 6096000"/>
              <a:gd name="connsiteY0" fmla="*/ 0 h 3695700"/>
              <a:gd name="connsiteX1" fmla="*/ 6096000 w 6096000"/>
              <a:gd name="connsiteY1" fmla="*/ 0 h 3695700"/>
              <a:gd name="connsiteX2" fmla="*/ 6096000 w 6096000"/>
              <a:gd name="connsiteY2" fmla="*/ 3695700 h 3695700"/>
              <a:gd name="connsiteX3" fmla="*/ 0 w 6096000"/>
              <a:gd name="connsiteY3" fmla="*/ 3695700 h 3695700"/>
            </a:gdLst>
            <a:rect l="l" t="t" r="r" b="b"/>
            <a:pathLst>
              <a:path w="6096000" h="3695700">
                <a:moveTo>
                  <a:pt x="0" y="0"/>
                </a:moveTo>
                <a:lnTo>
                  <a:pt x="6096000" y="0"/>
                </a:lnTo>
                <a:lnTo>
                  <a:pt x="6096000" y="3695700"/>
                </a:lnTo>
                <a:lnTo>
                  <a:pt x="0" y="36957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5.xml><?xml version="1.0" encoding="utf-8"?>
<p:sldLayout xmlns:p="http://schemas.openxmlformats.org/presentationml/2006/main" userDrawn="1">
  <p:cSld name=" Business Model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B9262C9-8A67-6D86-9942-E4B0F4855A7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102351" y="0"/>
            <a:ext cx="6096000" cy="6858000"/>
          </a:xfrm>
          <a:custGeom xmlns:a="http://schemas.openxmlformats.org/drawingml/2006/main"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6.xml><?xml version="1.0" encoding="utf-8"?>
<p:sldLayout xmlns:p="http://schemas.openxmlformats.org/presentationml/2006/main" userDrawn="1">
  <p:cSld name=" Business Model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9B3407A-6220-5727-8273-149631D8F68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128080" y="0"/>
            <a:ext cx="3125108" cy="6858000"/>
          </a:xfrm>
          <a:custGeom xmlns:a="http://schemas.openxmlformats.org/drawingml/2006/main">
            <a:gdLst>
              <a:gd name="connsiteX0" fmla="*/ 0 w 3125108"/>
              <a:gd name="connsiteY0" fmla="*/ 0 h 6858000"/>
              <a:gd name="connsiteX1" fmla="*/ 3125108 w 3125108"/>
              <a:gd name="connsiteY1" fmla="*/ 0 h 6858000"/>
              <a:gd name="connsiteX2" fmla="*/ 3125108 w 3125108"/>
              <a:gd name="connsiteY2" fmla="*/ 6858000 h 6858000"/>
              <a:gd name="connsiteX3" fmla="*/ 0 w 3125108"/>
              <a:gd name="connsiteY3" fmla="*/ 6858000 h 6858000"/>
            </a:gdLst>
            <a:rect l="l" t="t" r="r" b="b"/>
            <a:pathLst>
              <a:path w="3125108" h="6858000">
                <a:moveTo>
                  <a:pt x="0" y="0"/>
                </a:moveTo>
                <a:lnTo>
                  <a:pt x="3125108" y="0"/>
                </a:lnTo>
                <a:lnTo>
                  <a:pt x="3125108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7.xml><?xml version="1.0" encoding="utf-8"?>
<p:sldLayout xmlns:p="http://schemas.openxmlformats.org/presentationml/2006/main" userDrawn="1">
  <p:cSld name="Business Location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976ACF6-67BA-E02B-F1BC-796A6F565C7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0000" y="1"/>
            <a:ext cx="4572000" cy="2365829"/>
          </a:xfrm>
          <a:custGeom xmlns:a="http://schemas.openxmlformats.org/drawingml/2006/main">
            <a:gdLst>
              <a:gd name="connsiteX0" fmla="*/ 0 w 4572000"/>
              <a:gd name="connsiteY0" fmla="*/ 0 h 2365829"/>
              <a:gd name="connsiteX1" fmla="*/ 4572000 w 4572000"/>
              <a:gd name="connsiteY1" fmla="*/ 0 h 2365829"/>
              <a:gd name="connsiteX2" fmla="*/ 4572000 w 4572000"/>
              <a:gd name="connsiteY2" fmla="*/ 2365829 h 2365829"/>
              <a:gd name="connsiteX3" fmla="*/ 0 w 4572000"/>
              <a:gd name="connsiteY3" fmla="*/ 2365829 h 2365829"/>
            </a:gdLst>
            <a:rect l="l" t="t" r="r" b="b"/>
            <a:pathLst>
              <a:path w="4572000" h="2365829">
                <a:moveTo>
                  <a:pt x="0" y="0"/>
                </a:moveTo>
                <a:lnTo>
                  <a:pt x="4572000" y="0"/>
                </a:lnTo>
                <a:lnTo>
                  <a:pt x="4572000" y="2365829"/>
                </a:lnTo>
                <a:lnTo>
                  <a:pt x="0" y="23658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8.xml><?xml version="1.0" encoding="utf-8"?>
<p:sldLayout xmlns:p="http://schemas.openxmlformats.org/presentationml/2006/main" userDrawn="1">
  <p:cSld name="Business Location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82AC8F5-D4F2-D7BA-DEBB-25B90401340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334124" y="3429001"/>
            <a:ext cx="5857876" cy="3428999"/>
          </a:xfrm>
          <a:custGeom xmlns:a="http://schemas.openxmlformats.org/drawingml/2006/main">
            <a:gdLst>
              <a:gd name="connsiteX0" fmla="*/ 0 w 6096000"/>
              <a:gd name="connsiteY0" fmla="*/ 0 h 3428999"/>
              <a:gd name="connsiteX1" fmla="*/ 6096000 w 6096000"/>
              <a:gd name="connsiteY1" fmla="*/ 0 h 3428999"/>
              <a:gd name="connsiteX2" fmla="*/ 6096000 w 6096000"/>
              <a:gd name="connsiteY2" fmla="*/ 3428999 h 3428999"/>
              <a:gd name="connsiteX3" fmla="*/ 0 w 6096000"/>
              <a:gd name="connsiteY3" fmla="*/ 3428999 h 3428999"/>
            </a:gdLst>
            <a:rect l="l" t="t" r="r" b="b"/>
            <a:pathLst>
              <a:path w="6096000" h="3428999">
                <a:moveTo>
                  <a:pt x="0" y="0"/>
                </a:moveTo>
                <a:lnTo>
                  <a:pt x="6096000" y="0"/>
                </a:lnTo>
                <a:lnTo>
                  <a:pt x="6096000" y="3428999"/>
                </a:lnTo>
                <a:lnTo>
                  <a:pt x="0" y="3428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39.xml><?xml version="1.0" encoding="utf-8"?>
<p:sldLayout xmlns:p="http://schemas.openxmlformats.org/presentationml/2006/main" userDrawn="1">
  <p:cSld name="Business Location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CF6DAC1-5C8E-0B3C-9589-C1F3C683058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0.xml><?xml version="1.0" encoding="utf-8"?>
<p:sldLayout xmlns:p="http://schemas.openxmlformats.org/presentationml/2006/main" userDrawn="1">
  <p:cSld name="Business Locations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0AAC43A-D210-94F6-4730-16C8DBD5AD6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918326" y="2006601"/>
            <a:ext cx="1401763" cy="2043113"/>
          </a:xfrm>
          <a:custGeom xmlns:a="http://schemas.openxmlformats.org/drawingml/2006/main">
            <a:gdLst>
              <a:gd name="connsiteX0" fmla="*/ 700882 w 1401763"/>
              <a:gd name="connsiteY0" fmla="*/ 0 h 2043113"/>
              <a:gd name="connsiteX1" fmla="*/ 1401763 w 1401763"/>
              <a:gd name="connsiteY1" fmla="*/ 694659 h 2043113"/>
              <a:gd name="connsiteX2" fmla="*/ 714624 w 1401763"/>
              <a:gd name="connsiteY2" fmla="*/ 1988630 h 2043113"/>
              <a:gd name="connsiteX3" fmla="*/ 687139 w 1401763"/>
              <a:gd name="connsiteY3" fmla="*/ 2043113 h 2043113"/>
              <a:gd name="connsiteX4" fmla="*/ 687139 w 1401763"/>
              <a:gd name="connsiteY4" fmla="*/ 2015872 h 2043113"/>
              <a:gd name="connsiteX5" fmla="*/ 0 w 1401763"/>
              <a:gd name="connsiteY5" fmla="*/ 694659 h 2043113"/>
              <a:gd name="connsiteX6" fmla="*/ 700882 w 1401763"/>
              <a:gd name="connsiteY6" fmla="*/ 0 h 2043113"/>
            </a:gdLst>
            <a:rect l="l" t="t" r="r" b="b"/>
            <a:pathLst>
              <a:path w="1401763" h="2043113">
                <a:moveTo>
                  <a:pt x="700882" y="0"/>
                </a:moveTo>
                <a:cubicBezTo>
                  <a:pt x="1085679" y="0"/>
                  <a:pt x="1401763" y="313277"/>
                  <a:pt x="1401763" y="694659"/>
                </a:cubicBezTo>
                <a:cubicBezTo>
                  <a:pt x="1401763" y="1185006"/>
                  <a:pt x="893281" y="1648111"/>
                  <a:pt x="714624" y="1988630"/>
                </a:cubicBezTo>
                <a:cubicBezTo>
                  <a:pt x="687139" y="2043113"/>
                  <a:pt x="687139" y="2043113"/>
                  <a:pt x="687139" y="2043113"/>
                </a:cubicBezTo>
                <a:lnTo>
                  <a:pt x="687139" y="2015872"/>
                </a:lnTo>
                <a:cubicBezTo>
                  <a:pt x="522226" y="1620870"/>
                  <a:pt x="0" y="1130523"/>
                  <a:pt x="0" y="694659"/>
                </a:cubicBezTo>
                <a:cubicBezTo>
                  <a:pt x="0" y="313277"/>
                  <a:pt x="302341" y="0"/>
                  <a:pt x="70088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1.xml><?xml version="1.0" encoding="utf-8"?>
<p:sldLayout xmlns:p="http://schemas.openxmlformats.org/presentationml/2006/main" userDrawn="1">
  <p:cSld name=" Market Competi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F646298-375D-D083-5CEC-609D6910340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9333106" y="2"/>
            <a:ext cx="2858894" cy="4644571"/>
          </a:xfrm>
          <a:custGeom xmlns:a="http://schemas.openxmlformats.org/drawingml/2006/main">
            <a:gdLst>
              <a:gd name="connsiteX0" fmla="*/ 0 w 2858894"/>
              <a:gd name="connsiteY0" fmla="*/ 0 h 4644571"/>
              <a:gd name="connsiteX1" fmla="*/ 2858894 w 2858894"/>
              <a:gd name="connsiteY1" fmla="*/ 0 h 4644571"/>
              <a:gd name="connsiteX2" fmla="*/ 2858894 w 2858894"/>
              <a:gd name="connsiteY2" fmla="*/ 4644571 h 4644571"/>
              <a:gd name="connsiteX3" fmla="*/ 0 w 2858894"/>
              <a:gd name="connsiteY3" fmla="*/ 4644571 h 4644571"/>
            </a:gdLst>
            <a:rect l="l" t="t" r="r" b="b"/>
            <a:pathLst>
              <a:path w="2858894" h="4644571">
                <a:moveTo>
                  <a:pt x="0" y="0"/>
                </a:moveTo>
                <a:lnTo>
                  <a:pt x="2858894" y="0"/>
                </a:lnTo>
                <a:lnTo>
                  <a:pt x="2858894" y="4644571"/>
                </a:lnTo>
                <a:lnTo>
                  <a:pt x="0" y="464457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2.xml><?xml version="1.0" encoding="utf-8"?>
<p:sldLayout xmlns:p="http://schemas.openxmlformats.org/presentationml/2006/main" userDrawn="1">
  <p:cSld name=" Market Competit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83524D2-3EAB-103E-125F-7F730769ED0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71500" y="4089600"/>
            <a:ext cx="11087100" cy="2235001"/>
          </a:xfrm>
          <a:custGeom xmlns:a="http://schemas.openxmlformats.org/drawingml/2006/main">
            <a:gdLst>
              <a:gd name="connsiteX0" fmla="*/ 0 w 11087100"/>
              <a:gd name="connsiteY0" fmla="*/ 0 h 2235001"/>
              <a:gd name="connsiteX1" fmla="*/ 11087100 w 11087100"/>
              <a:gd name="connsiteY1" fmla="*/ 0 h 2235001"/>
              <a:gd name="connsiteX2" fmla="*/ 11087100 w 11087100"/>
              <a:gd name="connsiteY2" fmla="*/ 2235001 h 2235001"/>
              <a:gd name="connsiteX3" fmla="*/ 0 w 11087100"/>
              <a:gd name="connsiteY3" fmla="*/ 2235001 h 2235001"/>
            </a:gdLst>
            <a:rect l="l" t="t" r="r" b="b"/>
            <a:pathLst>
              <a:path w="11087100" h="2235001">
                <a:moveTo>
                  <a:pt x="0" y="0"/>
                </a:moveTo>
                <a:lnTo>
                  <a:pt x="11087100" y="0"/>
                </a:lnTo>
                <a:lnTo>
                  <a:pt x="11087100" y="2235001"/>
                </a:lnTo>
                <a:lnTo>
                  <a:pt x="0" y="223500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3.xml><?xml version="1.0" encoding="utf-8"?>
<p:sldLayout xmlns:p="http://schemas.openxmlformats.org/presentationml/2006/main" userDrawn="1">
  <p:cSld name=" Competi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CDBC42E-ADC5-F6DB-E7A0-8D5F9D1E4E1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412501" y="2947593"/>
            <a:ext cx="1683880" cy="1683880"/>
          </a:xfrm>
          <a:custGeom xmlns:a="http://schemas.openxmlformats.org/drawingml/2006/main">
            <a:gdLst>
              <a:gd name="connsiteX0" fmla="*/ 841940 w 1683880"/>
              <a:gd name="connsiteY0" fmla="*/ 0 h 1683880"/>
              <a:gd name="connsiteX1" fmla="*/ 1683880 w 1683880"/>
              <a:gd name="connsiteY1" fmla="*/ 841940 h 1683880"/>
              <a:gd name="connsiteX2" fmla="*/ 841940 w 1683880"/>
              <a:gd name="connsiteY2" fmla="*/ 1683880 h 1683880"/>
              <a:gd name="connsiteX3" fmla="*/ 0 w 1683880"/>
              <a:gd name="connsiteY3" fmla="*/ 841940 h 1683880"/>
              <a:gd name="connsiteX4" fmla="*/ 841940 w 1683880"/>
              <a:gd name="connsiteY4" fmla="*/ 0 h 1683880"/>
            </a:gdLst>
            <a:rect l="l" t="t" r="r" b="b"/>
            <a:pathLst>
              <a:path w="1683880" h="1683880">
                <a:moveTo>
                  <a:pt x="841940" y="0"/>
                </a:moveTo>
                <a:cubicBezTo>
                  <a:pt x="1306931" y="0"/>
                  <a:pt x="1683880" y="376949"/>
                  <a:pt x="1683880" y="841940"/>
                </a:cubicBezTo>
                <a:cubicBezTo>
                  <a:pt x="1683880" y="1306931"/>
                  <a:pt x="1306931" y="1683880"/>
                  <a:pt x="841940" y="1683880"/>
                </a:cubicBezTo>
                <a:cubicBezTo>
                  <a:pt x="376949" y="1683880"/>
                  <a:pt x="0" y="1306931"/>
                  <a:pt x="0" y="841940"/>
                </a:cubicBezTo>
                <a:cubicBezTo>
                  <a:pt x="0" y="376949"/>
                  <a:pt x="376949" y="0"/>
                  <a:pt x="84194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4.xml><?xml version="1.0" encoding="utf-8"?>
<p:sldLayout xmlns:p="http://schemas.openxmlformats.org/presentationml/2006/main" userDrawn="1">
  <p:cSld name="Competitor Analysi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86D1E9-5E48-B3A0-5C85-21D128374BB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135194" y="3827239"/>
            <a:ext cx="2289398" cy="3038699"/>
          </a:xfrm>
          <a:custGeom xmlns:a="http://schemas.openxmlformats.org/drawingml/2006/main">
            <a:gdLst>
              <a:gd name="connsiteX0" fmla="*/ 0 w 2289398"/>
              <a:gd name="connsiteY0" fmla="*/ 0 h 3038699"/>
              <a:gd name="connsiteX1" fmla="*/ 2289398 w 2289398"/>
              <a:gd name="connsiteY1" fmla="*/ 0 h 3038699"/>
              <a:gd name="connsiteX2" fmla="*/ 2289398 w 2289398"/>
              <a:gd name="connsiteY2" fmla="*/ 3038699 h 3038699"/>
              <a:gd name="connsiteX3" fmla="*/ 0 w 2289398"/>
              <a:gd name="connsiteY3" fmla="*/ 3038699 h 3038699"/>
            </a:gdLst>
            <a:rect l="l" t="t" r="r" b="b"/>
            <a:pathLst>
              <a:path w="2289398" h="3038699">
                <a:moveTo>
                  <a:pt x="0" y="0"/>
                </a:moveTo>
                <a:lnTo>
                  <a:pt x="2289398" y="0"/>
                </a:lnTo>
                <a:lnTo>
                  <a:pt x="2289398" y="3038699"/>
                </a:lnTo>
                <a:lnTo>
                  <a:pt x="0" y="30386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5.xml><?xml version="1.0" encoding="utf-8"?>
<p:sldLayout xmlns:p="http://schemas.openxmlformats.org/presentationml/2006/main" userDrawn="1">
  <p:cSld name="Competitive Advant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821CF6C-AFE6-4DE5-931E-77EE1AF6F00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916558" y="0"/>
            <a:ext cx="3275442" cy="6324600"/>
          </a:xfrm>
          <a:custGeom xmlns:a="http://schemas.openxmlformats.org/drawingml/2006/main">
            <a:gdLst>
              <a:gd name="connsiteX0" fmla="*/ 0 w 2988496"/>
              <a:gd name="connsiteY0" fmla="*/ 0 h 6324600"/>
              <a:gd name="connsiteX1" fmla="*/ 2988496 w 2988496"/>
              <a:gd name="connsiteY1" fmla="*/ 0 h 6324600"/>
              <a:gd name="connsiteX2" fmla="*/ 2988496 w 2988496"/>
              <a:gd name="connsiteY2" fmla="*/ 6324600 h 6324600"/>
              <a:gd name="connsiteX3" fmla="*/ 0 w 2988496"/>
              <a:gd name="connsiteY3" fmla="*/ 6324600 h 6324600"/>
            </a:gdLst>
            <a:rect l="l" t="t" r="r" b="b"/>
            <a:pathLst>
              <a:path w="2988496" h="6324600">
                <a:moveTo>
                  <a:pt x="0" y="0"/>
                </a:moveTo>
                <a:lnTo>
                  <a:pt x="2988496" y="0"/>
                </a:lnTo>
                <a:lnTo>
                  <a:pt x="2988496" y="6324600"/>
                </a:lnTo>
                <a:lnTo>
                  <a:pt x="0" y="6324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6.xml><?xml version="1.0" encoding="utf-8"?>
<p:sldLayout xmlns:p="http://schemas.openxmlformats.org/presentationml/2006/main" userDrawn="1">
  <p:cSld name="Pricing Pla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78B4B44-3BBD-4DA6-8CD5-56A49F1596A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5455920" cy="6858000"/>
          </a:xfrm>
          <a:custGeom xmlns:a="http://schemas.openxmlformats.org/drawingml/2006/main">
            <a:gdLst>
              <a:gd name="connsiteX0" fmla="*/ 0 w 5455920"/>
              <a:gd name="connsiteY0" fmla="*/ 0 h 6858000"/>
              <a:gd name="connsiteX1" fmla="*/ 5455920 w 5455920"/>
              <a:gd name="connsiteY1" fmla="*/ 0 h 6858000"/>
              <a:gd name="connsiteX2" fmla="*/ 5455920 w 5455920"/>
              <a:gd name="connsiteY2" fmla="*/ 6858000 h 6858000"/>
              <a:gd name="connsiteX3" fmla="*/ 0 w 5455920"/>
              <a:gd name="connsiteY3" fmla="*/ 6858000 h 6858000"/>
            </a:gdLst>
            <a:rect l="l" t="t" r="r" b="b"/>
            <a:pathLst>
              <a:path w="5455920" h="6858000">
                <a:moveTo>
                  <a:pt x="0" y="0"/>
                </a:moveTo>
                <a:lnTo>
                  <a:pt x="5455920" y="0"/>
                </a:lnTo>
                <a:lnTo>
                  <a:pt x="545592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7.xml><?xml version="1.0" encoding="utf-8"?>
<p:sldLayout xmlns:p="http://schemas.openxmlformats.org/presentationml/2006/main" userDrawn="1">
  <p:cSld name="Pricing Pla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482EC9B-17FC-48FC-8A47-25F902143B4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0100" y="1143001"/>
            <a:ext cx="2545010" cy="5715001"/>
          </a:xfrm>
          <a:custGeom xmlns:a="http://schemas.openxmlformats.org/drawingml/2006/main">
            <a:gdLst>
              <a:gd name="connsiteX0" fmla="*/ 0 w 2545010"/>
              <a:gd name="connsiteY0" fmla="*/ 0 h 5715001"/>
              <a:gd name="connsiteX1" fmla="*/ 2545010 w 2545010"/>
              <a:gd name="connsiteY1" fmla="*/ 0 h 5715001"/>
              <a:gd name="connsiteX2" fmla="*/ 2545010 w 2545010"/>
              <a:gd name="connsiteY2" fmla="*/ 5715001 h 5715001"/>
              <a:gd name="connsiteX3" fmla="*/ 0 w 2545010"/>
              <a:gd name="connsiteY3" fmla="*/ 5715001 h 5715001"/>
            </a:gdLst>
            <a:rect l="l" t="t" r="r" b="b"/>
            <a:pathLst>
              <a:path w="2545010" h="5715001">
                <a:moveTo>
                  <a:pt x="0" y="0"/>
                </a:moveTo>
                <a:lnTo>
                  <a:pt x="2545010" y="0"/>
                </a:lnTo>
                <a:lnTo>
                  <a:pt x="2545010" y="5715001"/>
                </a:lnTo>
                <a:lnTo>
                  <a:pt x="0" y="571500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8.xml><?xml version="1.0" encoding="utf-8"?>
<p:sldLayout xmlns:p="http://schemas.openxmlformats.org/presentationml/2006/main" userDrawn="1">
  <p:cSld name="S.W.O.T Analysis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58A98430-BC94-448B-985C-1E6094AAD51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163467" y="3059709"/>
            <a:ext cx="1865066" cy="1868886"/>
          </a:xfrm>
          <a:custGeom xmlns:a="http://schemas.openxmlformats.org/drawingml/2006/main">
            <a:gdLst>
              <a:gd name="connsiteX0" fmla="*/ 932533 w 1865066"/>
              <a:gd name="connsiteY0" fmla="*/ 0 h 1868886"/>
              <a:gd name="connsiteX1" fmla="*/ 1865066 w 1865066"/>
              <a:gd name="connsiteY1" fmla="*/ 934443 h 1868886"/>
              <a:gd name="connsiteX2" fmla="*/ 932533 w 1865066"/>
              <a:gd name="connsiteY2" fmla="*/ 1868886 h 1868886"/>
              <a:gd name="connsiteX3" fmla="*/ 0 w 1865066"/>
              <a:gd name="connsiteY3" fmla="*/ 934443 h 1868886"/>
              <a:gd name="connsiteX4" fmla="*/ 932533 w 1865066"/>
              <a:gd name="connsiteY4" fmla="*/ 0 h 1868886"/>
            </a:gdLst>
            <a:rect l="l" t="t" r="r" b="b"/>
            <a:pathLst>
              <a:path w="1865066" h="1868886">
                <a:moveTo>
                  <a:pt x="932533" y="0"/>
                </a:moveTo>
                <a:cubicBezTo>
                  <a:pt x="1447557" y="0"/>
                  <a:pt x="1865066" y="418364"/>
                  <a:pt x="1865066" y="934443"/>
                </a:cubicBezTo>
                <a:cubicBezTo>
                  <a:pt x="1865066" y="1450522"/>
                  <a:pt x="1447557" y="1868886"/>
                  <a:pt x="932533" y="1868886"/>
                </a:cubicBezTo>
                <a:cubicBezTo>
                  <a:pt x="417509" y="1868886"/>
                  <a:pt x="0" y="1450522"/>
                  <a:pt x="0" y="934443"/>
                </a:cubicBezTo>
                <a:cubicBezTo>
                  <a:pt x="0" y="418364"/>
                  <a:pt x="417509" y="0"/>
                  <a:pt x="93253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49.xml><?xml version="1.0" encoding="utf-8"?>
<p:sldLayout xmlns:p="http://schemas.openxmlformats.org/presentationml/2006/main" userDrawn="1">
  <p:cSld name="S.W.O.T Analysis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C7F490A-959C-4F85-81DE-BF89D2C349F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3507" y="1321131"/>
            <a:ext cx="4102227" cy="3471433"/>
          </a:xfrm>
          <a:custGeom xmlns:a="http://schemas.openxmlformats.org/drawingml/2006/main"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0.xml><?xml version="1.0" encoding="utf-8"?>
<p:sldLayout xmlns:p="http://schemas.openxmlformats.org/presentationml/2006/main" userDrawn="1">
  <p:cSld name="S.W.O.T Analysis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1997B38-89C3-4F01-AF02-C44B0EFFC5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31467" y="1321132"/>
            <a:ext cx="4102227" cy="3471433"/>
          </a:xfrm>
          <a:custGeom xmlns:a="http://schemas.openxmlformats.org/drawingml/2006/main">
            <a:gdLst>
              <a:gd name="connsiteX0" fmla="*/ 885386 w 4102227"/>
              <a:gd name="connsiteY0" fmla="*/ 301 h 3471433"/>
              <a:gd name="connsiteX1" fmla="*/ 1586046 w 4102227"/>
              <a:gd name="connsiteY1" fmla="*/ 100342 h 3471433"/>
              <a:gd name="connsiteX2" fmla="*/ 4094919 w 4102227"/>
              <a:gd name="connsiteY2" fmla="*/ 1390439 h 3471433"/>
              <a:gd name="connsiteX3" fmla="*/ 2785008 w 4102227"/>
              <a:gd name="connsiteY3" fmla="*/ 3006645 h 3471433"/>
              <a:gd name="connsiteX4" fmla="*/ 1013407 w 4102227"/>
              <a:gd name="connsiteY4" fmla="*/ 3214494 h 3471433"/>
              <a:gd name="connsiteX5" fmla="*/ 916774 w 4102227"/>
              <a:gd name="connsiteY5" fmla="*/ 3117736 h 3471433"/>
              <a:gd name="connsiteX6" fmla="*/ 752140 w 4102227"/>
              <a:gd name="connsiteY6" fmla="*/ 2899136 h 3471433"/>
              <a:gd name="connsiteX7" fmla="*/ 147291 w 4102227"/>
              <a:gd name="connsiteY7" fmla="*/ 1519449 h 3471433"/>
              <a:gd name="connsiteX8" fmla="*/ 4131 w 4102227"/>
              <a:gd name="connsiteY8" fmla="*/ 602047 h 3471433"/>
              <a:gd name="connsiteX9" fmla="*/ 204555 w 4102227"/>
              <a:gd name="connsiteY9" fmla="*/ 121844 h 3471433"/>
              <a:gd name="connsiteX10" fmla="*/ 240345 w 4102227"/>
              <a:gd name="connsiteY10" fmla="*/ 100342 h 3471433"/>
              <a:gd name="connsiteX11" fmla="*/ 885386 w 4102227"/>
              <a:gd name="connsiteY11" fmla="*/ 301 h 3471433"/>
            </a:gdLst>
            <a:rect l="l" t="t" r="r" b="b"/>
            <a:pathLst>
              <a:path w="4102227" h="3471433">
                <a:moveTo>
                  <a:pt x="885386" y="301"/>
                </a:moveTo>
                <a:cubicBezTo>
                  <a:pt x="1077857" y="3333"/>
                  <a:pt x="1312030" y="29790"/>
                  <a:pt x="1586046" y="100342"/>
                </a:cubicBezTo>
                <a:cubicBezTo>
                  <a:pt x="2466478" y="326109"/>
                  <a:pt x="4012602" y="1014161"/>
                  <a:pt x="4094919" y="1390439"/>
                </a:cubicBezTo>
                <a:cubicBezTo>
                  <a:pt x="4173657" y="1770301"/>
                  <a:pt x="3608176" y="2458353"/>
                  <a:pt x="2785008" y="3006645"/>
                </a:cubicBezTo>
                <a:cubicBezTo>
                  <a:pt x="2019104" y="3522683"/>
                  <a:pt x="1478676" y="3633775"/>
                  <a:pt x="1013407" y="3214494"/>
                </a:cubicBezTo>
                <a:cubicBezTo>
                  <a:pt x="981196" y="3185825"/>
                  <a:pt x="948985" y="3149989"/>
                  <a:pt x="916774" y="3117736"/>
                </a:cubicBezTo>
                <a:cubicBezTo>
                  <a:pt x="863089" y="3060399"/>
                  <a:pt x="809404" y="2985143"/>
                  <a:pt x="752140" y="2899136"/>
                </a:cubicBezTo>
                <a:cubicBezTo>
                  <a:pt x="537401" y="2565861"/>
                  <a:pt x="294029" y="2031904"/>
                  <a:pt x="147291" y="1519449"/>
                </a:cubicBezTo>
                <a:cubicBezTo>
                  <a:pt x="47079" y="1200508"/>
                  <a:pt x="-17343" y="874401"/>
                  <a:pt x="4131" y="602047"/>
                </a:cubicBezTo>
                <a:cubicBezTo>
                  <a:pt x="14868" y="383447"/>
                  <a:pt x="75711" y="211434"/>
                  <a:pt x="204555" y="121844"/>
                </a:cubicBezTo>
                <a:cubicBezTo>
                  <a:pt x="215292" y="114677"/>
                  <a:pt x="226029" y="107509"/>
                  <a:pt x="240345" y="100342"/>
                </a:cubicBezTo>
                <a:cubicBezTo>
                  <a:pt x="240345" y="100342"/>
                  <a:pt x="461949" y="-6368"/>
                  <a:pt x="885386" y="30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1.xml><?xml version="1.0" encoding="utf-8"?>
<p:sldLayout xmlns:p="http://schemas.openxmlformats.org/presentationml/2006/main" userDrawn="1">
  <p:cSld name="Traction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15750FD-EA30-4A01-8263-EB9C22F8D25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888453" y="1574800"/>
            <a:ext cx="2700825" cy="5283200"/>
          </a:xfrm>
          <a:custGeom xmlns:a="http://schemas.openxmlformats.org/drawingml/2006/main"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2.xml><?xml version="1.0" encoding="utf-8"?>
<p:sldLayout xmlns:p="http://schemas.openxmlformats.org/presentationml/2006/main" userDrawn="1">
  <p:cSld name="Traction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06EFC27-3C14-4F0A-98BF-BD882A0DCC4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40585" y="2909788"/>
            <a:ext cx="2710830" cy="2710830"/>
          </a:xfrm>
          <a:custGeom xmlns:a="http://schemas.openxmlformats.org/drawingml/2006/main">
            <a:gdLst>
              <a:gd name="connsiteX0" fmla="*/ 1355415 w 2710830"/>
              <a:gd name="connsiteY0" fmla="*/ 0 h 2710830"/>
              <a:gd name="connsiteX1" fmla="*/ 2710830 w 2710830"/>
              <a:gd name="connsiteY1" fmla="*/ 1355415 h 2710830"/>
              <a:gd name="connsiteX2" fmla="*/ 1355415 w 2710830"/>
              <a:gd name="connsiteY2" fmla="*/ 2710830 h 2710830"/>
              <a:gd name="connsiteX3" fmla="*/ 0 w 2710830"/>
              <a:gd name="connsiteY3" fmla="*/ 1355415 h 2710830"/>
              <a:gd name="connsiteX4" fmla="*/ 1355415 w 2710830"/>
              <a:gd name="connsiteY4" fmla="*/ 0 h 2710830"/>
            </a:gdLst>
            <a:rect l="l" t="t" r="r" b="b"/>
            <a:pathLst>
              <a:path w="2710830" h="2710830">
                <a:moveTo>
                  <a:pt x="1355415" y="0"/>
                </a:moveTo>
                <a:cubicBezTo>
                  <a:pt x="2103990" y="0"/>
                  <a:pt x="2710830" y="606840"/>
                  <a:pt x="2710830" y="1355415"/>
                </a:cubicBezTo>
                <a:cubicBezTo>
                  <a:pt x="2710830" y="2103990"/>
                  <a:pt x="2103990" y="2710830"/>
                  <a:pt x="1355415" y="2710830"/>
                </a:cubicBezTo>
                <a:cubicBezTo>
                  <a:pt x="606840" y="2710830"/>
                  <a:pt x="0" y="2103990"/>
                  <a:pt x="0" y="1355415"/>
                </a:cubicBezTo>
                <a:cubicBezTo>
                  <a:pt x="0" y="606840"/>
                  <a:pt x="606840" y="0"/>
                  <a:pt x="135541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3.xml><?xml version="1.0" encoding="utf-8"?>
<p:sldLayout xmlns:p="http://schemas.openxmlformats.org/presentationml/2006/main" userDrawn="1">
  <p:cSld name="Roadmap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E67C807-851E-4A9A-A756-F7EECEE7C97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554386" y="2141"/>
            <a:ext cx="6196414" cy="6881260"/>
          </a:xfrm>
          <a:custGeom xmlns:a="http://schemas.openxmlformats.org/drawingml/2006/main">
            <a:gdLst>
              <a:gd name="connsiteX0" fmla="*/ 6196414 w 6196414"/>
              <a:gd name="connsiteY0" fmla="*/ 0 h 6881260"/>
              <a:gd name="connsiteX1" fmla="*/ 6196414 w 6196414"/>
              <a:gd name="connsiteY1" fmla="*/ 6881260 h 6881260"/>
              <a:gd name="connsiteX2" fmla="*/ 6191204 w 6196414"/>
              <a:gd name="connsiteY2" fmla="*/ 6881260 h 6881260"/>
              <a:gd name="connsiteX3" fmla="*/ 269862 w 6196414"/>
              <a:gd name="connsiteY3" fmla="*/ 6881260 h 6881260"/>
              <a:gd name="connsiteX4" fmla="*/ 51563 w 6196414"/>
              <a:gd name="connsiteY4" fmla="*/ 6090912 h 6881260"/>
              <a:gd name="connsiteX5" fmla="*/ 152687 w 6196414"/>
              <a:gd name="connsiteY5" fmla="*/ 5041933 h 6881260"/>
              <a:gd name="connsiteX6" fmla="*/ 154292 w 6196414"/>
              <a:gd name="connsiteY6" fmla="*/ 5040327 h 6881260"/>
              <a:gd name="connsiteX7" fmla="*/ 595704 w 6196414"/>
              <a:gd name="connsiteY7" fmla="*/ 4849166 h 6881260"/>
              <a:gd name="connsiteX8" fmla="*/ 598914 w 6196414"/>
              <a:gd name="connsiteY8" fmla="*/ 4849166 h 6881260"/>
              <a:gd name="connsiteX9" fmla="*/ 1846104 w 6196414"/>
              <a:gd name="connsiteY9" fmla="*/ 5112615 h 6881260"/>
              <a:gd name="connsiteX10" fmla="*/ 2863759 w 6196414"/>
              <a:gd name="connsiteY10" fmla="*/ 5183297 h 6881260"/>
              <a:gd name="connsiteX11" fmla="*/ 3517049 w 6196414"/>
              <a:gd name="connsiteY11" fmla="*/ 4749569 h 6881260"/>
              <a:gd name="connsiteX12" fmla="*/ 3610147 w 6196414"/>
              <a:gd name="connsiteY12" fmla="*/ 4193755 h 6881260"/>
              <a:gd name="connsiteX13" fmla="*/ 3324433 w 6196414"/>
              <a:gd name="connsiteY13" fmla="*/ 3674888 h 6881260"/>
              <a:gd name="connsiteX14" fmla="*/ 2016248 w 6196414"/>
              <a:gd name="connsiteY14" fmla="*/ 3196181 h 6881260"/>
              <a:gd name="connsiteX15" fmla="*/ 616571 w 6196414"/>
              <a:gd name="connsiteY15" fmla="*/ 2548802 h 6881260"/>
              <a:gd name="connsiteX16" fmla="*/ 708063 w 6196414"/>
              <a:gd name="connsiteY16" fmla="*/ 2070095 h 6881260"/>
              <a:gd name="connsiteX17" fmla="*/ 968095 w 6196414"/>
              <a:gd name="connsiteY17" fmla="*/ 1906243 h 6881260"/>
              <a:gd name="connsiteX18" fmla="*/ 976121 w 6196414"/>
              <a:gd name="connsiteY18" fmla="*/ 1903030 h 6881260"/>
              <a:gd name="connsiteX19" fmla="*/ 2631015 w 6196414"/>
              <a:gd name="connsiteY19" fmla="*/ 2490972 h 6881260"/>
              <a:gd name="connsiteX20" fmla="*/ 2642251 w 6196414"/>
              <a:gd name="connsiteY20" fmla="*/ 2497397 h 6881260"/>
              <a:gd name="connsiteX21" fmla="*/ 4077241 w 6196414"/>
              <a:gd name="connsiteY21" fmla="*/ 2600207 h 6881260"/>
              <a:gd name="connsiteX22" fmla="*/ 4472104 w 6196414"/>
              <a:gd name="connsiteY22" fmla="*/ 2185756 h 6881260"/>
              <a:gd name="connsiteX23" fmla="*/ 4592490 w 6196414"/>
              <a:gd name="connsiteY23" fmla="*/ 1589782 h 6881260"/>
              <a:gd name="connsiteX24" fmla="*/ 4594094 w 6196414"/>
              <a:gd name="connsiteY24" fmla="*/ 1053 h 6881260"/>
            </a:gdLst>
            <a:rect l="l" t="t" r="r" b="b"/>
            <a:pathLst>
              <a:path w="6196414" h="6881260">
                <a:moveTo>
                  <a:pt x="6196414" y="0"/>
                </a:moveTo>
                <a:lnTo>
                  <a:pt x="6196414" y="6881260"/>
                </a:lnTo>
                <a:lnTo>
                  <a:pt x="6191204" y="6881260"/>
                </a:lnTo>
                <a:cubicBezTo>
                  <a:pt x="5345298" y="6881260"/>
                  <a:pt x="3653486" y="6881260"/>
                  <a:pt x="269862" y="6881260"/>
                </a:cubicBezTo>
                <a:cubicBezTo>
                  <a:pt x="229733" y="6770419"/>
                  <a:pt x="118979" y="6450745"/>
                  <a:pt x="51563" y="6090912"/>
                </a:cubicBezTo>
                <a:cubicBezTo>
                  <a:pt x="-43140" y="5580077"/>
                  <a:pt x="-6222" y="5197754"/>
                  <a:pt x="152687" y="5041933"/>
                </a:cubicBezTo>
                <a:cubicBezTo>
                  <a:pt x="152687" y="5041933"/>
                  <a:pt x="152687" y="5041933"/>
                  <a:pt x="154292" y="5040327"/>
                </a:cubicBezTo>
                <a:cubicBezTo>
                  <a:pt x="298754" y="4895751"/>
                  <a:pt x="404693" y="4849166"/>
                  <a:pt x="595704" y="4849166"/>
                </a:cubicBezTo>
                <a:cubicBezTo>
                  <a:pt x="595704" y="4849166"/>
                  <a:pt x="597309" y="4849166"/>
                  <a:pt x="598914" y="4849166"/>
                </a:cubicBezTo>
                <a:cubicBezTo>
                  <a:pt x="836474" y="4849166"/>
                  <a:pt x="1197629" y="4926273"/>
                  <a:pt x="1846104" y="5112615"/>
                </a:cubicBezTo>
                <a:cubicBezTo>
                  <a:pt x="2228126" y="5223457"/>
                  <a:pt x="2570020" y="5247553"/>
                  <a:pt x="2863759" y="5183297"/>
                </a:cubicBezTo>
                <a:cubicBezTo>
                  <a:pt x="3155894" y="5119041"/>
                  <a:pt x="3388638" y="4964826"/>
                  <a:pt x="3517049" y="4749569"/>
                </a:cubicBezTo>
                <a:cubicBezTo>
                  <a:pt x="3616568" y="4582503"/>
                  <a:pt x="3648670" y="4389736"/>
                  <a:pt x="3610147" y="4193755"/>
                </a:cubicBezTo>
                <a:cubicBezTo>
                  <a:pt x="3574834" y="4009019"/>
                  <a:pt x="3475316" y="3829102"/>
                  <a:pt x="3324433" y="3674888"/>
                </a:cubicBezTo>
                <a:cubicBezTo>
                  <a:pt x="3037114" y="3382523"/>
                  <a:pt x="2541127" y="3292565"/>
                  <a:pt x="2016248" y="3196181"/>
                </a:cubicBezTo>
                <a:cubicBezTo>
                  <a:pt x="1401482" y="3083733"/>
                  <a:pt x="765848" y="2966466"/>
                  <a:pt x="616571" y="2548802"/>
                </a:cubicBezTo>
                <a:cubicBezTo>
                  <a:pt x="552365" y="2349609"/>
                  <a:pt x="582863" y="2197001"/>
                  <a:pt x="708063" y="2070095"/>
                </a:cubicBezTo>
                <a:cubicBezTo>
                  <a:pt x="815607" y="1962467"/>
                  <a:pt x="953649" y="1912668"/>
                  <a:pt x="968095" y="1906243"/>
                </a:cubicBezTo>
                <a:cubicBezTo>
                  <a:pt x="968095" y="1906243"/>
                  <a:pt x="968095" y="1906243"/>
                  <a:pt x="976121" y="1903030"/>
                </a:cubicBezTo>
                <a:cubicBezTo>
                  <a:pt x="1091691" y="1862870"/>
                  <a:pt x="1708062" y="1840380"/>
                  <a:pt x="2631015" y="2490972"/>
                </a:cubicBezTo>
                <a:cubicBezTo>
                  <a:pt x="2631015" y="2490972"/>
                  <a:pt x="2631015" y="2490972"/>
                  <a:pt x="2642251" y="2497397"/>
                </a:cubicBezTo>
                <a:cubicBezTo>
                  <a:pt x="3117370" y="2801007"/>
                  <a:pt x="3667932" y="2841167"/>
                  <a:pt x="4077241" y="2600207"/>
                </a:cubicBezTo>
                <a:cubicBezTo>
                  <a:pt x="4245780" y="2502217"/>
                  <a:pt x="4382217" y="2359247"/>
                  <a:pt x="4472104" y="2185756"/>
                </a:cubicBezTo>
                <a:cubicBezTo>
                  <a:pt x="4563597" y="2009052"/>
                  <a:pt x="4603726" y="1809859"/>
                  <a:pt x="4592490" y="1589782"/>
                </a:cubicBezTo>
                <a:cubicBezTo>
                  <a:pt x="4589280" y="821923"/>
                  <a:pt x="4592490" y="9085"/>
                  <a:pt x="4594094" y="105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4.xml><?xml version="1.0" encoding="utf-8"?>
<p:sldLayout xmlns:p="http://schemas.openxmlformats.org/presentationml/2006/main" userDrawn="1">
  <p:cSld name="Timeline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0683CF32-8740-4174-8736-EBF66051520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CB20C6C-B1E7-4D7F-85D6-3E7CEDA6540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F8FCF21D-6D77-4877-810D-96B31A9713D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926218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5.xml><?xml version="1.0" encoding="utf-8"?>
<p:sldLayout xmlns:p="http://schemas.openxmlformats.org/presentationml/2006/main" userDrawn="1">
  <p:cSld name="Timeline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CD019A4-5B64-4A5B-B493-5C3A3BB2A29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60289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5DA23793-95BB-4000-AA45-D1EC027C7413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6C6D596F-8D12-4296-B134-67982EF4DAF1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D8F3E41E-47D0-469B-8890-3A2D3E9385E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926218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6.xml><?xml version="1.0" encoding="utf-8"?>
<p:sldLayout xmlns:p="http://schemas.openxmlformats.org/presentationml/2006/main" userDrawn="1">
  <p:cSld name="Timeline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3769511-9359-4EAC-8184-2CA0BA182AB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160289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D7389196-1D54-4DBD-B114-E4A13B324F0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90811" y="5223106"/>
            <a:ext cx="1081576" cy="1081578"/>
          </a:xfrm>
          <a:custGeom xmlns:a="http://schemas.openxmlformats.org/drawingml/2006/main">
            <a:gdLst>
              <a:gd name="connsiteX0" fmla="*/ 540788 w 1081576"/>
              <a:gd name="connsiteY0" fmla="*/ 0 h 1081578"/>
              <a:gd name="connsiteX1" fmla="*/ 1081576 w 1081576"/>
              <a:gd name="connsiteY1" fmla="*/ 540789 h 1081578"/>
              <a:gd name="connsiteX2" fmla="*/ 540788 w 1081576"/>
              <a:gd name="connsiteY2" fmla="*/ 1081578 h 1081578"/>
              <a:gd name="connsiteX3" fmla="*/ 0 w 1081576"/>
              <a:gd name="connsiteY3" fmla="*/ 540789 h 1081578"/>
              <a:gd name="connsiteX4" fmla="*/ 540788 w 1081576"/>
              <a:gd name="connsiteY4" fmla="*/ 0 h 1081578"/>
            </a:gdLst>
            <a:rect l="l" t="t" r="r" b="b"/>
            <a:pathLst>
              <a:path w="1081576" h="1081578">
                <a:moveTo>
                  <a:pt x="540788" y="0"/>
                </a:moveTo>
                <a:cubicBezTo>
                  <a:pt x="839457" y="0"/>
                  <a:pt x="1081576" y="242119"/>
                  <a:pt x="1081576" y="540789"/>
                </a:cubicBezTo>
                <a:cubicBezTo>
                  <a:pt x="1081576" y="839459"/>
                  <a:pt x="839457" y="1081578"/>
                  <a:pt x="540788" y="1081578"/>
                </a:cubicBezTo>
                <a:cubicBezTo>
                  <a:pt x="242119" y="1081578"/>
                  <a:pt x="0" y="839459"/>
                  <a:pt x="0" y="540789"/>
                </a:cubicBezTo>
                <a:cubicBezTo>
                  <a:pt x="0" y="242119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B1EDA64-D3A6-4276-B949-F1773F8113D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695695" y="2137444"/>
            <a:ext cx="1081576" cy="1083400"/>
          </a:xfrm>
          <a:custGeom xmlns:a="http://schemas.openxmlformats.org/drawingml/2006/main">
            <a:gdLst>
              <a:gd name="connsiteX0" fmla="*/ 540788 w 1081576"/>
              <a:gd name="connsiteY0" fmla="*/ 0 h 1083400"/>
              <a:gd name="connsiteX1" fmla="*/ 1081576 w 1081576"/>
              <a:gd name="connsiteY1" fmla="*/ 541700 h 1083400"/>
              <a:gd name="connsiteX2" fmla="*/ 540788 w 1081576"/>
              <a:gd name="connsiteY2" fmla="*/ 1083400 h 1083400"/>
              <a:gd name="connsiteX3" fmla="*/ 0 w 1081576"/>
              <a:gd name="connsiteY3" fmla="*/ 541700 h 1083400"/>
              <a:gd name="connsiteX4" fmla="*/ 540788 w 1081576"/>
              <a:gd name="connsiteY4" fmla="*/ 0 h 1083400"/>
            </a:gdLst>
            <a:rect l="l" t="t" r="r" b="b"/>
            <a:pathLst>
              <a:path w="1081576" h="1083400">
                <a:moveTo>
                  <a:pt x="540788" y="0"/>
                </a:moveTo>
                <a:cubicBezTo>
                  <a:pt x="839457" y="0"/>
                  <a:pt x="1081576" y="242527"/>
                  <a:pt x="1081576" y="541700"/>
                </a:cubicBezTo>
                <a:cubicBezTo>
                  <a:pt x="1081576" y="840873"/>
                  <a:pt x="839457" y="1083400"/>
                  <a:pt x="540788" y="1083400"/>
                </a:cubicBezTo>
                <a:cubicBezTo>
                  <a:pt x="242119" y="1083400"/>
                  <a:pt x="0" y="840873"/>
                  <a:pt x="0" y="541700"/>
                </a:cubicBezTo>
                <a:cubicBezTo>
                  <a:pt x="0" y="242527"/>
                  <a:pt x="242119" y="0"/>
                  <a:pt x="54078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7.xml><?xml version="1.0" encoding="utf-8"?>
<p:sldLayout xmlns:p="http://schemas.openxmlformats.org/presentationml/2006/main" userDrawn="1">
  <p:cSld name="Timeline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4078853C-3CA0-4B8B-B9D6-F8C78201013B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837877" y="2015808"/>
            <a:ext cx="1223012" cy="1225072"/>
          </a:xfrm>
          <a:custGeom xmlns:a="http://schemas.openxmlformats.org/drawingml/2006/main"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855EFED9-864D-455F-A20F-5F6B342B115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5485524" y="2015808"/>
            <a:ext cx="1220954" cy="1225072"/>
          </a:xfrm>
          <a:custGeom xmlns:a="http://schemas.openxmlformats.org/drawingml/2006/main">
            <a:gdLst>
              <a:gd name="connsiteX0" fmla="*/ 610477 w 1220954"/>
              <a:gd name="connsiteY0" fmla="*/ 0 h 1225072"/>
              <a:gd name="connsiteX1" fmla="*/ 1220954 w 1220954"/>
              <a:gd name="connsiteY1" fmla="*/ 612536 h 1225072"/>
              <a:gd name="connsiteX2" fmla="*/ 610477 w 1220954"/>
              <a:gd name="connsiteY2" fmla="*/ 1225072 h 1225072"/>
              <a:gd name="connsiteX3" fmla="*/ 0 w 1220954"/>
              <a:gd name="connsiteY3" fmla="*/ 612536 h 1225072"/>
              <a:gd name="connsiteX4" fmla="*/ 610477 w 1220954"/>
              <a:gd name="connsiteY4" fmla="*/ 0 h 1225072"/>
            </a:gdLst>
            <a:rect l="l" t="t" r="r" b="b"/>
            <a:pathLst>
              <a:path w="1220954" h="1225072">
                <a:moveTo>
                  <a:pt x="610477" y="0"/>
                </a:moveTo>
                <a:cubicBezTo>
                  <a:pt x="947634" y="0"/>
                  <a:pt x="1220954" y="274242"/>
                  <a:pt x="1220954" y="612536"/>
                </a:cubicBezTo>
                <a:cubicBezTo>
                  <a:pt x="1220954" y="950830"/>
                  <a:pt x="947634" y="1225072"/>
                  <a:pt x="610477" y="1225072"/>
                </a:cubicBezTo>
                <a:cubicBezTo>
                  <a:pt x="273320" y="1225072"/>
                  <a:pt x="0" y="950830"/>
                  <a:pt x="0" y="612536"/>
                </a:cubicBezTo>
                <a:cubicBezTo>
                  <a:pt x="0" y="274242"/>
                  <a:pt x="273320" y="0"/>
                  <a:pt x="61047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7" name="Picture Placeholder 16">
            <a:extLst xmlns:a="http://schemas.openxmlformats.org/drawingml/2006/main">
              <a:ext uri="{FF2B5EF4-FFF2-40B4-BE49-F238E27FC236}">
                <a16:creationId xmlns:a16="http://schemas.microsoft.com/office/drawing/2014/main" id="{CF9ED683-5C0D-4E5F-A492-BF4C7A8AA4A7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131113" y="2015808"/>
            <a:ext cx="1223012" cy="1225072"/>
          </a:xfrm>
          <a:custGeom xmlns:a="http://schemas.openxmlformats.org/drawingml/2006/main">
            <a:gdLst>
              <a:gd name="connsiteX0" fmla="*/ 611506 w 1223012"/>
              <a:gd name="connsiteY0" fmla="*/ 0 h 1225072"/>
              <a:gd name="connsiteX1" fmla="*/ 1223012 w 1223012"/>
              <a:gd name="connsiteY1" fmla="*/ 612536 h 1225072"/>
              <a:gd name="connsiteX2" fmla="*/ 611506 w 1223012"/>
              <a:gd name="connsiteY2" fmla="*/ 1225072 h 1225072"/>
              <a:gd name="connsiteX3" fmla="*/ 0 w 1223012"/>
              <a:gd name="connsiteY3" fmla="*/ 612536 h 1225072"/>
              <a:gd name="connsiteX4" fmla="*/ 611506 w 1223012"/>
              <a:gd name="connsiteY4" fmla="*/ 0 h 1225072"/>
            </a:gdLst>
            <a:rect l="l" t="t" r="r" b="b"/>
            <a:pathLst>
              <a:path w="1223012" h="1225072">
                <a:moveTo>
                  <a:pt x="611506" y="0"/>
                </a:moveTo>
                <a:cubicBezTo>
                  <a:pt x="949231" y="0"/>
                  <a:pt x="1223012" y="274242"/>
                  <a:pt x="1223012" y="612536"/>
                </a:cubicBezTo>
                <a:cubicBezTo>
                  <a:pt x="1223012" y="950830"/>
                  <a:pt x="949231" y="1225072"/>
                  <a:pt x="611506" y="1225072"/>
                </a:cubicBezTo>
                <a:cubicBezTo>
                  <a:pt x="273781" y="1225072"/>
                  <a:pt x="0" y="950830"/>
                  <a:pt x="0" y="612536"/>
                </a:cubicBezTo>
                <a:cubicBezTo>
                  <a:pt x="0" y="274242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8" name="Picture Placeholder 17">
            <a:extLst xmlns:a="http://schemas.openxmlformats.org/drawingml/2006/main">
              <a:ext uri="{FF2B5EF4-FFF2-40B4-BE49-F238E27FC236}">
                <a16:creationId xmlns:a16="http://schemas.microsoft.com/office/drawing/2014/main" id="{4BC7375C-3FF5-416F-B00D-FA9921C5D05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661611" y="5101589"/>
            <a:ext cx="1223012" cy="1223012"/>
          </a:xfrm>
          <a:custGeom xmlns:a="http://schemas.openxmlformats.org/drawingml/2006/main"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9" name="Picture Placeholder 18">
            <a:extLst xmlns:a="http://schemas.openxmlformats.org/drawingml/2006/main">
              <a:ext uri="{FF2B5EF4-FFF2-40B4-BE49-F238E27FC236}">
                <a16:creationId xmlns:a16="http://schemas.microsoft.com/office/drawing/2014/main" id="{91B270AC-ACD4-479D-8325-73CA96C11BE7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307378" y="5101589"/>
            <a:ext cx="1223012" cy="1223012"/>
          </a:xfrm>
          <a:custGeom xmlns:a="http://schemas.openxmlformats.org/drawingml/2006/main">
            <a:gdLst>
              <a:gd name="connsiteX0" fmla="*/ 611506 w 1223012"/>
              <a:gd name="connsiteY0" fmla="*/ 0 h 1223012"/>
              <a:gd name="connsiteX1" fmla="*/ 1223012 w 1223012"/>
              <a:gd name="connsiteY1" fmla="*/ 611506 h 1223012"/>
              <a:gd name="connsiteX2" fmla="*/ 611506 w 1223012"/>
              <a:gd name="connsiteY2" fmla="*/ 1223012 h 1223012"/>
              <a:gd name="connsiteX3" fmla="*/ 0 w 1223012"/>
              <a:gd name="connsiteY3" fmla="*/ 611506 h 1223012"/>
              <a:gd name="connsiteX4" fmla="*/ 611506 w 1223012"/>
              <a:gd name="connsiteY4" fmla="*/ 0 h 1223012"/>
            </a:gdLst>
            <a:rect l="l" t="t" r="r" b="b"/>
            <a:pathLst>
              <a:path w="1223012" h="1223012">
                <a:moveTo>
                  <a:pt x="611506" y="0"/>
                </a:moveTo>
                <a:cubicBezTo>
                  <a:pt x="949231" y="0"/>
                  <a:pt x="1223012" y="273781"/>
                  <a:pt x="1223012" y="611506"/>
                </a:cubicBezTo>
                <a:cubicBezTo>
                  <a:pt x="1223012" y="949231"/>
                  <a:pt x="949231" y="1223012"/>
                  <a:pt x="611506" y="1223012"/>
                </a:cubicBezTo>
                <a:cubicBezTo>
                  <a:pt x="273781" y="1223012"/>
                  <a:pt x="0" y="949231"/>
                  <a:pt x="0" y="611506"/>
                </a:cubicBezTo>
                <a:cubicBezTo>
                  <a:pt x="0" y="273781"/>
                  <a:pt x="273781" y="0"/>
                  <a:pt x="61150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8.xml><?xml version="1.0" encoding="utf-8"?>
<p:sldLayout xmlns:p="http://schemas.openxmlformats.org/presentationml/2006/main" userDrawn="1">
  <p:cSld name="Team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CF6094CA-34AF-4FC8-9E4B-639CE9B3337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635522" y="2780348"/>
            <a:ext cx="2084914" cy="2086292"/>
          </a:xfrm>
          <a:custGeom xmlns:a="http://schemas.openxmlformats.org/drawingml/2006/main">
            <a:gdLst>
              <a:gd name="connsiteX0" fmla="*/ 1042457 w 2084914"/>
              <a:gd name="connsiteY0" fmla="*/ 0 h 2086292"/>
              <a:gd name="connsiteX1" fmla="*/ 2084914 w 2084914"/>
              <a:gd name="connsiteY1" fmla="*/ 1043146 h 2086292"/>
              <a:gd name="connsiteX2" fmla="*/ 1042457 w 2084914"/>
              <a:gd name="connsiteY2" fmla="*/ 2086292 h 2086292"/>
              <a:gd name="connsiteX3" fmla="*/ 0 w 2084914"/>
              <a:gd name="connsiteY3" fmla="*/ 1043146 h 2086292"/>
              <a:gd name="connsiteX4" fmla="*/ 1042457 w 2084914"/>
              <a:gd name="connsiteY4" fmla="*/ 0 h 2086292"/>
            </a:gdLst>
            <a:rect l="l" t="t" r="r" b="b"/>
            <a:pathLst>
              <a:path w="2084914" h="2086292">
                <a:moveTo>
                  <a:pt x="1042457" y="0"/>
                </a:moveTo>
                <a:cubicBezTo>
                  <a:pt x="1618190" y="0"/>
                  <a:pt x="2084914" y="467032"/>
                  <a:pt x="2084914" y="1043146"/>
                </a:cubicBezTo>
                <a:cubicBezTo>
                  <a:pt x="2084914" y="1619260"/>
                  <a:pt x="1618190" y="2086292"/>
                  <a:pt x="1042457" y="2086292"/>
                </a:cubicBezTo>
                <a:cubicBezTo>
                  <a:pt x="466724" y="2086292"/>
                  <a:pt x="0" y="1619260"/>
                  <a:pt x="0" y="1043146"/>
                </a:cubicBezTo>
                <a:cubicBezTo>
                  <a:pt x="0" y="467032"/>
                  <a:pt x="466724" y="0"/>
                  <a:pt x="104245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FAA3EF95-AC0B-416B-B65F-3A704474485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481386" y="1485623"/>
            <a:ext cx="998908" cy="999000"/>
          </a:xfrm>
          <a:custGeom xmlns:a="http://schemas.openxmlformats.org/drawingml/2006/main">
            <a:gdLst>
              <a:gd name="connsiteX0" fmla="*/ 516679 w 998908"/>
              <a:gd name="connsiteY0" fmla="*/ 304 h 999000"/>
              <a:gd name="connsiteX1" fmla="*/ 792440 w 998908"/>
              <a:gd name="connsiteY1" fmla="*/ 95301 h 999000"/>
              <a:gd name="connsiteX2" fmla="*/ 903700 w 998908"/>
              <a:gd name="connsiteY2" fmla="*/ 792532 h 999000"/>
              <a:gd name="connsiteX3" fmla="*/ 206469 w 998908"/>
              <a:gd name="connsiteY3" fmla="*/ 903792 h 999000"/>
              <a:gd name="connsiteX4" fmla="*/ 95209 w 998908"/>
              <a:gd name="connsiteY4" fmla="*/ 205078 h 999000"/>
              <a:gd name="connsiteX5" fmla="*/ 516679 w 998908"/>
              <a:gd name="connsiteY5" fmla="*/ 304 h 999000"/>
            </a:gdLst>
            <a:rect l="l" t="t" r="r" b="b"/>
            <a:pathLst>
              <a:path w="998908" h="999000">
                <a:moveTo>
                  <a:pt x="516679" y="304"/>
                </a:moveTo>
                <a:cubicBezTo>
                  <a:pt x="612824" y="3651"/>
                  <a:pt x="708995" y="34664"/>
                  <a:pt x="792440" y="95301"/>
                </a:cubicBezTo>
                <a:cubicBezTo>
                  <a:pt x="1016444" y="256999"/>
                  <a:pt x="1065398" y="570011"/>
                  <a:pt x="903700" y="792532"/>
                </a:cubicBezTo>
                <a:cubicBezTo>
                  <a:pt x="740518" y="1016536"/>
                  <a:pt x="428989" y="1065490"/>
                  <a:pt x="206469" y="903792"/>
                </a:cubicBezTo>
                <a:cubicBezTo>
                  <a:pt x="-17535" y="740610"/>
                  <a:pt x="-66490" y="429082"/>
                  <a:pt x="95209" y="205078"/>
                </a:cubicBezTo>
                <a:cubicBezTo>
                  <a:pt x="196270" y="66003"/>
                  <a:pt x="356438" y="-5273"/>
                  <a:pt x="516679" y="30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734F130F-0306-427D-BD17-E1320AD56A0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306223" y="2621796"/>
            <a:ext cx="997976" cy="1000046"/>
          </a:xfrm>
          <a:custGeom xmlns:a="http://schemas.openxmlformats.org/drawingml/2006/main">
            <a:gdLst>
              <a:gd name="connsiteX0" fmla="*/ 541911 w 997976"/>
              <a:gd name="connsiteY0" fmla="*/ 1776 h 1000046"/>
              <a:gd name="connsiteX1" fmla="*/ 973628 w 997976"/>
              <a:gd name="connsiteY1" fmla="*/ 345624 h 1000046"/>
              <a:gd name="connsiteX2" fmla="*/ 653437 w 997976"/>
              <a:gd name="connsiteY2" fmla="*/ 975097 h 1000046"/>
              <a:gd name="connsiteX3" fmla="*/ 24913 w 997976"/>
              <a:gd name="connsiteY3" fmla="*/ 654422 h 1000046"/>
              <a:gd name="connsiteX4" fmla="*/ 345104 w 997976"/>
              <a:gd name="connsiteY4" fmla="*/ 24949 h 1000046"/>
              <a:gd name="connsiteX5" fmla="*/ 541911 w 997976"/>
              <a:gd name="connsiteY5" fmla="*/ 1776 h 1000046"/>
            </a:gdLst>
            <a:rect l="l" t="t" r="r" b="b"/>
            <a:pathLst>
              <a:path w="997976" h="1000046">
                <a:moveTo>
                  <a:pt x="541911" y="1776"/>
                </a:moveTo>
                <a:cubicBezTo>
                  <a:pt x="735430" y="18269"/>
                  <a:pt x="909145" y="148543"/>
                  <a:pt x="973628" y="345624"/>
                </a:cubicBezTo>
                <a:cubicBezTo>
                  <a:pt x="1058123" y="608399"/>
                  <a:pt x="915816" y="890474"/>
                  <a:pt x="653437" y="975097"/>
                </a:cubicBezTo>
                <a:cubicBezTo>
                  <a:pt x="391057" y="1061204"/>
                  <a:pt x="109407" y="917197"/>
                  <a:pt x="24913" y="654422"/>
                </a:cubicBezTo>
                <a:cubicBezTo>
                  <a:pt x="-61065" y="391647"/>
                  <a:pt x="82725" y="109572"/>
                  <a:pt x="345104" y="24949"/>
                </a:cubicBezTo>
                <a:cubicBezTo>
                  <a:pt x="410699" y="3423"/>
                  <a:pt x="477405" y="-3722"/>
                  <a:pt x="541911" y="177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1AA95DF9-DDC0-47D6-8C3B-A7E3583D0CA5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306223" y="4025954"/>
            <a:ext cx="997976" cy="1000029"/>
          </a:xfrm>
          <a:custGeom xmlns:a="http://schemas.openxmlformats.org/drawingml/2006/main">
            <a:gdLst>
              <a:gd name="connsiteX0" fmla="*/ 456421 w 997976"/>
              <a:gd name="connsiteY0" fmla="*/ 1923 h 1000029"/>
              <a:gd name="connsiteX1" fmla="*/ 653437 w 997976"/>
              <a:gd name="connsiteY1" fmla="*/ 24237 h 1000029"/>
              <a:gd name="connsiteX2" fmla="*/ 973628 w 997976"/>
              <a:gd name="connsiteY2" fmla="*/ 655137 h 1000029"/>
              <a:gd name="connsiteX3" fmla="*/ 345104 w 997976"/>
              <a:gd name="connsiteY3" fmla="*/ 975782 h 1000029"/>
              <a:gd name="connsiteX4" fmla="*/ 24913 w 997976"/>
              <a:gd name="connsiteY4" fmla="*/ 346367 h 1000029"/>
              <a:gd name="connsiteX5" fmla="*/ 456421 w 997976"/>
              <a:gd name="connsiteY5" fmla="*/ 1923 h 1000029"/>
            </a:gdLst>
            <a:rect l="l" t="t" r="r" b="b"/>
            <a:pathLst>
              <a:path w="997976" h="1000029">
                <a:moveTo>
                  <a:pt x="456421" y="1923"/>
                </a:moveTo>
                <a:cubicBezTo>
                  <a:pt x="521043" y="-3782"/>
                  <a:pt x="587842" y="3083"/>
                  <a:pt x="653437" y="24237"/>
                </a:cubicBezTo>
                <a:cubicBezTo>
                  <a:pt x="915816" y="110336"/>
                  <a:pt x="1058123" y="392386"/>
                  <a:pt x="973628" y="655137"/>
                </a:cubicBezTo>
                <a:cubicBezTo>
                  <a:pt x="887651" y="916404"/>
                  <a:pt x="607483" y="1060397"/>
                  <a:pt x="345104" y="975782"/>
                </a:cubicBezTo>
                <a:cubicBezTo>
                  <a:pt x="82725" y="889683"/>
                  <a:pt x="-61065" y="607634"/>
                  <a:pt x="24913" y="346367"/>
                </a:cubicBezTo>
                <a:cubicBezTo>
                  <a:pt x="88283" y="149304"/>
                  <a:pt x="262554" y="19041"/>
                  <a:pt x="456421" y="192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6CBDF843-1658-41DC-A2E8-4224E6EA667D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481386" y="5163861"/>
            <a:ext cx="998908" cy="998577"/>
          </a:xfrm>
          <a:custGeom xmlns:a="http://schemas.openxmlformats.org/drawingml/2006/main">
            <a:gdLst>
              <a:gd name="connsiteX0" fmla="*/ 481838 w 998908"/>
              <a:gd name="connsiteY0" fmla="*/ 304 h 998577"/>
              <a:gd name="connsiteX1" fmla="*/ 903700 w 998908"/>
              <a:gd name="connsiteY1" fmla="*/ 205078 h 998577"/>
              <a:gd name="connsiteX2" fmla="*/ 792440 w 998908"/>
              <a:gd name="connsiteY2" fmla="*/ 903792 h 998577"/>
              <a:gd name="connsiteX3" fmla="*/ 95209 w 998908"/>
              <a:gd name="connsiteY3" fmla="*/ 792532 h 998577"/>
              <a:gd name="connsiteX4" fmla="*/ 206469 w 998908"/>
              <a:gd name="connsiteY4" fmla="*/ 95301 h 998577"/>
              <a:gd name="connsiteX5" fmla="*/ 481838 w 998908"/>
              <a:gd name="connsiteY5" fmla="*/ 304 h 998577"/>
            </a:gdLst>
            <a:rect l="l" t="t" r="r" b="b"/>
            <a:pathLst>
              <a:path w="998908" h="998577">
                <a:moveTo>
                  <a:pt x="481838" y="304"/>
                </a:moveTo>
                <a:cubicBezTo>
                  <a:pt x="641775" y="-5273"/>
                  <a:pt x="801711" y="66003"/>
                  <a:pt x="903700" y="205078"/>
                </a:cubicBezTo>
                <a:cubicBezTo>
                  <a:pt x="1065398" y="429082"/>
                  <a:pt x="1016444" y="740610"/>
                  <a:pt x="792440" y="903792"/>
                </a:cubicBezTo>
                <a:cubicBezTo>
                  <a:pt x="569919" y="1065490"/>
                  <a:pt x="256907" y="1015052"/>
                  <a:pt x="95209" y="792532"/>
                </a:cubicBezTo>
                <a:cubicBezTo>
                  <a:pt x="-66490" y="570012"/>
                  <a:pt x="-17535" y="257000"/>
                  <a:pt x="206469" y="95301"/>
                </a:cubicBezTo>
                <a:cubicBezTo>
                  <a:pt x="289914" y="34665"/>
                  <a:pt x="385876" y="3651"/>
                  <a:pt x="481838" y="30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59.xml><?xml version="1.0" encoding="utf-8"?>
<p:sldLayout xmlns:p="http://schemas.openxmlformats.org/presentationml/2006/main" userDrawn="1">
  <p:cSld name="Team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B1D1E24-0E94-4D2E-9193-AB642A55DA3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2700825"/>
              <a:gd name="connsiteY0" fmla="*/ 0 h 5283200"/>
              <a:gd name="connsiteX1" fmla="*/ 2700825 w 2700825"/>
              <a:gd name="connsiteY1" fmla="*/ 0 h 5283200"/>
              <a:gd name="connsiteX2" fmla="*/ 2700825 w 2700825"/>
              <a:gd name="connsiteY2" fmla="*/ 5283200 h 5283200"/>
              <a:gd name="connsiteX3" fmla="*/ 0 w 2700825"/>
              <a:gd name="connsiteY3" fmla="*/ 5283200 h 5283200"/>
            </a:gdLst>
            <a:rect l="l" t="t" r="r" b="b"/>
            <a:pathLst>
              <a:path w="2700825" h="5283200">
                <a:moveTo>
                  <a:pt x="0" y="0"/>
                </a:moveTo>
                <a:lnTo>
                  <a:pt x="2700825" y="0"/>
                </a:lnTo>
                <a:lnTo>
                  <a:pt x="2700825" y="5283200"/>
                </a:lnTo>
                <a:lnTo>
                  <a:pt x="0" y="52832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E6C770C6-7835-4E98-94C1-743F634F5B7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493656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CE6245B3-25B6-449A-9C39-645AB788EE9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282644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5599BE0B-8ADD-43D4-8DE9-11E068E2152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071632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5" name="Picture Placeholder 14">
            <a:extLst xmlns:a="http://schemas.openxmlformats.org/drawingml/2006/main">
              <a:ext uri="{FF2B5EF4-FFF2-40B4-BE49-F238E27FC236}">
                <a16:creationId xmlns:a16="http://schemas.microsoft.com/office/drawing/2014/main" id="{C71E60AD-0746-49FA-B17E-313B8CF859C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860620" y="3162613"/>
            <a:ext cx="2048736" cy="2048736"/>
          </a:xfrm>
          <a:custGeom xmlns:a="http://schemas.openxmlformats.org/drawingml/2006/main">
            <a:gdLst>
              <a:gd name="connsiteX0" fmla="*/ 1024368 w 2048736"/>
              <a:gd name="connsiteY0" fmla="*/ 0 h 2048736"/>
              <a:gd name="connsiteX1" fmla="*/ 2048736 w 2048736"/>
              <a:gd name="connsiteY1" fmla="*/ 1024368 h 2048736"/>
              <a:gd name="connsiteX2" fmla="*/ 1024368 w 2048736"/>
              <a:gd name="connsiteY2" fmla="*/ 2048736 h 2048736"/>
              <a:gd name="connsiteX3" fmla="*/ 0 w 2048736"/>
              <a:gd name="connsiteY3" fmla="*/ 1024368 h 2048736"/>
              <a:gd name="connsiteX4" fmla="*/ 1024368 w 2048736"/>
              <a:gd name="connsiteY4" fmla="*/ 0 h 2048736"/>
            </a:gdLst>
            <a:rect l="l" t="t" r="r" b="b"/>
            <a:pathLst>
              <a:path w="2048736" h="2048736">
                <a:moveTo>
                  <a:pt x="1024368" y="0"/>
                </a:moveTo>
                <a:cubicBezTo>
                  <a:pt x="1590111" y="0"/>
                  <a:pt x="2048736" y="458625"/>
                  <a:pt x="2048736" y="1024368"/>
                </a:cubicBezTo>
                <a:cubicBezTo>
                  <a:pt x="2048736" y="1590111"/>
                  <a:pt x="1590111" y="2048736"/>
                  <a:pt x="1024368" y="2048736"/>
                </a:cubicBezTo>
                <a:cubicBezTo>
                  <a:pt x="458625" y="2048736"/>
                  <a:pt x="0" y="1590111"/>
                  <a:pt x="0" y="1024368"/>
                </a:cubicBezTo>
                <a:cubicBezTo>
                  <a:pt x="0" y="458625"/>
                  <a:pt x="458625" y="0"/>
                  <a:pt x="1024368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effectLst xmlns:a="http://schemas.openxmlformats.org/drawingml/2006/main">
            <a:outerShdw blurRad="508000" dist="508000" dir="2700000" algn="tl" rotWithShape="0">
              <a:prstClr val="black">
                <a:alpha val="15000"/>
              </a:prstClr>
            </a:outerShdw>
          </a:effectLst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BE928712-61F4-43C8-AF4A-815641BEC16D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9226973" y="3451295"/>
            <a:ext cx="1471372" cy="1471372"/>
          </a:xfrm>
          <a:custGeom xmlns:a="http://schemas.openxmlformats.org/drawingml/2006/main">
            <a:gdLst>
              <a:gd name="connsiteX0" fmla="*/ 735686 w 1471372"/>
              <a:gd name="connsiteY0" fmla="*/ 0 h 1471372"/>
              <a:gd name="connsiteX1" fmla="*/ 1471372 w 1471372"/>
              <a:gd name="connsiteY1" fmla="*/ 735686 h 1471372"/>
              <a:gd name="connsiteX2" fmla="*/ 735686 w 1471372"/>
              <a:gd name="connsiteY2" fmla="*/ 1471372 h 1471372"/>
              <a:gd name="connsiteX3" fmla="*/ 0 w 1471372"/>
              <a:gd name="connsiteY3" fmla="*/ 735686 h 1471372"/>
              <a:gd name="connsiteX4" fmla="*/ 735686 w 1471372"/>
              <a:gd name="connsiteY4" fmla="*/ 0 h 1471372"/>
            </a:gdLst>
            <a:rect l="l" t="t" r="r" b="b"/>
            <a:pathLst>
              <a:path w="1471372" h="1471372">
                <a:moveTo>
                  <a:pt x="735686" y="0"/>
                </a:moveTo>
                <a:cubicBezTo>
                  <a:pt x="1141994" y="0"/>
                  <a:pt x="1471372" y="329378"/>
                  <a:pt x="1471372" y="735686"/>
                </a:cubicBezTo>
                <a:cubicBezTo>
                  <a:pt x="1471372" y="1141994"/>
                  <a:pt x="1141994" y="1471372"/>
                  <a:pt x="735686" y="1471372"/>
                </a:cubicBezTo>
                <a:cubicBezTo>
                  <a:pt x="329378" y="1471372"/>
                  <a:pt x="0" y="1141994"/>
                  <a:pt x="0" y="735686"/>
                </a:cubicBezTo>
                <a:cubicBezTo>
                  <a:pt x="0" y="329378"/>
                  <a:pt x="329378" y="0"/>
                  <a:pt x="73568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8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0.xml><?xml version="1.0" encoding="utf-8"?>
<p:sldLayout xmlns:p="http://schemas.openxmlformats.org/presentationml/2006/main" userDrawn="1">
  <p:cSld name="Team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DF4FEE6A-6096-4A5C-89F8-25EEDBB11BE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042370" y="4542901"/>
            <a:ext cx="1193800" cy="1193800"/>
          </a:xfrm>
          <a:custGeom xmlns:a="http://schemas.openxmlformats.org/drawingml/2006/main"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178A3291-0E2D-4728-9811-29028C92DA6E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572499" y="1543957"/>
            <a:ext cx="1193800" cy="1193800"/>
          </a:xfrm>
          <a:custGeom xmlns:a="http://schemas.openxmlformats.org/drawingml/2006/main">
            <a:gdLst>
              <a:gd name="connsiteX0" fmla="*/ 596900 w 1193800"/>
              <a:gd name="connsiteY0" fmla="*/ 0 h 1193800"/>
              <a:gd name="connsiteX1" fmla="*/ 1193800 w 1193800"/>
              <a:gd name="connsiteY1" fmla="*/ 596900 h 1193800"/>
              <a:gd name="connsiteX2" fmla="*/ 596900 w 1193800"/>
              <a:gd name="connsiteY2" fmla="*/ 1193800 h 1193800"/>
              <a:gd name="connsiteX3" fmla="*/ 0 w 1193800"/>
              <a:gd name="connsiteY3" fmla="*/ 596900 h 1193800"/>
              <a:gd name="connsiteX4" fmla="*/ 596900 w 1193800"/>
              <a:gd name="connsiteY4" fmla="*/ 0 h 1193800"/>
            </a:gdLst>
            <a:rect l="l" t="t" r="r" b="b"/>
            <a:pathLst>
              <a:path w="1193800" h="1193800">
                <a:moveTo>
                  <a:pt x="596900" y="0"/>
                </a:moveTo>
                <a:cubicBezTo>
                  <a:pt x="926559" y="0"/>
                  <a:pt x="1193800" y="267241"/>
                  <a:pt x="1193800" y="596900"/>
                </a:cubicBezTo>
                <a:cubicBezTo>
                  <a:pt x="1193800" y="926559"/>
                  <a:pt x="926559" y="1193800"/>
                  <a:pt x="596900" y="1193800"/>
                </a:cubicBezTo>
                <a:cubicBezTo>
                  <a:pt x="267241" y="1193800"/>
                  <a:pt x="0" y="926559"/>
                  <a:pt x="0" y="596900"/>
                </a:cubicBezTo>
                <a:cubicBezTo>
                  <a:pt x="0" y="267241"/>
                  <a:pt x="267241" y="0"/>
                  <a:pt x="59690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1.xml><?xml version="1.0" encoding="utf-8"?>
<p:sldLayout xmlns:p="http://schemas.openxmlformats.org/presentationml/2006/main" userDrawn="1">
  <p:cSld name="Team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8CE11FF2-4E8F-438B-A49E-8CF916BDD5C3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5C041A7D-35C6-4BED-8459-0B1BAE2A945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2928155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904B3B45-985D-4571-82EB-4B670B522E8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789510" y="3488779"/>
            <a:ext cx="1687491" cy="1554480"/>
          </a:xfrm>
          <a:custGeom xmlns:a="http://schemas.openxmlformats.org/drawingml/2006/main">
            <a:gdLst>
              <a:gd name="connsiteX0" fmla="*/ 0 w 1687491"/>
              <a:gd name="connsiteY0" fmla="*/ 0 h 1554480"/>
              <a:gd name="connsiteX1" fmla="*/ 1687491 w 1687491"/>
              <a:gd name="connsiteY1" fmla="*/ 0 h 1554480"/>
              <a:gd name="connsiteX2" fmla="*/ 1687491 w 1687491"/>
              <a:gd name="connsiteY2" fmla="*/ 1554480 h 1554480"/>
              <a:gd name="connsiteX3" fmla="*/ 0 w 1687491"/>
              <a:gd name="connsiteY3" fmla="*/ 1554480 h 1554480"/>
            </a:gdLst>
            <a:rect l="l" t="t" r="r" b="b"/>
            <a:pathLst>
              <a:path w="1687491" h="1554480">
                <a:moveTo>
                  <a:pt x="0" y="0"/>
                </a:moveTo>
                <a:lnTo>
                  <a:pt x="1687491" y="0"/>
                </a:lnTo>
                <a:lnTo>
                  <a:pt x="1687491" y="1554480"/>
                </a:lnTo>
                <a:lnTo>
                  <a:pt x="0" y="15544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2.xml><?xml version="1.0" encoding="utf-8"?>
<p:sldLayout xmlns:p="http://schemas.openxmlformats.org/presentationml/2006/main" userDrawn="1">
  <p:cSld name="Team 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C5D544E1-EE1C-4C5E-A49D-26B93B6262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795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BC571FF9-F445-4FDB-8929-4742128C88D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6322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542DD78F-0F25-4D17-983D-5F07E92C260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1849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FF85E9B8-6660-4F42-80A0-EF1898993857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8737600" y="2908300"/>
            <a:ext cx="2374900" cy="2019300"/>
          </a:xfrm>
          <a:custGeom xmlns:a="http://schemas.openxmlformats.org/drawingml/2006/main">
            <a:gdLst>
              <a:gd name="connsiteX0" fmla="*/ 0 w 2374900"/>
              <a:gd name="connsiteY0" fmla="*/ 0 h 2019300"/>
              <a:gd name="connsiteX1" fmla="*/ 2374900 w 2374900"/>
              <a:gd name="connsiteY1" fmla="*/ 0 h 2019300"/>
              <a:gd name="connsiteX2" fmla="*/ 2374900 w 2374900"/>
              <a:gd name="connsiteY2" fmla="*/ 2019300 h 2019300"/>
              <a:gd name="connsiteX3" fmla="*/ 0 w 2374900"/>
              <a:gd name="connsiteY3" fmla="*/ 2019300 h 2019300"/>
            </a:gdLst>
            <a:rect l="l" t="t" r="r" b="b"/>
            <a:pathLst>
              <a:path w="2374900" h="2019300">
                <a:moveTo>
                  <a:pt x="0" y="0"/>
                </a:moveTo>
                <a:lnTo>
                  <a:pt x="2374900" y="0"/>
                </a:lnTo>
                <a:lnTo>
                  <a:pt x="2374900" y="2019300"/>
                </a:lnTo>
                <a:lnTo>
                  <a:pt x="0" y="2019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3.xml><?xml version="1.0" encoding="utf-8"?>
<p:sldLayout xmlns:p="http://schemas.openxmlformats.org/presentationml/2006/main" userDrawn="1">
  <p:cSld name="Team 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093227D6-C4F8-4E26-8B4F-BA16FEE625D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FF3797CA-10B5-4819-A8A8-860B2FFD0C6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2545555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01F1FD1E-C39D-46FF-A993-ED47515A6B2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024309" y="3498202"/>
            <a:ext cx="1333959" cy="1381760"/>
          </a:xfrm>
          <a:custGeom xmlns:a="http://schemas.openxmlformats.org/drawingml/2006/main">
            <a:gdLst>
              <a:gd name="connsiteX0" fmla="*/ 0 w 1333959"/>
              <a:gd name="connsiteY0" fmla="*/ 0 h 1381760"/>
              <a:gd name="connsiteX1" fmla="*/ 1333959 w 1333959"/>
              <a:gd name="connsiteY1" fmla="*/ 0 h 1381760"/>
              <a:gd name="connsiteX2" fmla="*/ 1333959 w 1333959"/>
              <a:gd name="connsiteY2" fmla="*/ 1381760 h 1381760"/>
              <a:gd name="connsiteX3" fmla="*/ 0 w 1333959"/>
              <a:gd name="connsiteY3" fmla="*/ 1381760 h 1381760"/>
            </a:gdLst>
            <a:rect l="l" t="t" r="r" b="b"/>
            <a:pathLst>
              <a:path w="1333959" h="1381760">
                <a:moveTo>
                  <a:pt x="0" y="0"/>
                </a:moveTo>
                <a:lnTo>
                  <a:pt x="1333959" y="0"/>
                </a:lnTo>
                <a:lnTo>
                  <a:pt x="1333959" y="1381760"/>
                </a:lnTo>
                <a:lnTo>
                  <a:pt x="0" y="13817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4CA6797D-5450-49D5-B606-452B6EEF180E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5829114" y="1867262"/>
            <a:ext cx="1680060" cy="3769360"/>
          </a:xfrm>
          <a:custGeom xmlns:a="http://schemas.openxmlformats.org/drawingml/2006/main">
            <a:gdLst>
              <a:gd name="connsiteX0" fmla="*/ 0 w 1680060"/>
              <a:gd name="connsiteY0" fmla="*/ 0 h 3769360"/>
              <a:gd name="connsiteX1" fmla="*/ 1680060 w 1680060"/>
              <a:gd name="connsiteY1" fmla="*/ 0 h 3769360"/>
              <a:gd name="connsiteX2" fmla="*/ 1680060 w 1680060"/>
              <a:gd name="connsiteY2" fmla="*/ 3769360 h 3769360"/>
              <a:gd name="connsiteX3" fmla="*/ 0 w 1680060"/>
              <a:gd name="connsiteY3" fmla="*/ 3769360 h 3769360"/>
            </a:gdLst>
            <a:rect l="l" t="t" r="r" b="b"/>
            <a:pathLst>
              <a:path w="1680060" h="3769360">
                <a:moveTo>
                  <a:pt x="0" y="0"/>
                </a:moveTo>
                <a:lnTo>
                  <a:pt x="1680060" y="0"/>
                </a:lnTo>
                <a:lnTo>
                  <a:pt x="1680060" y="3769360"/>
                </a:lnTo>
                <a:lnTo>
                  <a:pt x="0" y="376936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4.xml><?xml version="1.0" encoding="utf-8"?>
<p:sldLayout xmlns:p="http://schemas.openxmlformats.org/presentationml/2006/main" userDrawn="1">
  <p:cSld name="Team 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cture Placeholder 17">
            <a:extLst xmlns:a="http://schemas.openxmlformats.org/drawingml/2006/main">
              <a:ext uri="{FF2B5EF4-FFF2-40B4-BE49-F238E27FC236}">
                <a16:creationId xmlns:a16="http://schemas.microsoft.com/office/drawing/2014/main" id="{9D9BE5A4-94B7-428C-80B8-FD7952988DC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946468" y="2633163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9" name="Picture Placeholder 18">
            <a:extLst xmlns:a="http://schemas.openxmlformats.org/drawingml/2006/main">
              <a:ext uri="{FF2B5EF4-FFF2-40B4-BE49-F238E27FC236}">
                <a16:creationId xmlns:a16="http://schemas.microsoft.com/office/drawing/2014/main" id="{0868B7C1-F9D6-4603-B2F2-E94F6C8BA5F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946468" y="4624310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0" name="Picture Placeholder 19">
            <a:extLst xmlns:a="http://schemas.openxmlformats.org/drawingml/2006/main">
              <a:ext uri="{FF2B5EF4-FFF2-40B4-BE49-F238E27FC236}">
                <a16:creationId xmlns:a16="http://schemas.microsoft.com/office/drawing/2014/main" id="{BFA60506-98B3-4707-883C-0B43A9CEC5AA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933743" y="2633162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ED7BD9A7-3980-4213-98A7-9B4327CE05DD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933743" y="4624310"/>
            <a:ext cx="1521484" cy="1636791"/>
          </a:xfrm>
          <a:custGeom xmlns:a="http://schemas.openxmlformats.org/drawingml/2006/main">
            <a:gdLst>
              <a:gd name="connsiteX0" fmla="*/ 0 w 1521484"/>
              <a:gd name="connsiteY0" fmla="*/ 0 h 1636791"/>
              <a:gd name="connsiteX1" fmla="*/ 1521484 w 1521484"/>
              <a:gd name="connsiteY1" fmla="*/ 0 h 1636791"/>
              <a:gd name="connsiteX2" fmla="*/ 1521484 w 1521484"/>
              <a:gd name="connsiteY2" fmla="*/ 1636791 h 1636791"/>
              <a:gd name="connsiteX3" fmla="*/ 0 w 1521484"/>
              <a:gd name="connsiteY3" fmla="*/ 1636791 h 1636791"/>
            </a:gdLst>
            <a:rect l="l" t="t" r="r" b="b"/>
            <a:pathLst>
              <a:path w="1521484" h="1636791">
                <a:moveTo>
                  <a:pt x="0" y="0"/>
                </a:moveTo>
                <a:lnTo>
                  <a:pt x="1521484" y="0"/>
                </a:lnTo>
                <a:lnTo>
                  <a:pt x="1521484" y="1636791"/>
                </a:lnTo>
                <a:lnTo>
                  <a:pt x="0" y="1636791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5.xml><?xml version="1.0" encoding="utf-8"?>
<p:sldLayout xmlns:p="http://schemas.openxmlformats.org/presentationml/2006/main" userDrawn="1">
  <p:cSld name="Team 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cture Placeholder 23">
            <a:extLst xmlns:a="http://schemas.openxmlformats.org/drawingml/2006/main">
              <a:ext uri="{FF2B5EF4-FFF2-40B4-BE49-F238E27FC236}">
                <a16:creationId xmlns:a16="http://schemas.microsoft.com/office/drawing/2014/main" id="{7C1AC483-4DD9-4A9F-ACEA-5AE40E66D36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514475" y="2850198"/>
            <a:ext cx="1597026" cy="2228850"/>
          </a:xfrm>
          <a:custGeom xmlns:a="http://schemas.openxmlformats.org/drawingml/2006/main"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3" name="Picture Placeholder 22">
            <a:extLst xmlns:a="http://schemas.openxmlformats.org/drawingml/2006/main">
              <a:ext uri="{FF2B5EF4-FFF2-40B4-BE49-F238E27FC236}">
                <a16:creationId xmlns:a16="http://schemas.microsoft.com/office/drawing/2014/main" id="{18534C3A-F8E6-40F5-BA87-7F05938C3DC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052462" y="2850198"/>
            <a:ext cx="1591528" cy="2228850"/>
          </a:xfrm>
          <a:custGeom xmlns:a="http://schemas.openxmlformats.org/drawingml/2006/main">
            <a:gdLst>
              <a:gd name="connsiteX0" fmla="*/ 0 w 1591528"/>
              <a:gd name="connsiteY0" fmla="*/ 0 h 2228850"/>
              <a:gd name="connsiteX1" fmla="*/ 1591528 w 1591528"/>
              <a:gd name="connsiteY1" fmla="*/ 0 h 2228850"/>
              <a:gd name="connsiteX2" fmla="*/ 1591528 w 1591528"/>
              <a:gd name="connsiteY2" fmla="*/ 2228850 h 2228850"/>
              <a:gd name="connsiteX3" fmla="*/ 0 w 1591528"/>
              <a:gd name="connsiteY3" fmla="*/ 2228850 h 2228850"/>
            </a:gdLst>
            <a:rect l="l" t="t" r="r" b="b"/>
            <a:pathLst>
              <a:path w="1591528" h="2228850">
                <a:moveTo>
                  <a:pt x="0" y="0"/>
                </a:moveTo>
                <a:lnTo>
                  <a:pt x="1591528" y="0"/>
                </a:lnTo>
                <a:lnTo>
                  <a:pt x="1591528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ECE6447B-A296-4CBA-910C-F47AFBAABDF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584950" y="2850198"/>
            <a:ext cx="1597026" cy="2228850"/>
          </a:xfrm>
          <a:custGeom xmlns:a="http://schemas.openxmlformats.org/drawingml/2006/main">
            <a:gdLst>
              <a:gd name="connsiteX0" fmla="*/ 0 w 1597026"/>
              <a:gd name="connsiteY0" fmla="*/ 0 h 2228850"/>
              <a:gd name="connsiteX1" fmla="*/ 1597026 w 1597026"/>
              <a:gd name="connsiteY1" fmla="*/ 0 h 2228850"/>
              <a:gd name="connsiteX2" fmla="*/ 1597026 w 1597026"/>
              <a:gd name="connsiteY2" fmla="*/ 2228850 h 2228850"/>
              <a:gd name="connsiteX3" fmla="*/ 0 w 1597026"/>
              <a:gd name="connsiteY3" fmla="*/ 2228850 h 2228850"/>
            </a:gdLst>
            <a:rect l="l" t="t" r="r" b="b"/>
            <a:pathLst>
              <a:path w="1597026" h="2228850">
                <a:moveTo>
                  <a:pt x="0" y="0"/>
                </a:moveTo>
                <a:lnTo>
                  <a:pt x="1597026" y="0"/>
                </a:lnTo>
                <a:lnTo>
                  <a:pt x="1597026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3D68290C-DC3B-418F-A0E7-0C38066B6384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123256" y="2850198"/>
            <a:ext cx="1595652" cy="2228850"/>
          </a:xfrm>
          <a:custGeom xmlns:a="http://schemas.openxmlformats.org/drawingml/2006/main">
            <a:gdLst>
              <a:gd name="connsiteX0" fmla="*/ 0 w 1595652"/>
              <a:gd name="connsiteY0" fmla="*/ 0 h 2228850"/>
              <a:gd name="connsiteX1" fmla="*/ 1595652 w 1595652"/>
              <a:gd name="connsiteY1" fmla="*/ 0 h 2228850"/>
              <a:gd name="connsiteX2" fmla="*/ 1595652 w 1595652"/>
              <a:gd name="connsiteY2" fmla="*/ 2228850 h 2228850"/>
              <a:gd name="connsiteX3" fmla="*/ 0 w 1595652"/>
              <a:gd name="connsiteY3" fmla="*/ 2228850 h 2228850"/>
            </a:gdLst>
            <a:rect l="l" t="t" r="r" b="b"/>
            <a:pathLst>
              <a:path w="1595652" h="2228850">
                <a:moveTo>
                  <a:pt x="0" y="0"/>
                </a:moveTo>
                <a:lnTo>
                  <a:pt x="1595652" y="0"/>
                </a:lnTo>
                <a:lnTo>
                  <a:pt x="1595652" y="2228850"/>
                </a:lnTo>
                <a:lnTo>
                  <a:pt x="0" y="22288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6.xml><?xml version="1.0" encoding="utf-8"?>
<p:sldLayout xmlns:p="http://schemas.openxmlformats.org/presentationml/2006/main" userDrawn="1">
  <p:cSld name="1_Financial 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CDDD8446-CADA-4DC9-9E02-83D13014B57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399213" y="0"/>
            <a:ext cx="5821363" cy="6858000"/>
          </a:xfrm>
          <a:custGeom xmlns:a="http://schemas.openxmlformats.org/drawingml/2006/main">
            <a:gdLst>
              <a:gd name="connsiteX0" fmla="*/ 0 w 5821363"/>
              <a:gd name="connsiteY0" fmla="*/ 0 h 6858000"/>
              <a:gd name="connsiteX1" fmla="*/ 5821363 w 5821363"/>
              <a:gd name="connsiteY1" fmla="*/ 0 h 6858000"/>
              <a:gd name="connsiteX2" fmla="*/ 5821363 w 5821363"/>
              <a:gd name="connsiteY2" fmla="*/ 1674 h 6858000"/>
              <a:gd name="connsiteX3" fmla="*/ 5821363 w 5821363"/>
              <a:gd name="connsiteY3" fmla="*/ 13395 h 6858000"/>
              <a:gd name="connsiteX4" fmla="*/ 5821363 w 5821363"/>
              <a:gd name="connsiteY4" fmla="*/ 26161 h 6858000"/>
              <a:gd name="connsiteX5" fmla="*/ 5821363 w 5821363"/>
              <a:gd name="connsiteY5" fmla="*/ 45207 h 6858000"/>
              <a:gd name="connsiteX6" fmla="*/ 5821363 w 5821363"/>
              <a:gd name="connsiteY6" fmla="*/ 71786 h 6858000"/>
              <a:gd name="connsiteX7" fmla="*/ 5821363 w 5821363"/>
              <a:gd name="connsiteY7" fmla="*/ 107156 h 6858000"/>
              <a:gd name="connsiteX8" fmla="*/ 5821363 w 5821363"/>
              <a:gd name="connsiteY8" fmla="*/ 152572 h 6858000"/>
              <a:gd name="connsiteX9" fmla="*/ 5821363 w 5821363"/>
              <a:gd name="connsiteY9" fmla="*/ 209290 h 6858000"/>
              <a:gd name="connsiteX10" fmla="*/ 5821363 w 5821363"/>
              <a:gd name="connsiteY10" fmla="*/ 278565 h 6858000"/>
              <a:gd name="connsiteX11" fmla="*/ 5821363 w 5821363"/>
              <a:gd name="connsiteY11" fmla="*/ 361652 h 6858000"/>
              <a:gd name="connsiteX12" fmla="*/ 5821363 w 5821363"/>
              <a:gd name="connsiteY12" fmla="*/ 459809 h 6858000"/>
              <a:gd name="connsiteX13" fmla="*/ 5821363 w 5821363"/>
              <a:gd name="connsiteY13" fmla="*/ 574291 h 6858000"/>
              <a:gd name="connsiteX14" fmla="*/ 5821363 w 5821363"/>
              <a:gd name="connsiteY14" fmla="*/ 706352 h 6858000"/>
              <a:gd name="connsiteX15" fmla="*/ 5821363 w 5821363"/>
              <a:gd name="connsiteY15" fmla="*/ 857250 h 6858000"/>
              <a:gd name="connsiteX16" fmla="*/ 5821363 w 5821363"/>
              <a:gd name="connsiteY16" fmla="*/ 1028240 h 6858000"/>
              <a:gd name="connsiteX17" fmla="*/ 5821363 w 5821363"/>
              <a:gd name="connsiteY17" fmla="*/ 1220577 h 6858000"/>
              <a:gd name="connsiteX18" fmla="*/ 5821363 w 5821363"/>
              <a:gd name="connsiteY18" fmla="*/ 1435517 h 6858000"/>
              <a:gd name="connsiteX19" fmla="*/ 5821363 w 5821363"/>
              <a:gd name="connsiteY19" fmla="*/ 1674317 h 6858000"/>
              <a:gd name="connsiteX20" fmla="*/ 5821363 w 5821363"/>
              <a:gd name="connsiteY20" fmla="*/ 1938231 h 6858000"/>
              <a:gd name="connsiteX21" fmla="*/ 5821363 w 5821363"/>
              <a:gd name="connsiteY21" fmla="*/ 2228515 h 6858000"/>
              <a:gd name="connsiteX22" fmla="*/ 5821363 w 5821363"/>
              <a:gd name="connsiteY22" fmla="*/ 2546426 h 6858000"/>
              <a:gd name="connsiteX23" fmla="*/ 5821363 w 5821363"/>
              <a:gd name="connsiteY23" fmla="*/ 2716134 h 6858000"/>
              <a:gd name="connsiteX24" fmla="*/ 5821363 w 5821363"/>
              <a:gd name="connsiteY24" fmla="*/ 2893219 h 6858000"/>
              <a:gd name="connsiteX25" fmla="*/ 5821363 w 5821363"/>
              <a:gd name="connsiteY25" fmla="*/ 3077839 h 6858000"/>
              <a:gd name="connsiteX26" fmla="*/ 5821363 w 5821363"/>
              <a:gd name="connsiteY26" fmla="*/ 3270149 h 6858000"/>
              <a:gd name="connsiteX27" fmla="*/ 5821363 w 5821363"/>
              <a:gd name="connsiteY27" fmla="*/ 3470309 h 6858000"/>
              <a:gd name="connsiteX28" fmla="*/ 5821363 w 5821363"/>
              <a:gd name="connsiteY28" fmla="*/ 3678473 h 6858000"/>
              <a:gd name="connsiteX29" fmla="*/ 5821363 w 5821363"/>
              <a:gd name="connsiteY29" fmla="*/ 3894800 h 6858000"/>
              <a:gd name="connsiteX30" fmla="*/ 5821363 w 5821363"/>
              <a:gd name="connsiteY30" fmla="*/ 4119446 h 6858000"/>
              <a:gd name="connsiteX31" fmla="*/ 5821363 w 5821363"/>
              <a:gd name="connsiteY31" fmla="*/ 4352569 h 6858000"/>
              <a:gd name="connsiteX32" fmla="*/ 5821363 w 5821363"/>
              <a:gd name="connsiteY32" fmla="*/ 4594324 h 6858000"/>
              <a:gd name="connsiteX33" fmla="*/ 5821363 w 5821363"/>
              <a:gd name="connsiteY33" fmla="*/ 4844870 h 6858000"/>
              <a:gd name="connsiteX34" fmla="*/ 5821363 w 5821363"/>
              <a:gd name="connsiteY34" fmla="*/ 5104363 h 6858000"/>
              <a:gd name="connsiteX35" fmla="*/ 5821363 w 5821363"/>
              <a:gd name="connsiteY35" fmla="*/ 5372960 h 6858000"/>
              <a:gd name="connsiteX36" fmla="*/ 5821363 w 5821363"/>
              <a:gd name="connsiteY36" fmla="*/ 5650818 h 6858000"/>
              <a:gd name="connsiteX37" fmla="*/ 5821363 w 5821363"/>
              <a:gd name="connsiteY37" fmla="*/ 5938094 h 6858000"/>
              <a:gd name="connsiteX38" fmla="*/ 5821363 w 5821363"/>
              <a:gd name="connsiteY38" fmla="*/ 6234945 h 6858000"/>
              <a:gd name="connsiteX39" fmla="*/ 5821363 w 5821363"/>
              <a:gd name="connsiteY39" fmla="*/ 6541528 h 6858000"/>
              <a:gd name="connsiteX40" fmla="*/ 5821363 w 5821363"/>
              <a:gd name="connsiteY40" fmla="*/ 6858000 h 6858000"/>
              <a:gd name="connsiteX41" fmla="*/ 5819942 w 5821363"/>
              <a:gd name="connsiteY41" fmla="*/ 6858000 h 6858000"/>
              <a:gd name="connsiteX42" fmla="*/ 5809993 w 5821363"/>
              <a:gd name="connsiteY42" fmla="*/ 6858000 h 6858000"/>
              <a:gd name="connsiteX43" fmla="*/ 5782990 w 5821363"/>
              <a:gd name="connsiteY43" fmla="*/ 6858000 h 6858000"/>
              <a:gd name="connsiteX44" fmla="*/ 5730404 w 5821363"/>
              <a:gd name="connsiteY44" fmla="*/ 6858000 h 6858000"/>
              <a:gd name="connsiteX45" fmla="*/ 5643709 w 5821363"/>
              <a:gd name="connsiteY45" fmla="*/ 6858000 h 6858000"/>
              <a:gd name="connsiteX46" fmla="*/ 5514377 w 5821363"/>
              <a:gd name="connsiteY46" fmla="*/ 6858000 h 6858000"/>
              <a:gd name="connsiteX47" fmla="*/ 5431058 w 5821363"/>
              <a:gd name="connsiteY47" fmla="*/ 6858000 h 6858000"/>
              <a:gd name="connsiteX48" fmla="*/ 5333881 w 5821363"/>
              <a:gd name="connsiteY48" fmla="*/ 6858000 h 6858000"/>
              <a:gd name="connsiteX49" fmla="*/ 5221781 w 5821363"/>
              <a:gd name="connsiteY49" fmla="*/ 6858000 h 6858000"/>
              <a:gd name="connsiteX50" fmla="*/ 5093693 w 5821363"/>
              <a:gd name="connsiteY50" fmla="*/ 6858000 h 6858000"/>
              <a:gd name="connsiteX51" fmla="*/ 4948549 w 5821363"/>
              <a:gd name="connsiteY51" fmla="*/ 6858000 h 6858000"/>
              <a:gd name="connsiteX52" fmla="*/ 4785286 w 5821363"/>
              <a:gd name="connsiteY52" fmla="*/ 6858000 h 6858000"/>
              <a:gd name="connsiteX53" fmla="*/ 4602835 w 5821363"/>
              <a:gd name="connsiteY53" fmla="*/ 6858000 h 6858000"/>
              <a:gd name="connsiteX54" fmla="*/ 4400132 w 5821363"/>
              <a:gd name="connsiteY54" fmla="*/ 6858000 h 6858000"/>
              <a:gd name="connsiteX55" fmla="*/ 4176110 w 5821363"/>
              <a:gd name="connsiteY55" fmla="*/ 6858000 h 6858000"/>
              <a:gd name="connsiteX56" fmla="*/ 3929704 w 5821363"/>
              <a:gd name="connsiteY56" fmla="*/ 6858000 h 6858000"/>
              <a:gd name="connsiteX57" fmla="*/ 3659848 w 5821363"/>
              <a:gd name="connsiteY57" fmla="*/ 6858000 h 6858000"/>
              <a:gd name="connsiteX58" fmla="*/ 3365476 w 5821363"/>
              <a:gd name="connsiteY58" fmla="*/ 6858000 h 6858000"/>
              <a:gd name="connsiteX59" fmla="*/ 3045521 w 5821363"/>
              <a:gd name="connsiteY59" fmla="*/ 6858000 h 6858000"/>
              <a:gd name="connsiteX60" fmla="*/ 2698918 w 5821363"/>
              <a:gd name="connsiteY60" fmla="*/ 6858000 h 6858000"/>
              <a:gd name="connsiteX61" fmla="*/ 2324601 w 5821363"/>
              <a:gd name="connsiteY61" fmla="*/ 6858000 h 6858000"/>
              <a:gd name="connsiteX62" fmla="*/ 1921505 w 5821363"/>
              <a:gd name="connsiteY62" fmla="*/ 6858000 h 6858000"/>
              <a:gd name="connsiteX63" fmla="*/ 1488562 w 5821363"/>
              <a:gd name="connsiteY63" fmla="*/ 6858000 h 6858000"/>
              <a:gd name="connsiteX64" fmla="*/ 1024708 w 5821363"/>
              <a:gd name="connsiteY64" fmla="*/ 6858000 h 6858000"/>
              <a:gd name="connsiteX65" fmla="*/ 528876 w 5821363"/>
              <a:gd name="connsiteY65" fmla="*/ 6858000 h 6858000"/>
              <a:gd name="connsiteX66" fmla="*/ 0 w 5821363"/>
              <a:gd name="connsiteY66" fmla="*/ 6858000 h 6858000"/>
              <a:gd name="connsiteX67" fmla="*/ 0 w 5821363"/>
              <a:gd name="connsiteY67" fmla="*/ 3894138 h 6858000"/>
              <a:gd name="connsiteX68" fmla="*/ 9549 w 5821363"/>
              <a:gd name="connsiteY68" fmla="*/ 3884613 h 6858000"/>
              <a:gd name="connsiteX69" fmla="*/ 343744 w 5821363"/>
              <a:gd name="connsiteY69" fmla="*/ 3552825 h 6858000"/>
              <a:gd name="connsiteX70" fmla="*/ 343744 w 5821363"/>
              <a:gd name="connsiteY70" fmla="*/ 3305175 h 6858000"/>
              <a:gd name="connsiteX71" fmla="*/ 9549 w 5821363"/>
              <a:gd name="connsiteY71" fmla="*/ 2973388 h 6858000"/>
              <a:gd name="connsiteX72" fmla="*/ 0 w 5821363"/>
              <a:gd name="connsiteY72" fmla="*/ 2963863 h 6858000"/>
              <a:gd name="connsiteX73" fmla="*/ 0 w 5821363"/>
              <a:gd name="connsiteY73" fmla="*/ 0 h 6858000"/>
            </a:gdLst>
            <a:rect l="l" t="t" r="r" b="b"/>
            <a:pathLst>
              <a:path w="5821363" h="6858000">
                <a:moveTo>
                  <a:pt x="0" y="0"/>
                </a:moveTo>
                <a:lnTo>
                  <a:pt x="5821363" y="0"/>
                </a:lnTo>
                <a:lnTo>
                  <a:pt x="5821363" y="1674"/>
                </a:lnTo>
                <a:lnTo>
                  <a:pt x="5821363" y="13395"/>
                </a:lnTo>
                <a:lnTo>
                  <a:pt x="5821363" y="26161"/>
                </a:lnTo>
                <a:lnTo>
                  <a:pt x="5821363" y="45207"/>
                </a:lnTo>
                <a:lnTo>
                  <a:pt x="5821363" y="71786"/>
                </a:lnTo>
                <a:lnTo>
                  <a:pt x="5821363" y="107156"/>
                </a:lnTo>
                <a:lnTo>
                  <a:pt x="5821363" y="152572"/>
                </a:lnTo>
                <a:lnTo>
                  <a:pt x="5821363" y="209290"/>
                </a:lnTo>
                <a:lnTo>
                  <a:pt x="5821363" y="278565"/>
                </a:lnTo>
                <a:lnTo>
                  <a:pt x="5821363" y="361652"/>
                </a:lnTo>
                <a:lnTo>
                  <a:pt x="5821363" y="459809"/>
                </a:lnTo>
                <a:lnTo>
                  <a:pt x="5821363" y="574291"/>
                </a:lnTo>
                <a:lnTo>
                  <a:pt x="5821363" y="706352"/>
                </a:lnTo>
                <a:lnTo>
                  <a:pt x="5821363" y="857250"/>
                </a:lnTo>
                <a:lnTo>
                  <a:pt x="5821363" y="1028240"/>
                </a:lnTo>
                <a:lnTo>
                  <a:pt x="5821363" y="1220577"/>
                </a:lnTo>
                <a:lnTo>
                  <a:pt x="5821363" y="1435517"/>
                </a:lnTo>
                <a:lnTo>
                  <a:pt x="5821363" y="1674317"/>
                </a:lnTo>
                <a:lnTo>
                  <a:pt x="5821363" y="1938231"/>
                </a:lnTo>
                <a:lnTo>
                  <a:pt x="5821363" y="2228515"/>
                </a:lnTo>
                <a:lnTo>
                  <a:pt x="5821363" y="2546426"/>
                </a:lnTo>
                <a:lnTo>
                  <a:pt x="5821363" y="2716134"/>
                </a:lnTo>
                <a:lnTo>
                  <a:pt x="5821363" y="2893219"/>
                </a:lnTo>
                <a:lnTo>
                  <a:pt x="5821363" y="3077839"/>
                </a:lnTo>
                <a:lnTo>
                  <a:pt x="5821363" y="3270149"/>
                </a:lnTo>
                <a:lnTo>
                  <a:pt x="5821363" y="3470309"/>
                </a:lnTo>
                <a:lnTo>
                  <a:pt x="5821363" y="3678473"/>
                </a:lnTo>
                <a:lnTo>
                  <a:pt x="5821363" y="3894800"/>
                </a:lnTo>
                <a:lnTo>
                  <a:pt x="5821363" y="4119446"/>
                </a:lnTo>
                <a:lnTo>
                  <a:pt x="5821363" y="4352569"/>
                </a:lnTo>
                <a:lnTo>
                  <a:pt x="5821363" y="4594324"/>
                </a:lnTo>
                <a:lnTo>
                  <a:pt x="5821363" y="4844870"/>
                </a:lnTo>
                <a:lnTo>
                  <a:pt x="5821363" y="5104363"/>
                </a:lnTo>
                <a:lnTo>
                  <a:pt x="5821363" y="5372960"/>
                </a:lnTo>
                <a:lnTo>
                  <a:pt x="5821363" y="5650818"/>
                </a:lnTo>
                <a:lnTo>
                  <a:pt x="5821363" y="5938094"/>
                </a:lnTo>
                <a:lnTo>
                  <a:pt x="5821363" y="6234945"/>
                </a:lnTo>
                <a:lnTo>
                  <a:pt x="5821363" y="6541528"/>
                </a:lnTo>
                <a:lnTo>
                  <a:pt x="5821363" y="6858000"/>
                </a:lnTo>
                <a:lnTo>
                  <a:pt x="5819942" y="6858000"/>
                </a:lnTo>
                <a:lnTo>
                  <a:pt x="5809993" y="6858000"/>
                </a:lnTo>
                <a:lnTo>
                  <a:pt x="5782990" y="6858000"/>
                </a:lnTo>
                <a:lnTo>
                  <a:pt x="5730404" y="6858000"/>
                </a:lnTo>
                <a:lnTo>
                  <a:pt x="5643709" y="6858000"/>
                </a:lnTo>
                <a:lnTo>
                  <a:pt x="5514377" y="6858000"/>
                </a:lnTo>
                <a:lnTo>
                  <a:pt x="5431058" y="6858000"/>
                </a:lnTo>
                <a:lnTo>
                  <a:pt x="5333881" y="6858000"/>
                </a:lnTo>
                <a:lnTo>
                  <a:pt x="5221781" y="6858000"/>
                </a:lnTo>
                <a:lnTo>
                  <a:pt x="5093693" y="6858000"/>
                </a:lnTo>
                <a:lnTo>
                  <a:pt x="4948549" y="6858000"/>
                </a:lnTo>
                <a:lnTo>
                  <a:pt x="4785286" y="6858000"/>
                </a:lnTo>
                <a:lnTo>
                  <a:pt x="4602835" y="6858000"/>
                </a:lnTo>
                <a:lnTo>
                  <a:pt x="4400132" y="6858000"/>
                </a:lnTo>
                <a:lnTo>
                  <a:pt x="4176110" y="6858000"/>
                </a:lnTo>
                <a:lnTo>
                  <a:pt x="3929704" y="6858000"/>
                </a:lnTo>
                <a:lnTo>
                  <a:pt x="3659848" y="6858000"/>
                </a:lnTo>
                <a:lnTo>
                  <a:pt x="3365476" y="6858000"/>
                </a:lnTo>
                <a:lnTo>
                  <a:pt x="3045521" y="6858000"/>
                </a:lnTo>
                <a:lnTo>
                  <a:pt x="2698918" y="6858000"/>
                </a:lnTo>
                <a:lnTo>
                  <a:pt x="2324601" y="6858000"/>
                </a:lnTo>
                <a:lnTo>
                  <a:pt x="1921505" y="6858000"/>
                </a:lnTo>
                <a:lnTo>
                  <a:pt x="1488562" y="6858000"/>
                </a:lnTo>
                <a:lnTo>
                  <a:pt x="1024708" y="6858000"/>
                </a:lnTo>
                <a:lnTo>
                  <a:pt x="528876" y="6858000"/>
                </a:lnTo>
                <a:lnTo>
                  <a:pt x="0" y="6858000"/>
                </a:lnTo>
                <a:cubicBezTo>
                  <a:pt x="0" y="6858000"/>
                  <a:pt x="0" y="6858000"/>
                  <a:pt x="0" y="3894138"/>
                </a:cubicBezTo>
                <a:cubicBezTo>
                  <a:pt x="3183" y="3890963"/>
                  <a:pt x="6366" y="3887788"/>
                  <a:pt x="9549" y="3884613"/>
                </a:cubicBezTo>
                <a:cubicBezTo>
                  <a:pt x="9549" y="3884613"/>
                  <a:pt x="9549" y="3884613"/>
                  <a:pt x="343744" y="3552825"/>
                </a:cubicBezTo>
                <a:cubicBezTo>
                  <a:pt x="412174" y="3484563"/>
                  <a:pt x="412174" y="3373438"/>
                  <a:pt x="343744" y="3305175"/>
                </a:cubicBezTo>
                <a:cubicBezTo>
                  <a:pt x="343744" y="3305175"/>
                  <a:pt x="343744" y="3305175"/>
                  <a:pt x="9549" y="2973388"/>
                </a:cubicBezTo>
                <a:cubicBezTo>
                  <a:pt x="6366" y="2970213"/>
                  <a:pt x="3183" y="2967038"/>
                  <a:pt x="0" y="2963863"/>
                </a:cubicBezTo>
                <a:cubicBezTo>
                  <a:pt x="0" y="2963863"/>
                  <a:pt x="0" y="2963863"/>
                  <a:pt x="0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7.xml><?xml version="1.0" encoding="utf-8"?>
<p:sldLayout xmlns:p="http://schemas.openxmlformats.org/presentationml/2006/main" userDrawn="1">
  <p:cSld name="2_Pitch Deck Budge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22991A81-0463-4D81-8EC9-9947B852219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66800" y="2554514"/>
            <a:ext cx="3026229" cy="4303486"/>
          </a:xfrm>
          <a:custGeom xmlns:a="http://schemas.openxmlformats.org/drawingml/2006/main">
            <a:gdLst>
              <a:gd name="connsiteX0" fmla="*/ 0 w 3026229"/>
              <a:gd name="connsiteY0" fmla="*/ 0 h 4303486"/>
              <a:gd name="connsiteX1" fmla="*/ 3026229 w 3026229"/>
              <a:gd name="connsiteY1" fmla="*/ 0 h 4303486"/>
              <a:gd name="connsiteX2" fmla="*/ 3026229 w 3026229"/>
              <a:gd name="connsiteY2" fmla="*/ 4303486 h 4303486"/>
              <a:gd name="connsiteX3" fmla="*/ 2913433 w 3026229"/>
              <a:gd name="connsiteY3" fmla="*/ 4303486 h 4303486"/>
              <a:gd name="connsiteX4" fmla="*/ 2619061 w 3026229"/>
              <a:gd name="connsiteY4" fmla="*/ 4303486 h 4303486"/>
              <a:gd name="connsiteX5" fmla="*/ 2299106 w 3026229"/>
              <a:gd name="connsiteY5" fmla="*/ 4303486 h 4303486"/>
              <a:gd name="connsiteX6" fmla="*/ 1952503 w 3026229"/>
              <a:gd name="connsiteY6" fmla="*/ 4303486 h 4303486"/>
              <a:gd name="connsiteX7" fmla="*/ 1578186 w 3026229"/>
              <a:gd name="connsiteY7" fmla="*/ 4303486 h 4303486"/>
              <a:gd name="connsiteX8" fmla="*/ 1175090 w 3026229"/>
              <a:gd name="connsiteY8" fmla="*/ 4303486 h 4303486"/>
              <a:gd name="connsiteX9" fmla="*/ 742147 w 3026229"/>
              <a:gd name="connsiteY9" fmla="*/ 4303486 h 4303486"/>
              <a:gd name="connsiteX10" fmla="*/ 278293 w 3026229"/>
              <a:gd name="connsiteY10" fmla="*/ 4303486 h 4303486"/>
              <a:gd name="connsiteX11" fmla="*/ 0 w 3026229"/>
              <a:gd name="connsiteY11" fmla="*/ 4303486 h 4303486"/>
            </a:gdLst>
            <a:rect l="l" t="t" r="r" b="b"/>
            <a:pathLst>
              <a:path w="3026229" h="4303486">
                <a:moveTo>
                  <a:pt x="0" y="0"/>
                </a:moveTo>
                <a:lnTo>
                  <a:pt x="3026229" y="0"/>
                </a:lnTo>
                <a:lnTo>
                  <a:pt x="3026229" y="4303486"/>
                </a:lnTo>
                <a:lnTo>
                  <a:pt x="2913433" y="4303486"/>
                </a:lnTo>
                <a:lnTo>
                  <a:pt x="2619061" y="4303486"/>
                </a:lnTo>
                <a:lnTo>
                  <a:pt x="2299106" y="4303486"/>
                </a:lnTo>
                <a:lnTo>
                  <a:pt x="1952503" y="4303486"/>
                </a:lnTo>
                <a:lnTo>
                  <a:pt x="1578186" y="4303486"/>
                </a:lnTo>
                <a:lnTo>
                  <a:pt x="1175090" y="4303486"/>
                </a:lnTo>
                <a:lnTo>
                  <a:pt x="742147" y="4303486"/>
                </a:lnTo>
                <a:lnTo>
                  <a:pt x="278293" y="4303486"/>
                </a:lnTo>
                <a:lnTo>
                  <a:pt x="0" y="4303486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8.xml><?xml version="1.0" encoding="utf-8"?>
<p:sldLayout xmlns:p="http://schemas.openxmlformats.org/presentationml/2006/main" userDrawn="1">
  <p:cSld name="3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458AEE2-CFB6-460C-9AA1-B32EB1AD739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799" y="2807208"/>
            <a:ext cx="2976933" cy="1718183"/>
          </a:xfrm>
          <a:custGeom xmlns:a="http://schemas.openxmlformats.org/drawingml/2006/main">
            <a:gdLst>
              <a:gd name="connsiteX0" fmla="*/ 0 w 2976933"/>
              <a:gd name="connsiteY0" fmla="*/ 0 h 1718183"/>
              <a:gd name="connsiteX1" fmla="*/ 2976933 w 2976933"/>
              <a:gd name="connsiteY1" fmla="*/ 0 h 1718183"/>
              <a:gd name="connsiteX2" fmla="*/ 2976933 w 2976933"/>
              <a:gd name="connsiteY2" fmla="*/ 1718183 h 1718183"/>
              <a:gd name="connsiteX3" fmla="*/ 0 w 2976933"/>
              <a:gd name="connsiteY3" fmla="*/ 1718183 h 1718183"/>
            </a:gdLst>
            <a:rect l="l" t="t" r="r" b="b"/>
            <a:pathLst>
              <a:path w="2976933" h="1718183">
                <a:moveTo>
                  <a:pt x="0" y="0"/>
                </a:moveTo>
                <a:lnTo>
                  <a:pt x="2976933" y="0"/>
                </a:lnTo>
                <a:lnTo>
                  <a:pt x="2976933" y="1718183"/>
                </a:lnTo>
                <a:lnTo>
                  <a:pt x="0" y="171818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69.xml><?xml version="1.0" encoding="utf-8"?>
<p:sldLayout xmlns:p="http://schemas.openxmlformats.org/presentationml/2006/main" userDrawn="1">
  <p:cSld name="4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6A2BC9E-B9B5-4C89-85F1-3FB5383114A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805595" y="1883120"/>
            <a:ext cx="3386405" cy="4974881"/>
          </a:xfrm>
          <a:custGeom xmlns:a="http://schemas.openxmlformats.org/drawingml/2006/main">
            <a:gdLst>
              <a:gd name="connsiteX0" fmla="*/ 0 w 3386405"/>
              <a:gd name="connsiteY0" fmla="*/ 0 h 4974881"/>
              <a:gd name="connsiteX1" fmla="*/ 3386405 w 3386405"/>
              <a:gd name="connsiteY1" fmla="*/ 0 h 4974881"/>
              <a:gd name="connsiteX2" fmla="*/ 3386405 w 3386405"/>
              <a:gd name="connsiteY2" fmla="*/ 4974881 h 4974881"/>
              <a:gd name="connsiteX3" fmla="*/ 0 w 3386405"/>
              <a:gd name="connsiteY3" fmla="*/ 4974881 h 4974881"/>
            </a:gdLst>
            <a:rect l="l" t="t" r="r" b="b"/>
            <a:pathLst>
              <a:path w="3386405" h="4974881">
                <a:moveTo>
                  <a:pt x="0" y="0"/>
                </a:moveTo>
                <a:lnTo>
                  <a:pt x="3386405" y="0"/>
                </a:lnTo>
                <a:lnTo>
                  <a:pt x="3386405" y="4974881"/>
                </a:lnTo>
                <a:lnTo>
                  <a:pt x="0" y="4974881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0.xml><?xml version="1.0" encoding="utf-8"?>
<p:sldLayout xmlns:p="http://schemas.openxmlformats.org/presentationml/2006/main" userDrawn="1">
  <p:cSld name="5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127959F-B269-4419-9A6D-E7E52545B80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1" y="2120899"/>
            <a:ext cx="2971073" cy="4737102"/>
          </a:xfrm>
          <a:custGeom xmlns:a="http://schemas.openxmlformats.org/drawingml/2006/main">
            <a:gdLst>
              <a:gd name="connsiteX0" fmla="*/ 0 w 2971073"/>
              <a:gd name="connsiteY0" fmla="*/ 0 h 4737102"/>
              <a:gd name="connsiteX1" fmla="*/ 2971073 w 2971073"/>
              <a:gd name="connsiteY1" fmla="*/ 0 h 4737102"/>
              <a:gd name="connsiteX2" fmla="*/ 2971073 w 2971073"/>
              <a:gd name="connsiteY2" fmla="*/ 4737102 h 4737102"/>
              <a:gd name="connsiteX3" fmla="*/ 0 w 2971073"/>
              <a:gd name="connsiteY3" fmla="*/ 4737102 h 4737102"/>
            </a:gdLst>
            <a:rect l="l" t="t" r="r" b="b"/>
            <a:pathLst>
              <a:path w="2971073" h="4737102">
                <a:moveTo>
                  <a:pt x="0" y="0"/>
                </a:moveTo>
                <a:lnTo>
                  <a:pt x="2971073" y="0"/>
                </a:lnTo>
                <a:lnTo>
                  <a:pt x="2971073" y="4737102"/>
                </a:lnTo>
                <a:lnTo>
                  <a:pt x="0" y="473710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1.xml><?xml version="1.0" encoding="utf-8"?>
<p:sldLayout xmlns:p="http://schemas.openxmlformats.org/presentationml/2006/main" userDrawn="1">
  <p:cSld name="6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208F0E8-4045-40FD-B673-EE31C490D55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71209" y="4161201"/>
            <a:ext cx="3801291" cy="2168435"/>
          </a:xfrm>
          <a:custGeom xmlns:a="http://schemas.openxmlformats.org/drawingml/2006/main">
            <a:gdLst>
              <a:gd name="connsiteX0" fmla="*/ 0 w 3801291"/>
              <a:gd name="connsiteY0" fmla="*/ 0 h 2168435"/>
              <a:gd name="connsiteX1" fmla="*/ 3801291 w 3801291"/>
              <a:gd name="connsiteY1" fmla="*/ 0 h 2168435"/>
              <a:gd name="connsiteX2" fmla="*/ 3801291 w 3801291"/>
              <a:gd name="connsiteY2" fmla="*/ 2168435 h 2168435"/>
              <a:gd name="connsiteX3" fmla="*/ 0 w 3801291"/>
              <a:gd name="connsiteY3" fmla="*/ 2168435 h 2168435"/>
            </a:gdLst>
            <a:rect l="l" t="t" r="r" b="b"/>
            <a:pathLst>
              <a:path w="3801291" h="2168435">
                <a:moveTo>
                  <a:pt x="0" y="0"/>
                </a:moveTo>
                <a:lnTo>
                  <a:pt x="3801291" y="0"/>
                </a:lnTo>
                <a:lnTo>
                  <a:pt x="3801291" y="2168435"/>
                </a:lnTo>
                <a:lnTo>
                  <a:pt x="0" y="216843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2.xml><?xml version="1.0" encoding="utf-8"?>
<p:sldLayout xmlns:p="http://schemas.openxmlformats.org/presentationml/2006/main" userDrawn="1">
  <p:cSld name="7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C154CCF-0FD1-4193-931A-1DBAEE53963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403189" y="3594100"/>
            <a:ext cx="2632529" cy="2632529"/>
          </a:xfrm>
          <a:custGeom xmlns:a="http://schemas.openxmlformats.org/drawingml/2006/main">
            <a:gdLst>
              <a:gd name="connsiteX0" fmla="*/ 75896 w 2632529"/>
              <a:gd name="connsiteY0" fmla="*/ 0 h 2632529"/>
              <a:gd name="connsiteX1" fmla="*/ 2556633 w 2632529"/>
              <a:gd name="connsiteY1" fmla="*/ 0 h 2632529"/>
              <a:gd name="connsiteX2" fmla="*/ 2632529 w 2632529"/>
              <a:gd name="connsiteY2" fmla="*/ 75896 h 2632529"/>
              <a:gd name="connsiteX3" fmla="*/ 2632529 w 2632529"/>
              <a:gd name="connsiteY3" fmla="*/ 2556633 h 2632529"/>
              <a:gd name="connsiteX4" fmla="*/ 2556633 w 2632529"/>
              <a:gd name="connsiteY4" fmla="*/ 2632529 h 2632529"/>
              <a:gd name="connsiteX5" fmla="*/ 75896 w 2632529"/>
              <a:gd name="connsiteY5" fmla="*/ 2632529 h 2632529"/>
              <a:gd name="connsiteX6" fmla="*/ 0 w 2632529"/>
              <a:gd name="connsiteY6" fmla="*/ 2556633 h 2632529"/>
              <a:gd name="connsiteX7" fmla="*/ 0 w 2632529"/>
              <a:gd name="connsiteY7" fmla="*/ 75896 h 2632529"/>
              <a:gd name="connsiteX8" fmla="*/ 75896 w 2632529"/>
              <a:gd name="connsiteY8" fmla="*/ 0 h 2632529"/>
            </a:gdLst>
            <a:rect l="l" t="t" r="r" b="b"/>
            <a:pathLst>
              <a:path w="2632529" h="2632529">
                <a:moveTo>
                  <a:pt x="75896" y="0"/>
                </a:moveTo>
                <a:lnTo>
                  <a:pt x="2556633" y="0"/>
                </a:lnTo>
                <a:cubicBezTo>
                  <a:pt x="2598549" y="0"/>
                  <a:pt x="2632529" y="33980"/>
                  <a:pt x="2632529" y="75896"/>
                </a:cubicBezTo>
                <a:lnTo>
                  <a:pt x="2632529" y="2556633"/>
                </a:lnTo>
                <a:cubicBezTo>
                  <a:pt x="2632529" y="2598549"/>
                  <a:pt x="2598549" y="2632529"/>
                  <a:pt x="2556633" y="2632529"/>
                </a:cubicBezTo>
                <a:lnTo>
                  <a:pt x="75896" y="2632529"/>
                </a:lnTo>
                <a:cubicBezTo>
                  <a:pt x="33980" y="2632529"/>
                  <a:pt x="0" y="2598549"/>
                  <a:pt x="0" y="2556633"/>
                </a:cubicBezTo>
                <a:lnTo>
                  <a:pt x="0" y="75896"/>
                </a:lnTo>
                <a:cubicBezTo>
                  <a:pt x="0" y="33980"/>
                  <a:pt x="33980" y="0"/>
                  <a:pt x="75896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3.xml><?xml version="1.0" encoding="utf-8"?>
<p:sldLayout xmlns:p="http://schemas.openxmlformats.org/presentationml/2006/main" userDrawn="1">
  <p:cSld name="8_Financial Fa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06E4E5A-3A4B-44EC-A95C-86495D8C192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940800" y="1143000"/>
            <a:ext cx="3251200" cy="5715000"/>
          </a:xfrm>
          <a:custGeom xmlns:a="http://schemas.openxmlformats.org/drawingml/2006/main"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4.xml><?xml version="1.0" encoding="utf-8"?>
<p:sldLayout xmlns:p="http://schemas.openxmlformats.org/presentationml/2006/main" userDrawn="1">
  <p:cSld name="9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EF506F60-F0C6-4A1B-B502-90B7E224A86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73138" y="2115623"/>
            <a:ext cx="4094921" cy="4094922"/>
          </a:xfrm>
          <a:custGeom xmlns:a="http://schemas.openxmlformats.org/drawingml/2006/main">
            <a:gdLst>
              <a:gd name="connsiteX0" fmla="*/ 1026838 w 4094921"/>
              <a:gd name="connsiteY0" fmla="*/ 0 h 4094922"/>
              <a:gd name="connsiteX1" fmla="*/ 2053676 w 4094921"/>
              <a:gd name="connsiteY1" fmla="*/ 1024972 h 4094922"/>
              <a:gd name="connsiteX2" fmla="*/ 2051190 w 4094921"/>
              <a:gd name="connsiteY2" fmla="*/ 1089498 h 4094922"/>
              <a:gd name="connsiteX3" fmla="*/ 2053676 w 4094921"/>
              <a:gd name="connsiteY3" fmla="*/ 1134169 h 4094922"/>
              <a:gd name="connsiteX4" fmla="*/ 2056163 w 4094921"/>
              <a:gd name="connsiteY4" fmla="*/ 1151542 h 4094922"/>
              <a:gd name="connsiteX5" fmla="*/ 2058649 w 4094921"/>
              <a:gd name="connsiteY5" fmla="*/ 1181323 h 4094922"/>
              <a:gd name="connsiteX6" fmla="*/ 2063622 w 4094921"/>
              <a:gd name="connsiteY6" fmla="*/ 1196214 h 4094922"/>
              <a:gd name="connsiteX7" fmla="*/ 2068594 w 4094921"/>
              <a:gd name="connsiteY7" fmla="*/ 1225995 h 4094922"/>
              <a:gd name="connsiteX8" fmla="*/ 2071080 w 4094921"/>
              <a:gd name="connsiteY8" fmla="*/ 1243367 h 4094922"/>
              <a:gd name="connsiteX9" fmla="*/ 2078539 w 4094921"/>
              <a:gd name="connsiteY9" fmla="*/ 1273149 h 4094922"/>
              <a:gd name="connsiteX10" fmla="*/ 2081026 w 4094921"/>
              <a:gd name="connsiteY10" fmla="*/ 1288039 h 4094922"/>
              <a:gd name="connsiteX11" fmla="*/ 2090971 w 4094921"/>
              <a:gd name="connsiteY11" fmla="*/ 1317821 h 4094922"/>
              <a:gd name="connsiteX12" fmla="*/ 2093457 w 4094921"/>
              <a:gd name="connsiteY12" fmla="*/ 1330229 h 4094922"/>
              <a:gd name="connsiteX13" fmla="*/ 2103402 w 4094921"/>
              <a:gd name="connsiteY13" fmla="*/ 1362492 h 4094922"/>
              <a:gd name="connsiteX14" fmla="*/ 2108375 w 4094921"/>
              <a:gd name="connsiteY14" fmla="*/ 1374901 h 4094922"/>
              <a:gd name="connsiteX15" fmla="*/ 2120806 w 4094921"/>
              <a:gd name="connsiteY15" fmla="*/ 1407164 h 4094922"/>
              <a:gd name="connsiteX16" fmla="*/ 2125779 w 4094921"/>
              <a:gd name="connsiteY16" fmla="*/ 1417091 h 4094922"/>
              <a:gd name="connsiteX17" fmla="*/ 2138210 w 4094921"/>
              <a:gd name="connsiteY17" fmla="*/ 1449354 h 4094922"/>
              <a:gd name="connsiteX18" fmla="*/ 2143183 w 4094921"/>
              <a:gd name="connsiteY18" fmla="*/ 1459281 h 4094922"/>
              <a:gd name="connsiteX19" fmla="*/ 2158101 w 4094921"/>
              <a:gd name="connsiteY19" fmla="*/ 1491545 h 4094922"/>
              <a:gd name="connsiteX20" fmla="*/ 2163073 w 4094921"/>
              <a:gd name="connsiteY20" fmla="*/ 1498990 h 4094922"/>
              <a:gd name="connsiteX21" fmla="*/ 2180477 w 4094921"/>
              <a:gd name="connsiteY21" fmla="*/ 1531253 h 4094922"/>
              <a:gd name="connsiteX22" fmla="*/ 2185450 w 4094921"/>
              <a:gd name="connsiteY22" fmla="*/ 1538698 h 4094922"/>
              <a:gd name="connsiteX23" fmla="*/ 2205340 w 4094921"/>
              <a:gd name="connsiteY23" fmla="*/ 1570961 h 4094922"/>
              <a:gd name="connsiteX24" fmla="*/ 2207826 w 4094921"/>
              <a:gd name="connsiteY24" fmla="*/ 1575925 h 4094922"/>
              <a:gd name="connsiteX25" fmla="*/ 2230203 w 4094921"/>
              <a:gd name="connsiteY25" fmla="*/ 1610670 h 4094922"/>
              <a:gd name="connsiteX26" fmla="*/ 2232689 w 4094921"/>
              <a:gd name="connsiteY26" fmla="*/ 1613151 h 4094922"/>
              <a:gd name="connsiteX27" fmla="*/ 2257552 w 4094921"/>
              <a:gd name="connsiteY27" fmla="*/ 1647896 h 4094922"/>
              <a:gd name="connsiteX28" fmla="*/ 2260038 w 4094921"/>
              <a:gd name="connsiteY28" fmla="*/ 1650378 h 4094922"/>
              <a:gd name="connsiteX29" fmla="*/ 2284901 w 4094921"/>
              <a:gd name="connsiteY29" fmla="*/ 1682641 h 4094922"/>
              <a:gd name="connsiteX30" fmla="*/ 2287388 w 4094921"/>
              <a:gd name="connsiteY30" fmla="*/ 1685123 h 4094922"/>
              <a:gd name="connsiteX31" fmla="*/ 2317223 w 4094921"/>
              <a:gd name="connsiteY31" fmla="*/ 1717386 h 4094922"/>
              <a:gd name="connsiteX32" fmla="*/ 2317223 w 4094921"/>
              <a:gd name="connsiteY32" fmla="*/ 1719867 h 4094922"/>
              <a:gd name="connsiteX33" fmla="*/ 3008412 w 4094921"/>
              <a:gd name="connsiteY33" fmla="*/ 2049943 h 4094922"/>
              <a:gd name="connsiteX34" fmla="*/ 3068083 w 4094921"/>
              <a:gd name="connsiteY34" fmla="*/ 2047461 h 4094922"/>
              <a:gd name="connsiteX35" fmla="*/ 4094921 w 4094921"/>
              <a:gd name="connsiteY35" fmla="*/ 3072433 h 4094922"/>
              <a:gd name="connsiteX36" fmla="*/ 3068083 w 4094921"/>
              <a:gd name="connsiteY36" fmla="*/ 4094922 h 4094922"/>
              <a:gd name="connsiteX37" fmla="*/ 2043731 w 4094921"/>
              <a:gd name="connsiteY37" fmla="*/ 3072433 h 4094922"/>
              <a:gd name="connsiteX38" fmla="*/ 2046218 w 4094921"/>
              <a:gd name="connsiteY38" fmla="*/ 3005425 h 4094922"/>
              <a:gd name="connsiteX39" fmla="*/ 1123804 w 4094921"/>
              <a:gd name="connsiteY39" fmla="*/ 2047461 h 4094922"/>
              <a:gd name="connsiteX40" fmla="*/ 1146180 w 4094921"/>
              <a:gd name="connsiteY40" fmla="*/ 2044979 h 4094922"/>
              <a:gd name="connsiteX41" fmla="*/ 1123804 w 4094921"/>
              <a:gd name="connsiteY41" fmla="*/ 2042498 h 4094922"/>
              <a:gd name="connsiteX42" fmla="*/ 1026838 w 4094921"/>
              <a:gd name="connsiteY42" fmla="*/ 2047461 h 4094922"/>
              <a:gd name="connsiteX43" fmla="*/ 0 w 4094921"/>
              <a:gd name="connsiteY43" fmla="*/ 1024972 h 4094922"/>
              <a:gd name="connsiteX44" fmla="*/ 1026838 w 4094921"/>
              <a:gd name="connsiteY44" fmla="*/ 0 h 4094922"/>
            </a:gdLst>
            <a:rect l="l" t="t" r="r" b="b"/>
            <a:pathLst>
              <a:path w="4094921" h="4094922">
                <a:moveTo>
                  <a:pt x="1026838" y="0"/>
                </a:moveTo>
                <a:cubicBezTo>
                  <a:pt x="1593713" y="0"/>
                  <a:pt x="2053676" y="459128"/>
                  <a:pt x="2053676" y="1024972"/>
                </a:cubicBezTo>
                <a:cubicBezTo>
                  <a:pt x="2053676" y="1047307"/>
                  <a:pt x="2051190" y="1069644"/>
                  <a:pt x="2051190" y="1089498"/>
                </a:cubicBezTo>
                <a:cubicBezTo>
                  <a:pt x="2051190" y="1104388"/>
                  <a:pt x="2051190" y="1119279"/>
                  <a:pt x="2053676" y="1134169"/>
                </a:cubicBezTo>
                <a:cubicBezTo>
                  <a:pt x="2053676" y="1139133"/>
                  <a:pt x="2056163" y="1144097"/>
                  <a:pt x="2056163" y="1151542"/>
                </a:cubicBezTo>
                <a:cubicBezTo>
                  <a:pt x="2056163" y="1161469"/>
                  <a:pt x="2058649" y="1171396"/>
                  <a:pt x="2058649" y="1181323"/>
                </a:cubicBezTo>
                <a:cubicBezTo>
                  <a:pt x="2061135" y="1186287"/>
                  <a:pt x="2061135" y="1191250"/>
                  <a:pt x="2063622" y="1196214"/>
                </a:cubicBezTo>
                <a:cubicBezTo>
                  <a:pt x="2063622" y="1206141"/>
                  <a:pt x="2066108" y="1216068"/>
                  <a:pt x="2068594" y="1225995"/>
                </a:cubicBezTo>
                <a:cubicBezTo>
                  <a:pt x="2068594" y="1233440"/>
                  <a:pt x="2071080" y="1238404"/>
                  <a:pt x="2071080" y="1243367"/>
                </a:cubicBezTo>
                <a:cubicBezTo>
                  <a:pt x="2073567" y="1253294"/>
                  <a:pt x="2076053" y="1263222"/>
                  <a:pt x="2078539" y="1273149"/>
                </a:cubicBezTo>
                <a:cubicBezTo>
                  <a:pt x="2078539" y="1278112"/>
                  <a:pt x="2081026" y="1283076"/>
                  <a:pt x="2081026" y="1288039"/>
                </a:cubicBezTo>
                <a:cubicBezTo>
                  <a:pt x="2083512" y="1297966"/>
                  <a:pt x="2085998" y="1307893"/>
                  <a:pt x="2090971" y="1317821"/>
                </a:cubicBezTo>
                <a:cubicBezTo>
                  <a:pt x="2090971" y="1322784"/>
                  <a:pt x="2093457" y="1327748"/>
                  <a:pt x="2093457" y="1330229"/>
                </a:cubicBezTo>
                <a:cubicBezTo>
                  <a:pt x="2098430" y="1342638"/>
                  <a:pt x="2100916" y="1352565"/>
                  <a:pt x="2103402" y="1362492"/>
                </a:cubicBezTo>
                <a:cubicBezTo>
                  <a:pt x="2105888" y="1367456"/>
                  <a:pt x="2108375" y="1369938"/>
                  <a:pt x="2108375" y="1374901"/>
                </a:cubicBezTo>
                <a:cubicBezTo>
                  <a:pt x="2113347" y="1384828"/>
                  <a:pt x="2115834" y="1394755"/>
                  <a:pt x="2120806" y="1407164"/>
                </a:cubicBezTo>
                <a:cubicBezTo>
                  <a:pt x="2120806" y="1409646"/>
                  <a:pt x="2123292" y="1412128"/>
                  <a:pt x="2125779" y="1417091"/>
                </a:cubicBezTo>
                <a:cubicBezTo>
                  <a:pt x="2128265" y="1427018"/>
                  <a:pt x="2133238" y="1439427"/>
                  <a:pt x="2138210" y="1449354"/>
                </a:cubicBezTo>
                <a:cubicBezTo>
                  <a:pt x="2140697" y="1451836"/>
                  <a:pt x="2140697" y="1454318"/>
                  <a:pt x="2143183" y="1459281"/>
                </a:cubicBezTo>
                <a:cubicBezTo>
                  <a:pt x="2148155" y="1469209"/>
                  <a:pt x="2153128" y="1479136"/>
                  <a:pt x="2158101" y="1491545"/>
                </a:cubicBezTo>
                <a:cubicBezTo>
                  <a:pt x="2160587" y="1494026"/>
                  <a:pt x="2160587" y="1496508"/>
                  <a:pt x="2163073" y="1498990"/>
                </a:cubicBezTo>
                <a:cubicBezTo>
                  <a:pt x="2168046" y="1508917"/>
                  <a:pt x="2175505" y="1521326"/>
                  <a:pt x="2180477" y="1531253"/>
                </a:cubicBezTo>
                <a:cubicBezTo>
                  <a:pt x="2182963" y="1533735"/>
                  <a:pt x="2182963" y="1536216"/>
                  <a:pt x="2185450" y="1538698"/>
                </a:cubicBezTo>
                <a:cubicBezTo>
                  <a:pt x="2190422" y="1548625"/>
                  <a:pt x="2197881" y="1561034"/>
                  <a:pt x="2205340" y="1570961"/>
                </a:cubicBezTo>
                <a:cubicBezTo>
                  <a:pt x="2205340" y="1573443"/>
                  <a:pt x="2205340" y="1575925"/>
                  <a:pt x="2207826" y="1575925"/>
                </a:cubicBezTo>
                <a:cubicBezTo>
                  <a:pt x="2215285" y="1588334"/>
                  <a:pt x="2222744" y="1598261"/>
                  <a:pt x="2230203" y="1610670"/>
                </a:cubicBezTo>
                <a:cubicBezTo>
                  <a:pt x="2230203" y="1610670"/>
                  <a:pt x="2232689" y="1613151"/>
                  <a:pt x="2232689" y="1613151"/>
                </a:cubicBezTo>
                <a:cubicBezTo>
                  <a:pt x="2240148" y="1625560"/>
                  <a:pt x="2247607" y="1635487"/>
                  <a:pt x="2257552" y="1647896"/>
                </a:cubicBezTo>
                <a:cubicBezTo>
                  <a:pt x="2257552" y="1647896"/>
                  <a:pt x="2257552" y="1647896"/>
                  <a:pt x="2260038" y="1650378"/>
                </a:cubicBezTo>
                <a:cubicBezTo>
                  <a:pt x="2267497" y="1660305"/>
                  <a:pt x="2277443" y="1672714"/>
                  <a:pt x="2284901" y="1682641"/>
                </a:cubicBezTo>
                <a:cubicBezTo>
                  <a:pt x="2287388" y="1685123"/>
                  <a:pt x="2287388" y="1685123"/>
                  <a:pt x="2287388" y="1685123"/>
                </a:cubicBezTo>
                <a:cubicBezTo>
                  <a:pt x="2297333" y="1697531"/>
                  <a:pt x="2307278" y="1707459"/>
                  <a:pt x="2317223" y="1717386"/>
                </a:cubicBezTo>
                <a:cubicBezTo>
                  <a:pt x="2317223" y="1717386"/>
                  <a:pt x="2317223" y="1717386"/>
                  <a:pt x="2317223" y="1719867"/>
                </a:cubicBezTo>
                <a:cubicBezTo>
                  <a:pt x="2491264" y="1908482"/>
                  <a:pt x="2734920" y="2032571"/>
                  <a:pt x="3008412" y="2049943"/>
                </a:cubicBezTo>
                <a:cubicBezTo>
                  <a:pt x="3028302" y="2049943"/>
                  <a:pt x="3048193" y="2047461"/>
                  <a:pt x="3068083" y="2047461"/>
                </a:cubicBezTo>
                <a:cubicBezTo>
                  <a:pt x="3634957" y="2047461"/>
                  <a:pt x="4094921" y="2506589"/>
                  <a:pt x="4094921" y="3072433"/>
                </a:cubicBezTo>
                <a:cubicBezTo>
                  <a:pt x="4094921" y="3638276"/>
                  <a:pt x="3634957" y="4094922"/>
                  <a:pt x="3068083" y="4094922"/>
                </a:cubicBezTo>
                <a:cubicBezTo>
                  <a:pt x="2503695" y="4094922"/>
                  <a:pt x="2043731" y="3638276"/>
                  <a:pt x="2043731" y="3072433"/>
                </a:cubicBezTo>
                <a:cubicBezTo>
                  <a:pt x="2043731" y="3050097"/>
                  <a:pt x="2043731" y="3027761"/>
                  <a:pt x="2046218" y="3005425"/>
                </a:cubicBezTo>
                <a:cubicBezTo>
                  <a:pt x="2016382" y="2501625"/>
                  <a:pt x="1621062" y="2097097"/>
                  <a:pt x="1123804" y="2047461"/>
                </a:cubicBezTo>
                <a:cubicBezTo>
                  <a:pt x="1131263" y="2047461"/>
                  <a:pt x="1138721" y="2047461"/>
                  <a:pt x="1146180" y="2044979"/>
                </a:cubicBezTo>
                <a:cubicBezTo>
                  <a:pt x="1138721" y="2044979"/>
                  <a:pt x="1131263" y="2042498"/>
                  <a:pt x="1123804" y="2042498"/>
                </a:cubicBezTo>
                <a:cubicBezTo>
                  <a:pt x="1091482" y="2044979"/>
                  <a:pt x="1059160" y="2047461"/>
                  <a:pt x="1026838" y="2047461"/>
                </a:cubicBezTo>
                <a:cubicBezTo>
                  <a:pt x="459964" y="2047461"/>
                  <a:pt x="0" y="1588334"/>
                  <a:pt x="0" y="1024972"/>
                </a:cubicBezTo>
                <a:cubicBezTo>
                  <a:pt x="0" y="459128"/>
                  <a:pt x="459964" y="0"/>
                  <a:pt x="102683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5.xml><?xml version="1.0" encoding="utf-8"?>
<p:sldLayout xmlns:p="http://schemas.openxmlformats.org/presentationml/2006/main" userDrawn="1">
  <p:cSld name="10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57A2470-90DC-4D80-B047-3D86AB733E2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12192000" cy="6858000"/>
          </a:xfrm>
          <a:custGeom xmlns:a="http://schemas.openxmlformats.org/drawingml/2006/main">
            <a:gdLst>
              <a:gd name="connsiteX0" fmla="*/ 0 w 3251200"/>
              <a:gd name="connsiteY0" fmla="*/ 0 h 5715000"/>
              <a:gd name="connsiteX1" fmla="*/ 3251200 w 3251200"/>
              <a:gd name="connsiteY1" fmla="*/ 0 h 5715000"/>
              <a:gd name="connsiteX2" fmla="*/ 3251200 w 3251200"/>
              <a:gd name="connsiteY2" fmla="*/ 5715000 h 5715000"/>
              <a:gd name="connsiteX3" fmla="*/ 0 w 3251200"/>
              <a:gd name="connsiteY3" fmla="*/ 5715000 h 5715000"/>
            </a:gdLst>
            <a:rect l="l" t="t" r="r" b="b"/>
            <a:pathLst>
              <a:path w="3251200" h="5715000">
                <a:moveTo>
                  <a:pt x="0" y="0"/>
                </a:moveTo>
                <a:lnTo>
                  <a:pt x="3251200" y="0"/>
                </a:lnTo>
                <a:lnTo>
                  <a:pt x="3251200" y="5715000"/>
                </a:lnTo>
                <a:lnTo>
                  <a:pt x="0" y="5715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6.xml><?xml version="1.0" encoding="utf-8"?>
<p:sldLayout xmlns:p="http://schemas.openxmlformats.org/presentationml/2006/main" userDrawn="1">
  <p:cSld name="11_Financing Need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F93919D-F170-4D41-8799-26996637D4B5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365826"/>
            <a:ext cx="3236685" cy="4492174"/>
          </a:xfrm>
          <a:custGeom xmlns:a="http://schemas.openxmlformats.org/drawingml/2006/main">
            <a:gdLst>
              <a:gd name="connsiteX0" fmla="*/ 0 w 3236685"/>
              <a:gd name="connsiteY0" fmla="*/ 0 h 4492174"/>
              <a:gd name="connsiteX1" fmla="*/ 3236685 w 3236685"/>
              <a:gd name="connsiteY1" fmla="*/ 0 h 4492174"/>
              <a:gd name="connsiteX2" fmla="*/ 3236685 w 3236685"/>
              <a:gd name="connsiteY2" fmla="*/ 4492174 h 4492174"/>
              <a:gd name="connsiteX3" fmla="*/ 0 w 3236685"/>
              <a:gd name="connsiteY3" fmla="*/ 4492174 h 4492174"/>
            </a:gdLst>
            <a:rect l="l" t="t" r="r" b="b"/>
            <a:pathLst>
              <a:path w="3236685" h="4492174">
                <a:moveTo>
                  <a:pt x="0" y="0"/>
                </a:moveTo>
                <a:lnTo>
                  <a:pt x="3236685" y="0"/>
                </a:lnTo>
                <a:lnTo>
                  <a:pt x="3236685" y="4492174"/>
                </a:lnTo>
                <a:lnTo>
                  <a:pt x="0" y="449217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7.xml><?xml version="1.0" encoding="utf-8"?>
<p:sldLayout xmlns:p="http://schemas.openxmlformats.org/presentationml/2006/main" userDrawn="1">
  <p:cSld name="12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25D6FF0-1A26-4A10-AE08-4266E8733C7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388531" y="2168742"/>
            <a:ext cx="2736669" cy="4155859"/>
          </a:xfrm>
          <a:custGeom xmlns:a="http://schemas.openxmlformats.org/drawingml/2006/main">
            <a:gdLst>
              <a:gd name="connsiteX0" fmla="*/ 0 w 2736669"/>
              <a:gd name="connsiteY0" fmla="*/ 0 h 4155859"/>
              <a:gd name="connsiteX1" fmla="*/ 2736669 w 2736669"/>
              <a:gd name="connsiteY1" fmla="*/ 0 h 4155859"/>
              <a:gd name="connsiteX2" fmla="*/ 2736669 w 2736669"/>
              <a:gd name="connsiteY2" fmla="*/ 4155859 h 4155859"/>
              <a:gd name="connsiteX3" fmla="*/ 0 w 2736669"/>
              <a:gd name="connsiteY3" fmla="*/ 4155859 h 4155859"/>
            </a:gdLst>
            <a:rect l="l" t="t" r="r" b="b"/>
            <a:pathLst>
              <a:path w="2736669" h="4155859">
                <a:moveTo>
                  <a:pt x="0" y="0"/>
                </a:moveTo>
                <a:lnTo>
                  <a:pt x="2736669" y="0"/>
                </a:lnTo>
                <a:lnTo>
                  <a:pt x="2736669" y="4155859"/>
                </a:lnTo>
                <a:lnTo>
                  <a:pt x="0" y="415585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8.xml><?xml version="1.0" encoding="utf-8"?>
<p:sldLayout xmlns:p="http://schemas.openxmlformats.org/presentationml/2006/main" userDrawn="1">
  <p:cSld name="14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10E5623B-8293-47C6-84DA-DA812C126499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96215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E573CF56-5262-4AE9-A808-5C108833B9F6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1052644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FDABD1AE-F2F7-488D-A5A2-995A973B78D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339787" y="2626000"/>
            <a:ext cx="2799571" cy="1420948"/>
          </a:xfrm>
          <a:custGeom xmlns:a="http://schemas.openxmlformats.org/drawingml/2006/main">
            <a:gdLst>
              <a:gd name="connsiteX0" fmla="*/ 710474 w 2799571"/>
              <a:gd name="connsiteY0" fmla="*/ 0 h 1420948"/>
              <a:gd name="connsiteX1" fmla="*/ 2089097 w 2799571"/>
              <a:gd name="connsiteY1" fmla="*/ 0 h 1420948"/>
              <a:gd name="connsiteX2" fmla="*/ 2799571 w 2799571"/>
              <a:gd name="connsiteY2" fmla="*/ 710474 h 1420948"/>
              <a:gd name="connsiteX3" fmla="*/ 2089097 w 2799571"/>
              <a:gd name="connsiteY3" fmla="*/ 1420948 h 1420948"/>
              <a:gd name="connsiteX4" fmla="*/ 710474 w 2799571"/>
              <a:gd name="connsiteY4" fmla="*/ 1420948 h 1420948"/>
              <a:gd name="connsiteX5" fmla="*/ 0 w 2799571"/>
              <a:gd name="connsiteY5" fmla="*/ 710474 h 1420948"/>
              <a:gd name="connsiteX6" fmla="*/ 710474 w 2799571"/>
              <a:gd name="connsiteY6" fmla="*/ 0 h 1420948"/>
            </a:gdLst>
            <a:rect l="l" t="t" r="r" b="b"/>
            <a:pathLst>
              <a:path w="2799571" h="1420948">
                <a:moveTo>
                  <a:pt x="710474" y="0"/>
                </a:moveTo>
                <a:lnTo>
                  <a:pt x="2089097" y="0"/>
                </a:lnTo>
                <a:cubicBezTo>
                  <a:pt x="2481481" y="0"/>
                  <a:pt x="2799571" y="318090"/>
                  <a:pt x="2799571" y="710474"/>
                </a:cubicBezTo>
                <a:cubicBezTo>
                  <a:pt x="2799571" y="1102858"/>
                  <a:pt x="2481481" y="1420948"/>
                  <a:pt x="2089097" y="1420948"/>
                </a:cubicBezTo>
                <a:lnTo>
                  <a:pt x="710474" y="1420948"/>
                </a:lnTo>
                <a:cubicBezTo>
                  <a:pt x="318090" y="1420948"/>
                  <a:pt x="0" y="1102858"/>
                  <a:pt x="0" y="710474"/>
                </a:cubicBezTo>
                <a:cubicBezTo>
                  <a:pt x="0" y="318090"/>
                  <a:pt x="318090" y="0"/>
                  <a:pt x="71047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79.xml><?xml version="1.0" encoding="utf-8"?>
<p:sldLayout xmlns:p="http://schemas.openxmlformats.org/presentationml/2006/main" userDrawn="1">
  <p:cSld name="15_Investment Opportuni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5118F4EF-A3A7-449B-ABAE-9AC5EEC1DCB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064475" y="2353552"/>
            <a:ext cx="2799571" cy="3959189"/>
          </a:xfrm>
          <a:custGeom xmlns:a="http://schemas.openxmlformats.org/drawingml/2006/main">
            <a:gdLst>
              <a:gd name="connsiteX0" fmla="*/ 0 w 2799571"/>
              <a:gd name="connsiteY0" fmla="*/ 0 h 3959189"/>
              <a:gd name="connsiteX1" fmla="*/ 2799571 w 2799571"/>
              <a:gd name="connsiteY1" fmla="*/ 0 h 3959189"/>
              <a:gd name="connsiteX2" fmla="*/ 2799571 w 2799571"/>
              <a:gd name="connsiteY2" fmla="*/ 3959189 h 3959189"/>
              <a:gd name="connsiteX3" fmla="*/ 0 w 2799571"/>
              <a:gd name="connsiteY3" fmla="*/ 3959189 h 3959189"/>
            </a:gdLst>
            <a:rect l="l" t="t" r="r" b="b"/>
            <a:pathLst>
              <a:path w="2799571" h="3959189">
                <a:moveTo>
                  <a:pt x="0" y="0"/>
                </a:moveTo>
                <a:lnTo>
                  <a:pt x="2799571" y="0"/>
                </a:lnTo>
                <a:lnTo>
                  <a:pt x="2799571" y="3959189"/>
                </a:lnTo>
                <a:lnTo>
                  <a:pt x="0" y="395918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0.xml><?xml version="1.0" encoding="utf-8"?>
<p:sldLayout xmlns:p="http://schemas.openxmlformats.org/presentationml/2006/main" userDrawn="1">
  <p:cSld name="16_Investm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F0C2F6B-88BC-4A56-9AE4-26E7FFB0F38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109447" y="0"/>
            <a:ext cx="6082553" cy="6858000"/>
          </a:xfrm>
          <a:custGeom xmlns:a="http://schemas.openxmlformats.org/drawingml/2006/main">
            <a:gdLst>
              <a:gd name="connsiteX0" fmla="*/ 0 w 6082553"/>
              <a:gd name="connsiteY0" fmla="*/ 0 h 6858000"/>
              <a:gd name="connsiteX1" fmla="*/ 6082553 w 6082553"/>
              <a:gd name="connsiteY1" fmla="*/ 0 h 6858000"/>
              <a:gd name="connsiteX2" fmla="*/ 6082553 w 6082553"/>
              <a:gd name="connsiteY2" fmla="*/ 6858000 h 6858000"/>
              <a:gd name="connsiteX3" fmla="*/ 0 w 6082553"/>
              <a:gd name="connsiteY3" fmla="*/ 6858000 h 6858000"/>
            </a:gdLst>
            <a:rect l="l" t="t" r="r" b="b"/>
            <a:pathLst>
              <a:path w="6082553" h="6858000">
                <a:moveTo>
                  <a:pt x="0" y="0"/>
                </a:moveTo>
                <a:lnTo>
                  <a:pt x="6082553" y="0"/>
                </a:lnTo>
                <a:lnTo>
                  <a:pt x="6082553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1.xml><?xml version="1.0" encoding="utf-8"?>
<p:sldLayout xmlns:p="http://schemas.openxmlformats.org/presentationml/2006/main" userDrawn="1">
  <p:cSld name="17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B260C32-F500-430E-A6EC-6FD3ABE10D9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0" y="4366927"/>
            <a:ext cx="5029200" cy="1960375"/>
          </a:xfrm>
          <a:custGeom xmlns:a="http://schemas.openxmlformats.org/drawingml/2006/main">
            <a:gdLst>
              <a:gd name="connsiteX0" fmla="*/ 0 w 5029200"/>
              <a:gd name="connsiteY0" fmla="*/ 0 h 1960375"/>
              <a:gd name="connsiteX1" fmla="*/ 5029200 w 5029200"/>
              <a:gd name="connsiteY1" fmla="*/ 0 h 1960375"/>
              <a:gd name="connsiteX2" fmla="*/ 5029200 w 5029200"/>
              <a:gd name="connsiteY2" fmla="*/ 1960375 h 1960375"/>
              <a:gd name="connsiteX3" fmla="*/ 0 w 5029200"/>
              <a:gd name="connsiteY3" fmla="*/ 1960375 h 1960375"/>
            </a:gdLst>
            <a:rect l="l" t="t" r="r" b="b"/>
            <a:pathLst>
              <a:path w="5029200" h="1960375">
                <a:moveTo>
                  <a:pt x="0" y="0"/>
                </a:moveTo>
                <a:lnTo>
                  <a:pt x="5029200" y="0"/>
                </a:lnTo>
                <a:lnTo>
                  <a:pt x="5029200" y="1960375"/>
                </a:lnTo>
                <a:lnTo>
                  <a:pt x="0" y="19603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2.xml><?xml version="1.0" encoding="utf-8"?>
<p:sldLayout xmlns:p="http://schemas.openxmlformats.org/presentationml/2006/main" userDrawn="1">
  <p:cSld name="18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98CCDA8-74A1-4ECE-881C-0B3559A4C6D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891595"/>
            <a:ext cx="2528757" cy="3966406"/>
          </a:xfrm>
          <a:custGeom xmlns:a="http://schemas.openxmlformats.org/drawingml/2006/main">
            <a:gdLst>
              <a:gd name="connsiteX0" fmla="*/ 0 w 2528757"/>
              <a:gd name="connsiteY0" fmla="*/ 0 h 3966406"/>
              <a:gd name="connsiteX1" fmla="*/ 2528757 w 2528757"/>
              <a:gd name="connsiteY1" fmla="*/ 0 h 3966406"/>
              <a:gd name="connsiteX2" fmla="*/ 2528757 w 2528757"/>
              <a:gd name="connsiteY2" fmla="*/ 3966406 h 3966406"/>
              <a:gd name="connsiteX3" fmla="*/ 0 w 2528757"/>
              <a:gd name="connsiteY3" fmla="*/ 3966406 h 3966406"/>
            </a:gdLst>
            <a:rect l="l" t="t" r="r" b="b"/>
            <a:pathLst>
              <a:path w="2528757" h="3966406">
                <a:moveTo>
                  <a:pt x="0" y="0"/>
                </a:moveTo>
                <a:lnTo>
                  <a:pt x="2528757" y="0"/>
                </a:lnTo>
                <a:lnTo>
                  <a:pt x="2528757" y="3966406"/>
                </a:lnTo>
                <a:lnTo>
                  <a:pt x="0" y="3966406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3.xml><?xml version="1.0" encoding="utf-8"?>
<p:sldLayout xmlns:p="http://schemas.openxmlformats.org/presentationml/2006/main" userDrawn="1">
  <p:cSld name="19_Investment &amp; Profi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A7FE2F4-1F3D-4760-B0C0-793B1AB36CB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01774" y="1143000"/>
            <a:ext cx="3123426" cy="5181600"/>
          </a:xfrm>
          <a:custGeom xmlns:a="http://schemas.openxmlformats.org/drawingml/2006/main">
            <a:gdLst>
              <a:gd name="connsiteX0" fmla="*/ 0 w 3123426"/>
              <a:gd name="connsiteY0" fmla="*/ 0 h 5181600"/>
              <a:gd name="connsiteX1" fmla="*/ 3123426 w 3123426"/>
              <a:gd name="connsiteY1" fmla="*/ 0 h 5181600"/>
              <a:gd name="connsiteX2" fmla="*/ 3123426 w 3123426"/>
              <a:gd name="connsiteY2" fmla="*/ 5181600 h 5181600"/>
              <a:gd name="connsiteX3" fmla="*/ 0 w 3123426"/>
              <a:gd name="connsiteY3" fmla="*/ 5181600 h 5181600"/>
            </a:gdLst>
            <a:rect l="l" t="t" r="r" b="b"/>
            <a:pathLst>
              <a:path w="3123426" h="5181600">
                <a:moveTo>
                  <a:pt x="0" y="0"/>
                </a:moveTo>
                <a:lnTo>
                  <a:pt x="3123426" y="0"/>
                </a:lnTo>
                <a:lnTo>
                  <a:pt x="3123426" y="5181600"/>
                </a:lnTo>
                <a:lnTo>
                  <a:pt x="0" y="51816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4.xml><?xml version="1.0" encoding="utf-8"?>
<p:sldLayout xmlns:p="http://schemas.openxmlformats.org/presentationml/2006/main" userDrawn="1">
  <p:cSld name="20_Use of F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9CEBA5F-6DB5-48E3-BCAA-97140F76818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95234" y="3846286"/>
            <a:ext cx="5000767" cy="2478314"/>
          </a:xfrm>
          <a:custGeom xmlns:a="http://schemas.openxmlformats.org/drawingml/2006/main">
            <a:gdLst>
              <a:gd name="connsiteX0" fmla="*/ 0 w 5000767"/>
              <a:gd name="connsiteY0" fmla="*/ 0 h 2478314"/>
              <a:gd name="connsiteX1" fmla="*/ 5000767 w 5000767"/>
              <a:gd name="connsiteY1" fmla="*/ 0 h 2478314"/>
              <a:gd name="connsiteX2" fmla="*/ 5000767 w 5000767"/>
              <a:gd name="connsiteY2" fmla="*/ 2478314 h 2478314"/>
              <a:gd name="connsiteX3" fmla="*/ 0 w 5000767"/>
              <a:gd name="connsiteY3" fmla="*/ 2478314 h 2478314"/>
            </a:gdLst>
            <a:rect l="l" t="t" r="r" b="b"/>
            <a:pathLst>
              <a:path w="5000767" h="2478314">
                <a:moveTo>
                  <a:pt x="0" y="0"/>
                </a:moveTo>
                <a:lnTo>
                  <a:pt x="5000767" y="0"/>
                </a:lnTo>
                <a:lnTo>
                  <a:pt x="5000767" y="2478314"/>
                </a:lnTo>
                <a:lnTo>
                  <a:pt x="0" y="24783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5.xml><?xml version="1.0" encoding="utf-8"?>
<p:sldLayout xmlns:p="http://schemas.openxmlformats.org/presentationml/2006/main" userDrawn="1">
  <p:cSld name="21_Use of Fu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5C4FAF6-0D14-4D89-BD36-03E034D62AED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966231" y="3132220"/>
            <a:ext cx="2258974" cy="2258974"/>
          </a:xfrm>
          <a:custGeom xmlns:a="http://schemas.openxmlformats.org/drawingml/2006/main">
            <a:gdLst>
              <a:gd name="connsiteX0" fmla="*/ 1129487 w 2258974"/>
              <a:gd name="connsiteY0" fmla="*/ 0 h 2258974"/>
              <a:gd name="connsiteX1" fmla="*/ 2258974 w 2258974"/>
              <a:gd name="connsiteY1" fmla="*/ 1129487 h 2258974"/>
              <a:gd name="connsiteX2" fmla="*/ 1129487 w 2258974"/>
              <a:gd name="connsiteY2" fmla="*/ 2258974 h 2258974"/>
              <a:gd name="connsiteX3" fmla="*/ 0 w 2258974"/>
              <a:gd name="connsiteY3" fmla="*/ 1129487 h 2258974"/>
              <a:gd name="connsiteX4" fmla="*/ 1129487 w 2258974"/>
              <a:gd name="connsiteY4" fmla="*/ 0 h 2258974"/>
            </a:gdLst>
            <a:rect l="l" t="t" r="r" b="b"/>
            <a:pathLst>
              <a:path w="2258974" h="2258974">
                <a:moveTo>
                  <a:pt x="1129487" y="0"/>
                </a:moveTo>
                <a:cubicBezTo>
                  <a:pt x="1753285" y="0"/>
                  <a:pt x="2258974" y="505689"/>
                  <a:pt x="2258974" y="1129487"/>
                </a:cubicBezTo>
                <a:cubicBezTo>
                  <a:pt x="2258974" y="1753285"/>
                  <a:pt x="1753285" y="2258974"/>
                  <a:pt x="1129487" y="2258974"/>
                </a:cubicBezTo>
                <a:cubicBezTo>
                  <a:pt x="505689" y="2258974"/>
                  <a:pt x="0" y="1753285"/>
                  <a:pt x="0" y="1129487"/>
                </a:cubicBezTo>
                <a:cubicBezTo>
                  <a:pt x="0" y="505689"/>
                  <a:pt x="505689" y="0"/>
                  <a:pt x="112948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6.xml><?xml version="1.0" encoding="utf-8"?>
<p:sldLayout xmlns:p="http://schemas.openxmlformats.org/presentationml/2006/main" userDrawn="1">
  <p:cSld name="22_Data Analysi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1E94E1F4-FFA0-4AE9-99CF-7EFD1B0C937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66801" y="1921755"/>
            <a:ext cx="6903299" cy="1257300"/>
          </a:xfrm>
          <a:custGeom xmlns:a="http://schemas.openxmlformats.org/drawingml/2006/main">
            <a:gdLst>
              <a:gd name="connsiteX0" fmla="*/ 0 w 6903299"/>
              <a:gd name="connsiteY0" fmla="*/ 0 h 1257300"/>
              <a:gd name="connsiteX1" fmla="*/ 6903299 w 6903299"/>
              <a:gd name="connsiteY1" fmla="*/ 0 h 1257300"/>
              <a:gd name="connsiteX2" fmla="*/ 6903299 w 6903299"/>
              <a:gd name="connsiteY2" fmla="*/ 1257300 h 1257300"/>
              <a:gd name="connsiteX3" fmla="*/ 0 w 6903299"/>
              <a:gd name="connsiteY3" fmla="*/ 1257300 h 1257300"/>
            </a:gdLst>
            <a:rect l="l" t="t" r="r" b="b"/>
            <a:pathLst>
              <a:path w="6903299" h="1257300">
                <a:moveTo>
                  <a:pt x="0" y="0"/>
                </a:moveTo>
                <a:lnTo>
                  <a:pt x="6903299" y="0"/>
                </a:lnTo>
                <a:lnTo>
                  <a:pt x="6903299" y="125730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7.xml><?xml version="1.0" encoding="utf-8"?>
<p:sldLayout xmlns:p="http://schemas.openxmlformats.org/presentationml/2006/main" userDrawn="1">
  <p:cSld name="23_Information Data Inf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E02ABDC-B5E7-4D6D-91BD-45160B8329F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095828" y="2095500"/>
            <a:ext cx="5000172" cy="2418443"/>
          </a:xfrm>
          <a:custGeom xmlns:a="http://schemas.openxmlformats.org/drawingml/2006/main">
            <a:gdLst>
              <a:gd name="connsiteX0" fmla="*/ 0 w 5000172"/>
              <a:gd name="connsiteY0" fmla="*/ 0 h 2418443"/>
              <a:gd name="connsiteX1" fmla="*/ 5000172 w 5000172"/>
              <a:gd name="connsiteY1" fmla="*/ 0 h 2418443"/>
              <a:gd name="connsiteX2" fmla="*/ 5000172 w 5000172"/>
              <a:gd name="connsiteY2" fmla="*/ 2418443 h 2418443"/>
              <a:gd name="connsiteX3" fmla="*/ 0 w 5000172"/>
              <a:gd name="connsiteY3" fmla="*/ 2418443 h 2418443"/>
            </a:gdLst>
            <a:rect l="l" t="t" r="r" b="b"/>
            <a:pathLst>
              <a:path w="5000172" h="2418443">
                <a:moveTo>
                  <a:pt x="0" y="0"/>
                </a:moveTo>
                <a:lnTo>
                  <a:pt x="5000172" y="0"/>
                </a:lnTo>
                <a:lnTo>
                  <a:pt x="5000172" y="2418443"/>
                </a:lnTo>
                <a:lnTo>
                  <a:pt x="0" y="241844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8.xml><?xml version="1.0" encoding="utf-8"?>
<p:sldLayout xmlns:p="http://schemas.openxmlformats.org/presentationml/2006/main" userDrawn="1">
  <p:cSld name="Agenda 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33E2F2D-4A8B-4E39-89E5-79AF20702B48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2347913" y="1023939"/>
            <a:ext cx="4210050" cy="4810125"/>
          </a:xfrm>
          <a:custGeom xmlns:a="http://schemas.openxmlformats.org/drawingml/2006/main">
            <a:gdLst>
              <a:gd name="connsiteX0" fmla="*/ 0 w 4210050"/>
              <a:gd name="connsiteY0" fmla="*/ 0 h 4810125"/>
              <a:gd name="connsiteX1" fmla="*/ 1808163 w 4210050"/>
              <a:gd name="connsiteY1" fmla="*/ 0 h 4810125"/>
              <a:gd name="connsiteX2" fmla="*/ 4210050 w 4210050"/>
              <a:gd name="connsiteY2" fmla="*/ 2405063 h 4810125"/>
              <a:gd name="connsiteX3" fmla="*/ 1808163 w 4210050"/>
              <a:gd name="connsiteY3" fmla="*/ 4810125 h 4810125"/>
              <a:gd name="connsiteX4" fmla="*/ 0 w 4210050"/>
              <a:gd name="connsiteY4" fmla="*/ 4810125 h 4810125"/>
              <a:gd name="connsiteX5" fmla="*/ 2403475 w 4210050"/>
              <a:gd name="connsiteY5" fmla="*/ 2405063 h 4810125"/>
            </a:gdLst>
            <a:rect l="l" t="t" r="r" b="b"/>
            <a:pathLst>
              <a:path w="4210050" h="4810125">
                <a:moveTo>
                  <a:pt x="0" y="0"/>
                </a:moveTo>
                <a:lnTo>
                  <a:pt x="1808163" y="0"/>
                </a:lnTo>
                <a:lnTo>
                  <a:pt x="4210050" y="2405063"/>
                </a:lnTo>
                <a:lnTo>
                  <a:pt x="1808163" y="4810125"/>
                </a:lnTo>
                <a:lnTo>
                  <a:pt x="0" y="4810125"/>
                </a:lnTo>
                <a:lnTo>
                  <a:pt x="2403475" y="240506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89.xml><?xml version="1.0" encoding="utf-8"?>
<p:sldLayout xmlns:p="http://schemas.openxmlformats.org/presentationml/2006/main" userDrawn="1">
  <p:cSld name="Agenda 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7F31DDD-9BDB-471E-B096-84EB15550B1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1"/>
            <a:ext cx="6124172" cy="6857999"/>
          </a:xfrm>
          <a:custGeom xmlns:a="http://schemas.openxmlformats.org/drawingml/2006/main">
            <a:gdLst>
              <a:gd name="connsiteX0" fmla="*/ 0 w 6124172"/>
              <a:gd name="connsiteY0" fmla="*/ 0 h 6857999"/>
              <a:gd name="connsiteX1" fmla="*/ 2622912 w 6124172"/>
              <a:gd name="connsiteY1" fmla="*/ 0 h 6857999"/>
              <a:gd name="connsiteX2" fmla="*/ 6124172 w 6124172"/>
              <a:gd name="connsiteY2" fmla="*/ 4858528 h 6857999"/>
              <a:gd name="connsiteX3" fmla="*/ 4681495 w 6124172"/>
              <a:gd name="connsiteY3" fmla="*/ 6857999 h 6857999"/>
              <a:gd name="connsiteX4" fmla="*/ 0 w 6124172"/>
              <a:gd name="connsiteY4" fmla="*/ 6857999 h 6857999"/>
              <a:gd name="connsiteX5" fmla="*/ 0 w 6124172"/>
              <a:gd name="connsiteY5" fmla="*/ 4858528 h 6857999"/>
            </a:gdLst>
            <a:rect l="l" t="t" r="r" b="b"/>
            <a:pathLst>
              <a:path w="6124172" h="6857999">
                <a:moveTo>
                  <a:pt x="0" y="0"/>
                </a:moveTo>
                <a:lnTo>
                  <a:pt x="2622912" y="0"/>
                </a:lnTo>
                <a:lnTo>
                  <a:pt x="6124172" y="4858528"/>
                </a:lnTo>
                <a:lnTo>
                  <a:pt x="4681495" y="6857999"/>
                </a:lnTo>
                <a:lnTo>
                  <a:pt x="0" y="6857999"/>
                </a:lnTo>
                <a:lnTo>
                  <a:pt x="0" y="485852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0.xml><?xml version="1.0" encoding="utf-8"?>
<p:sldLayout xmlns:p="http://schemas.openxmlformats.org/presentationml/2006/main" userDrawn="1">
  <p:cSld name="Agenda 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7B3B552-02D1-4509-8926-82FC1445588C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3290888" y="1636"/>
            <a:ext cx="5611813" cy="4295481"/>
          </a:xfrm>
          <a:custGeom xmlns:a="http://schemas.openxmlformats.org/drawingml/2006/main">
            <a:gdLst>
              <a:gd name="connsiteX0" fmla="*/ 4444960 w 5611813"/>
              <a:gd name="connsiteY0" fmla="*/ 2296944 h 4295481"/>
              <a:gd name="connsiteX1" fmla="*/ 5456237 w 5611813"/>
              <a:gd name="connsiteY1" fmla="*/ 3250433 h 4295481"/>
              <a:gd name="connsiteX2" fmla="*/ 4533829 w 5611813"/>
              <a:gd name="connsiteY2" fmla="*/ 4295481 h 4295481"/>
              <a:gd name="connsiteX3" fmla="*/ 3519487 w 5611813"/>
              <a:gd name="connsiteY3" fmla="*/ 3341993 h 4295481"/>
              <a:gd name="connsiteX4" fmla="*/ 1165265 w 5611813"/>
              <a:gd name="connsiteY4" fmla="*/ 2296944 h 4295481"/>
              <a:gd name="connsiteX5" fmla="*/ 2090737 w 5611813"/>
              <a:gd name="connsiteY5" fmla="*/ 3341993 h 4295481"/>
              <a:gd name="connsiteX6" fmla="*/ 1076395 w 5611813"/>
              <a:gd name="connsiteY6" fmla="*/ 4295481 h 4295481"/>
              <a:gd name="connsiteX7" fmla="*/ 153987 w 5611813"/>
              <a:gd name="connsiteY7" fmla="*/ 3250433 h 4295481"/>
              <a:gd name="connsiteX8" fmla="*/ 0 w 5611813"/>
              <a:gd name="connsiteY8" fmla="*/ 0 h 4295481"/>
              <a:gd name="connsiteX9" fmla="*/ 5611813 w 5611813"/>
              <a:gd name="connsiteY9" fmla="*/ 0 h 4295481"/>
              <a:gd name="connsiteX10" fmla="*/ 2805113 w 5611813"/>
              <a:gd name="connsiteY10" fmla="*/ 3172978 h 4295481"/>
            </a:gdLst>
            <a:rect l="l" t="t" r="r" b="b"/>
            <a:pathLst>
              <a:path w="5611813" h="4295481">
                <a:moveTo>
                  <a:pt x="4444960" y="2296944"/>
                </a:moveTo>
                <a:lnTo>
                  <a:pt x="5456237" y="3250433"/>
                </a:lnTo>
                <a:lnTo>
                  <a:pt x="4533829" y="4295481"/>
                </a:lnTo>
                <a:lnTo>
                  <a:pt x="3519487" y="3341993"/>
                </a:lnTo>
                <a:close/>
                <a:moveTo>
                  <a:pt x="1165265" y="2296944"/>
                </a:moveTo>
                <a:lnTo>
                  <a:pt x="2090737" y="3341993"/>
                </a:lnTo>
                <a:lnTo>
                  <a:pt x="1076395" y="4295481"/>
                </a:lnTo>
                <a:lnTo>
                  <a:pt x="153987" y="3250433"/>
                </a:lnTo>
                <a:close/>
                <a:moveTo>
                  <a:pt x="0" y="0"/>
                </a:moveTo>
                <a:lnTo>
                  <a:pt x="5611813" y="0"/>
                </a:lnTo>
                <a:lnTo>
                  <a:pt x="2805113" y="317297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1.xml><?xml version="1.0" encoding="utf-8"?>
<p:sldLayout xmlns:p="http://schemas.openxmlformats.org/presentationml/2006/main" userDrawn="1">
  <p:cSld name="Agenda 05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96264A29-3B40-4135-A9E1-E1E0DCB5EB9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453544" y="1290319"/>
            <a:ext cx="4864608" cy="4279392"/>
          </a:xfrm>
          <a:custGeom xmlns:a="http://schemas.openxmlformats.org/drawingml/2006/main">
            <a:gdLst>
              <a:gd name="connsiteX0" fmla="*/ 2728057 w 4864608"/>
              <a:gd name="connsiteY0" fmla="*/ 1790910 h 4279392"/>
              <a:gd name="connsiteX1" fmla="*/ 3665916 w 4864608"/>
              <a:gd name="connsiteY1" fmla="*/ 2729074 h 4279392"/>
              <a:gd name="connsiteX2" fmla="*/ 2728057 w 4864608"/>
              <a:gd name="connsiteY2" fmla="*/ 3667238 h 4279392"/>
              <a:gd name="connsiteX3" fmla="*/ 1790198 w 4864608"/>
              <a:gd name="connsiteY3" fmla="*/ 2729074 h 4279392"/>
              <a:gd name="connsiteX4" fmla="*/ 2728057 w 4864608"/>
              <a:gd name="connsiteY4" fmla="*/ 1790910 h 4279392"/>
              <a:gd name="connsiteX5" fmla="*/ 2728150 w 4864608"/>
              <a:gd name="connsiteY5" fmla="*/ 1178755 h 4279392"/>
              <a:gd name="connsiteX6" fmla="*/ 3823237 w 4864608"/>
              <a:gd name="connsiteY6" fmla="*/ 1632978 h 4279392"/>
              <a:gd name="connsiteX7" fmla="*/ 4277377 w 4864608"/>
              <a:gd name="connsiteY7" fmla="*/ 2728268 h 4279392"/>
              <a:gd name="connsiteX8" fmla="*/ 3823237 w 4864608"/>
              <a:gd name="connsiteY8" fmla="*/ 3825169 h 4279392"/>
              <a:gd name="connsiteX9" fmla="*/ 2728150 w 4864608"/>
              <a:gd name="connsiteY9" fmla="*/ 4279392 h 4279392"/>
              <a:gd name="connsiteX10" fmla="*/ 2728150 w 4864608"/>
              <a:gd name="connsiteY10" fmla="*/ 3828390 h 4279392"/>
              <a:gd name="connsiteX11" fmla="*/ 3826459 w 4864608"/>
              <a:gd name="connsiteY11" fmla="*/ 2728268 h 4279392"/>
              <a:gd name="connsiteX12" fmla="*/ 2728150 w 4864608"/>
              <a:gd name="connsiteY12" fmla="*/ 1629757 h 4279392"/>
              <a:gd name="connsiteX13" fmla="*/ 1628230 w 4864608"/>
              <a:gd name="connsiteY13" fmla="*/ 2728268 h 4279392"/>
              <a:gd name="connsiteX14" fmla="*/ 1177312 w 4864608"/>
              <a:gd name="connsiteY14" fmla="*/ 2728268 h 4279392"/>
              <a:gd name="connsiteX15" fmla="*/ 1631451 w 4864608"/>
              <a:gd name="connsiteY15" fmla="*/ 1632978 h 4279392"/>
              <a:gd name="connsiteX16" fmla="*/ 2728150 w 4864608"/>
              <a:gd name="connsiteY16" fmla="*/ 1178755 h 4279392"/>
              <a:gd name="connsiteX17" fmla="*/ 2728863 w 4864608"/>
              <a:gd name="connsiteY17" fmla="*/ 590801 h 4279392"/>
              <a:gd name="connsiteX18" fmla="*/ 3559967 w 4864608"/>
              <a:gd name="connsiteY18" fmla="*/ 759881 h 4279392"/>
              <a:gd name="connsiteX19" fmla="*/ 4239669 w 4864608"/>
              <a:gd name="connsiteY19" fmla="*/ 1217202 h 4279392"/>
              <a:gd name="connsiteX20" fmla="*/ 4697099 w 4864608"/>
              <a:gd name="connsiteY20" fmla="*/ 1896742 h 4279392"/>
              <a:gd name="connsiteX21" fmla="*/ 4864608 w 4864608"/>
              <a:gd name="connsiteY21" fmla="*/ 2727649 h 4279392"/>
              <a:gd name="connsiteX22" fmla="*/ 4413621 w 4864608"/>
              <a:gd name="connsiteY22" fmla="*/ 2727649 h 4279392"/>
              <a:gd name="connsiteX23" fmla="*/ 2728863 w 4864608"/>
              <a:gd name="connsiteY23" fmla="*/ 1041681 h 4279392"/>
              <a:gd name="connsiteX24" fmla="*/ 1042494 w 4864608"/>
              <a:gd name="connsiteY24" fmla="*/ 2727649 h 4279392"/>
              <a:gd name="connsiteX25" fmla="*/ 591507 w 4864608"/>
              <a:gd name="connsiteY25" fmla="*/ 2727649 h 4279392"/>
              <a:gd name="connsiteX26" fmla="*/ 760627 w 4864608"/>
              <a:gd name="connsiteY26" fmla="*/ 1896742 h 4279392"/>
              <a:gd name="connsiteX27" fmla="*/ 1218056 w 4864608"/>
              <a:gd name="connsiteY27" fmla="*/ 1217202 h 4279392"/>
              <a:gd name="connsiteX28" fmla="*/ 1896148 w 4864608"/>
              <a:gd name="connsiteY28" fmla="*/ 759881 h 4279392"/>
              <a:gd name="connsiteX29" fmla="*/ 2728863 w 4864608"/>
              <a:gd name="connsiteY29" fmla="*/ 590801 h 4279392"/>
              <a:gd name="connsiteX30" fmla="*/ 2728057 w 4864608"/>
              <a:gd name="connsiteY30" fmla="*/ 0 h 4279392"/>
              <a:gd name="connsiteX31" fmla="*/ 2728057 w 4864608"/>
              <a:gd name="connsiteY31" fmla="*/ 450851 h 4279392"/>
              <a:gd name="connsiteX32" fmla="*/ 450918 w 4864608"/>
              <a:gd name="connsiteY32" fmla="*/ 2727650 h 4279392"/>
              <a:gd name="connsiteX33" fmla="*/ 0 w 4864608"/>
              <a:gd name="connsiteY33" fmla="*/ 2727650 h 4279392"/>
              <a:gd name="connsiteX34" fmla="*/ 214186 w 4864608"/>
              <a:gd name="connsiteY34" fmla="*/ 1666539 h 4279392"/>
              <a:gd name="connsiteX35" fmla="*/ 798770 w 4864608"/>
              <a:gd name="connsiteY35" fmla="*/ 798651 h 4279392"/>
              <a:gd name="connsiteX36" fmla="*/ 1665177 w 4864608"/>
              <a:gd name="connsiteY36" fmla="*/ 214154 h 4279392"/>
              <a:gd name="connsiteX37" fmla="*/ 2728057 w 4864608"/>
              <a:gd name="connsiteY37" fmla="*/ 0 h 4279392"/>
            </a:gdLst>
            <a:rect l="l" t="t" r="r" b="b"/>
            <a:pathLst>
              <a:path w="4864608" h="4279392">
                <a:moveTo>
                  <a:pt x="2728057" y="1790910"/>
                </a:moveTo>
                <a:cubicBezTo>
                  <a:pt x="3246022" y="1790910"/>
                  <a:pt x="3665916" y="2210940"/>
                  <a:pt x="3665916" y="2729074"/>
                </a:cubicBezTo>
                <a:cubicBezTo>
                  <a:pt x="3665916" y="3247208"/>
                  <a:pt x="3246022" y="3667238"/>
                  <a:pt x="2728057" y="3667238"/>
                </a:cubicBezTo>
                <a:cubicBezTo>
                  <a:pt x="2210092" y="3667238"/>
                  <a:pt x="1790198" y="3247208"/>
                  <a:pt x="1790198" y="2729074"/>
                </a:cubicBezTo>
                <a:cubicBezTo>
                  <a:pt x="1790198" y="2210940"/>
                  <a:pt x="2210092" y="1790910"/>
                  <a:pt x="2728057" y="1790910"/>
                </a:cubicBezTo>
                <a:close/>
                <a:moveTo>
                  <a:pt x="2728150" y="1178755"/>
                </a:moveTo>
                <a:cubicBezTo>
                  <a:pt x="3142029" y="1178755"/>
                  <a:pt x="3531751" y="1339827"/>
                  <a:pt x="3823237" y="1632978"/>
                </a:cubicBezTo>
                <a:cubicBezTo>
                  <a:pt x="4116335" y="1924519"/>
                  <a:pt x="4277377" y="2314313"/>
                  <a:pt x="4277377" y="2728268"/>
                </a:cubicBezTo>
                <a:cubicBezTo>
                  <a:pt x="4277377" y="3142224"/>
                  <a:pt x="4116335" y="3532018"/>
                  <a:pt x="3823237" y="3825169"/>
                </a:cubicBezTo>
                <a:cubicBezTo>
                  <a:pt x="3531751" y="4118320"/>
                  <a:pt x="3142029" y="4279392"/>
                  <a:pt x="2728150" y="4279392"/>
                </a:cubicBezTo>
                <a:cubicBezTo>
                  <a:pt x="2728150" y="4279392"/>
                  <a:pt x="2728150" y="4279392"/>
                  <a:pt x="2728150" y="3828390"/>
                </a:cubicBezTo>
                <a:cubicBezTo>
                  <a:pt x="3333669" y="3828390"/>
                  <a:pt x="3826459" y="3333899"/>
                  <a:pt x="3826459" y="2728268"/>
                </a:cubicBezTo>
                <a:cubicBezTo>
                  <a:pt x="3826459" y="2122637"/>
                  <a:pt x="3333669" y="1629757"/>
                  <a:pt x="2728150" y="1629757"/>
                </a:cubicBezTo>
                <a:cubicBezTo>
                  <a:pt x="2122631" y="1629757"/>
                  <a:pt x="1628230" y="2122637"/>
                  <a:pt x="1628230" y="2728268"/>
                </a:cubicBezTo>
                <a:cubicBezTo>
                  <a:pt x="1628230" y="2728268"/>
                  <a:pt x="1628230" y="2728268"/>
                  <a:pt x="1177312" y="2728268"/>
                </a:cubicBezTo>
                <a:cubicBezTo>
                  <a:pt x="1177312" y="2314313"/>
                  <a:pt x="1338354" y="1924519"/>
                  <a:pt x="1631451" y="1632978"/>
                </a:cubicBezTo>
                <a:cubicBezTo>
                  <a:pt x="1924549" y="1339827"/>
                  <a:pt x="2314271" y="1178755"/>
                  <a:pt x="2728150" y="1178755"/>
                </a:cubicBezTo>
                <a:close/>
                <a:moveTo>
                  <a:pt x="2728863" y="590801"/>
                </a:moveTo>
                <a:cubicBezTo>
                  <a:pt x="3017172" y="590801"/>
                  <a:pt x="3297429" y="648771"/>
                  <a:pt x="3559967" y="759881"/>
                </a:cubicBezTo>
                <a:cubicBezTo>
                  <a:pt x="3814453" y="867770"/>
                  <a:pt x="4043167" y="1020747"/>
                  <a:pt x="4239669" y="1217202"/>
                </a:cubicBezTo>
                <a:cubicBezTo>
                  <a:pt x="4436171" y="1413656"/>
                  <a:pt x="4589184" y="1642317"/>
                  <a:pt x="4697099" y="1896742"/>
                </a:cubicBezTo>
                <a:cubicBezTo>
                  <a:pt x="4808235" y="2159219"/>
                  <a:pt x="4864608" y="2439408"/>
                  <a:pt x="4864608" y="2727649"/>
                </a:cubicBezTo>
                <a:cubicBezTo>
                  <a:pt x="4864608" y="2727649"/>
                  <a:pt x="4864608" y="2727649"/>
                  <a:pt x="4413621" y="2727649"/>
                </a:cubicBezTo>
                <a:cubicBezTo>
                  <a:pt x="4413621" y="1798515"/>
                  <a:pt x="3658218" y="1041681"/>
                  <a:pt x="2728863" y="1041681"/>
                </a:cubicBezTo>
                <a:cubicBezTo>
                  <a:pt x="1799508" y="1041681"/>
                  <a:pt x="1042494" y="1798515"/>
                  <a:pt x="1042494" y="2727649"/>
                </a:cubicBezTo>
                <a:cubicBezTo>
                  <a:pt x="1042494" y="2727649"/>
                  <a:pt x="1042494" y="2727649"/>
                  <a:pt x="591507" y="2727649"/>
                </a:cubicBezTo>
                <a:cubicBezTo>
                  <a:pt x="591507" y="2439408"/>
                  <a:pt x="647880" y="2159219"/>
                  <a:pt x="760627" y="1896742"/>
                </a:cubicBezTo>
                <a:cubicBezTo>
                  <a:pt x="866931" y="1642317"/>
                  <a:pt x="1021555" y="1413656"/>
                  <a:pt x="1218056" y="1217202"/>
                </a:cubicBezTo>
                <a:cubicBezTo>
                  <a:pt x="1414558" y="1020747"/>
                  <a:pt x="1641662" y="867770"/>
                  <a:pt x="1896148" y="759881"/>
                </a:cubicBezTo>
                <a:cubicBezTo>
                  <a:pt x="2160297" y="648771"/>
                  <a:pt x="2440553" y="590801"/>
                  <a:pt x="2728863" y="590801"/>
                </a:cubicBezTo>
                <a:close/>
                <a:moveTo>
                  <a:pt x="2728057" y="0"/>
                </a:moveTo>
                <a:cubicBezTo>
                  <a:pt x="2728057" y="0"/>
                  <a:pt x="2728057" y="0"/>
                  <a:pt x="2728057" y="450851"/>
                </a:cubicBezTo>
                <a:cubicBezTo>
                  <a:pt x="1471927" y="450851"/>
                  <a:pt x="450918" y="1471707"/>
                  <a:pt x="450918" y="2727650"/>
                </a:cubicBezTo>
                <a:cubicBezTo>
                  <a:pt x="450918" y="2727650"/>
                  <a:pt x="450918" y="2727650"/>
                  <a:pt x="0" y="2727650"/>
                </a:cubicBezTo>
                <a:cubicBezTo>
                  <a:pt x="0" y="2358918"/>
                  <a:pt x="72469" y="2003068"/>
                  <a:pt x="214186" y="1666539"/>
                </a:cubicBezTo>
                <a:cubicBezTo>
                  <a:pt x="351072" y="1341282"/>
                  <a:pt x="547544" y="1049839"/>
                  <a:pt x="798770" y="798651"/>
                </a:cubicBezTo>
                <a:cubicBezTo>
                  <a:pt x="1048385" y="549073"/>
                  <a:pt x="1341482" y="352630"/>
                  <a:pt x="1665177" y="214154"/>
                </a:cubicBezTo>
                <a:cubicBezTo>
                  <a:pt x="2001756" y="72458"/>
                  <a:pt x="2359270" y="0"/>
                  <a:pt x="2728057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2.xml><?xml version="1.0" encoding="utf-8"?>
<p:sldLayout xmlns:p="http://schemas.openxmlformats.org/presentationml/2006/main" userDrawn="1">
  <p:cSld name="Agenda 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9ACF846-4F67-4B92-9CAF-1FD6176B2AE4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5535613" y="1987550"/>
            <a:ext cx="1120775" cy="1292225"/>
          </a:xfrm>
          <a:custGeom xmlns:a="http://schemas.openxmlformats.org/drawingml/2006/main">
            <a:gdLst>
              <a:gd name="connsiteX0" fmla="*/ 561975 w 1120775"/>
              <a:gd name="connsiteY0" fmla="*/ 0 h 1292225"/>
              <a:gd name="connsiteX1" fmla="*/ 1120775 w 1120775"/>
              <a:gd name="connsiteY1" fmla="*/ 323850 h 1292225"/>
              <a:gd name="connsiteX2" fmla="*/ 1120775 w 1120775"/>
              <a:gd name="connsiteY2" fmla="*/ 969963 h 1292225"/>
              <a:gd name="connsiteX3" fmla="*/ 561975 w 1120775"/>
              <a:gd name="connsiteY3" fmla="*/ 1292225 h 1292225"/>
              <a:gd name="connsiteX4" fmla="*/ 0 w 1120775"/>
              <a:gd name="connsiteY4" fmla="*/ 969963 h 1292225"/>
              <a:gd name="connsiteX5" fmla="*/ 0 w 1120775"/>
              <a:gd name="connsiteY5" fmla="*/ 323850 h 1292225"/>
            </a:gdLst>
            <a:rect l="l" t="t" r="r" b="b"/>
            <a:pathLst>
              <a:path w="1120775" h="1292225">
                <a:moveTo>
                  <a:pt x="561975" y="0"/>
                </a:moveTo>
                <a:lnTo>
                  <a:pt x="1120775" y="323850"/>
                </a:lnTo>
                <a:lnTo>
                  <a:pt x="1120775" y="969963"/>
                </a:lnTo>
                <a:lnTo>
                  <a:pt x="561975" y="1292225"/>
                </a:lnTo>
                <a:lnTo>
                  <a:pt x="0" y="969963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3.xml><?xml version="1.0" encoding="utf-8"?>
<p:sldLayout xmlns:p="http://schemas.openxmlformats.org/presentationml/2006/main" userDrawn="1">
  <p:cSld name="Agenda 06"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882D7BC-01E9-4587-BFFD-373986FC94D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1" y="2704828"/>
            <a:ext cx="4227365" cy="4153170"/>
          </a:xfrm>
          <a:custGeom xmlns:a="http://schemas.openxmlformats.org/drawingml/2006/main">
            <a:gdLst>
              <a:gd name="connsiteX0" fmla="*/ 1990757 w 4227365"/>
              <a:gd name="connsiteY0" fmla="*/ 0 h 4153170"/>
              <a:gd name="connsiteX1" fmla="*/ 3572399 w 4227365"/>
              <a:gd name="connsiteY1" fmla="*/ 1583793 h 4153170"/>
              <a:gd name="connsiteX2" fmla="*/ 4063624 w 4227365"/>
              <a:gd name="connsiteY2" fmla="*/ 4010497 h 4153170"/>
              <a:gd name="connsiteX3" fmla="*/ 3997514 w 4227365"/>
              <a:gd name="connsiteY3" fmla="*/ 4153170 h 4153170"/>
              <a:gd name="connsiteX4" fmla="*/ 0 w 4227365"/>
              <a:gd name="connsiteY4" fmla="*/ 4153170 h 4153170"/>
              <a:gd name="connsiteX5" fmla="*/ 0 w 4227365"/>
              <a:gd name="connsiteY5" fmla="*/ 2151219 h 4153170"/>
              <a:gd name="connsiteX6" fmla="*/ 11731 w 4227365"/>
              <a:gd name="connsiteY6" fmla="*/ 2125903 h 4153170"/>
              <a:gd name="connsiteX7" fmla="*/ 410851 w 4227365"/>
              <a:gd name="connsiteY7" fmla="*/ 1583793 h 4153170"/>
              <a:gd name="connsiteX8" fmla="*/ 1990757 w 4227365"/>
              <a:gd name="connsiteY8" fmla="*/ 0 h 4153170"/>
            </a:gdLst>
            <a:rect l="l" t="t" r="r" b="b"/>
            <a:pathLst>
              <a:path w="4227365" h="4153170">
                <a:moveTo>
                  <a:pt x="1990757" y="0"/>
                </a:moveTo>
                <a:cubicBezTo>
                  <a:pt x="1990757" y="0"/>
                  <a:pt x="1990757" y="0"/>
                  <a:pt x="3572399" y="1583793"/>
                </a:cubicBezTo>
                <a:cubicBezTo>
                  <a:pt x="4227365" y="2239650"/>
                  <a:pt x="4391107" y="3201596"/>
                  <a:pt x="4063624" y="4010497"/>
                </a:cubicBezTo>
                <a:lnTo>
                  <a:pt x="3997514" y="4153170"/>
                </a:lnTo>
                <a:lnTo>
                  <a:pt x="0" y="4153170"/>
                </a:lnTo>
                <a:lnTo>
                  <a:pt x="0" y="2151219"/>
                </a:lnTo>
                <a:lnTo>
                  <a:pt x="11731" y="2125903"/>
                </a:lnTo>
                <a:cubicBezTo>
                  <a:pt x="114070" y="1930852"/>
                  <a:pt x="247110" y="1747757"/>
                  <a:pt x="410851" y="1583793"/>
                </a:cubicBezTo>
                <a:cubicBezTo>
                  <a:pt x="410851" y="1583793"/>
                  <a:pt x="410851" y="1583793"/>
                  <a:pt x="1990757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4.xml><?xml version="1.0" encoding="utf-8"?>
<p:sldLayout xmlns:p="http://schemas.openxmlformats.org/presentationml/2006/main" userDrawn="1">
  <p:cSld name="24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7E26051-F3A2-42E7-7502-C23E6D7AA82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066800" y="1983868"/>
            <a:ext cx="4296406" cy="2372343"/>
          </a:xfrm>
          <a:custGeom xmlns:a="http://schemas.openxmlformats.org/drawingml/2006/main">
            <a:gdLst>
              <a:gd name="connsiteX0" fmla="*/ 0 w 3077501"/>
              <a:gd name="connsiteY0" fmla="*/ 0 h 3742467"/>
              <a:gd name="connsiteX1" fmla="*/ 3077501 w 3077501"/>
              <a:gd name="connsiteY1" fmla="*/ 0 h 3742467"/>
              <a:gd name="connsiteX2" fmla="*/ 3077501 w 3077501"/>
              <a:gd name="connsiteY2" fmla="*/ 3742467 h 3742467"/>
              <a:gd name="connsiteX3" fmla="*/ 0 w 3077501"/>
              <a:gd name="connsiteY3" fmla="*/ 3742467 h 3742467"/>
            </a:gdLst>
            <a:rect l="l" t="t" r="r" b="b"/>
            <a:pathLst>
              <a:path w="3077501" h="3742467">
                <a:moveTo>
                  <a:pt x="0" y="0"/>
                </a:moveTo>
                <a:lnTo>
                  <a:pt x="3077501" y="0"/>
                </a:lnTo>
                <a:lnTo>
                  <a:pt x="3077501" y="3742467"/>
                </a:lnTo>
                <a:lnTo>
                  <a:pt x="0" y="374246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5.xml><?xml version="1.0" encoding="utf-8"?>
<p:sldLayout xmlns:p="http://schemas.openxmlformats.org/presentationml/2006/main" userDrawn="1">
  <p:cSld name="25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63D4EF5-F485-40CD-958A-76435565F9F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103324" y="1544481"/>
            <a:ext cx="4088677" cy="2300980"/>
          </a:xfrm>
          <a:custGeom xmlns:a="http://schemas.openxmlformats.org/drawingml/2006/main">
            <a:gdLst>
              <a:gd name="connsiteX0" fmla="*/ 0 w 4088677"/>
              <a:gd name="connsiteY0" fmla="*/ 0 h 2300980"/>
              <a:gd name="connsiteX1" fmla="*/ 4088677 w 4088677"/>
              <a:gd name="connsiteY1" fmla="*/ 0 h 2300980"/>
              <a:gd name="connsiteX2" fmla="*/ 4088677 w 4088677"/>
              <a:gd name="connsiteY2" fmla="*/ 2300980 h 2300980"/>
              <a:gd name="connsiteX3" fmla="*/ 0 w 4088677"/>
              <a:gd name="connsiteY3" fmla="*/ 2300980 h 2300980"/>
            </a:gdLst>
            <a:rect l="l" t="t" r="r" b="b"/>
            <a:pathLst>
              <a:path w="4088677" h="2300980">
                <a:moveTo>
                  <a:pt x="0" y="0"/>
                </a:moveTo>
                <a:lnTo>
                  <a:pt x="4088677" y="0"/>
                </a:lnTo>
                <a:lnTo>
                  <a:pt x="4088677" y="2300980"/>
                </a:lnTo>
                <a:lnTo>
                  <a:pt x="0" y="2300980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6.xml><?xml version="1.0" encoding="utf-8"?>
<p:sldLayout xmlns:p="http://schemas.openxmlformats.org/presentationml/2006/main" userDrawn="1">
  <p:cSld name="26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B9F8979-EF8F-457D-B0F0-3E83338097B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9274175" y="1660526"/>
            <a:ext cx="2914650" cy="5197475"/>
          </a:xfrm>
          <a:custGeom xmlns:a="http://schemas.openxmlformats.org/drawingml/2006/main">
            <a:gdLst>
              <a:gd name="connsiteX0" fmla="*/ 0 w 2914650"/>
              <a:gd name="connsiteY0" fmla="*/ 0 h 5197475"/>
              <a:gd name="connsiteX1" fmla="*/ 2914650 w 2914650"/>
              <a:gd name="connsiteY1" fmla="*/ 0 h 5197475"/>
              <a:gd name="connsiteX2" fmla="*/ 2914650 w 2914650"/>
              <a:gd name="connsiteY2" fmla="*/ 5197475 h 5197475"/>
              <a:gd name="connsiteX3" fmla="*/ 0 w 2914650"/>
              <a:gd name="connsiteY3" fmla="*/ 5197475 h 5197475"/>
            </a:gdLst>
            <a:rect l="l" t="t" r="r" b="b"/>
            <a:pathLst>
              <a:path w="2914650" h="5197475">
                <a:moveTo>
                  <a:pt x="0" y="0"/>
                </a:moveTo>
                <a:lnTo>
                  <a:pt x="2914650" y="0"/>
                </a:lnTo>
                <a:lnTo>
                  <a:pt x="2914650" y="5197475"/>
                </a:lnTo>
                <a:lnTo>
                  <a:pt x="0" y="51974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7.xml><?xml version="1.0" encoding="utf-8"?>
<p:sldLayout xmlns:p="http://schemas.openxmlformats.org/presentationml/2006/main" userDrawn="1">
  <p:cSld name="27_Tra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8D3A090-2DE3-4E23-B995-3848412C76E1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7692572" y="1763486"/>
            <a:ext cx="3394527" cy="4561114"/>
          </a:xfrm>
          <a:custGeom xmlns:a="http://schemas.openxmlformats.org/drawingml/2006/main">
            <a:gdLst>
              <a:gd name="connsiteX0" fmla="*/ 0 w 3394527"/>
              <a:gd name="connsiteY0" fmla="*/ 0 h 4561114"/>
              <a:gd name="connsiteX1" fmla="*/ 3394527 w 3394527"/>
              <a:gd name="connsiteY1" fmla="*/ 0 h 4561114"/>
              <a:gd name="connsiteX2" fmla="*/ 3394527 w 3394527"/>
              <a:gd name="connsiteY2" fmla="*/ 4561114 h 4561114"/>
              <a:gd name="connsiteX3" fmla="*/ 0 w 3394527"/>
              <a:gd name="connsiteY3" fmla="*/ 4561114 h 4561114"/>
            </a:gdLst>
            <a:rect l="l" t="t" r="r" b="b"/>
            <a:pathLst>
              <a:path w="3394527" h="4561114">
                <a:moveTo>
                  <a:pt x="0" y="0"/>
                </a:moveTo>
                <a:lnTo>
                  <a:pt x="3394527" y="0"/>
                </a:lnTo>
                <a:lnTo>
                  <a:pt x="3394527" y="4561114"/>
                </a:lnTo>
                <a:lnTo>
                  <a:pt x="0" y="45611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198.xml><?xml version="1.0" encoding="utf-8"?>
<p:sldLayout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9.xml><?xml version="1.0" encoding="utf-8"?>
<p:sldLayout xmlns:p="http://schemas.openxmlformats.org/presentationml/2006/main" userDrawn="1">
  <p:cSld name="Mobile Apps Page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3F27AABD-7B5A-4691-B640-F658688FE39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747675" y="1244081"/>
            <a:ext cx="2149267" cy="4638208"/>
          </a:xfrm>
          <a:custGeom xmlns:a="http://schemas.openxmlformats.org/drawingml/2006/main">
            <a:gdLst>
              <a:gd name="connsiteX0" fmla="*/ 1706218 w 2149267"/>
              <a:gd name="connsiteY0" fmla="*/ 10 h 4638208"/>
              <a:gd name="connsiteX1" fmla="*/ 1711701 w 2149267"/>
              <a:gd name="connsiteY1" fmla="*/ 482 h 4638208"/>
              <a:gd name="connsiteX2" fmla="*/ 1936983 w 2149267"/>
              <a:gd name="connsiteY2" fmla="*/ 482 h 4638208"/>
              <a:gd name="connsiteX3" fmla="*/ 2149267 w 2149267"/>
              <a:gd name="connsiteY3" fmla="*/ 222765 h 4638208"/>
              <a:gd name="connsiteX4" fmla="*/ 2149267 w 2149267"/>
              <a:gd name="connsiteY4" fmla="*/ 4407293 h 4638208"/>
              <a:gd name="connsiteX5" fmla="*/ 1926152 w 2149267"/>
              <a:gd name="connsiteY5" fmla="*/ 4638208 h 4638208"/>
              <a:gd name="connsiteX6" fmla="*/ 230042 w 2149267"/>
              <a:gd name="connsiteY6" fmla="*/ 4638208 h 4638208"/>
              <a:gd name="connsiteX7" fmla="*/ 428 w 2149267"/>
              <a:gd name="connsiteY7" fmla="*/ 4396503 h 4638208"/>
              <a:gd name="connsiteX8" fmla="*/ 428 w 2149267"/>
              <a:gd name="connsiteY8" fmla="*/ 270243 h 4638208"/>
              <a:gd name="connsiteX9" fmla="*/ 52416 w 2149267"/>
              <a:gd name="connsiteY9" fmla="*/ 86806 h 4638208"/>
              <a:gd name="connsiteX10" fmla="*/ 230042 w 2149267"/>
              <a:gd name="connsiteY10" fmla="*/ 482 h 4638208"/>
              <a:gd name="connsiteX11" fmla="*/ 437994 w 2149267"/>
              <a:gd name="connsiteY11" fmla="*/ 482 h 4638208"/>
              <a:gd name="connsiteX12" fmla="*/ 483484 w 2149267"/>
              <a:gd name="connsiteY12" fmla="*/ 35012 h 4638208"/>
              <a:gd name="connsiteX13" fmla="*/ 483484 w 2149267"/>
              <a:gd name="connsiteY13" fmla="*/ 69541 h 4638208"/>
              <a:gd name="connsiteX14" fmla="*/ 609122 w 2149267"/>
              <a:gd name="connsiteY14" fmla="*/ 170971 h 4638208"/>
              <a:gd name="connsiteX15" fmla="*/ 1557903 w 2149267"/>
              <a:gd name="connsiteY15" fmla="*/ 170971 h 4638208"/>
              <a:gd name="connsiteX16" fmla="*/ 1672710 w 2149267"/>
              <a:gd name="connsiteY16" fmla="*/ 63067 h 4638208"/>
              <a:gd name="connsiteX17" fmla="*/ 1672710 w 2149267"/>
              <a:gd name="connsiteY17" fmla="*/ 28538 h 4638208"/>
              <a:gd name="connsiteX18" fmla="*/ 1706218 w 2149267"/>
              <a:gd name="connsiteY18" fmla="*/ 10 h 4638208"/>
            </a:gdLst>
            <a:rect l="l" t="t" r="r" b="b"/>
            <a:pathLst>
              <a:path w="2149267" h="4638208">
                <a:moveTo>
                  <a:pt x="1706218" y="10"/>
                </a:moveTo>
                <a:cubicBezTo>
                  <a:pt x="1709535" y="78"/>
                  <a:pt x="1711701" y="482"/>
                  <a:pt x="1711701" y="482"/>
                </a:cubicBezTo>
                <a:cubicBezTo>
                  <a:pt x="1711701" y="482"/>
                  <a:pt x="1713867" y="482"/>
                  <a:pt x="1936983" y="482"/>
                </a:cubicBezTo>
                <a:cubicBezTo>
                  <a:pt x="2144935" y="19905"/>
                  <a:pt x="2149267" y="222765"/>
                  <a:pt x="2149267" y="222765"/>
                </a:cubicBezTo>
                <a:cubicBezTo>
                  <a:pt x="2149267" y="222765"/>
                  <a:pt x="2149267" y="4180694"/>
                  <a:pt x="2149267" y="4407293"/>
                </a:cubicBezTo>
                <a:cubicBezTo>
                  <a:pt x="2136270" y="4636050"/>
                  <a:pt x="1926152" y="4638208"/>
                  <a:pt x="1926152" y="4638208"/>
                </a:cubicBezTo>
                <a:cubicBezTo>
                  <a:pt x="1926152" y="4638208"/>
                  <a:pt x="476985" y="4638208"/>
                  <a:pt x="230042" y="4638208"/>
                </a:cubicBezTo>
                <a:cubicBezTo>
                  <a:pt x="-12569" y="4612311"/>
                  <a:pt x="428" y="4396503"/>
                  <a:pt x="428" y="4396503"/>
                </a:cubicBezTo>
                <a:cubicBezTo>
                  <a:pt x="428" y="4396503"/>
                  <a:pt x="428" y="317721"/>
                  <a:pt x="428" y="270243"/>
                </a:cubicBezTo>
                <a:cubicBezTo>
                  <a:pt x="428" y="220607"/>
                  <a:pt x="-8236" y="166655"/>
                  <a:pt x="52416" y="86806"/>
                </a:cubicBezTo>
                <a:cubicBezTo>
                  <a:pt x="115235" y="-1676"/>
                  <a:pt x="230042" y="482"/>
                  <a:pt x="230042" y="482"/>
                </a:cubicBezTo>
                <a:cubicBezTo>
                  <a:pt x="230042" y="482"/>
                  <a:pt x="390339" y="482"/>
                  <a:pt x="437994" y="482"/>
                </a:cubicBezTo>
                <a:cubicBezTo>
                  <a:pt x="483484" y="482"/>
                  <a:pt x="483484" y="35012"/>
                  <a:pt x="483484" y="35012"/>
                </a:cubicBezTo>
                <a:cubicBezTo>
                  <a:pt x="483484" y="35012"/>
                  <a:pt x="483484" y="32854"/>
                  <a:pt x="483484" y="69541"/>
                </a:cubicBezTo>
                <a:cubicBezTo>
                  <a:pt x="498647" y="175287"/>
                  <a:pt x="609122" y="170971"/>
                  <a:pt x="609122" y="170971"/>
                </a:cubicBezTo>
                <a:cubicBezTo>
                  <a:pt x="609122" y="170971"/>
                  <a:pt x="1453927" y="170971"/>
                  <a:pt x="1557903" y="170971"/>
                </a:cubicBezTo>
                <a:cubicBezTo>
                  <a:pt x="1659713" y="164497"/>
                  <a:pt x="1672710" y="63067"/>
                  <a:pt x="1672710" y="63067"/>
                </a:cubicBezTo>
                <a:cubicBezTo>
                  <a:pt x="1672710" y="63067"/>
                  <a:pt x="1672710" y="63067"/>
                  <a:pt x="1672710" y="28538"/>
                </a:cubicBezTo>
                <a:cubicBezTo>
                  <a:pt x="1675959" y="2641"/>
                  <a:pt x="1696267" y="-192"/>
                  <a:pt x="1706218" y="1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0.xml><?xml version="1.0" encoding="utf-8"?>
<p:sldLayout xmlns:p="http://schemas.openxmlformats.org/presentationml/2006/main" userDrawn="1">
  <p:cSld name="Mobile Apps Page-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74F8602-81C2-4306-9998-532FEB68F2C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585504" y="710812"/>
            <a:ext cx="2516552" cy="5441271"/>
          </a:xfrm>
          <a:custGeom xmlns:a="http://schemas.openxmlformats.org/drawingml/2006/main">
            <a:gdLst>
              <a:gd name="connsiteX0" fmla="*/ 1997791 w 2516552"/>
              <a:gd name="connsiteY0" fmla="*/ 12 h 5441271"/>
              <a:gd name="connsiteX1" fmla="*/ 2004211 w 2516552"/>
              <a:gd name="connsiteY1" fmla="*/ 566 h 5441271"/>
              <a:gd name="connsiteX2" fmla="*/ 2267990 w 2516552"/>
              <a:gd name="connsiteY2" fmla="*/ 566 h 5441271"/>
              <a:gd name="connsiteX3" fmla="*/ 2516552 w 2516552"/>
              <a:gd name="connsiteY3" fmla="*/ 261335 h 5441271"/>
              <a:gd name="connsiteX4" fmla="*/ 2516552 w 2516552"/>
              <a:gd name="connsiteY4" fmla="*/ 5170375 h 5441271"/>
              <a:gd name="connsiteX5" fmla="*/ 2255309 w 2516552"/>
              <a:gd name="connsiteY5" fmla="*/ 5441271 h 5441271"/>
              <a:gd name="connsiteX6" fmla="*/ 269354 w 2516552"/>
              <a:gd name="connsiteY6" fmla="*/ 5441271 h 5441271"/>
              <a:gd name="connsiteX7" fmla="*/ 501 w 2516552"/>
              <a:gd name="connsiteY7" fmla="*/ 5157717 h 5441271"/>
              <a:gd name="connsiteX8" fmla="*/ 501 w 2516552"/>
              <a:gd name="connsiteY8" fmla="*/ 317034 h 5441271"/>
              <a:gd name="connsiteX9" fmla="*/ 61373 w 2516552"/>
              <a:gd name="connsiteY9" fmla="*/ 101836 h 5441271"/>
              <a:gd name="connsiteX10" fmla="*/ 269354 w 2516552"/>
              <a:gd name="connsiteY10" fmla="*/ 566 h 5441271"/>
              <a:gd name="connsiteX11" fmla="*/ 512842 w 2516552"/>
              <a:gd name="connsiteY11" fmla="*/ 566 h 5441271"/>
              <a:gd name="connsiteX12" fmla="*/ 566105 w 2516552"/>
              <a:gd name="connsiteY12" fmla="*/ 41074 h 5441271"/>
              <a:gd name="connsiteX13" fmla="*/ 566105 w 2516552"/>
              <a:gd name="connsiteY13" fmla="*/ 81582 h 5441271"/>
              <a:gd name="connsiteX14" fmla="*/ 713213 w 2516552"/>
              <a:gd name="connsiteY14" fmla="*/ 200574 h 5441271"/>
              <a:gd name="connsiteX15" fmla="*/ 1824131 w 2516552"/>
              <a:gd name="connsiteY15" fmla="*/ 200574 h 5441271"/>
              <a:gd name="connsiteX16" fmla="*/ 1958557 w 2516552"/>
              <a:gd name="connsiteY16" fmla="*/ 73987 h 5441271"/>
              <a:gd name="connsiteX17" fmla="*/ 1958557 w 2516552"/>
              <a:gd name="connsiteY17" fmla="*/ 33479 h 5441271"/>
              <a:gd name="connsiteX18" fmla="*/ 1997791 w 2516552"/>
              <a:gd name="connsiteY18" fmla="*/ 12 h 5441271"/>
            </a:gdLst>
            <a:rect l="l" t="t" r="r" b="b"/>
            <a:pathLst>
              <a:path w="2516552" h="5441271">
                <a:moveTo>
                  <a:pt x="1997791" y="12"/>
                </a:moveTo>
                <a:cubicBezTo>
                  <a:pt x="2001675" y="92"/>
                  <a:pt x="2004211" y="566"/>
                  <a:pt x="2004211" y="566"/>
                </a:cubicBezTo>
                <a:cubicBezTo>
                  <a:pt x="2004211" y="566"/>
                  <a:pt x="2006747" y="566"/>
                  <a:pt x="2267990" y="566"/>
                </a:cubicBezTo>
                <a:cubicBezTo>
                  <a:pt x="2511479" y="23352"/>
                  <a:pt x="2516552" y="261335"/>
                  <a:pt x="2516552" y="261335"/>
                </a:cubicBezTo>
                <a:cubicBezTo>
                  <a:pt x="2516552" y="261335"/>
                  <a:pt x="2516552" y="4904543"/>
                  <a:pt x="2516552" y="5170375"/>
                </a:cubicBezTo>
                <a:cubicBezTo>
                  <a:pt x="2501334" y="5438740"/>
                  <a:pt x="2255309" y="5441271"/>
                  <a:pt x="2255309" y="5441271"/>
                </a:cubicBezTo>
                <a:cubicBezTo>
                  <a:pt x="2255309" y="5441271"/>
                  <a:pt x="558496" y="5441271"/>
                  <a:pt x="269354" y="5441271"/>
                </a:cubicBezTo>
                <a:cubicBezTo>
                  <a:pt x="-14717" y="5410890"/>
                  <a:pt x="501" y="5157717"/>
                  <a:pt x="501" y="5157717"/>
                </a:cubicBezTo>
                <a:cubicBezTo>
                  <a:pt x="501" y="5157717"/>
                  <a:pt x="501" y="372732"/>
                  <a:pt x="501" y="317034"/>
                </a:cubicBezTo>
                <a:cubicBezTo>
                  <a:pt x="501" y="258804"/>
                  <a:pt x="-9644" y="195510"/>
                  <a:pt x="61373" y="101836"/>
                </a:cubicBezTo>
                <a:cubicBezTo>
                  <a:pt x="134927" y="-1965"/>
                  <a:pt x="269354" y="566"/>
                  <a:pt x="269354" y="566"/>
                </a:cubicBezTo>
                <a:cubicBezTo>
                  <a:pt x="269354" y="566"/>
                  <a:pt x="457043" y="566"/>
                  <a:pt x="512842" y="566"/>
                </a:cubicBezTo>
                <a:cubicBezTo>
                  <a:pt x="566105" y="566"/>
                  <a:pt x="566105" y="41074"/>
                  <a:pt x="566105" y="41074"/>
                </a:cubicBezTo>
                <a:cubicBezTo>
                  <a:pt x="566105" y="41074"/>
                  <a:pt x="566105" y="38542"/>
                  <a:pt x="566105" y="81582"/>
                </a:cubicBezTo>
                <a:cubicBezTo>
                  <a:pt x="583860" y="205637"/>
                  <a:pt x="713213" y="200574"/>
                  <a:pt x="713213" y="200574"/>
                </a:cubicBezTo>
                <a:cubicBezTo>
                  <a:pt x="713213" y="200574"/>
                  <a:pt x="1702386" y="200574"/>
                  <a:pt x="1824131" y="200574"/>
                </a:cubicBezTo>
                <a:cubicBezTo>
                  <a:pt x="1943339" y="192978"/>
                  <a:pt x="1958557" y="73987"/>
                  <a:pt x="1958557" y="73987"/>
                </a:cubicBezTo>
                <a:cubicBezTo>
                  <a:pt x="1958557" y="73987"/>
                  <a:pt x="1958557" y="73987"/>
                  <a:pt x="1958557" y="33479"/>
                </a:cubicBezTo>
                <a:cubicBezTo>
                  <a:pt x="1962362" y="3098"/>
                  <a:pt x="1986140" y="-225"/>
                  <a:pt x="1997791" y="12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1.xml><?xml version="1.0" encoding="utf-8"?>
<p:sldLayout xmlns:p="http://schemas.openxmlformats.org/presentationml/2006/main" userDrawn="1">
  <p:cSld name="Mobile Apps Page-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A34C69FC-5E3E-48C5-8BFB-0B9EEA98531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-4764" y="0"/>
            <a:ext cx="12207877" cy="6858000"/>
          </a:xfrm>
          <a:custGeom xmlns:a="http://schemas.openxmlformats.org/drawingml/2006/main">
            <a:gdLst>
              <a:gd name="connsiteX0" fmla="*/ 0 w 12207877"/>
              <a:gd name="connsiteY0" fmla="*/ 0 h 6858000"/>
              <a:gd name="connsiteX1" fmla="*/ 12207877 w 12207877"/>
              <a:gd name="connsiteY1" fmla="*/ 0 h 6858000"/>
              <a:gd name="connsiteX2" fmla="*/ 12207877 w 12207877"/>
              <a:gd name="connsiteY2" fmla="*/ 6858000 h 6858000"/>
              <a:gd name="connsiteX3" fmla="*/ 0 w 12207877"/>
              <a:gd name="connsiteY3" fmla="*/ 6858000 h 6858000"/>
            </a:gdLst>
            <a:rect l="l" t="t" r="r" b="b"/>
            <a:pathLst>
              <a:path w="12207877" h="6858000">
                <a:moveTo>
                  <a:pt x="0" y="0"/>
                </a:moveTo>
                <a:lnTo>
                  <a:pt x="12207877" y="0"/>
                </a:lnTo>
                <a:lnTo>
                  <a:pt x="12207877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D4207FC-B5DB-4742-BDCE-CBA97CCB3520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4789307" y="634505"/>
            <a:ext cx="2623525" cy="5681750"/>
          </a:xfrm>
          <a:custGeom xmlns:a="http://schemas.openxmlformats.org/drawingml/2006/main">
            <a:gdLst>
              <a:gd name="connsiteX0" fmla="*/ 2039564 w 2623525"/>
              <a:gd name="connsiteY0" fmla="*/ 8 h 5681750"/>
              <a:gd name="connsiteX1" fmla="*/ 2047366 w 2623525"/>
              <a:gd name="connsiteY1" fmla="*/ 609 h 5681750"/>
              <a:gd name="connsiteX2" fmla="*/ 2415010 w 2623525"/>
              <a:gd name="connsiteY2" fmla="*/ 609 h 5681750"/>
              <a:gd name="connsiteX3" fmla="*/ 2623525 w 2623525"/>
              <a:gd name="connsiteY3" fmla="*/ 198597 h 5681750"/>
              <a:gd name="connsiteX4" fmla="*/ 2623525 w 2623525"/>
              <a:gd name="connsiteY4" fmla="*/ 5384769 h 5681750"/>
              <a:gd name="connsiteX5" fmla="*/ 2343677 w 2623525"/>
              <a:gd name="connsiteY5" fmla="*/ 5681750 h 5681750"/>
              <a:gd name="connsiteX6" fmla="*/ 280479 w 2623525"/>
              <a:gd name="connsiteY6" fmla="*/ 5681750 h 5681750"/>
              <a:gd name="connsiteX7" fmla="*/ 630 w 2623525"/>
              <a:gd name="connsiteY7" fmla="*/ 5379269 h 5681750"/>
              <a:gd name="connsiteX8" fmla="*/ 630 w 2623525"/>
              <a:gd name="connsiteY8" fmla="*/ 193097 h 5681750"/>
              <a:gd name="connsiteX9" fmla="*/ 198171 w 2623525"/>
              <a:gd name="connsiteY9" fmla="*/ 609 h 5681750"/>
              <a:gd name="connsiteX10" fmla="*/ 571302 w 2623525"/>
              <a:gd name="connsiteY10" fmla="*/ 609 h 5681750"/>
              <a:gd name="connsiteX11" fmla="*/ 615200 w 2623525"/>
              <a:gd name="connsiteY11" fmla="*/ 50106 h 5681750"/>
              <a:gd name="connsiteX12" fmla="*/ 615200 w 2623525"/>
              <a:gd name="connsiteY12" fmla="*/ 105103 h 5681750"/>
              <a:gd name="connsiteX13" fmla="*/ 730432 w 2623525"/>
              <a:gd name="connsiteY13" fmla="*/ 215096 h 5681750"/>
              <a:gd name="connsiteX14" fmla="*/ 1882749 w 2623525"/>
              <a:gd name="connsiteY14" fmla="*/ 215096 h 5681750"/>
              <a:gd name="connsiteX15" fmla="*/ 1992494 w 2623525"/>
              <a:gd name="connsiteY15" fmla="*/ 116102 h 5681750"/>
              <a:gd name="connsiteX16" fmla="*/ 1992494 w 2623525"/>
              <a:gd name="connsiteY16" fmla="*/ 61106 h 5681750"/>
              <a:gd name="connsiteX17" fmla="*/ 2039564 w 2623525"/>
              <a:gd name="connsiteY17" fmla="*/ 8 h 5681750"/>
            </a:gdLst>
            <a:rect l="l" t="t" r="r" b="b"/>
            <a:pathLst>
              <a:path w="2623525" h="5681750">
                <a:moveTo>
                  <a:pt x="2039564" y="8"/>
                </a:moveTo>
                <a:cubicBezTo>
                  <a:pt x="2044280" y="-78"/>
                  <a:pt x="2047366" y="609"/>
                  <a:pt x="2047366" y="609"/>
                </a:cubicBezTo>
                <a:cubicBezTo>
                  <a:pt x="2047366" y="609"/>
                  <a:pt x="2211983" y="609"/>
                  <a:pt x="2415010" y="609"/>
                </a:cubicBezTo>
                <a:cubicBezTo>
                  <a:pt x="2618038" y="28108"/>
                  <a:pt x="2623525" y="198597"/>
                  <a:pt x="2623525" y="198597"/>
                </a:cubicBezTo>
                <a:cubicBezTo>
                  <a:pt x="2623525" y="198597"/>
                  <a:pt x="2623525" y="5120786"/>
                  <a:pt x="2623525" y="5384769"/>
                </a:cubicBezTo>
                <a:cubicBezTo>
                  <a:pt x="2596089" y="5654252"/>
                  <a:pt x="2343677" y="5681750"/>
                  <a:pt x="2343677" y="5681750"/>
                </a:cubicBezTo>
                <a:cubicBezTo>
                  <a:pt x="2343677" y="5681750"/>
                  <a:pt x="631662" y="5681750"/>
                  <a:pt x="280479" y="5681750"/>
                </a:cubicBezTo>
                <a:cubicBezTo>
                  <a:pt x="-26806" y="5615754"/>
                  <a:pt x="630" y="5379269"/>
                  <a:pt x="630" y="5379269"/>
                </a:cubicBezTo>
                <a:cubicBezTo>
                  <a:pt x="630" y="5379269"/>
                  <a:pt x="630" y="396584"/>
                  <a:pt x="630" y="193097"/>
                </a:cubicBezTo>
                <a:cubicBezTo>
                  <a:pt x="28067" y="-4890"/>
                  <a:pt x="198171" y="609"/>
                  <a:pt x="198171" y="609"/>
                </a:cubicBezTo>
                <a:cubicBezTo>
                  <a:pt x="198171" y="609"/>
                  <a:pt x="521917" y="609"/>
                  <a:pt x="571302" y="609"/>
                </a:cubicBezTo>
                <a:cubicBezTo>
                  <a:pt x="615200" y="609"/>
                  <a:pt x="615200" y="50106"/>
                  <a:pt x="615200" y="50106"/>
                </a:cubicBezTo>
                <a:cubicBezTo>
                  <a:pt x="615200" y="50106"/>
                  <a:pt x="615200" y="50106"/>
                  <a:pt x="615200" y="105103"/>
                </a:cubicBezTo>
                <a:cubicBezTo>
                  <a:pt x="626174" y="193097"/>
                  <a:pt x="730432" y="215096"/>
                  <a:pt x="730432" y="215096"/>
                </a:cubicBezTo>
                <a:cubicBezTo>
                  <a:pt x="730432" y="215096"/>
                  <a:pt x="1800441" y="215096"/>
                  <a:pt x="1882749" y="215096"/>
                </a:cubicBezTo>
                <a:cubicBezTo>
                  <a:pt x="1970545" y="193097"/>
                  <a:pt x="1992494" y="116102"/>
                  <a:pt x="1992494" y="116102"/>
                </a:cubicBezTo>
                <a:cubicBezTo>
                  <a:pt x="1992494" y="116102"/>
                  <a:pt x="1992494" y="116102"/>
                  <a:pt x="1992494" y="61106"/>
                </a:cubicBezTo>
                <a:cubicBezTo>
                  <a:pt x="1996610" y="7484"/>
                  <a:pt x="2025417" y="266"/>
                  <a:pt x="2039564" y="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2.xml><?xml version="1.0" encoding="utf-8"?>
<p:sldLayout xmlns:p="http://schemas.openxmlformats.org/presentationml/2006/main" userDrawn="1">
  <p:cSld name="Mobile Apps Page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101B7281-3AEE-4369-88B5-C6888E12993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314693" y="977137"/>
            <a:ext cx="2144631" cy="4254666"/>
          </a:xfrm>
          <a:custGeom xmlns:a="http://schemas.openxmlformats.org/drawingml/2006/main">
            <a:gdLst>
              <a:gd name="connsiteX0" fmla="*/ 422850 w 2144631"/>
              <a:gd name="connsiteY0" fmla="*/ 281 h 4254666"/>
              <a:gd name="connsiteX1" fmla="*/ 1926891 w 2144631"/>
              <a:gd name="connsiteY1" fmla="*/ 74078 h 4254666"/>
              <a:gd name="connsiteX2" fmla="*/ 2144351 w 2144631"/>
              <a:gd name="connsiteY2" fmla="*/ 313978 h 4254666"/>
              <a:gd name="connsiteX3" fmla="*/ 1961681 w 2144631"/>
              <a:gd name="connsiteY3" fmla="*/ 4036926 h 4254666"/>
              <a:gd name="connsiteX4" fmla="*/ 1721782 w 2144631"/>
              <a:gd name="connsiteY4" fmla="*/ 4254386 h 4254666"/>
              <a:gd name="connsiteX5" fmla="*/ 217740 w 2144631"/>
              <a:gd name="connsiteY5" fmla="*/ 4180589 h 4254666"/>
              <a:gd name="connsiteX6" fmla="*/ 281 w 2144631"/>
              <a:gd name="connsiteY6" fmla="*/ 3940689 h 4254666"/>
              <a:gd name="connsiteX7" fmla="*/ 182949 w 2144631"/>
              <a:gd name="connsiteY7" fmla="*/ 217741 h 4254666"/>
              <a:gd name="connsiteX8" fmla="*/ 422850 w 2144631"/>
              <a:gd name="connsiteY8" fmla="*/ 281 h 4254666"/>
            </a:gdLst>
            <a:rect l="l" t="t" r="r" b="b"/>
            <a:pathLst>
              <a:path w="2144631" h="4254666">
                <a:moveTo>
                  <a:pt x="422850" y="281"/>
                </a:moveTo>
                <a:lnTo>
                  <a:pt x="1926891" y="74078"/>
                </a:lnTo>
                <a:cubicBezTo>
                  <a:pt x="2053187" y="80275"/>
                  <a:pt x="2150548" y="187682"/>
                  <a:pt x="2144351" y="313978"/>
                </a:cubicBezTo>
                <a:lnTo>
                  <a:pt x="1961681" y="4036926"/>
                </a:lnTo>
                <a:cubicBezTo>
                  <a:pt x="1955485" y="4163223"/>
                  <a:pt x="1848078" y="4260582"/>
                  <a:pt x="1721782" y="4254386"/>
                </a:cubicBezTo>
                <a:lnTo>
                  <a:pt x="217740" y="4180589"/>
                </a:lnTo>
                <a:cubicBezTo>
                  <a:pt x="91444" y="4174393"/>
                  <a:pt x="-5916" y="4066985"/>
                  <a:pt x="281" y="3940689"/>
                </a:cubicBezTo>
                <a:lnTo>
                  <a:pt x="182949" y="217741"/>
                </a:lnTo>
                <a:cubicBezTo>
                  <a:pt x="189146" y="91445"/>
                  <a:pt x="296554" y="-5915"/>
                  <a:pt x="422850" y="28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3.xml><?xml version="1.0" encoding="utf-8"?>
<p:sldLayout xmlns:p="http://schemas.openxmlformats.org/presentationml/2006/main" userDrawn="1">
  <p:cSld name="Mobile Apps Page-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581574F8-1FF0-4A11-A03E-AFFFC9362D2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18566" y="2298769"/>
            <a:ext cx="5021331" cy="2262472"/>
          </a:xfrm>
          <a:custGeom xmlns:a="http://schemas.openxmlformats.org/drawingml/2006/main">
            <a:gdLst>
              <a:gd name="connsiteX0" fmla="*/ 216043 w 5021331"/>
              <a:gd name="connsiteY0" fmla="*/ 0 h 2262472"/>
              <a:gd name="connsiteX1" fmla="*/ 4805288 w 5021331"/>
              <a:gd name="connsiteY1" fmla="*/ 0 h 2262472"/>
              <a:gd name="connsiteX2" fmla="*/ 5021331 w 5021331"/>
              <a:gd name="connsiteY2" fmla="*/ 216043 h 2262472"/>
              <a:gd name="connsiteX3" fmla="*/ 5021331 w 5021331"/>
              <a:gd name="connsiteY3" fmla="*/ 2046429 h 2262472"/>
              <a:gd name="connsiteX4" fmla="*/ 4805288 w 5021331"/>
              <a:gd name="connsiteY4" fmla="*/ 2262472 h 2262472"/>
              <a:gd name="connsiteX5" fmla="*/ 216043 w 5021331"/>
              <a:gd name="connsiteY5" fmla="*/ 2262472 h 2262472"/>
              <a:gd name="connsiteX6" fmla="*/ 0 w 5021331"/>
              <a:gd name="connsiteY6" fmla="*/ 2046429 h 2262472"/>
              <a:gd name="connsiteX7" fmla="*/ 0 w 5021331"/>
              <a:gd name="connsiteY7" fmla="*/ 216043 h 2262472"/>
              <a:gd name="connsiteX8" fmla="*/ 216043 w 5021331"/>
              <a:gd name="connsiteY8" fmla="*/ 0 h 2262472"/>
            </a:gdLst>
            <a:rect l="l" t="t" r="r" b="b"/>
            <a:pathLst>
              <a:path w="5021331" h="2262472">
                <a:moveTo>
                  <a:pt x="216043" y="0"/>
                </a:moveTo>
                <a:lnTo>
                  <a:pt x="4805288" y="0"/>
                </a:lnTo>
                <a:cubicBezTo>
                  <a:pt x="4924605" y="0"/>
                  <a:pt x="5021331" y="96726"/>
                  <a:pt x="5021331" y="216043"/>
                </a:cubicBezTo>
                <a:lnTo>
                  <a:pt x="5021331" y="2046429"/>
                </a:lnTo>
                <a:cubicBezTo>
                  <a:pt x="5021331" y="2165746"/>
                  <a:pt x="4924605" y="2262472"/>
                  <a:pt x="4805288" y="2262472"/>
                </a:cubicBezTo>
                <a:lnTo>
                  <a:pt x="216043" y="2262472"/>
                </a:lnTo>
                <a:cubicBezTo>
                  <a:pt x="96726" y="2262472"/>
                  <a:pt x="0" y="2165746"/>
                  <a:pt x="0" y="2046429"/>
                </a:cubicBezTo>
                <a:lnTo>
                  <a:pt x="0" y="216043"/>
                </a:lnTo>
                <a:cubicBezTo>
                  <a:pt x="0" y="96726"/>
                  <a:pt x="96726" y="0"/>
                  <a:pt x="216043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4.xml><?xml version="1.0" encoding="utf-8"?>
<p:sldLayout xmlns:p="http://schemas.openxmlformats.org/presentationml/2006/main" userDrawn="1">
  <p:cSld name="Mobile Apps-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AEAC2FE-BE0F-44BD-944C-7DD31D183D5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908007" y="1470237"/>
            <a:ext cx="1897345" cy="3636439"/>
          </a:xfrm>
          <a:custGeom xmlns:a="http://schemas.openxmlformats.org/drawingml/2006/main">
            <a:gdLst>
              <a:gd name="connsiteX0" fmla="*/ 1491889 w 1897345"/>
              <a:gd name="connsiteY0" fmla="*/ 374 h 3636439"/>
              <a:gd name="connsiteX1" fmla="*/ 1707702 w 1897345"/>
              <a:gd name="connsiteY1" fmla="*/ 191725 h 3636439"/>
              <a:gd name="connsiteX2" fmla="*/ 1896972 w 1897345"/>
              <a:gd name="connsiteY2" fmla="*/ 3342142 h 3636439"/>
              <a:gd name="connsiteX3" fmla="*/ 1705621 w 1897345"/>
              <a:gd name="connsiteY3" fmla="*/ 3557955 h 3636439"/>
              <a:gd name="connsiteX4" fmla="*/ 405456 w 1897345"/>
              <a:gd name="connsiteY4" fmla="*/ 3636066 h 3636439"/>
              <a:gd name="connsiteX5" fmla="*/ 189643 w 1897345"/>
              <a:gd name="connsiteY5" fmla="*/ 3444715 h 3636439"/>
              <a:gd name="connsiteX6" fmla="*/ 374 w 1897345"/>
              <a:gd name="connsiteY6" fmla="*/ 294298 h 3636439"/>
              <a:gd name="connsiteX7" fmla="*/ 191725 w 1897345"/>
              <a:gd name="connsiteY7" fmla="*/ 78485 h 3636439"/>
            </a:gdLst>
            <a:rect l="l" t="t" r="r" b="b"/>
            <a:pathLst>
              <a:path w="1897345" h="3636439">
                <a:moveTo>
                  <a:pt x="1491889" y="374"/>
                </a:moveTo>
                <a:cubicBezTo>
                  <a:pt x="1604324" y="-6380"/>
                  <a:pt x="1700947" y="79290"/>
                  <a:pt x="1707702" y="191725"/>
                </a:cubicBezTo>
                <a:lnTo>
                  <a:pt x="1896972" y="3342142"/>
                </a:lnTo>
                <a:cubicBezTo>
                  <a:pt x="1903727" y="3454576"/>
                  <a:pt x="1818057" y="3551199"/>
                  <a:pt x="1705621" y="3557955"/>
                </a:cubicBezTo>
                <a:lnTo>
                  <a:pt x="405456" y="3636066"/>
                </a:lnTo>
                <a:cubicBezTo>
                  <a:pt x="293022" y="3642821"/>
                  <a:pt x="196399" y="3557149"/>
                  <a:pt x="189643" y="3444715"/>
                </a:cubicBezTo>
                <a:lnTo>
                  <a:pt x="374" y="294298"/>
                </a:lnTo>
                <a:cubicBezTo>
                  <a:pt x="-6382" y="181863"/>
                  <a:pt x="79289" y="85240"/>
                  <a:pt x="191725" y="78485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5.xml><?xml version="1.0" encoding="utf-8"?>
<p:sldLayout xmlns:p="http://schemas.openxmlformats.org/presentationml/2006/main" userDrawn="1">
  <p:cSld name="Mobile Apps Page-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6EC1461-F799-4039-83C5-FB4D0EEE40E5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F405A63-9A11-440D-9C40-2EC1E498826C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6520601" y="460844"/>
            <a:ext cx="2295297" cy="4389704"/>
          </a:xfrm>
          <a:custGeom xmlns:a="http://schemas.openxmlformats.org/drawingml/2006/main">
            <a:gdLst>
              <a:gd name="connsiteX0" fmla="*/ 1780298 w 2295297"/>
              <a:gd name="connsiteY0" fmla="*/ 613 h 4389704"/>
              <a:gd name="connsiteX1" fmla="*/ 1984376 w 2295297"/>
              <a:gd name="connsiteY1" fmla="*/ 174481 h 4389704"/>
              <a:gd name="connsiteX2" fmla="*/ 2294685 w 2295297"/>
              <a:gd name="connsiteY2" fmla="*/ 4056659 h 4389704"/>
              <a:gd name="connsiteX3" fmla="*/ 2120817 w 2295297"/>
              <a:gd name="connsiteY3" fmla="*/ 4260737 h 4389704"/>
              <a:gd name="connsiteX4" fmla="*/ 515001 w 2295297"/>
              <a:gd name="connsiteY4" fmla="*/ 4389092 h 4389704"/>
              <a:gd name="connsiteX5" fmla="*/ 310923 w 2295297"/>
              <a:gd name="connsiteY5" fmla="*/ 4215225 h 4389704"/>
              <a:gd name="connsiteX6" fmla="*/ 613 w 2295297"/>
              <a:gd name="connsiteY6" fmla="*/ 333047 h 4389704"/>
              <a:gd name="connsiteX7" fmla="*/ 174482 w 2295297"/>
              <a:gd name="connsiteY7" fmla="*/ 128969 h 4389704"/>
            </a:gdLst>
            <a:rect l="l" t="t" r="r" b="b"/>
            <a:pathLst>
              <a:path w="2295297" h="4389704">
                <a:moveTo>
                  <a:pt x="1780298" y="613"/>
                </a:moveTo>
                <a:cubicBezTo>
                  <a:pt x="1884665" y="-7729"/>
                  <a:pt x="1976034" y="70114"/>
                  <a:pt x="1984376" y="174481"/>
                </a:cubicBezTo>
                <a:lnTo>
                  <a:pt x="2294685" y="4056659"/>
                </a:lnTo>
                <a:cubicBezTo>
                  <a:pt x="2303026" y="4161026"/>
                  <a:pt x="2225184" y="4252395"/>
                  <a:pt x="2120817" y="4260737"/>
                </a:cubicBezTo>
                <a:lnTo>
                  <a:pt x="515001" y="4389092"/>
                </a:lnTo>
                <a:cubicBezTo>
                  <a:pt x="410634" y="4397435"/>
                  <a:pt x="319265" y="4319591"/>
                  <a:pt x="310923" y="4215225"/>
                </a:cubicBezTo>
                <a:lnTo>
                  <a:pt x="613" y="333047"/>
                </a:lnTo>
                <a:cubicBezTo>
                  <a:pt x="-7729" y="228680"/>
                  <a:pt x="70114" y="137312"/>
                  <a:pt x="174482" y="12896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6.xml><?xml version="1.0" encoding="utf-8"?>
<p:sldLayout xmlns:p="http://schemas.openxmlformats.org/presentationml/2006/main" userDrawn="1">
  <p:cSld name="Mobile Apps Page-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DEE62CC-4B58-4867-906E-31BA2F5ED173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-1" y="0"/>
            <a:ext cx="12203113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CCBE70D6-E214-4B6F-B481-E85D5D90FFF4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4679327" y="2675205"/>
            <a:ext cx="2492467" cy="4182797"/>
          </a:xfrm>
          <a:custGeom xmlns:a="http://schemas.openxmlformats.org/drawingml/2006/main">
            <a:gdLst>
              <a:gd name="connsiteX0" fmla="*/ 0 w 2492467"/>
              <a:gd name="connsiteY0" fmla="*/ 0 h 4182797"/>
              <a:gd name="connsiteX1" fmla="*/ 2492467 w 2492467"/>
              <a:gd name="connsiteY1" fmla="*/ 0 h 4182797"/>
              <a:gd name="connsiteX2" fmla="*/ 2492467 w 2492467"/>
              <a:gd name="connsiteY2" fmla="*/ 4182797 h 4182797"/>
              <a:gd name="connsiteX3" fmla="*/ 0 w 2492467"/>
              <a:gd name="connsiteY3" fmla="*/ 4182797 h 4182797"/>
            </a:gdLst>
            <a:rect l="l" t="t" r="r" b="b"/>
            <a:pathLst>
              <a:path w="2492467" h="4182797">
                <a:moveTo>
                  <a:pt x="0" y="0"/>
                </a:moveTo>
                <a:lnTo>
                  <a:pt x="2492467" y="0"/>
                </a:lnTo>
                <a:lnTo>
                  <a:pt x="2492467" y="4182797"/>
                </a:lnTo>
                <a:lnTo>
                  <a:pt x="0" y="418279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7.xml><?xml version="1.0" encoding="utf-8"?>
<p:sldLayout xmlns:p="http://schemas.openxmlformats.org/presentationml/2006/main" userDrawn="1">
  <p:cSld name="Mobile Apps Page-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341E156-0B2C-43DF-82B2-D51A9FC10368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974506" y="2306439"/>
            <a:ext cx="1983650" cy="3525907"/>
          </a:xfrm>
          <a:custGeom xmlns:a="http://schemas.openxmlformats.org/drawingml/2006/main">
            <a:gdLst>
              <a:gd name="connsiteX0" fmla="*/ 0 w 1983650"/>
              <a:gd name="connsiteY0" fmla="*/ 0 h 3525907"/>
              <a:gd name="connsiteX1" fmla="*/ 1983650 w 1983650"/>
              <a:gd name="connsiteY1" fmla="*/ 0 h 3525907"/>
              <a:gd name="connsiteX2" fmla="*/ 1983650 w 1983650"/>
              <a:gd name="connsiteY2" fmla="*/ 3525907 h 3525907"/>
              <a:gd name="connsiteX3" fmla="*/ 0 w 1983650"/>
              <a:gd name="connsiteY3" fmla="*/ 3525907 h 3525907"/>
            </a:gdLst>
            <a:rect l="l" t="t" r="r" b="b"/>
            <a:pathLst>
              <a:path w="1983650" h="3525907">
                <a:moveTo>
                  <a:pt x="0" y="0"/>
                </a:moveTo>
                <a:lnTo>
                  <a:pt x="1983650" y="0"/>
                </a:lnTo>
                <a:lnTo>
                  <a:pt x="1983650" y="3525907"/>
                </a:lnTo>
                <a:lnTo>
                  <a:pt x="0" y="352590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8.xml><?xml version="1.0" encoding="utf-8"?>
<p:sldLayout xmlns:p="http://schemas.openxmlformats.org/presentationml/2006/main" userDrawn="1">
  <p:cSld name="Mobile Apps Page-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B4DE3D3-8AD7-461D-8BC3-E35D7EBA9087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B5A450B2-3FE0-438B-9D08-965AD3A7F3B9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7741709" y="1488519"/>
            <a:ext cx="2522889" cy="3763763"/>
          </a:xfrm>
          <a:custGeom xmlns:a="http://schemas.openxmlformats.org/drawingml/2006/main">
            <a:gdLst>
              <a:gd name="connsiteX0" fmla="*/ 0 w 2522889"/>
              <a:gd name="connsiteY0" fmla="*/ 0 h 3763763"/>
              <a:gd name="connsiteX1" fmla="*/ 2522889 w 2522889"/>
              <a:gd name="connsiteY1" fmla="*/ 0 h 3763763"/>
              <a:gd name="connsiteX2" fmla="*/ 2522889 w 2522889"/>
              <a:gd name="connsiteY2" fmla="*/ 3763763 h 3763763"/>
              <a:gd name="connsiteX3" fmla="*/ 0 w 2522889"/>
              <a:gd name="connsiteY3" fmla="*/ 3763763 h 3763763"/>
            </a:gdLst>
            <a:rect l="l" t="t" r="r" b="b"/>
            <a:pathLst>
              <a:path w="2522889" h="3763763">
                <a:moveTo>
                  <a:pt x="0" y="0"/>
                </a:moveTo>
                <a:lnTo>
                  <a:pt x="2522889" y="0"/>
                </a:lnTo>
                <a:lnTo>
                  <a:pt x="2522889" y="3763763"/>
                </a:lnTo>
                <a:lnTo>
                  <a:pt x="0" y="376376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09.xml><?xml version="1.0" encoding="utf-8"?>
<p:sldLayout xmlns:p="http://schemas.openxmlformats.org/presentationml/2006/main" userDrawn="1">
  <p:cSld name="Mobile Apps Page-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358C69A-3E34-4155-9D3A-057617F5D5E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422400" y="2258836"/>
            <a:ext cx="2754435" cy="3508728"/>
          </a:xfrm>
          <a:custGeom xmlns:a="http://schemas.openxmlformats.org/drawingml/2006/main">
            <a:gdLst>
              <a:gd name="connsiteX0" fmla="*/ 1116516 w 2754435"/>
              <a:gd name="connsiteY0" fmla="*/ 0 h 3508728"/>
              <a:gd name="connsiteX1" fmla="*/ 2754435 w 2754435"/>
              <a:gd name="connsiteY1" fmla="*/ 636764 h 3508728"/>
              <a:gd name="connsiteX2" fmla="*/ 1637918 w 2754435"/>
              <a:gd name="connsiteY2" fmla="*/ 3508728 h 3508728"/>
              <a:gd name="connsiteX3" fmla="*/ 0 w 2754435"/>
              <a:gd name="connsiteY3" fmla="*/ 2871964 h 3508728"/>
            </a:gdLst>
            <a:rect l="l" t="t" r="r" b="b"/>
            <a:pathLst>
              <a:path w="2754435" h="3508728">
                <a:moveTo>
                  <a:pt x="1116516" y="0"/>
                </a:moveTo>
                <a:lnTo>
                  <a:pt x="2754435" y="636764"/>
                </a:lnTo>
                <a:lnTo>
                  <a:pt x="1637918" y="3508728"/>
                </a:lnTo>
                <a:lnTo>
                  <a:pt x="0" y="287196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0.xml><?xml version="1.0" encoding="utf-8"?>
<p:sldLayout xmlns:p="http://schemas.openxmlformats.org/presentationml/2006/main" userDrawn="1">
  <p:cSld name="Mobile Apps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0E56BCA-C532-4BF0-83DF-E86F7F99DBB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342017" y="1369156"/>
            <a:ext cx="3191073" cy="4106552"/>
          </a:xfrm>
          <a:custGeom xmlns:a="http://schemas.openxmlformats.org/drawingml/2006/main">
            <a:gdLst>
              <a:gd name="connsiteX0" fmla="*/ 1911983 w 3191073"/>
              <a:gd name="connsiteY0" fmla="*/ 0 h 4106552"/>
              <a:gd name="connsiteX1" fmla="*/ 3191073 w 3191073"/>
              <a:gd name="connsiteY1" fmla="*/ 3383819 h 4106552"/>
              <a:gd name="connsiteX2" fmla="*/ 1279090 w 3191073"/>
              <a:gd name="connsiteY2" fmla="*/ 4106552 h 4106552"/>
              <a:gd name="connsiteX3" fmla="*/ 0 w 3191073"/>
              <a:gd name="connsiteY3" fmla="*/ 722733 h 4106552"/>
            </a:gdLst>
            <a:rect l="l" t="t" r="r" b="b"/>
            <a:pathLst>
              <a:path w="3191073" h="4106552">
                <a:moveTo>
                  <a:pt x="1911983" y="0"/>
                </a:moveTo>
                <a:lnTo>
                  <a:pt x="3191073" y="3383819"/>
                </a:lnTo>
                <a:lnTo>
                  <a:pt x="1279090" y="4106552"/>
                </a:lnTo>
                <a:lnTo>
                  <a:pt x="0" y="72273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1.xml><?xml version="1.0" encoding="utf-8"?>
<p:sldLayout xmlns:p="http://schemas.openxmlformats.org/presentationml/2006/main" userDrawn="1">
  <p:cSld name="Mobile Apps Page-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95B720C-0704-4622-A4E7-834514AA69E5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5859128D-DC30-4556-8EF6-78530FE356FD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610227" y="1243013"/>
            <a:ext cx="1486694" cy="2617788"/>
          </a:xfrm>
          <a:custGeom xmlns:a="http://schemas.openxmlformats.org/drawingml/2006/main">
            <a:gdLst>
              <a:gd name="connsiteX0" fmla="*/ 0 w 1486694"/>
              <a:gd name="connsiteY0" fmla="*/ 0 h 2617788"/>
              <a:gd name="connsiteX1" fmla="*/ 1486694 w 1486694"/>
              <a:gd name="connsiteY1" fmla="*/ 0 h 2617788"/>
              <a:gd name="connsiteX2" fmla="*/ 1486694 w 1486694"/>
              <a:gd name="connsiteY2" fmla="*/ 2617788 h 2617788"/>
              <a:gd name="connsiteX3" fmla="*/ 0 w 1486694"/>
              <a:gd name="connsiteY3" fmla="*/ 2617788 h 2617788"/>
            </a:gdLst>
            <a:rect l="l" t="t" r="r" b="b"/>
            <a:pathLst>
              <a:path w="1486694" h="2617788">
                <a:moveTo>
                  <a:pt x="0" y="0"/>
                </a:moveTo>
                <a:lnTo>
                  <a:pt x="1486694" y="0"/>
                </a:lnTo>
                <a:lnTo>
                  <a:pt x="1486694" y="2617788"/>
                </a:lnTo>
                <a:lnTo>
                  <a:pt x="0" y="261778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2.xml><?xml version="1.0" encoding="utf-8"?>
<p:sldLayout xmlns:p="http://schemas.openxmlformats.org/presentationml/2006/main" userDrawn="1">
  <p:cSld name="Tablet Page-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5037B49F-5F12-4A0B-88AE-1FF4BFCE584C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2018784" y="2053036"/>
            <a:ext cx="2541971" cy="3627827"/>
          </a:xfrm>
          <a:custGeom xmlns:a="http://schemas.openxmlformats.org/drawingml/2006/main">
            <a:gdLst>
              <a:gd name="connsiteX0" fmla="*/ 2431547 w 2541971"/>
              <a:gd name="connsiteY0" fmla="*/ 47 h 3627827"/>
              <a:gd name="connsiteX1" fmla="*/ 2490225 w 2541971"/>
              <a:gd name="connsiteY1" fmla="*/ 54321 h 3627827"/>
              <a:gd name="connsiteX2" fmla="*/ 2541045 w 2541971"/>
              <a:gd name="connsiteY2" fmla="*/ 3221667 h 3627827"/>
              <a:gd name="connsiteX3" fmla="*/ 2479526 w 2541971"/>
              <a:gd name="connsiteY3" fmla="*/ 3298853 h 3627827"/>
              <a:gd name="connsiteX4" fmla="*/ 205973 w 2541971"/>
              <a:gd name="connsiteY4" fmla="*/ 3626235 h 3627827"/>
              <a:gd name="connsiteX5" fmla="*/ 136429 w 2541971"/>
              <a:gd name="connsiteY5" fmla="*/ 3573002 h 3627827"/>
              <a:gd name="connsiteX6" fmla="*/ 15 w 2541971"/>
              <a:gd name="connsiteY6" fmla="*/ 182078 h 3627827"/>
              <a:gd name="connsiteX7" fmla="*/ 64210 w 2541971"/>
              <a:gd name="connsiteY7" fmla="*/ 123523 h 3627827"/>
              <a:gd name="connsiteX8" fmla="*/ 2420681 w 2541971"/>
              <a:gd name="connsiteY8" fmla="*/ 1087 h 3627827"/>
              <a:gd name="connsiteX9" fmla="*/ 2431547 w 2541971"/>
              <a:gd name="connsiteY9" fmla="*/ 47 h 3627827"/>
            </a:gdLst>
            <a:rect l="l" t="t" r="r" b="b"/>
            <a:pathLst>
              <a:path w="2541971" h="3627827">
                <a:moveTo>
                  <a:pt x="2431547" y="47"/>
                </a:moveTo>
                <a:cubicBezTo>
                  <a:pt x="2451106" y="-576"/>
                  <a:pt x="2490224" y="4414"/>
                  <a:pt x="2490225" y="54321"/>
                </a:cubicBezTo>
                <a:cubicBezTo>
                  <a:pt x="2492899" y="123523"/>
                  <a:pt x="2541045" y="3221667"/>
                  <a:pt x="2541045" y="3221667"/>
                </a:cubicBezTo>
                <a:cubicBezTo>
                  <a:pt x="2541045" y="3221667"/>
                  <a:pt x="2554419" y="3290868"/>
                  <a:pt x="2479526" y="3298853"/>
                </a:cubicBezTo>
                <a:cubicBezTo>
                  <a:pt x="2399283" y="3309500"/>
                  <a:pt x="205973" y="3626235"/>
                  <a:pt x="205973" y="3626235"/>
                </a:cubicBezTo>
                <a:cubicBezTo>
                  <a:pt x="205973" y="3626235"/>
                  <a:pt x="136429" y="3642204"/>
                  <a:pt x="136429" y="3573002"/>
                </a:cubicBezTo>
                <a:cubicBezTo>
                  <a:pt x="136429" y="3503799"/>
                  <a:pt x="15" y="182078"/>
                  <a:pt x="15" y="182078"/>
                </a:cubicBezTo>
                <a:cubicBezTo>
                  <a:pt x="15" y="182078"/>
                  <a:pt x="-2659" y="123523"/>
                  <a:pt x="64210" y="123523"/>
                </a:cubicBezTo>
                <a:cubicBezTo>
                  <a:pt x="136429" y="118200"/>
                  <a:pt x="2420681" y="1087"/>
                  <a:pt x="2420681" y="1087"/>
                </a:cubicBezTo>
                <a:cubicBezTo>
                  <a:pt x="2420681" y="1087"/>
                  <a:pt x="2425028" y="256"/>
                  <a:pt x="2431547" y="47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80BB03E8-4098-4B07-AE5D-BF079441003E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813709" y="2050693"/>
            <a:ext cx="2544354" cy="3271560"/>
          </a:xfrm>
          <a:custGeom xmlns:a="http://schemas.openxmlformats.org/drawingml/2006/main">
            <a:gdLst>
              <a:gd name="connsiteX0" fmla="*/ 48331 w 2544354"/>
              <a:gd name="connsiteY0" fmla="*/ 9 h 3271560"/>
              <a:gd name="connsiteX1" fmla="*/ 55949 w 2544354"/>
              <a:gd name="connsiteY1" fmla="*/ 757 h 3271560"/>
              <a:gd name="connsiteX2" fmla="*/ 2496398 w 2544354"/>
              <a:gd name="connsiteY2" fmla="*/ 757 h 3271560"/>
              <a:gd name="connsiteX3" fmla="*/ 2544354 w 2544354"/>
              <a:gd name="connsiteY3" fmla="*/ 51281 h 3271560"/>
              <a:gd name="connsiteX4" fmla="*/ 2504390 w 2544354"/>
              <a:gd name="connsiteY4" fmla="*/ 3186458 h 3271560"/>
              <a:gd name="connsiteX5" fmla="*/ 2456434 w 2544354"/>
              <a:gd name="connsiteY5" fmla="*/ 3271552 h 3271560"/>
              <a:gd name="connsiteX6" fmla="*/ 87920 w 2544354"/>
              <a:gd name="connsiteY6" fmla="*/ 3271552 h 3271560"/>
              <a:gd name="connsiteX7" fmla="*/ 39964 w 2544354"/>
              <a:gd name="connsiteY7" fmla="*/ 3226346 h 3271560"/>
              <a:gd name="connsiteX8" fmla="*/ 0 w 2544354"/>
              <a:gd name="connsiteY8" fmla="*/ 48622 h 3271560"/>
              <a:gd name="connsiteX9" fmla="*/ 48331 w 2544354"/>
              <a:gd name="connsiteY9" fmla="*/ 9 h 3271560"/>
            </a:gdLst>
            <a:rect l="l" t="t" r="r" b="b"/>
            <a:pathLst>
              <a:path w="2544354" h="3271560">
                <a:moveTo>
                  <a:pt x="48331" y="9"/>
                </a:moveTo>
                <a:cubicBezTo>
                  <a:pt x="52952" y="92"/>
                  <a:pt x="55949" y="757"/>
                  <a:pt x="55949" y="757"/>
                </a:cubicBezTo>
                <a:cubicBezTo>
                  <a:pt x="55949" y="757"/>
                  <a:pt x="55949" y="757"/>
                  <a:pt x="2496398" y="757"/>
                </a:cubicBezTo>
                <a:cubicBezTo>
                  <a:pt x="2544354" y="3416"/>
                  <a:pt x="2544354" y="51281"/>
                  <a:pt x="2544354" y="51281"/>
                </a:cubicBezTo>
                <a:cubicBezTo>
                  <a:pt x="2544354" y="51281"/>
                  <a:pt x="2504390" y="3085409"/>
                  <a:pt x="2504390" y="3186458"/>
                </a:cubicBezTo>
                <a:cubicBezTo>
                  <a:pt x="2509719" y="3274211"/>
                  <a:pt x="2456434" y="3271552"/>
                  <a:pt x="2456434" y="3271552"/>
                </a:cubicBezTo>
                <a:cubicBezTo>
                  <a:pt x="2456434" y="3271552"/>
                  <a:pt x="133212" y="3271552"/>
                  <a:pt x="87920" y="3271552"/>
                </a:cubicBezTo>
                <a:cubicBezTo>
                  <a:pt x="42628" y="3271552"/>
                  <a:pt x="39964" y="3226346"/>
                  <a:pt x="39964" y="3226346"/>
                </a:cubicBezTo>
                <a:cubicBezTo>
                  <a:pt x="39964" y="3226346"/>
                  <a:pt x="0" y="112442"/>
                  <a:pt x="0" y="48622"/>
                </a:cubicBezTo>
                <a:cubicBezTo>
                  <a:pt x="5995" y="4746"/>
                  <a:pt x="34469" y="-240"/>
                  <a:pt x="48331" y="9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95C7426C-0A8C-43BA-A4AA-8266D9FFB0F5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641431" y="2059865"/>
            <a:ext cx="2514371" cy="3628201"/>
          </a:xfrm>
          <a:custGeom xmlns:a="http://schemas.openxmlformats.org/drawingml/2006/main">
            <a:gdLst>
              <a:gd name="connsiteX0" fmla="*/ 95381 w 2514371"/>
              <a:gd name="connsiteY0" fmla="*/ 0 h 3628201"/>
              <a:gd name="connsiteX1" fmla="*/ 2461343 w 2514371"/>
              <a:gd name="connsiteY1" fmla="*/ 122510 h 3628201"/>
              <a:gd name="connsiteX2" fmla="*/ 2514334 w 2514371"/>
              <a:gd name="connsiteY2" fmla="*/ 183766 h 3628201"/>
              <a:gd name="connsiteX3" fmla="*/ 2379210 w 2514371"/>
              <a:gd name="connsiteY3" fmla="*/ 3582109 h 3628201"/>
              <a:gd name="connsiteX4" fmla="*/ 2315623 w 2514371"/>
              <a:gd name="connsiteY4" fmla="*/ 3627385 h 3628201"/>
              <a:gd name="connsiteX5" fmla="*/ 47690 w 2514371"/>
              <a:gd name="connsiteY5" fmla="*/ 3297139 h 3628201"/>
              <a:gd name="connsiteX6" fmla="*/ 1 w 2514371"/>
              <a:gd name="connsiteY6" fmla="*/ 3235882 h 3628201"/>
              <a:gd name="connsiteX7" fmla="*/ 50340 w 2514371"/>
              <a:gd name="connsiteY7" fmla="*/ 47939 h 3628201"/>
              <a:gd name="connsiteX8" fmla="*/ 95381 w 2514371"/>
              <a:gd name="connsiteY8" fmla="*/ 0 h 3628201"/>
            </a:gdLst>
            <a:rect l="l" t="t" r="r" b="b"/>
            <a:pathLst>
              <a:path w="2514371" h="3628201">
                <a:moveTo>
                  <a:pt x="95381" y="0"/>
                </a:moveTo>
                <a:cubicBezTo>
                  <a:pt x="2461343" y="122510"/>
                  <a:pt x="2461343" y="122510"/>
                  <a:pt x="2461343" y="122510"/>
                </a:cubicBezTo>
                <a:cubicBezTo>
                  <a:pt x="2461343" y="122510"/>
                  <a:pt x="2514333" y="122510"/>
                  <a:pt x="2514334" y="183766"/>
                </a:cubicBezTo>
                <a:cubicBezTo>
                  <a:pt x="2516983" y="242358"/>
                  <a:pt x="2379210" y="3582109"/>
                  <a:pt x="2379210" y="3582109"/>
                </a:cubicBezTo>
                <a:cubicBezTo>
                  <a:pt x="2379210" y="3582109"/>
                  <a:pt x="2376561" y="3635375"/>
                  <a:pt x="2315623" y="3627385"/>
                </a:cubicBezTo>
                <a:cubicBezTo>
                  <a:pt x="2252037" y="3619394"/>
                  <a:pt x="47690" y="3297139"/>
                  <a:pt x="47690" y="3297139"/>
                </a:cubicBezTo>
                <a:cubicBezTo>
                  <a:pt x="47690" y="3297139"/>
                  <a:pt x="0" y="3286485"/>
                  <a:pt x="1" y="3235882"/>
                </a:cubicBezTo>
                <a:cubicBezTo>
                  <a:pt x="0" y="3185281"/>
                  <a:pt x="50340" y="47939"/>
                  <a:pt x="50340" y="47939"/>
                </a:cubicBezTo>
                <a:cubicBezTo>
                  <a:pt x="50340" y="47939"/>
                  <a:pt x="50340" y="0"/>
                  <a:pt x="95381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3.xml><?xml version="1.0" encoding="utf-8"?>
<p:sldLayout xmlns:p="http://schemas.openxmlformats.org/presentationml/2006/main" userDrawn="1">
  <p:cSld name="Tablet Page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D953DD30-3409-4E8C-BBF6-F0FF01C4E42B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9038349" y="2447109"/>
            <a:ext cx="2319388" cy="3098029"/>
          </a:xfrm>
          <a:custGeom xmlns:a="http://schemas.openxmlformats.org/drawingml/2006/main">
            <a:gdLst>
              <a:gd name="connsiteX0" fmla="*/ 0 w 2319388"/>
              <a:gd name="connsiteY0" fmla="*/ 0 h 3098029"/>
              <a:gd name="connsiteX1" fmla="*/ 2319388 w 2319388"/>
              <a:gd name="connsiteY1" fmla="*/ 0 h 3098029"/>
              <a:gd name="connsiteX2" fmla="*/ 2319388 w 2319388"/>
              <a:gd name="connsiteY2" fmla="*/ 3098029 h 3098029"/>
              <a:gd name="connsiteX3" fmla="*/ 0 w 2319388"/>
              <a:gd name="connsiteY3" fmla="*/ 3098029 h 3098029"/>
            </a:gdLst>
            <a:rect l="l" t="t" r="r" b="b"/>
            <a:pathLst>
              <a:path w="2319388" h="3098029">
                <a:moveTo>
                  <a:pt x="0" y="0"/>
                </a:moveTo>
                <a:lnTo>
                  <a:pt x="2319388" y="0"/>
                </a:lnTo>
                <a:lnTo>
                  <a:pt x="2319388" y="3098029"/>
                </a:lnTo>
                <a:lnTo>
                  <a:pt x="0" y="3098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9" name="Picture Placeholder 8">
            <a:extLst xmlns:a="http://schemas.openxmlformats.org/drawingml/2006/main">
              <a:ext uri="{FF2B5EF4-FFF2-40B4-BE49-F238E27FC236}">
                <a16:creationId xmlns:a16="http://schemas.microsoft.com/office/drawing/2014/main" id="{554E9A5D-7A2C-4E4C-85BD-62C3179EA772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6124973" y="2447109"/>
            <a:ext cx="2281147" cy="3098029"/>
          </a:xfrm>
          <a:custGeom xmlns:a="http://schemas.openxmlformats.org/drawingml/2006/main">
            <a:gdLst>
              <a:gd name="connsiteX0" fmla="*/ 0 w 2281147"/>
              <a:gd name="connsiteY0" fmla="*/ 0 h 3098029"/>
              <a:gd name="connsiteX1" fmla="*/ 2281147 w 2281147"/>
              <a:gd name="connsiteY1" fmla="*/ 0 h 3098029"/>
              <a:gd name="connsiteX2" fmla="*/ 2281147 w 2281147"/>
              <a:gd name="connsiteY2" fmla="*/ 3098029 h 3098029"/>
              <a:gd name="connsiteX3" fmla="*/ 0 w 2281147"/>
              <a:gd name="connsiteY3" fmla="*/ 3098029 h 3098029"/>
            </a:gdLst>
            <a:rect l="l" t="t" r="r" b="b"/>
            <a:pathLst>
              <a:path w="2281147" h="3098029">
                <a:moveTo>
                  <a:pt x="0" y="0"/>
                </a:moveTo>
                <a:lnTo>
                  <a:pt x="2281147" y="0"/>
                </a:lnTo>
                <a:lnTo>
                  <a:pt x="2281147" y="3098029"/>
                </a:lnTo>
                <a:lnTo>
                  <a:pt x="0" y="309802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4.xml><?xml version="1.0" encoding="utf-8"?>
<p:sldLayout xmlns:p="http://schemas.openxmlformats.org/presentationml/2006/main" userDrawn="1">
  <p:cSld name="Tablet Page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5EE6A72-0845-47AC-9B8F-CF2C31E5EAF7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348664" y="2453640"/>
            <a:ext cx="2967037" cy="3954781"/>
          </a:xfrm>
          <a:custGeom xmlns:a="http://schemas.openxmlformats.org/drawingml/2006/main">
            <a:gdLst>
              <a:gd name="connsiteX0" fmla="*/ 51597 w 2967037"/>
              <a:gd name="connsiteY0" fmla="*/ 0 h 3954781"/>
              <a:gd name="connsiteX1" fmla="*/ 2915440 w 2967037"/>
              <a:gd name="connsiteY1" fmla="*/ 0 h 3954781"/>
              <a:gd name="connsiteX2" fmla="*/ 2967037 w 2967037"/>
              <a:gd name="connsiteY2" fmla="*/ 51597 h 3954781"/>
              <a:gd name="connsiteX3" fmla="*/ 2967037 w 2967037"/>
              <a:gd name="connsiteY3" fmla="*/ 3903184 h 3954781"/>
              <a:gd name="connsiteX4" fmla="*/ 2915440 w 2967037"/>
              <a:gd name="connsiteY4" fmla="*/ 3954781 h 3954781"/>
              <a:gd name="connsiteX5" fmla="*/ 51597 w 2967037"/>
              <a:gd name="connsiteY5" fmla="*/ 3954781 h 3954781"/>
              <a:gd name="connsiteX6" fmla="*/ 0 w 2967037"/>
              <a:gd name="connsiteY6" fmla="*/ 3903184 h 3954781"/>
              <a:gd name="connsiteX7" fmla="*/ 0 w 2967037"/>
              <a:gd name="connsiteY7" fmla="*/ 51597 h 3954781"/>
              <a:gd name="connsiteX8" fmla="*/ 51597 w 2967037"/>
              <a:gd name="connsiteY8" fmla="*/ 0 h 3954781"/>
            </a:gdLst>
            <a:rect l="l" t="t" r="r" b="b"/>
            <a:pathLst>
              <a:path w="2967037" h="3954781">
                <a:moveTo>
                  <a:pt x="51597" y="0"/>
                </a:moveTo>
                <a:lnTo>
                  <a:pt x="2915440" y="0"/>
                </a:lnTo>
                <a:cubicBezTo>
                  <a:pt x="2943936" y="0"/>
                  <a:pt x="2967037" y="23101"/>
                  <a:pt x="2967037" y="51597"/>
                </a:cubicBezTo>
                <a:lnTo>
                  <a:pt x="2967037" y="3903184"/>
                </a:lnTo>
                <a:cubicBezTo>
                  <a:pt x="2967037" y="3931680"/>
                  <a:pt x="2943936" y="3954781"/>
                  <a:pt x="2915440" y="3954781"/>
                </a:cubicBezTo>
                <a:lnTo>
                  <a:pt x="51597" y="3954781"/>
                </a:lnTo>
                <a:cubicBezTo>
                  <a:pt x="23101" y="3954781"/>
                  <a:pt x="0" y="3931680"/>
                  <a:pt x="0" y="3903184"/>
                </a:cubicBezTo>
                <a:lnTo>
                  <a:pt x="0" y="51597"/>
                </a:lnTo>
                <a:cubicBezTo>
                  <a:pt x="0" y="23101"/>
                  <a:pt x="23101" y="0"/>
                  <a:pt x="51597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5.xml><?xml version="1.0" encoding="utf-8"?>
<p:sldLayout xmlns:p="http://schemas.openxmlformats.org/presentationml/2006/main" userDrawn="1">
  <p:cSld name="Tablet Page-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2386986-D2CA-4A6B-97DC-618A3F8864C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3990975" y="2350271"/>
            <a:ext cx="4444875" cy="3295998"/>
          </a:xfrm>
          <a:custGeom xmlns:a="http://schemas.openxmlformats.org/drawingml/2006/main">
            <a:gdLst>
              <a:gd name="connsiteX0" fmla="*/ 0 w 4444875"/>
              <a:gd name="connsiteY0" fmla="*/ 0 h 3295998"/>
              <a:gd name="connsiteX1" fmla="*/ 4444875 w 4444875"/>
              <a:gd name="connsiteY1" fmla="*/ 0 h 3295998"/>
              <a:gd name="connsiteX2" fmla="*/ 4444875 w 4444875"/>
              <a:gd name="connsiteY2" fmla="*/ 3295998 h 3295998"/>
              <a:gd name="connsiteX3" fmla="*/ 0 w 4444875"/>
              <a:gd name="connsiteY3" fmla="*/ 3295998 h 3295998"/>
            </a:gdLst>
            <a:rect l="l" t="t" r="r" b="b"/>
            <a:pathLst>
              <a:path w="4444875" h="3295998">
                <a:moveTo>
                  <a:pt x="0" y="0"/>
                </a:moveTo>
                <a:lnTo>
                  <a:pt x="4444875" y="0"/>
                </a:lnTo>
                <a:lnTo>
                  <a:pt x="4444875" y="3295998"/>
                </a:lnTo>
                <a:lnTo>
                  <a:pt x="0" y="3295998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6.xml><?xml version="1.0" encoding="utf-8"?>
<p:sldLayout xmlns:p="http://schemas.openxmlformats.org/presentationml/2006/main" userDrawn="1">
  <p:cSld name="Tablet Page-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48950E0-34B0-45B1-9EE0-8AEB6EFB3B1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465345" y="1886726"/>
            <a:ext cx="2885088" cy="3881614"/>
          </a:xfrm>
          <a:custGeom xmlns:a="http://schemas.openxmlformats.org/drawingml/2006/main">
            <a:gdLst>
              <a:gd name="connsiteX0" fmla="*/ 0 w 2885088"/>
              <a:gd name="connsiteY0" fmla="*/ 0 h 3881614"/>
              <a:gd name="connsiteX1" fmla="*/ 2885088 w 2885088"/>
              <a:gd name="connsiteY1" fmla="*/ 0 h 3881614"/>
              <a:gd name="connsiteX2" fmla="*/ 2885088 w 2885088"/>
              <a:gd name="connsiteY2" fmla="*/ 3881614 h 3881614"/>
              <a:gd name="connsiteX3" fmla="*/ 0 w 2885088"/>
              <a:gd name="connsiteY3" fmla="*/ 3881614 h 3881614"/>
            </a:gdLst>
            <a:rect l="l" t="t" r="r" b="b"/>
            <a:pathLst>
              <a:path w="2885088" h="3881614">
                <a:moveTo>
                  <a:pt x="0" y="0"/>
                </a:moveTo>
                <a:lnTo>
                  <a:pt x="2885088" y="0"/>
                </a:lnTo>
                <a:lnTo>
                  <a:pt x="2885088" y="3881614"/>
                </a:lnTo>
                <a:lnTo>
                  <a:pt x="0" y="3881614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7.xml><?xml version="1.0" encoding="utf-8"?>
<p:sldLayout xmlns:p="http://schemas.openxmlformats.org/presentationml/2006/main" userDrawn="1">
  <p:cSld name="Tablet Page-0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3897829-CDA6-482D-9AFC-037FEEAEFCC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84123" y="1378160"/>
            <a:ext cx="3607378" cy="3313110"/>
          </a:xfrm>
          <a:custGeom xmlns:a="http://schemas.openxmlformats.org/drawingml/2006/main">
            <a:gdLst>
              <a:gd name="connsiteX0" fmla="*/ 2768108 w 3607378"/>
              <a:gd name="connsiteY0" fmla="*/ 156 h 3313110"/>
              <a:gd name="connsiteX1" fmla="*/ 2848899 w 3607378"/>
              <a:gd name="connsiteY1" fmla="*/ 60799 h 3313110"/>
              <a:gd name="connsiteX2" fmla="*/ 3597893 w 3607378"/>
              <a:gd name="connsiteY2" fmla="*/ 2137612 h 3313110"/>
              <a:gd name="connsiteX3" fmla="*/ 3564625 w 3607378"/>
              <a:gd name="connsiteY3" fmla="*/ 2241625 h 3313110"/>
              <a:gd name="connsiteX4" fmla="*/ 896410 w 3607378"/>
              <a:gd name="connsiteY4" fmla="*/ 3305564 h 3313110"/>
              <a:gd name="connsiteX5" fmla="*/ 779698 w 3607378"/>
              <a:gd name="connsiteY5" fmla="*/ 3264357 h 3313110"/>
              <a:gd name="connsiteX6" fmla="*/ 5304 w 3607378"/>
              <a:gd name="connsiteY6" fmla="*/ 1071655 h 3313110"/>
              <a:gd name="connsiteX7" fmla="*/ 60799 w 3607378"/>
              <a:gd name="connsiteY7" fmla="*/ 954943 h 3313110"/>
              <a:gd name="connsiteX8" fmla="*/ 2732187 w 3607378"/>
              <a:gd name="connsiteY8" fmla="*/ 5304 h 3313110"/>
              <a:gd name="connsiteX9" fmla="*/ 2768108 w 3607378"/>
              <a:gd name="connsiteY9" fmla="*/ 156 h 3313110"/>
            </a:gdLst>
            <a:rect l="l" t="t" r="r" b="b"/>
            <a:pathLst>
              <a:path w="3607378" h="3313110">
                <a:moveTo>
                  <a:pt x="2768108" y="156"/>
                </a:moveTo>
                <a:cubicBezTo>
                  <a:pt x="2803658" y="2242"/>
                  <a:pt x="2836221" y="25133"/>
                  <a:pt x="2848899" y="60799"/>
                </a:cubicBezTo>
                <a:cubicBezTo>
                  <a:pt x="3107030" y="786936"/>
                  <a:pt x="3339761" y="1411475"/>
                  <a:pt x="3597893" y="2137612"/>
                </a:cubicBezTo>
                <a:cubicBezTo>
                  <a:pt x="3614797" y="2185166"/>
                  <a:pt x="3612178" y="2224720"/>
                  <a:pt x="3564625" y="2241625"/>
                </a:cubicBezTo>
                <a:lnTo>
                  <a:pt x="896410" y="3305564"/>
                </a:lnTo>
                <a:cubicBezTo>
                  <a:pt x="848856" y="3322469"/>
                  <a:pt x="796603" y="3311909"/>
                  <a:pt x="779698" y="3264357"/>
                </a:cubicBezTo>
                <a:lnTo>
                  <a:pt x="5304" y="1071655"/>
                </a:lnTo>
                <a:cubicBezTo>
                  <a:pt x="-11601" y="1024101"/>
                  <a:pt x="13245" y="971848"/>
                  <a:pt x="60799" y="954943"/>
                </a:cubicBezTo>
                <a:lnTo>
                  <a:pt x="2732187" y="5304"/>
                </a:lnTo>
                <a:cubicBezTo>
                  <a:pt x="2744075" y="1078"/>
                  <a:pt x="2756258" y="-539"/>
                  <a:pt x="2768108" y="156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8.xml><?xml version="1.0" encoding="utf-8"?>
<p:sldLayout xmlns:p="http://schemas.openxmlformats.org/presentationml/2006/main" userDrawn="1">
  <p:cSld name="All Divie Page-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09228360-1F65-42BD-B8F7-3A986DC65EF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4222794" y="3468848"/>
            <a:ext cx="3662799" cy="2273525"/>
          </a:xfrm>
          <a:custGeom xmlns:a="http://schemas.openxmlformats.org/drawingml/2006/main">
            <a:gdLst>
              <a:gd name="connsiteX0" fmla="*/ 0 w 3662799"/>
              <a:gd name="connsiteY0" fmla="*/ 0 h 2273525"/>
              <a:gd name="connsiteX1" fmla="*/ 3662799 w 3662799"/>
              <a:gd name="connsiteY1" fmla="*/ 0 h 2273525"/>
              <a:gd name="connsiteX2" fmla="*/ 3662799 w 3662799"/>
              <a:gd name="connsiteY2" fmla="*/ 2273525 h 2273525"/>
              <a:gd name="connsiteX3" fmla="*/ 0 w 3662799"/>
              <a:gd name="connsiteY3" fmla="*/ 2273525 h 2273525"/>
            </a:gdLst>
            <a:rect l="l" t="t" r="r" b="b"/>
            <a:pathLst>
              <a:path w="3662799" h="2273525">
                <a:moveTo>
                  <a:pt x="0" y="0"/>
                </a:moveTo>
                <a:lnTo>
                  <a:pt x="3662799" y="0"/>
                </a:lnTo>
                <a:lnTo>
                  <a:pt x="3662799" y="2273525"/>
                </a:lnTo>
                <a:lnTo>
                  <a:pt x="0" y="227352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07FF5A6E-AE55-4CCE-909B-47212CBEF475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866022" y="4085831"/>
            <a:ext cx="1252659" cy="1787027"/>
          </a:xfrm>
          <a:custGeom xmlns:a="http://schemas.openxmlformats.org/drawingml/2006/main">
            <a:gdLst>
              <a:gd name="connsiteX0" fmla="*/ 0 w 1252659"/>
              <a:gd name="connsiteY0" fmla="*/ 0 h 1787027"/>
              <a:gd name="connsiteX1" fmla="*/ 1252659 w 1252659"/>
              <a:gd name="connsiteY1" fmla="*/ 0 h 1787027"/>
              <a:gd name="connsiteX2" fmla="*/ 1252659 w 1252659"/>
              <a:gd name="connsiteY2" fmla="*/ 1787027 h 1787027"/>
              <a:gd name="connsiteX3" fmla="*/ 0 w 1252659"/>
              <a:gd name="connsiteY3" fmla="*/ 1787027 h 1787027"/>
            </a:gdLst>
            <a:rect l="l" t="t" r="r" b="b"/>
            <a:pathLst>
              <a:path w="1252659" h="1787027">
                <a:moveTo>
                  <a:pt x="0" y="0"/>
                </a:moveTo>
                <a:lnTo>
                  <a:pt x="1252659" y="0"/>
                </a:lnTo>
                <a:lnTo>
                  <a:pt x="1252659" y="1787027"/>
                </a:lnTo>
                <a:lnTo>
                  <a:pt x="0" y="178702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607E39B0-2064-4EB2-A750-FF08C189F3DE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977006" y="4040568"/>
            <a:ext cx="1426501" cy="1787027"/>
          </a:xfrm>
          <a:custGeom xmlns:a="http://schemas.openxmlformats.org/drawingml/2006/main">
            <a:gdLst>
              <a:gd name="connsiteX0" fmla="*/ 0 w 1426501"/>
              <a:gd name="connsiteY0" fmla="*/ 0 h 1787027"/>
              <a:gd name="connsiteX1" fmla="*/ 1426501 w 1426501"/>
              <a:gd name="connsiteY1" fmla="*/ 0 h 1787027"/>
              <a:gd name="connsiteX2" fmla="*/ 1426501 w 1426501"/>
              <a:gd name="connsiteY2" fmla="*/ 1787027 h 1787027"/>
              <a:gd name="connsiteX3" fmla="*/ 0 w 1426501"/>
              <a:gd name="connsiteY3" fmla="*/ 1787027 h 1787027"/>
            </a:gdLst>
            <a:rect l="l" t="t" r="r" b="b"/>
            <a:pathLst>
              <a:path w="1426501" h="1787027">
                <a:moveTo>
                  <a:pt x="0" y="0"/>
                </a:moveTo>
                <a:lnTo>
                  <a:pt x="1426501" y="0"/>
                </a:lnTo>
                <a:lnTo>
                  <a:pt x="1426501" y="1787027"/>
                </a:lnTo>
                <a:lnTo>
                  <a:pt x="0" y="178702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19.xml><?xml version="1.0" encoding="utf-8"?>
<p:sldLayout xmlns:p="http://schemas.openxmlformats.org/presentationml/2006/main" userDrawn="1">
  <p:cSld name="All Divie Page-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BCA633F-D29A-4CF1-9B58-910FF2FF17D0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4600575" y="3061069"/>
            <a:ext cx="2905124" cy="1830019"/>
          </a:xfrm>
          <a:custGeom xmlns:a="http://schemas.openxmlformats.org/drawingml/2006/main">
            <a:gdLst>
              <a:gd name="connsiteX0" fmla="*/ 0 w 2905124"/>
              <a:gd name="connsiteY0" fmla="*/ 0 h 1830019"/>
              <a:gd name="connsiteX1" fmla="*/ 2905124 w 2905124"/>
              <a:gd name="connsiteY1" fmla="*/ 0 h 1830019"/>
              <a:gd name="connsiteX2" fmla="*/ 2905124 w 2905124"/>
              <a:gd name="connsiteY2" fmla="*/ 1830019 h 1830019"/>
              <a:gd name="connsiteX3" fmla="*/ 0 w 2905124"/>
              <a:gd name="connsiteY3" fmla="*/ 1830019 h 1830019"/>
            </a:gdLst>
            <a:rect l="l" t="t" r="r" b="b"/>
            <a:pathLst>
              <a:path w="2905124" h="1830019">
                <a:moveTo>
                  <a:pt x="0" y="0"/>
                </a:moveTo>
                <a:lnTo>
                  <a:pt x="2905124" y="0"/>
                </a:lnTo>
                <a:lnTo>
                  <a:pt x="2905124" y="1830019"/>
                </a:lnTo>
                <a:lnTo>
                  <a:pt x="0" y="183001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0.xml><?xml version="1.0" encoding="utf-8"?>
<p:sldLayout xmlns:p="http://schemas.openxmlformats.org/presentationml/2006/main" userDrawn="1">
  <p:cSld name="All Divie Page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30A3530-4937-4E24-98FA-87258D26F93C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6261184" y="2745627"/>
            <a:ext cx="4897356" cy="2994345"/>
          </a:xfrm>
          <a:custGeom xmlns:a="http://schemas.openxmlformats.org/drawingml/2006/main">
            <a:gdLst>
              <a:gd name="connsiteX0" fmla="*/ 0 w 4897356"/>
              <a:gd name="connsiteY0" fmla="*/ 0 h 2994345"/>
              <a:gd name="connsiteX1" fmla="*/ 4897356 w 4897356"/>
              <a:gd name="connsiteY1" fmla="*/ 0 h 2994345"/>
              <a:gd name="connsiteX2" fmla="*/ 4897356 w 4897356"/>
              <a:gd name="connsiteY2" fmla="*/ 2994345 h 2994345"/>
              <a:gd name="connsiteX3" fmla="*/ 0 w 4897356"/>
              <a:gd name="connsiteY3" fmla="*/ 2994345 h 2994345"/>
            </a:gdLst>
            <a:rect l="l" t="t" r="r" b="b"/>
            <a:pathLst>
              <a:path w="4897356" h="2994345">
                <a:moveTo>
                  <a:pt x="0" y="0"/>
                </a:moveTo>
                <a:lnTo>
                  <a:pt x="4897356" y="0"/>
                </a:lnTo>
                <a:lnTo>
                  <a:pt x="4897356" y="2994345"/>
                </a:lnTo>
                <a:lnTo>
                  <a:pt x="0" y="299434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1.xml><?xml version="1.0" encoding="utf-8"?>
<p:sldLayout xmlns:p="http://schemas.openxmlformats.org/presentationml/2006/main" userDrawn="1">
  <p:cSld name="All Divie Page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79F62C9-CB16-4814-9898-8C9A7504A06D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457325" y="3443289"/>
            <a:ext cx="3490914" cy="2195512"/>
          </a:xfrm>
          <a:custGeom xmlns:a="http://schemas.openxmlformats.org/drawingml/2006/main">
            <a:gdLst>
              <a:gd name="connsiteX0" fmla="*/ 0 w 3490914"/>
              <a:gd name="connsiteY0" fmla="*/ 0 h 2195512"/>
              <a:gd name="connsiteX1" fmla="*/ 3490914 w 3490914"/>
              <a:gd name="connsiteY1" fmla="*/ 0 h 2195512"/>
              <a:gd name="connsiteX2" fmla="*/ 3490914 w 3490914"/>
              <a:gd name="connsiteY2" fmla="*/ 2195512 h 2195512"/>
              <a:gd name="connsiteX3" fmla="*/ 0 w 3490914"/>
              <a:gd name="connsiteY3" fmla="*/ 2195512 h 2195512"/>
            </a:gdLst>
            <a:rect l="l" t="t" r="r" b="b"/>
            <a:pathLst>
              <a:path w="3490914" h="2195512">
                <a:moveTo>
                  <a:pt x="0" y="0"/>
                </a:moveTo>
                <a:lnTo>
                  <a:pt x="3490914" y="0"/>
                </a:lnTo>
                <a:lnTo>
                  <a:pt x="3490914" y="2195512"/>
                </a:lnTo>
                <a:lnTo>
                  <a:pt x="0" y="219551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2.xml><?xml version="1.0" encoding="utf-8"?>
<p:sldLayout xmlns:p="http://schemas.openxmlformats.org/presentationml/2006/main" userDrawn="1">
  <p:cSld name="All Divie Page-0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3D62458-4DB4-4B0F-98C1-95C2308F6DB5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005638" y="1052514"/>
            <a:ext cx="3424236" cy="1904999"/>
          </a:xfrm>
          <a:custGeom xmlns:a="http://schemas.openxmlformats.org/drawingml/2006/main">
            <a:gdLst>
              <a:gd name="connsiteX0" fmla="*/ 0 w 3424236"/>
              <a:gd name="connsiteY0" fmla="*/ 0 h 1904999"/>
              <a:gd name="connsiteX1" fmla="*/ 3424236 w 3424236"/>
              <a:gd name="connsiteY1" fmla="*/ 0 h 1904999"/>
              <a:gd name="connsiteX2" fmla="*/ 3424236 w 3424236"/>
              <a:gd name="connsiteY2" fmla="*/ 1904999 h 1904999"/>
              <a:gd name="connsiteX3" fmla="*/ 0 w 3424236"/>
              <a:gd name="connsiteY3" fmla="*/ 1904999 h 1904999"/>
            </a:gdLst>
            <a:rect l="l" t="t" r="r" b="b"/>
            <a:pathLst>
              <a:path w="3424236" h="1904999">
                <a:moveTo>
                  <a:pt x="0" y="0"/>
                </a:moveTo>
                <a:lnTo>
                  <a:pt x="3424236" y="0"/>
                </a:lnTo>
                <a:lnTo>
                  <a:pt x="3424236" y="1904999"/>
                </a:lnTo>
                <a:lnTo>
                  <a:pt x="0" y="1904999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3.xml><?xml version="1.0" encoding="utf-8"?>
<p:sldLayout xmlns:p="http://schemas.openxmlformats.org/presentationml/2006/main" userDrawn="1">
  <p:cSld name="All Divie Page-0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33BF561-A090-46BB-BFFF-3E741D5E3301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375282" y="1269964"/>
            <a:ext cx="4518924" cy="3602550"/>
          </a:xfrm>
          <a:custGeom xmlns:a="http://schemas.openxmlformats.org/drawingml/2006/main">
            <a:gdLst>
              <a:gd name="connsiteX0" fmla="*/ 3998178 w 4518924"/>
              <a:gd name="connsiteY0" fmla="*/ 0 h 3602550"/>
              <a:gd name="connsiteX1" fmla="*/ 4518924 w 4518924"/>
              <a:gd name="connsiteY1" fmla="*/ 2510108 h 3602550"/>
              <a:gd name="connsiteX2" fmla="*/ 654134 w 4518924"/>
              <a:gd name="connsiteY2" fmla="*/ 3602550 h 3602550"/>
              <a:gd name="connsiteX3" fmla="*/ 0 w 4518924"/>
              <a:gd name="connsiteY3" fmla="*/ 756075 h 3602550"/>
            </a:gdLst>
            <a:rect l="l" t="t" r="r" b="b"/>
            <a:pathLst>
              <a:path w="4518924" h="3602550">
                <a:moveTo>
                  <a:pt x="3998178" y="0"/>
                </a:moveTo>
                <a:cubicBezTo>
                  <a:pt x="4171760" y="836703"/>
                  <a:pt x="4345342" y="1673405"/>
                  <a:pt x="4518924" y="2510108"/>
                </a:cubicBezTo>
                <a:lnTo>
                  <a:pt x="654134" y="3602550"/>
                </a:lnTo>
                <a:lnTo>
                  <a:pt x="0" y="7560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4.xml><?xml version="1.0" encoding="utf-8"?>
<p:sldLayout xmlns:p="http://schemas.openxmlformats.org/presentationml/2006/main" userDrawn="1">
  <p:cSld name="All Divie Page-0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F3A1AF16-E6CE-4540-9086-3CC6C19BC9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1338" y="2345079"/>
            <a:ext cx="2419350" cy="3469935"/>
          </a:xfrm>
          <a:custGeom xmlns:a="http://schemas.openxmlformats.org/drawingml/2006/main">
            <a:gdLst>
              <a:gd name="connsiteX0" fmla="*/ 72242 w 2419350"/>
              <a:gd name="connsiteY0" fmla="*/ 0 h 3469935"/>
              <a:gd name="connsiteX1" fmla="*/ 2347108 w 2419350"/>
              <a:gd name="connsiteY1" fmla="*/ 0 h 3469935"/>
              <a:gd name="connsiteX2" fmla="*/ 2419350 w 2419350"/>
              <a:gd name="connsiteY2" fmla="*/ 72242 h 3469935"/>
              <a:gd name="connsiteX3" fmla="*/ 2419350 w 2419350"/>
              <a:gd name="connsiteY3" fmla="*/ 3397693 h 3469935"/>
              <a:gd name="connsiteX4" fmla="*/ 2347108 w 2419350"/>
              <a:gd name="connsiteY4" fmla="*/ 3469935 h 3469935"/>
              <a:gd name="connsiteX5" fmla="*/ 72242 w 2419350"/>
              <a:gd name="connsiteY5" fmla="*/ 3469935 h 3469935"/>
              <a:gd name="connsiteX6" fmla="*/ 0 w 2419350"/>
              <a:gd name="connsiteY6" fmla="*/ 3397693 h 3469935"/>
              <a:gd name="connsiteX7" fmla="*/ 0 w 2419350"/>
              <a:gd name="connsiteY7" fmla="*/ 72242 h 3469935"/>
              <a:gd name="connsiteX8" fmla="*/ 72242 w 2419350"/>
              <a:gd name="connsiteY8" fmla="*/ 0 h 3469935"/>
            </a:gdLst>
            <a:rect l="l" t="t" r="r" b="b"/>
            <a:pathLst>
              <a:path w="2419350" h="3469935">
                <a:moveTo>
                  <a:pt x="72242" y="0"/>
                </a:moveTo>
                <a:lnTo>
                  <a:pt x="2347108" y="0"/>
                </a:lnTo>
                <a:cubicBezTo>
                  <a:pt x="2387006" y="0"/>
                  <a:pt x="2419350" y="32344"/>
                  <a:pt x="2419350" y="72242"/>
                </a:cubicBezTo>
                <a:lnTo>
                  <a:pt x="2419350" y="3397693"/>
                </a:lnTo>
                <a:cubicBezTo>
                  <a:pt x="2419350" y="3437591"/>
                  <a:pt x="2387006" y="3469935"/>
                  <a:pt x="2347108" y="3469935"/>
                </a:cubicBezTo>
                <a:lnTo>
                  <a:pt x="72242" y="3469935"/>
                </a:lnTo>
                <a:cubicBezTo>
                  <a:pt x="32344" y="3469935"/>
                  <a:pt x="0" y="3437591"/>
                  <a:pt x="0" y="3397693"/>
                </a:cubicBezTo>
                <a:lnTo>
                  <a:pt x="0" y="72242"/>
                </a:lnTo>
                <a:cubicBezTo>
                  <a:pt x="0" y="32344"/>
                  <a:pt x="32344" y="0"/>
                  <a:pt x="72242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C92B3E28-847E-4607-8910-84B2BBD5D413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85DB4CB3-3174-4A46-898B-B8823F56307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2516507" y="2719389"/>
            <a:ext cx="4776787" cy="3000375"/>
          </a:xfrm>
          <a:custGeom xmlns:a="http://schemas.openxmlformats.org/drawingml/2006/main">
            <a:gdLst>
              <a:gd name="connsiteX0" fmla="*/ 0 w 4776787"/>
              <a:gd name="connsiteY0" fmla="*/ 0 h 3000375"/>
              <a:gd name="connsiteX1" fmla="*/ 4776787 w 4776787"/>
              <a:gd name="connsiteY1" fmla="*/ 0 h 3000375"/>
              <a:gd name="connsiteX2" fmla="*/ 4776787 w 4776787"/>
              <a:gd name="connsiteY2" fmla="*/ 3000375 h 3000375"/>
              <a:gd name="connsiteX3" fmla="*/ 0 w 4776787"/>
              <a:gd name="connsiteY3" fmla="*/ 3000375 h 3000375"/>
            </a:gdLst>
            <a:rect l="l" t="t" r="r" b="b"/>
            <a:pathLst>
              <a:path w="4776787" h="3000375">
                <a:moveTo>
                  <a:pt x="0" y="0"/>
                </a:moveTo>
                <a:lnTo>
                  <a:pt x="4776787" y="0"/>
                </a:lnTo>
                <a:lnTo>
                  <a:pt x="4776787" y="3000375"/>
                </a:lnTo>
                <a:lnTo>
                  <a:pt x="0" y="300037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73D03639-67EE-4C6B-9E3E-E5D578DFA84E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8858253" y="3820908"/>
            <a:ext cx="1036440" cy="2190046"/>
          </a:xfrm>
          <a:custGeom xmlns:a="http://schemas.openxmlformats.org/drawingml/2006/main">
            <a:gdLst>
              <a:gd name="connsiteX0" fmla="*/ 98899 w 1036440"/>
              <a:gd name="connsiteY0" fmla="*/ 151 h 2190046"/>
              <a:gd name="connsiteX1" fmla="*/ 108101 w 1036440"/>
              <a:gd name="connsiteY1" fmla="*/ 188 h 2190046"/>
              <a:gd name="connsiteX2" fmla="*/ 220169 w 1036440"/>
              <a:gd name="connsiteY2" fmla="*/ 188 h 2190046"/>
              <a:gd name="connsiteX3" fmla="*/ 234476 w 1036440"/>
              <a:gd name="connsiteY3" fmla="*/ 7313 h 2190046"/>
              <a:gd name="connsiteX4" fmla="*/ 240834 w 1036440"/>
              <a:gd name="connsiteY4" fmla="*/ 40565 h 2190046"/>
              <a:gd name="connsiteX5" fmla="*/ 294086 w 1036440"/>
              <a:gd name="connsiteY5" fmla="*/ 83316 h 2190046"/>
              <a:gd name="connsiteX6" fmla="*/ 740770 w 1036440"/>
              <a:gd name="connsiteY6" fmla="*/ 83316 h 2190046"/>
              <a:gd name="connsiteX7" fmla="*/ 805945 w 1036440"/>
              <a:gd name="connsiteY7" fmla="*/ 16813 h 2190046"/>
              <a:gd name="connsiteX8" fmla="*/ 821841 w 1036440"/>
              <a:gd name="connsiteY8" fmla="*/ 979 h 2190046"/>
              <a:gd name="connsiteX9" fmla="*/ 918808 w 1036440"/>
              <a:gd name="connsiteY9" fmla="*/ 979 h 2190046"/>
              <a:gd name="connsiteX10" fmla="*/ 999084 w 1036440"/>
              <a:gd name="connsiteY10" fmla="*/ 24731 h 2190046"/>
              <a:gd name="connsiteX11" fmla="*/ 1036440 w 1036440"/>
              <a:gd name="connsiteY11" fmla="*/ 95192 h 2190046"/>
              <a:gd name="connsiteX12" fmla="*/ 1027697 w 1036440"/>
              <a:gd name="connsiteY12" fmla="*/ 2038821 h 2190046"/>
              <a:gd name="connsiteX13" fmla="*/ 1007827 w 1036440"/>
              <a:gd name="connsiteY13" fmla="*/ 2151242 h 2190046"/>
              <a:gd name="connsiteX14" fmla="*/ 932320 w 1036440"/>
              <a:gd name="connsiteY14" fmla="*/ 2190036 h 2190046"/>
              <a:gd name="connsiteX15" fmla="*/ 137509 w 1036440"/>
              <a:gd name="connsiteY15" fmla="*/ 2190036 h 2190046"/>
              <a:gd name="connsiteX16" fmla="*/ 27030 w 1036440"/>
              <a:gd name="connsiteY16" fmla="*/ 2156784 h 2190046"/>
              <a:gd name="connsiteX17" fmla="*/ 801 w 1036440"/>
              <a:gd name="connsiteY17" fmla="*/ 2049113 h 2190046"/>
              <a:gd name="connsiteX18" fmla="*/ 5570 w 1036440"/>
              <a:gd name="connsiteY18" fmla="*/ 169612 h 2190046"/>
              <a:gd name="connsiteX19" fmla="*/ 19877 w 1036440"/>
              <a:gd name="connsiteY19" fmla="*/ 54815 h 2190046"/>
              <a:gd name="connsiteX20" fmla="*/ 98899 w 1036440"/>
              <a:gd name="connsiteY20" fmla="*/ 151 h 2190046"/>
            </a:gdLst>
            <a:rect l="l" t="t" r="r" b="b"/>
            <a:pathLst>
              <a:path w="1036440" h="2190046">
                <a:moveTo>
                  <a:pt x="98899" y="151"/>
                </a:moveTo>
                <a:cubicBezTo>
                  <a:pt x="104624" y="-208"/>
                  <a:pt x="108101" y="188"/>
                  <a:pt x="108101" y="188"/>
                </a:cubicBezTo>
                <a:cubicBezTo>
                  <a:pt x="108101" y="188"/>
                  <a:pt x="108101" y="188"/>
                  <a:pt x="220169" y="188"/>
                </a:cubicBezTo>
                <a:cubicBezTo>
                  <a:pt x="229707" y="979"/>
                  <a:pt x="231296" y="2563"/>
                  <a:pt x="234476" y="7313"/>
                </a:cubicBezTo>
                <a:cubicBezTo>
                  <a:pt x="236860" y="12063"/>
                  <a:pt x="237655" y="22355"/>
                  <a:pt x="240834" y="40565"/>
                </a:cubicBezTo>
                <a:cubicBezTo>
                  <a:pt x="248782" y="80150"/>
                  <a:pt x="294086" y="83316"/>
                  <a:pt x="294086" y="83316"/>
                </a:cubicBezTo>
                <a:cubicBezTo>
                  <a:pt x="294086" y="83316"/>
                  <a:pt x="681159" y="83316"/>
                  <a:pt x="740770" y="83316"/>
                </a:cubicBezTo>
                <a:cubicBezTo>
                  <a:pt x="800381" y="83316"/>
                  <a:pt x="805945" y="31856"/>
                  <a:pt x="805945" y="16813"/>
                </a:cubicBezTo>
                <a:cubicBezTo>
                  <a:pt x="805945" y="979"/>
                  <a:pt x="821841" y="979"/>
                  <a:pt x="821841" y="979"/>
                </a:cubicBezTo>
                <a:cubicBezTo>
                  <a:pt x="821841" y="979"/>
                  <a:pt x="890990" y="979"/>
                  <a:pt x="918808" y="979"/>
                </a:cubicBezTo>
                <a:cubicBezTo>
                  <a:pt x="946626" y="979"/>
                  <a:pt x="968881" y="4938"/>
                  <a:pt x="999084" y="24731"/>
                </a:cubicBezTo>
                <a:cubicBezTo>
                  <a:pt x="1034850" y="48482"/>
                  <a:pt x="1036440" y="95192"/>
                  <a:pt x="1036440" y="95192"/>
                </a:cubicBezTo>
                <a:cubicBezTo>
                  <a:pt x="1036440" y="95192"/>
                  <a:pt x="1027697" y="2009528"/>
                  <a:pt x="1027697" y="2038821"/>
                </a:cubicBezTo>
                <a:cubicBezTo>
                  <a:pt x="1027697" y="2068114"/>
                  <a:pt x="1034850" y="2115616"/>
                  <a:pt x="1007827" y="2151242"/>
                </a:cubicBezTo>
                <a:cubicBezTo>
                  <a:pt x="980803" y="2187661"/>
                  <a:pt x="932320" y="2190036"/>
                  <a:pt x="932320" y="2190036"/>
                </a:cubicBezTo>
                <a:cubicBezTo>
                  <a:pt x="932320" y="2190036"/>
                  <a:pt x="168506" y="2190036"/>
                  <a:pt x="137509" y="2190036"/>
                </a:cubicBezTo>
                <a:cubicBezTo>
                  <a:pt x="106511" y="2190036"/>
                  <a:pt x="61207" y="2191619"/>
                  <a:pt x="27030" y="2156784"/>
                </a:cubicBezTo>
                <a:cubicBezTo>
                  <a:pt x="-7147" y="2121158"/>
                  <a:pt x="801" y="2049113"/>
                  <a:pt x="801" y="2049113"/>
                </a:cubicBezTo>
                <a:cubicBezTo>
                  <a:pt x="801" y="2049113"/>
                  <a:pt x="5570" y="204447"/>
                  <a:pt x="5570" y="169612"/>
                </a:cubicBezTo>
                <a:cubicBezTo>
                  <a:pt x="5570" y="133985"/>
                  <a:pt x="1596" y="90442"/>
                  <a:pt x="19877" y="54815"/>
                </a:cubicBezTo>
                <a:cubicBezTo>
                  <a:pt x="44317" y="9094"/>
                  <a:pt x="81723" y="1227"/>
                  <a:pt x="98899" y="151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5.xml><?xml version="1.0" encoding="utf-8"?>
<p:sldLayout xmlns:p="http://schemas.openxmlformats.org/presentationml/2006/main" userDrawn="1">
  <p:cSld name="All Divie Page-0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FD68CDE-FEA7-487B-A275-0C8544B36516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1169857" y="2448379"/>
            <a:ext cx="4158796" cy="2385302"/>
          </a:xfrm>
          <a:custGeom xmlns:a="http://schemas.openxmlformats.org/drawingml/2006/main">
            <a:gdLst>
              <a:gd name="connsiteX0" fmla="*/ 0 w 4158796"/>
              <a:gd name="connsiteY0" fmla="*/ 0 h 2385302"/>
              <a:gd name="connsiteX1" fmla="*/ 4158796 w 4158796"/>
              <a:gd name="connsiteY1" fmla="*/ 0 h 2385302"/>
              <a:gd name="connsiteX2" fmla="*/ 4158796 w 4158796"/>
              <a:gd name="connsiteY2" fmla="*/ 2385302 h 2385302"/>
              <a:gd name="connsiteX3" fmla="*/ 0 w 4158796"/>
              <a:gd name="connsiteY3" fmla="*/ 2385302 h 2385302"/>
            </a:gdLst>
            <a:rect l="l" t="t" r="r" b="b"/>
            <a:pathLst>
              <a:path w="4158796" h="2385302">
                <a:moveTo>
                  <a:pt x="0" y="0"/>
                </a:moveTo>
                <a:lnTo>
                  <a:pt x="4158796" y="0"/>
                </a:lnTo>
                <a:lnTo>
                  <a:pt x="4158796" y="2385302"/>
                </a:lnTo>
                <a:lnTo>
                  <a:pt x="0" y="2385302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6.xml><?xml version="1.0" encoding="utf-8"?>
<p:sldLayout xmlns:p="http://schemas.openxmlformats.org/presentationml/2006/main" userDrawn="1">
  <p:cSld name="All Divie Page-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D4B02B3-C9AF-454F-B561-5BDD504B7AA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1586"/>
            <a:ext cx="12203112" cy="53800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600"/>
            </a:lvl1pPr>
          </a:lstStyle>
          <a:p xmlns:a="http://schemas.openxmlformats.org/drawingml/2006/main">
            <a:endParaRPr/>
          </a:p>
        </p:txBody>
      </p:sp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0066C88B-B403-4E45-8381-25AC0AC5367F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3609373" y="2448379"/>
            <a:ext cx="4158796" cy="2385303"/>
          </a:xfrm>
          <a:custGeom xmlns:a="http://schemas.openxmlformats.org/drawingml/2006/main">
            <a:gdLst>
              <a:gd name="connsiteX0" fmla="*/ 0 w 4158796"/>
              <a:gd name="connsiteY0" fmla="*/ 0 h 2385303"/>
              <a:gd name="connsiteX1" fmla="*/ 4158796 w 4158796"/>
              <a:gd name="connsiteY1" fmla="*/ 0 h 2385303"/>
              <a:gd name="connsiteX2" fmla="*/ 4158796 w 4158796"/>
              <a:gd name="connsiteY2" fmla="*/ 2385303 h 2385303"/>
              <a:gd name="connsiteX3" fmla="*/ 0 w 4158796"/>
              <a:gd name="connsiteY3" fmla="*/ 2385303 h 2385303"/>
            </a:gdLst>
            <a:rect l="l" t="t" r="r" b="b"/>
            <a:pathLst>
              <a:path w="4158796" h="2385303">
                <a:moveTo>
                  <a:pt x="0" y="0"/>
                </a:moveTo>
                <a:lnTo>
                  <a:pt x="4158796" y="0"/>
                </a:lnTo>
                <a:lnTo>
                  <a:pt x="4158796" y="2385303"/>
                </a:lnTo>
                <a:lnTo>
                  <a:pt x="0" y="2385303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0" name="Picture Placeholder 9">
            <a:extLst xmlns:a="http://schemas.openxmlformats.org/drawingml/2006/main">
              <a:ext uri="{FF2B5EF4-FFF2-40B4-BE49-F238E27FC236}">
                <a16:creationId xmlns:a16="http://schemas.microsoft.com/office/drawing/2014/main" id="{7B7B230E-CF94-4A8E-B380-A4738723F632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4699" y="3989164"/>
            <a:ext cx="3354565" cy="2106837"/>
          </a:xfrm>
          <a:custGeom xmlns:a="http://schemas.openxmlformats.org/drawingml/2006/main">
            <a:gdLst>
              <a:gd name="connsiteX0" fmla="*/ 0 w 3354565"/>
              <a:gd name="connsiteY0" fmla="*/ 0 h 2106837"/>
              <a:gd name="connsiteX1" fmla="*/ 3354565 w 3354565"/>
              <a:gd name="connsiteY1" fmla="*/ 0 h 2106837"/>
              <a:gd name="connsiteX2" fmla="*/ 3354565 w 3354565"/>
              <a:gd name="connsiteY2" fmla="*/ 2106837 h 2106837"/>
              <a:gd name="connsiteX3" fmla="*/ 0 w 3354565"/>
              <a:gd name="connsiteY3" fmla="*/ 2106837 h 2106837"/>
            </a:gdLst>
            <a:rect l="l" t="t" r="r" b="b"/>
            <a:pathLst>
              <a:path w="3354565" h="2106837">
                <a:moveTo>
                  <a:pt x="0" y="0"/>
                </a:moveTo>
                <a:lnTo>
                  <a:pt x="3354565" y="0"/>
                </a:lnTo>
                <a:lnTo>
                  <a:pt x="3354565" y="2106837"/>
                </a:lnTo>
                <a:lnTo>
                  <a:pt x="0" y="2106837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2" name="Picture Placeholder 11">
            <a:extLst xmlns:a="http://schemas.openxmlformats.org/drawingml/2006/main">
              <a:ext uri="{FF2B5EF4-FFF2-40B4-BE49-F238E27FC236}">
                <a16:creationId xmlns:a16="http://schemas.microsoft.com/office/drawing/2014/main" id="{5245365C-FB59-472C-ACF6-D1FF6D10B704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2524593" y="4248754"/>
            <a:ext cx="1367204" cy="1960902"/>
          </a:xfrm>
          <a:custGeom xmlns:a="http://schemas.openxmlformats.org/drawingml/2006/main">
            <a:gdLst>
              <a:gd name="connsiteX0" fmla="*/ 40825 w 1367204"/>
              <a:gd name="connsiteY0" fmla="*/ 0 h 1960902"/>
              <a:gd name="connsiteX1" fmla="*/ 1326379 w 1367204"/>
              <a:gd name="connsiteY1" fmla="*/ 0 h 1960902"/>
              <a:gd name="connsiteX2" fmla="*/ 1367204 w 1367204"/>
              <a:gd name="connsiteY2" fmla="*/ 40825 h 1960902"/>
              <a:gd name="connsiteX3" fmla="*/ 1367204 w 1367204"/>
              <a:gd name="connsiteY3" fmla="*/ 1920077 h 1960902"/>
              <a:gd name="connsiteX4" fmla="*/ 1326379 w 1367204"/>
              <a:gd name="connsiteY4" fmla="*/ 1960902 h 1960902"/>
              <a:gd name="connsiteX5" fmla="*/ 40825 w 1367204"/>
              <a:gd name="connsiteY5" fmla="*/ 1960902 h 1960902"/>
              <a:gd name="connsiteX6" fmla="*/ 0 w 1367204"/>
              <a:gd name="connsiteY6" fmla="*/ 1920077 h 1960902"/>
              <a:gd name="connsiteX7" fmla="*/ 0 w 1367204"/>
              <a:gd name="connsiteY7" fmla="*/ 40825 h 1960902"/>
              <a:gd name="connsiteX8" fmla="*/ 40825 w 1367204"/>
              <a:gd name="connsiteY8" fmla="*/ 0 h 1960902"/>
            </a:gdLst>
            <a:rect l="l" t="t" r="r" b="b"/>
            <a:pathLst>
              <a:path w="1367204" h="1960902">
                <a:moveTo>
                  <a:pt x="40825" y="0"/>
                </a:moveTo>
                <a:lnTo>
                  <a:pt x="1326379" y="0"/>
                </a:lnTo>
                <a:cubicBezTo>
                  <a:pt x="1348926" y="0"/>
                  <a:pt x="1367204" y="18278"/>
                  <a:pt x="1367204" y="40825"/>
                </a:cubicBezTo>
                <a:lnTo>
                  <a:pt x="1367204" y="1920077"/>
                </a:lnTo>
                <a:cubicBezTo>
                  <a:pt x="1367204" y="1942624"/>
                  <a:pt x="1348926" y="1960902"/>
                  <a:pt x="1326379" y="1960902"/>
                </a:cubicBezTo>
                <a:lnTo>
                  <a:pt x="40825" y="1960902"/>
                </a:lnTo>
                <a:cubicBezTo>
                  <a:pt x="18278" y="1960902"/>
                  <a:pt x="0" y="1942624"/>
                  <a:pt x="0" y="1920077"/>
                </a:cubicBezTo>
                <a:lnTo>
                  <a:pt x="0" y="40825"/>
                </a:lnTo>
                <a:cubicBezTo>
                  <a:pt x="0" y="18278"/>
                  <a:pt x="18278" y="0"/>
                  <a:pt x="40825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  <p:sp>
        <p:nvSpPr>
          <p:cNvPr id="14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8E64D445-DC20-41EF-AF9B-A363362D0C81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1992310" y="4962071"/>
            <a:ext cx="638397" cy="1348964"/>
          </a:xfrm>
          <a:custGeom xmlns:a="http://schemas.openxmlformats.org/drawingml/2006/main">
            <a:gdLst>
              <a:gd name="connsiteX0" fmla="*/ 60917 w 638397"/>
              <a:gd name="connsiteY0" fmla="*/ 93 h 1348964"/>
              <a:gd name="connsiteX1" fmla="*/ 66585 w 638397"/>
              <a:gd name="connsiteY1" fmla="*/ 116 h 1348964"/>
              <a:gd name="connsiteX2" fmla="*/ 135614 w 638397"/>
              <a:gd name="connsiteY2" fmla="*/ 116 h 1348964"/>
              <a:gd name="connsiteX3" fmla="*/ 144426 w 638397"/>
              <a:gd name="connsiteY3" fmla="*/ 4505 h 1348964"/>
              <a:gd name="connsiteX4" fmla="*/ 148342 w 638397"/>
              <a:gd name="connsiteY4" fmla="*/ 24987 h 1348964"/>
              <a:gd name="connsiteX5" fmla="*/ 181143 w 638397"/>
              <a:gd name="connsiteY5" fmla="*/ 51320 h 1348964"/>
              <a:gd name="connsiteX6" fmla="*/ 456279 w 638397"/>
              <a:gd name="connsiteY6" fmla="*/ 51320 h 1348964"/>
              <a:gd name="connsiteX7" fmla="*/ 496423 w 638397"/>
              <a:gd name="connsiteY7" fmla="*/ 10357 h 1348964"/>
              <a:gd name="connsiteX8" fmla="*/ 506215 w 638397"/>
              <a:gd name="connsiteY8" fmla="*/ 604 h 1348964"/>
              <a:gd name="connsiteX9" fmla="*/ 565942 w 638397"/>
              <a:gd name="connsiteY9" fmla="*/ 604 h 1348964"/>
              <a:gd name="connsiteX10" fmla="*/ 615388 w 638397"/>
              <a:gd name="connsiteY10" fmla="*/ 15234 h 1348964"/>
              <a:gd name="connsiteX11" fmla="*/ 638397 w 638397"/>
              <a:gd name="connsiteY11" fmla="*/ 58635 h 1348964"/>
              <a:gd name="connsiteX12" fmla="*/ 633012 w 638397"/>
              <a:gd name="connsiteY12" fmla="*/ 1255817 h 1348964"/>
              <a:gd name="connsiteX13" fmla="*/ 620773 w 638397"/>
              <a:gd name="connsiteY13" fmla="*/ 1325063 h 1348964"/>
              <a:gd name="connsiteX14" fmla="*/ 574264 w 638397"/>
              <a:gd name="connsiteY14" fmla="*/ 1348958 h 1348964"/>
              <a:gd name="connsiteX15" fmla="*/ 84699 w 638397"/>
              <a:gd name="connsiteY15" fmla="*/ 1348958 h 1348964"/>
              <a:gd name="connsiteX16" fmla="*/ 16649 w 638397"/>
              <a:gd name="connsiteY16" fmla="*/ 1328477 h 1348964"/>
              <a:gd name="connsiteX17" fmla="*/ 494 w 638397"/>
              <a:gd name="connsiteY17" fmla="*/ 1262156 h 1348964"/>
              <a:gd name="connsiteX18" fmla="*/ 3431 w 638397"/>
              <a:gd name="connsiteY18" fmla="*/ 104474 h 1348964"/>
              <a:gd name="connsiteX19" fmla="*/ 12243 w 638397"/>
              <a:gd name="connsiteY19" fmla="*/ 33764 h 1348964"/>
              <a:gd name="connsiteX20" fmla="*/ 60917 w 638397"/>
              <a:gd name="connsiteY20" fmla="*/ 93 h 1348964"/>
            </a:gdLst>
            <a:rect l="l" t="t" r="r" b="b"/>
            <a:pathLst>
              <a:path w="638397" h="1348964">
                <a:moveTo>
                  <a:pt x="60917" y="93"/>
                </a:moveTo>
                <a:cubicBezTo>
                  <a:pt x="64443" y="-128"/>
                  <a:pt x="66585" y="116"/>
                  <a:pt x="66585" y="116"/>
                </a:cubicBezTo>
                <a:cubicBezTo>
                  <a:pt x="66585" y="116"/>
                  <a:pt x="66585" y="116"/>
                  <a:pt x="135614" y="116"/>
                </a:cubicBezTo>
                <a:cubicBezTo>
                  <a:pt x="141489" y="604"/>
                  <a:pt x="142468" y="1579"/>
                  <a:pt x="144426" y="4505"/>
                </a:cubicBezTo>
                <a:cubicBezTo>
                  <a:pt x="145895" y="7431"/>
                  <a:pt x="146384" y="13771"/>
                  <a:pt x="148342" y="24987"/>
                </a:cubicBezTo>
                <a:cubicBezTo>
                  <a:pt x="153238" y="49369"/>
                  <a:pt x="181143" y="51320"/>
                  <a:pt x="181143" y="51320"/>
                </a:cubicBezTo>
                <a:cubicBezTo>
                  <a:pt x="181143" y="51320"/>
                  <a:pt x="419562" y="51320"/>
                  <a:pt x="456279" y="51320"/>
                </a:cubicBezTo>
                <a:cubicBezTo>
                  <a:pt x="492996" y="51320"/>
                  <a:pt x="496423" y="19622"/>
                  <a:pt x="496423" y="10357"/>
                </a:cubicBezTo>
                <a:cubicBezTo>
                  <a:pt x="496423" y="604"/>
                  <a:pt x="506215" y="604"/>
                  <a:pt x="506215" y="604"/>
                </a:cubicBezTo>
                <a:cubicBezTo>
                  <a:pt x="506215" y="604"/>
                  <a:pt x="548807" y="604"/>
                  <a:pt x="565942" y="604"/>
                </a:cubicBezTo>
                <a:cubicBezTo>
                  <a:pt x="583076" y="604"/>
                  <a:pt x="596784" y="3042"/>
                  <a:pt x="615388" y="15234"/>
                </a:cubicBezTo>
                <a:cubicBezTo>
                  <a:pt x="637418" y="29863"/>
                  <a:pt x="638397" y="58635"/>
                  <a:pt x="638397" y="58635"/>
                </a:cubicBezTo>
                <a:cubicBezTo>
                  <a:pt x="638397" y="58635"/>
                  <a:pt x="633012" y="1237774"/>
                  <a:pt x="633012" y="1255817"/>
                </a:cubicBezTo>
                <a:cubicBezTo>
                  <a:pt x="633012" y="1273860"/>
                  <a:pt x="637418" y="1303119"/>
                  <a:pt x="620773" y="1325063"/>
                </a:cubicBezTo>
                <a:cubicBezTo>
                  <a:pt x="604128" y="1347495"/>
                  <a:pt x="574264" y="1348958"/>
                  <a:pt x="574264" y="1348958"/>
                </a:cubicBezTo>
                <a:cubicBezTo>
                  <a:pt x="574264" y="1348958"/>
                  <a:pt x="103792" y="1348958"/>
                  <a:pt x="84699" y="1348958"/>
                </a:cubicBezTo>
                <a:cubicBezTo>
                  <a:pt x="65606" y="1348958"/>
                  <a:pt x="37701" y="1349933"/>
                  <a:pt x="16649" y="1328477"/>
                </a:cubicBezTo>
                <a:cubicBezTo>
                  <a:pt x="-4402" y="1306532"/>
                  <a:pt x="494" y="1262156"/>
                  <a:pt x="494" y="1262156"/>
                </a:cubicBezTo>
                <a:cubicBezTo>
                  <a:pt x="494" y="1262156"/>
                  <a:pt x="3431" y="125930"/>
                  <a:pt x="3431" y="104474"/>
                </a:cubicBezTo>
                <a:cubicBezTo>
                  <a:pt x="3431" y="82529"/>
                  <a:pt x="983" y="55709"/>
                  <a:pt x="12243" y="33764"/>
                </a:cubicBezTo>
                <a:cubicBezTo>
                  <a:pt x="27297" y="5603"/>
                  <a:pt x="50338" y="756"/>
                  <a:pt x="60917" y="93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7.xml><?xml version="1.0" encoding="utf-8"?>
<p:sldLayout xmlns:p="http://schemas.openxmlformats.org/presentationml/2006/main" userDrawn="1">
  <p:cSld name="All Divie Page-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833984C-DE7E-45D3-B407-8B9E65A24307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F0632431-51EF-4B6E-8EB1-CC65C9CAB990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809002" y="2163014"/>
            <a:ext cx="2327387" cy="2764391"/>
          </a:xfrm>
          <a:custGeom xmlns:a="http://schemas.openxmlformats.org/drawingml/2006/main">
            <a:gdLst>
              <a:gd name="connsiteX0" fmla="*/ 375198 w 2327387"/>
              <a:gd name="connsiteY0" fmla="*/ 0 h 2764391"/>
              <a:gd name="connsiteX1" fmla="*/ 1952189 w 2327387"/>
              <a:gd name="connsiteY1" fmla="*/ 0 h 2764391"/>
              <a:gd name="connsiteX2" fmla="*/ 2327387 w 2327387"/>
              <a:gd name="connsiteY2" fmla="*/ 375198 h 2764391"/>
              <a:gd name="connsiteX3" fmla="*/ 2327387 w 2327387"/>
              <a:gd name="connsiteY3" fmla="*/ 2389193 h 2764391"/>
              <a:gd name="connsiteX4" fmla="*/ 1952189 w 2327387"/>
              <a:gd name="connsiteY4" fmla="*/ 2764391 h 2764391"/>
              <a:gd name="connsiteX5" fmla="*/ 375198 w 2327387"/>
              <a:gd name="connsiteY5" fmla="*/ 2764391 h 2764391"/>
              <a:gd name="connsiteX6" fmla="*/ 0 w 2327387"/>
              <a:gd name="connsiteY6" fmla="*/ 2389193 h 2764391"/>
              <a:gd name="connsiteX7" fmla="*/ 0 w 2327387"/>
              <a:gd name="connsiteY7" fmla="*/ 375198 h 2764391"/>
              <a:gd name="connsiteX8" fmla="*/ 375198 w 2327387"/>
              <a:gd name="connsiteY8" fmla="*/ 0 h 2764391"/>
            </a:gdLst>
            <a:rect l="l" t="t" r="r" b="b"/>
            <a:pathLst>
              <a:path w="2327387" h="2764391">
                <a:moveTo>
                  <a:pt x="375198" y="0"/>
                </a:moveTo>
                <a:lnTo>
                  <a:pt x="1952189" y="0"/>
                </a:lnTo>
                <a:cubicBezTo>
                  <a:pt x="2159405" y="0"/>
                  <a:pt x="2327387" y="167982"/>
                  <a:pt x="2327387" y="375198"/>
                </a:cubicBezTo>
                <a:lnTo>
                  <a:pt x="2327387" y="2389193"/>
                </a:lnTo>
                <a:cubicBezTo>
                  <a:pt x="2327387" y="2596409"/>
                  <a:pt x="2159405" y="2764391"/>
                  <a:pt x="1952189" y="2764391"/>
                </a:cubicBezTo>
                <a:lnTo>
                  <a:pt x="375198" y="2764391"/>
                </a:lnTo>
                <a:cubicBezTo>
                  <a:pt x="167982" y="2764391"/>
                  <a:pt x="0" y="2596409"/>
                  <a:pt x="0" y="2389193"/>
                </a:cubicBezTo>
                <a:lnTo>
                  <a:pt x="0" y="375198"/>
                </a:lnTo>
                <a:cubicBezTo>
                  <a:pt x="0" y="167982"/>
                  <a:pt x="167982" y="0"/>
                  <a:pt x="37519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8.xml><?xml version="1.0" encoding="utf-8"?>
<p:sldLayout xmlns:p="http://schemas.openxmlformats.org/presentationml/2006/main" userDrawn="1">
  <p:cSld name="All Divie Page-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0EBD4F6-B5FF-4F7F-A9A8-BCE4AFDA8C8F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588018" y="2172910"/>
            <a:ext cx="1800345" cy="2634397"/>
          </a:xfrm>
          <a:custGeom xmlns:a="http://schemas.openxmlformats.org/drawingml/2006/main">
            <a:gdLst>
              <a:gd name="connsiteX0" fmla="*/ 1464875 w 1800345"/>
              <a:gd name="connsiteY0" fmla="*/ 348 h 2634397"/>
              <a:gd name="connsiteX1" fmla="*/ 1800233 w 1800345"/>
              <a:gd name="connsiteY1" fmla="*/ 326462 h 2634397"/>
              <a:gd name="connsiteX2" fmla="*/ 1728848 w 1800345"/>
              <a:gd name="connsiteY2" fmla="*/ 2276742 h 2634397"/>
              <a:gd name="connsiteX3" fmla="*/ 1385524 w 1800345"/>
              <a:gd name="connsiteY3" fmla="*/ 2625994 h 2634397"/>
              <a:gd name="connsiteX4" fmla="*/ 307959 w 1800345"/>
              <a:gd name="connsiteY4" fmla="*/ 2622537 h 2634397"/>
              <a:gd name="connsiteX5" fmla="*/ 5426 w 1800345"/>
              <a:gd name="connsiteY5" fmla="*/ 2287116 h 2634397"/>
              <a:gd name="connsiteX6" fmla="*/ 83608 w 1800345"/>
              <a:gd name="connsiteY6" fmla="*/ 426742 h 2634397"/>
              <a:gd name="connsiteX7" fmla="*/ 375945 w 1800345"/>
              <a:gd name="connsiteY7" fmla="*/ 39453 h 2634397"/>
              <a:gd name="connsiteX8" fmla="*/ 1450109 w 1800345"/>
              <a:gd name="connsiteY8" fmla="*/ 1415 h 2634397"/>
              <a:gd name="connsiteX9" fmla="*/ 1464875 w 1800345"/>
              <a:gd name="connsiteY9" fmla="*/ 348 h 2634397"/>
            </a:gdLst>
            <a:rect l="l" t="t" r="r" b="b"/>
            <a:pathLst>
              <a:path w="1800345" h="2634397">
                <a:moveTo>
                  <a:pt x="1464875" y="348"/>
                </a:moveTo>
                <a:cubicBezTo>
                  <a:pt x="1530682" y="-2583"/>
                  <a:pt x="1794284" y="5738"/>
                  <a:pt x="1800233" y="326462"/>
                </a:cubicBezTo>
                <a:cubicBezTo>
                  <a:pt x="1803632" y="696462"/>
                  <a:pt x="1728848" y="2276742"/>
                  <a:pt x="1728848" y="2276742"/>
                </a:cubicBezTo>
                <a:cubicBezTo>
                  <a:pt x="1728848" y="2276742"/>
                  <a:pt x="1739046" y="2608705"/>
                  <a:pt x="1385524" y="2625994"/>
                </a:cubicBezTo>
                <a:cubicBezTo>
                  <a:pt x="1032001" y="2646742"/>
                  <a:pt x="307959" y="2622537"/>
                  <a:pt x="307959" y="2622537"/>
                </a:cubicBezTo>
                <a:cubicBezTo>
                  <a:pt x="307959" y="2622537"/>
                  <a:pt x="32620" y="2612163"/>
                  <a:pt x="5426" y="2287116"/>
                </a:cubicBezTo>
                <a:cubicBezTo>
                  <a:pt x="-25168" y="1962069"/>
                  <a:pt x="83608" y="426742"/>
                  <a:pt x="83608" y="426742"/>
                </a:cubicBezTo>
                <a:cubicBezTo>
                  <a:pt x="83608" y="426742"/>
                  <a:pt x="83608" y="60200"/>
                  <a:pt x="375945" y="39453"/>
                </a:cubicBezTo>
                <a:cubicBezTo>
                  <a:pt x="1450109" y="1415"/>
                  <a:pt x="1450109" y="1415"/>
                  <a:pt x="1450109" y="1415"/>
                </a:cubicBezTo>
                <a:cubicBezTo>
                  <a:pt x="1450109" y="1415"/>
                  <a:pt x="1455473" y="767"/>
                  <a:pt x="1464875" y="348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29.xml><?xml version="1.0" encoding="utf-8"?>
<p:sldLayout xmlns:p="http://schemas.openxmlformats.org/presentationml/2006/main" userDrawn="1">
  <p:cSld name="Infographic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DE7D589-C818-405E-A02A-35197D249F0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30.xml><?xml version="1.0" encoding="utf-8"?>
<p:sldLayout xmlns:p="http://schemas.openxmlformats.org/presentationml/2006/main" userDrawn="1">
  <p:cSld name="Contact_0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F978C8C-65C0-4AE6-825E-63AF8D447A57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171700"/>
            <a:ext cx="12192000" cy="4686300"/>
          </a:xfrm>
          <a:custGeom xmlns:a="http://schemas.openxmlformats.org/drawingml/2006/main">
            <a:gdLst>
              <a:gd name="connsiteX0" fmla="*/ 7590971 w 12192000"/>
              <a:gd name="connsiteY0" fmla="*/ 0 h 4686300"/>
              <a:gd name="connsiteX1" fmla="*/ 12192000 w 12192000"/>
              <a:gd name="connsiteY1" fmla="*/ 0 h 4686300"/>
              <a:gd name="connsiteX2" fmla="*/ 12192000 w 12192000"/>
              <a:gd name="connsiteY2" fmla="*/ 4686300 h 4686300"/>
              <a:gd name="connsiteX3" fmla="*/ 8153400 w 12192000"/>
              <a:gd name="connsiteY3" fmla="*/ 4686300 h 4686300"/>
              <a:gd name="connsiteX4" fmla="*/ 7590971 w 12192000"/>
              <a:gd name="connsiteY4" fmla="*/ 4686300 h 4686300"/>
              <a:gd name="connsiteX5" fmla="*/ 0 w 12192000"/>
              <a:gd name="connsiteY5" fmla="*/ 4686300 h 4686300"/>
              <a:gd name="connsiteX6" fmla="*/ 0 w 12192000"/>
              <a:gd name="connsiteY6" fmla="*/ 2381250 h 4686300"/>
              <a:gd name="connsiteX7" fmla="*/ 7590971 w 12192000"/>
              <a:gd name="connsiteY7" fmla="*/ 2381250 h 4686300"/>
            </a:gdLst>
            <a:rect l="l" t="t" r="r" b="b"/>
            <a:pathLst>
              <a:path w="12192000" h="4686300">
                <a:moveTo>
                  <a:pt x="7590971" y="0"/>
                </a:moveTo>
                <a:lnTo>
                  <a:pt x="12192000" y="0"/>
                </a:lnTo>
                <a:lnTo>
                  <a:pt x="12192000" y="4686300"/>
                </a:lnTo>
                <a:lnTo>
                  <a:pt x="8153400" y="4686300"/>
                </a:lnTo>
                <a:lnTo>
                  <a:pt x="7590971" y="4686300"/>
                </a:lnTo>
                <a:lnTo>
                  <a:pt x="0" y="4686300"/>
                </a:lnTo>
                <a:lnTo>
                  <a:pt x="0" y="2381250"/>
                </a:lnTo>
                <a:lnTo>
                  <a:pt x="7590971" y="2381250"/>
                </a:ln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1.xml><?xml version="1.0" encoding="utf-8"?>
<p:sldLayout xmlns:p="http://schemas.openxmlformats.org/presentationml/2006/main" userDrawn="1">
  <p:cSld name="Contact-0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FB766A13-F3BF-4A60-908B-0FF8F790E9D2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8029717" y="1330610"/>
            <a:ext cx="2558766" cy="3114391"/>
          </a:xfrm>
          <a:custGeom xmlns:a="http://schemas.openxmlformats.org/drawingml/2006/main">
            <a:gdLst>
              <a:gd name="connsiteX0" fmla="*/ 0 w 2558766"/>
              <a:gd name="connsiteY0" fmla="*/ 0 h 3114391"/>
              <a:gd name="connsiteX1" fmla="*/ 2558766 w 2558766"/>
              <a:gd name="connsiteY1" fmla="*/ 0 h 3114391"/>
              <a:gd name="connsiteX2" fmla="*/ 2558766 w 2558766"/>
              <a:gd name="connsiteY2" fmla="*/ 1835008 h 3114391"/>
              <a:gd name="connsiteX3" fmla="*/ 1279383 w 2558766"/>
              <a:gd name="connsiteY3" fmla="*/ 3114391 h 3114391"/>
              <a:gd name="connsiteX4" fmla="*/ 0 w 2558766"/>
              <a:gd name="connsiteY4" fmla="*/ 1835008 h 3114391"/>
            </a:gdLst>
            <a:rect l="l" t="t" r="r" b="b"/>
            <a:pathLst>
              <a:path w="2558766" h="3114391">
                <a:moveTo>
                  <a:pt x="0" y="0"/>
                </a:moveTo>
                <a:lnTo>
                  <a:pt x="2558766" y="0"/>
                </a:lnTo>
                <a:lnTo>
                  <a:pt x="2558766" y="1835008"/>
                </a:lnTo>
                <a:cubicBezTo>
                  <a:pt x="2558766" y="2541592"/>
                  <a:pt x="1985967" y="3114391"/>
                  <a:pt x="1279383" y="3114391"/>
                </a:cubicBezTo>
                <a:cubicBezTo>
                  <a:pt x="572799" y="3114391"/>
                  <a:pt x="0" y="2541592"/>
                  <a:pt x="0" y="1835008"/>
                </a:cubicBezTo>
                <a:close/>
              </a:path>
            </a:pathLst>
          </a:cu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2.xml><?xml version="1.0" encoding="utf-8"?>
<p:sldLayout xmlns:p="http://schemas.openxmlformats.org/presentationml/2006/main" userDrawn="1">
  <p:cSld name="Contact-0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B23FC5E-E667-43C2-A436-B273DD201DC6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2809875"/>
            <a:ext cx="6997700" cy="4048125"/>
          </a:xfrm>
          <a:custGeom xmlns:a="http://schemas.openxmlformats.org/drawingml/2006/main">
            <a:gdLst>
              <a:gd name="connsiteX0" fmla="*/ 0 w 6997700"/>
              <a:gd name="connsiteY0" fmla="*/ 0 h 4048125"/>
              <a:gd name="connsiteX1" fmla="*/ 6997700 w 6997700"/>
              <a:gd name="connsiteY1" fmla="*/ 0 h 4048125"/>
              <a:gd name="connsiteX2" fmla="*/ 6997700 w 6997700"/>
              <a:gd name="connsiteY2" fmla="*/ 4048125 h 4048125"/>
              <a:gd name="connsiteX3" fmla="*/ 0 w 6997700"/>
              <a:gd name="connsiteY3" fmla="*/ 4048125 h 4048125"/>
            </a:gdLst>
            <a:rect l="l" t="t" r="r" b="b"/>
            <a:pathLst>
              <a:path w="6997700" h="4048125">
                <a:moveTo>
                  <a:pt x="0" y="0"/>
                </a:moveTo>
                <a:lnTo>
                  <a:pt x="6997700" y="0"/>
                </a:lnTo>
                <a:lnTo>
                  <a:pt x="6997700" y="4048125"/>
                </a:lnTo>
                <a:lnTo>
                  <a:pt x="0" y="4048125"/>
                </a:lnTo>
                <a:close/>
              </a:path>
            </a:pathLst>
          </a:cu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FontTx/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Image placeholder</a:t>
            </a:r>
          </a:p>
        </p:txBody>
      </p:sp>
    </p:spTree>
  </p:cSld>
</p:sldLayout>
</file>

<file path=ppt/slideLayouts/slideLayout233.xml><?xml version="1.0" encoding="utf-8"?>
<p:sldLayout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icture Placeholder 23">
            <a:extLst xmlns:a="http://schemas.openxmlformats.org/drawingml/2006/main">
              <a:ext uri="{FF2B5EF4-FFF2-40B4-BE49-F238E27FC236}">
                <a16:creationId xmlns:a16="http://schemas.microsoft.com/office/drawing/2014/main" id="{6A70C71E-BCDB-499B-94FA-B06D7A16189D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913392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icture Placeholder 22">
            <a:extLst xmlns:a="http://schemas.openxmlformats.org/drawingml/2006/main">
              <a:ext uri="{FF2B5EF4-FFF2-40B4-BE49-F238E27FC236}">
                <a16:creationId xmlns:a16="http://schemas.microsoft.com/office/drawing/2014/main" id="{28CFBD46-32FC-4678-B59E-54A17E031BC8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5646899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12E7293C-0372-437A-8F5F-C4A0A9E7A46E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9380406" y="1495924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Picture Placeholder 24">
            <a:extLst xmlns:a="http://schemas.openxmlformats.org/drawingml/2006/main">
              <a:ext uri="{FF2B5EF4-FFF2-40B4-BE49-F238E27FC236}">
                <a16:creationId xmlns:a16="http://schemas.microsoft.com/office/drawing/2014/main" id="{E34A6DC4-E4B0-4D39-A7B2-2F14EF7E5F29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913392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Picture Placeholder 25">
            <a:extLst xmlns:a="http://schemas.openxmlformats.org/drawingml/2006/main">
              <a:ext uri="{FF2B5EF4-FFF2-40B4-BE49-F238E27FC236}">
                <a16:creationId xmlns:a16="http://schemas.microsoft.com/office/drawing/2014/main" id="{D090163D-36FE-4D26-8842-6C835B27502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646899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D6489D0C-0C97-4FCC-B6A2-4C8FA663EA70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9380406" y="4108496"/>
            <a:ext cx="898204" cy="898204"/>
          </a:xfrm>
          <a:custGeom xmlns:a="http://schemas.openxmlformats.org/drawingml/2006/main">
            <a:gdLst>
              <a:gd name="connsiteX0" fmla="*/ 449102 w 898204"/>
              <a:gd name="connsiteY0" fmla="*/ 0 h 898204"/>
              <a:gd name="connsiteX1" fmla="*/ 898204 w 898204"/>
              <a:gd name="connsiteY1" fmla="*/ 449102 h 898204"/>
              <a:gd name="connsiteX2" fmla="*/ 449102 w 898204"/>
              <a:gd name="connsiteY2" fmla="*/ 898204 h 898204"/>
              <a:gd name="connsiteX3" fmla="*/ 0 w 898204"/>
              <a:gd name="connsiteY3" fmla="*/ 449102 h 898204"/>
              <a:gd name="connsiteX4" fmla="*/ 449102 w 898204"/>
              <a:gd name="connsiteY4" fmla="*/ 0 h 898204"/>
            </a:gdLst>
            <a:rect l="l" t="t" r="r" b="b"/>
            <a:pathLst>
              <a:path w="898204" h="898204">
                <a:moveTo>
                  <a:pt x="449102" y="0"/>
                </a:moveTo>
                <a:cubicBezTo>
                  <a:pt x="697134" y="0"/>
                  <a:pt x="898204" y="201070"/>
                  <a:pt x="898204" y="449102"/>
                </a:cubicBezTo>
                <a:cubicBezTo>
                  <a:pt x="898204" y="697134"/>
                  <a:pt x="697134" y="898204"/>
                  <a:pt x="449102" y="898204"/>
                </a:cubicBezTo>
                <a:cubicBezTo>
                  <a:pt x="201070" y="898204"/>
                  <a:pt x="0" y="697134"/>
                  <a:pt x="0" y="449102"/>
                </a:cubicBezTo>
                <a:cubicBezTo>
                  <a:pt x="0" y="201070"/>
                  <a:pt x="201070" y="0"/>
                  <a:pt x="449102" y="0"/>
                </a:cubicBez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4.xml><?xml version="1.0" encoding="utf-8"?>
<p:sldLayout xmlns:p="http://schemas.openxmlformats.org/presentationml/2006/main" userDrawn="1">
  <p:cSld name="Contact Us-0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3211BED-193D-4322-8E70-D92B569A3BE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4678978"/>
            <a:ext cx="12192000" cy="21790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f22f39dad14055" /><Relationship Type="http://schemas.openxmlformats.org/officeDocument/2006/relationships/slideLayout" Target="/ppt/slideLayouts/slideLayout1.xml" Id="Rf9c1ddd6f23b448e" /><Relationship Type="http://schemas.openxmlformats.org/officeDocument/2006/relationships/slideLayout" Target="/ppt/slideLayouts/slideLayout2.xml" Id="R0cbf3d17c66a4994" /><Relationship Type="http://schemas.openxmlformats.org/officeDocument/2006/relationships/slideLayout" Target="/ppt/slideLayouts/slideLayout3.xml" Id="R3c65c6872d68426a" /><Relationship Type="http://schemas.openxmlformats.org/officeDocument/2006/relationships/slideLayout" Target="/ppt/slideLayouts/slideLayout4.xml" Id="Rcf8adf9d42a34096" /><Relationship Type="http://schemas.openxmlformats.org/officeDocument/2006/relationships/slideLayout" Target="/ppt/slideLayouts/slideLayout5.xml" Id="Rd338790dce0d45d7" /><Relationship Type="http://schemas.openxmlformats.org/officeDocument/2006/relationships/slideLayout" Target="/ppt/slideLayouts/slideLayout6.xml" Id="Re82c4e4f3a46447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81866074b2e4ac9" /><Relationship Type="http://schemas.openxmlformats.org/officeDocument/2006/relationships/slideLayout" Target="/ppt/slideLayouts/slideLayout7.xml" Id="R9ace554bcf604593" /><Relationship Type="http://schemas.openxmlformats.org/officeDocument/2006/relationships/slideLayout" Target="/ppt/slideLayouts/slideLayout8.xml" Id="R1eed2d88daee41ca" /><Relationship Type="http://schemas.openxmlformats.org/officeDocument/2006/relationships/slideLayout" Target="/ppt/slideLayouts/slideLayout9.xml" Id="Refa2861ed3b94af9" /><Relationship Type="http://schemas.openxmlformats.org/officeDocument/2006/relationships/slideLayout" Target="/ppt/slideLayouts/slideLayout10.xml" Id="Rfa9d589f5c1940e1" /><Relationship Type="http://schemas.openxmlformats.org/officeDocument/2006/relationships/slideLayout" Target="/ppt/slideLayouts/slideLayout11.xml" Id="Ra8f4aad96ede4b5a" /><Relationship Type="http://schemas.openxmlformats.org/officeDocument/2006/relationships/slideLayout" Target="/ppt/slideLayouts/slideLayout12.xml" Id="R713bcd8f0cfd46a4" /><Relationship Type="http://schemas.openxmlformats.org/officeDocument/2006/relationships/slideLayout" Target="/ppt/slideLayouts/slideLayout13.xml" Id="R45344941d99f45e3" /><Relationship Type="http://schemas.openxmlformats.org/officeDocument/2006/relationships/slideLayout" Target="/ppt/slideLayouts/slideLayout14.xml" Id="R8d025283f69b462d" /><Relationship Type="http://schemas.openxmlformats.org/officeDocument/2006/relationships/slideLayout" Target="/ppt/slideLayouts/slideLayout15.xml" Id="Rec4dbc46883643a4" /><Relationship Type="http://schemas.openxmlformats.org/officeDocument/2006/relationships/slideLayout" Target="/ppt/slideLayouts/slideLayout16.xml" Id="R33875122b3184304" /><Relationship Type="http://schemas.openxmlformats.org/officeDocument/2006/relationships/slideLayout" Target="/ppt/slideLayouts/slideLayout17.xml" Id="R95fcb42ddfdc4381" /><Relationship Type="http://schemas.openxmlformats.org/officeDocument/2006/relationships/slideLayout" Target="/ppt/slideLayouts/slideLayout18.xml" Id="Rf1681b87ef17427b" /><Relationship Type="http://schemas.openxmlformats.org/officeDocument/2006/relationships/slideLayout" Target="/ppt/slideLayouts/slideLayout19.xml" Id="R7e52e37690b4446b" /><Relationship Type="http://schemas.openxmlformats.org/officeDocument/2006/relationships/slideLayout" Target="/ppt/slideLayouts/slideLayout20.xml" Id="Rc74fd75a0d604d4b" /><Relationship Type="http://schemas.openxmlformats.org/officeDocument/2006/relationships/slideLayout" Target="/ppt/slideLayouts/slideLayout21.xml" Id="R3e5798ebe1024e94" /><Relationship Type="http://schemas.openxmlformats.org/officeDocument/2006/relationships/slideLayout" Target="/ppt/slideLayouts/slideLayout22.xml" Id="R2cd70474122742c4" /><Relationship Type="http://schemas.openxmlformats.org/officeDocument/2006/relationships/slideLayout" Target="/ppt/slideLayouts/slideLayout23.xml" Id="R332fd0ff3b3d47ad" /><Relationship Type="http://schemas.openxmlformats.org/officeDocument/2006/relationships/slideLayout" Target="/ppt/slideLayouts/slideLayout24.xml" Id="R02ebe17224d345e7" /><Relationship Type="http://schemas.openxmlformats.org/officeDocument/2006/relationships/slideLayout" Target="/ppt/slideLayouts/slideLayout25.xml" Id="R03fce42d5f9c4075" /><Relationship Type="http://schemas.openxmlformats.org/officeDocument/2006/relationships/slideLayout" Target="/ppt/slideLayouts/slideLayout26.xml" Id="Rcdb1e6f325ab44c5" /><Relationship Type="http://schemas.openxmlformats.org/officeDocument/2006/relationships/slideLayout" Target="/ppt/slideLayouts/slideLayout27.xml" Id="R46e4a1e4e5954a26" /><Relationship Type="http://schemas.openxmlformats.org/officeDocument/2006/relationships/slideLayout" Target="/ppt/slideLayouts/slideLayout28.xml" Id="R8fc9d0143f534e6e" /><Relationship Type="http://schemas.openxmlformats.org/officeDocument/2006/relationships/slideLayout" Target="/ppt/slideLayouts/slideLayout29.xml" Id="R258a0208b9c443b6" /><Relationship Type="http://schemas.openxmlformats.org/officeDocument/2006/relationships/slideLayout" Target="/ppt/slideLayouts/slideLayout30.xml" Id="R51cb9d7699884782" /><Relationship Type="http://schemas.openxmlformats.org/officeDocument/2006/relationships/slideLayout" Target="/ppt/slideLayouts/slideLayout31.xml" Id="Rc1ccdc6818b04a41" /><Relationship Type="http://schemas.openxmlformats.org/officeDocument/2006/relationships/slideLayout" Target="/ppt/slideLayouts/slideLayout32.xml" Id="R4c25fdc77c4b44a9" /><Relationship Type="http://schemas.openxmlformats.org/officeDocument/2006/relationships/slideLayout" Target="/ppt/slideLayouts/slideLayout33.xml" Id="R1f516dcdab884793" /><Relationship Type="http://schemas.openxmlformats.org/officeDocument/2006/relationships/slideLayout" Target="/ppt/slideLayouts/slideLayout34.xml" Id="Rab57457de5904155" /><Relationship Type="http://schemas.openxmlformats.org/officeDocument/2006/relationships/slideLayout" Target="/ppt/slideLayouts/slideLayout35.xml" Id="R4da66b0608e14fa3" /><Relationship Type="http://schemas.openxmlformats.org/officeDocument/2006/relationships/slideLayout" Target="/ppt/slideLayouts/slideLayout36.xml" Id="R8545a0f4dc9f4435" /><Relationship Type="http://schemas.openxmlformats.org/officeDocument/2006/relationships/slideLayout" Target="/ppt/slideLayouts/slideLayout37.xml" Id="R912d94a30c3646bd" /><Relationship Type="http://schemas.openxmlformats.org/officeDocument/2006/relationships/slideLayout" Target="/ppt/slideLayouts/slideLayout38.xml" Id="R973b72e106ea48b8" /><Relationship Type="http://schemas.openxmlformats.org/officeDocument/2006/relationships/slideLayout" Target="/ppt/slideLayouts/slideLayout39.xml" Id="R91706e9639a445c9" /><Relationship Type="http://schemas.openxmlformats.org/officeDocument/2006/relationships/slideLayout" Target="/ppt/slideLayouts/slideLayout40.xml" Id="R724291c10a8546ed" /><Relationship Type="http://schemas.openxmlformats.org/officeDocument/2006/relationships/slideLayout" Target="/ppt/slideLayouts/slideLayout41.xml" Id="R8b0ffbb56eb54980" /><Relationship Type="http://schemas.openxmlformats.org/officeDocument/2006/relationships/slideLayout" Target="/ppt/slideLayouts/slideLayout42.xml" Id="Rc9aa430b89284cf6" /><Relationship Type="http://schemas.openxmlformats.org/officeDocument/2006/relationships/slideLayout" Target="/ppt/slideLayouts/slideLayout43.xml" Id="R3fcbe56f2d054030" /><Relationship Type="http://schemas.openxmlformats.org/officeDocument/2006/relationships/slideLayout" Target="/ppt/slideLayouts/slideLayout44.xml" Id="Rcfa867df75fb4455" /><Relationship Type="http://schemas.openxmlformats.org/officeDocument/2006/relationships/slideLayout" Target="/ppt/slideLayouts/slideLayout45.xml" Id="R346ba33da4f64819" /><Relationship Type="http://schemas.openxmlformats.org/officeDocument/2006/relationships/slideLayout" Target="/ppt/slideLayouts/slideLayout46.xml" Id="R8ba0b4d4de194a2e" /><Relationship Type="http://schemas.openxmlformats.org/officeDocument/2006/relationships/slideLayout" Target="/ppt/slideLayouts/slideLayout47.xml" Id="Ra5f8832f2f4d4aea" /><Relationship Type="http://schemas.openxmlformats.org/officeDocument/2006/relationships/slideLayout" Target="/ppt/slideLayouts/slideLayout48.xml" Id="Rd001a605d5784866" /><Relationship Type="http://schemas.openxmlformats.org/officeDocument/2006/relationships/slideLayout" Target="/ppt/slideLayouts/slideLayout49.xml" Id="R8c3c18feeeed4146" /><Relationship Type="http://schemas.openxmlformats.org/officeDocument/2006/relationships/slideLayout" Target="/ppt/slideLayouts/slideLayout50.xml" Id="R9e396f74e8184399" /><Relationship Type="http://schemas.openxmlformats.org/officeDocument/2006/relationships/slideLayout" Target="/ppt/slideLayouts/slideLayout51.xml" Id="R4fd9b81c08a349fa" /><Relationship Type="http://schemas.openxmlformats.org/officeDocument/2006/relationships/slideLayout" Target="/ppt/slideLayouts/slideLayout52.xml" Id="Rac7a0de6315a4add" /><Relationship Type="http://schemas.openxmlformats.org/officeDocument/2006/relationships/slideLayout" Target="/ppt/slideLayouts/slideLayout53.xml" Id="Rbbfe9e6eb17142c5" /><Relationship Type="http://schemas.openxmlformats.org/officeDocument/2006/relationships/slideLayout" Target="/ppt/slideLayouts/slideLayout54.xml" Id="R7d8604530ac74683" /><Relationship Type="http://schemas.openxmlformats.org/officeDocument/2006/relationships/slideLayout" Target="/ppt/slideLayouts/slideLayout55.xml" Id="R5f9a631a4f84437d" /><Relationship Type="http://schemas.openxmlformats.org/officeDocument/2006/relationships/slideLayout" Target="/ppt/slideLayouts/slideLayout56.xml" Id="Rc6cd3d6092be4f9f" /><Relationship Type="http://schemas.openxmlformats.org/officeDocument/2006/relationships/slideLayout" Target="/ppt/slideLayouts/slideLayout57.xml" Id="R7088ccd7c81b46eb" /><Relationship Type="http://schemas.openxmlformats.org/officeDocument/2006/relationships/slideLayout" Target="/ppt/slideLayouts/slideLayout58.xml" Id="R453400e51b5144cb" /><Relationship Type="http://schemas.openxmlformats.org/officeDocument/2006/relationships/slideLayout" Target="/ppt/slideLayouts/slideLayout59.xml" Id="R00ff8467eace4c4a" /><Relationship Type="http://schemas.openxmlformats.org/officeDocument/2006/relationships/slideLayout" Target="/ppt/slideLayouts/slideLayout60.xml" Id="R4289d098ae5d4bc7" /><Relationship Type="http://schemas.openxmlformats.org/officeDocument/2006/relationships/slideLayout" Target="/ppt/slideLayouts/slideLayout61.xml" Id="R357685e540c947ac" /><Relationship Type="http://schemas.openxmlformats.org/officeDocument/2006/relationships/slideLayout" Target="/ppt/slideLayouts/slideLayout62.xml" Id="R0ce0848ae18f4b6a" /><Relationship Type="http://schemas.openxmlformats.org/officeDocument/2006/relationships/slideLayout" Target="/ppt/slideLayouts/slideLayout63.xml" Id="R7a07823e50734b65" /><Relationship Type="http://schemas.openxmlformats.org/officeDocument/2006/relationships/slideLayout" Target="/ppt/slideLayouts/slideLayout64.xml" Id="R0689ee17017a46fe" /><Relationship Type="http://schemas.openxmlformats.org/officeDocument/2006/relationships/slideLayout" Target="/ppt/slideLayouts/slideLayout65.xml" Id="R043b0861de884712" /><Relationship Type="http://schemas.openxmlformats.org/officeDocument/2006/relationships/slideLayout" Target="/ppt/slideLayouts/slideLayout66.xml" Id="R45c81bc1054441c8" /><Relationship Type="http://schemas.openxmlformats.org/officeDocument/2006/relationships/slideLayout" Target="/ppt/slideLayouts/slideLayout67.xml" Id="Rfab0e718dccc4960" /><Relationship Type="http://schemas.openxmlformats.org/officeDocument/2006/relationships/slideLayout" Target="/ppt/slideLayouts/slideLayout68.xml" Id="Rc2f3612692024ab2" /><Relationship Type="http://schemas.openxmlformats.org/officeDocument/2006/relationships/slideLayout" Target="/ppt/slideLayouts/slideLayout69.xml" Id="Rdea78d269c6f43b1" /><Relationship Type="http://schemas.openxmlformats.org/officeDocument/2006/relationships/slideLayout" Target="/ppt/slideLayouts/slideLayout70.xml" Id="Rc769cf7e545a4ea0" /><Relationship Type="http://schemas.openxmlformats.org/officeDocument/2006/relationships/slideLayout" Target="/ppt/slideLayouts/slideLayout71.xml" Id="R842facd8ac834c43" /><Relationship Type="http://schemas.openxmlformats.org/officeDocument/2006/relationships/slideLayout" Target="/ppt/slideLayouts/slideLayout72.xml" Id="R1d440c7c8c814cf9" /><Relationship Type="http://schemas.openxmlformats.org/officeDocument/2006/relationships/slideLayout" Target="/ppt/slideLayouts/slideLayout73.xml" Id="R540f7e7a9c074a77" /><Relationship Type="http://schemas.openxmlformats.org/officeDocument/2006/relationships/slideLayout" Target="/ppt/slideLayouts/slideLayout74.xml" Id="Rbf24813a3759449e" /><Relationship Type="http://schemas.openxmlformats.org/officeDocument/2006/relationships/slideLayout" Target="/ppt/slideLayouts/slideLayout75.xml" Id="Rdfd8abba845e4450" /><Relationship Type="http://schemas.openxmlformats.org/officeDocument/2006/relationships/slideLayout" Target="/ppt/slideLayouts/slideLayout76.xml" Id="R2c23312085b84fd6" /><Relationship Type="http://schemas.openxmlformats.org/officeDocument/2006/relationships/slideLayout" Target="/ppt/slideLayouts/slideLayout77.xml" Id="R9af31cc8118742c3" /><Relationship Type="http://schemas.openxmlformats.org/officeDocument/2006/relationships/slideLayout" Target="/ppt/slideLayouts/slideLayout78.xml" Id="R486381ea6b694872" /><Relationship Type="http://schemas.openxmlformats.org/officeDocument/2006/relationships/slideLayout" Target="/ppt/slideLayouts/slideLayout79.xml" Id="Rd69aed68ef754309" /><Relationship Type="http://schemas.openxmlformats.org/officeDocument/2006/relationships/slideLayout" Target="/ppt/slideLayouts/slideLayout80.xml" Id="R2c7bc8487af14a14" /><Relationship Type="http://schemas.openxmlformats.org/officeDocument/2006/relationships/slideLayout" Target="/ppt/slideLayouts/slideLayout81.xml" Id="R3c1425f8170e40f3" /><Relationship Type="http://schemas.openxmlformats.org/officeDocument/2006/relationships/slideLayout" Target="/ppt/slideLayouts/slideLayout82.xml" Id="R48f047c026ee40e2" /><Relationship Type="http://schemas.openxmlformats.org/officeDocument/2006/relationships/slideLayout" Target="/ppt/slideLayouts/slideLayout83.xml" Id="R6f9b0fe4367f4cbc" /><Relationship Type="http://schemas.openxmlformats.org/officeDocument/2006/relationships/slideLayout" Target="/ppt/slideLayouts/slideLayout84.xml" Id="R8719e504043d4c79" /><Relationship Type="http://schemas.openxmlformats.org/officeDocument/2006/relationships/slideLayout" Target="/ppt/slideLayouts/slideLayout85.xml" Id="Ra2429983972e49bb" /><Relationship Type="http://schemas.openxmlformats.org/officeDocument/2006/relationships/slideLayout" Target="/ppt/slideLayouts/slideLayout86.xml" Id="R85949f10578446ed" /><Relationship Type="http://schemas.openxmlformats.org/officeDocument/2006/relationships/slideLayout" Target="/ppt/slideLayouts/slideLayout87.xml" Id="Rcfda328be84c40c7" /><Relationship Type="http://schemas.openxmlformats.org/officeDocument/2006/relationships/slideLayout" Target="/ppt/slideLayouts/slideLayout88.xml" Id="Rf450bcacfb4d4202" /><Relationship Type="http://schemas.openxmlformats.org/officeDocument/2006/relationships/slideLayout" Target="/ppt/slideLayouts/slideLayout89.xml" Id="Ra45cc036e008422c" /><Relationship Type="http://schemas.openxmlformats.org/officeDocument/2006/relationships/slideLayout" Target="/ppt/slideLayouts/slideLayout90.xml" Id="R9b16287a09d64de8" /><Relationship Type="http://schemas.openxmlformats.org/officeDocument/2006/relationships/slideLayout" Target="/ppt/slideLayouts/slideLayout91.xml" Id="R744314438f714b72" /><Relationship Type="http://schemas.openxmlformats.org/officeDocument/2006/relationships/slideLayout" Target="/ppt/slideLayouts/slideLayout92.xml" Id="Rb6cce3d7cf4c429f" /><Relationship Type="http://schemas.openxmlformats.org/officeDocument/2006/relationships/slideLayout" Target="/ppt/slideLayouts/slideLayout93.xml" Id="Rf072df22baa54507" /><Relationship Type="http://schemas.openxmlformats.org/officeDocument/2006/relationships/slideLayout" Target="/ppt/slideLayouts/slideLayout94.xml" Id="R107120f875f24f19" /><Relationship Type="http://schemas.openxmlformats.org/officeDocument/2006/relationships/slideLayout" Target="/ppt/slideLayouts/slideLayout95.xml" Id="R3d6753c2b57745b2" /><Relationship Type="http://schemas.openxmlformats.org/officeDocument/2006/relationships/slideLayout" Target="/ppt/slideLayouts/slideLayout96.xml" Id="R12bec8718fea4485" /><Relationship Type="http://schemas.openxmlformats.org/officeDocument/2006/relationships/slideLayout" Target="/ppt/slideLayouts/slideLayout97.xml" Id="R7908219966744a20" /><Relationship Type="http://schemas.openxmlformats.org/officeDocument/2006/relationships/slideLayout" Target="/ppt/slideLayouts/slideLayout98.xml" Id="Rb3bb65f945f240f5" /><Relationship Type="http://schemas.openxmlformats.org/officeDocument/2006/relationships/slideLayout" Target="/ppt/slideLayouts/slideLayout99.xml" Id="R2826338cec64487b" /><Relationship Type="http://schemas.openxmlformats.org/officeDocument/2006/relationships/slideLayout" Target="/ppt/slideLayouts/slideLayout100.xml" Id="Ra858716c4a214bf3" /><Relationship Type="http://schemas.openxmlformats.org/officeDocument/2006/relationships/slideLayout" Target="/ppt/slideLayouts/slideLayout101.xml" Id="R03a0ec77d6d64d6f" /><Relationship Type="http://schemas.openxmlformats.org/officeDocument/2006/relationships/slideLayout" Target="/ppt/slideLayouts/slideLayout102.xml" Id="R744d57f216b04049" /><Relationship Type="http://schemas.openxmlformats.org/officeDocument/2006/relationships/slideLayout" Target="/ppt/slideLayouts/slideLayout103.xml" Id="Rbe0ab151188e4d0d" /><Relationship Type="http://schemas.openxmlformats.org/officeDocument/2006/relationships/slideLayout" Target="/ppt/slideLayouts/slideLayout104.xml" Id="R30189970797e4770" /><Relationship Type="http://schemas.openxmlformats.org/officeDocument/2006/relationships/slideLayout" Target="/ppt/slideLayouts/slideLayout105.xml" Id="R0492bcc105834c31" /><Relationship Type="http://schemas.openxmlformats.org/officeDocument/2006/relationships/slideLayout" Target="/ppt/slideLayouts/slideLayout106.xml" Id="R6617246131b7438a" /><Relationship Type="http://schemas.openxmlformats.org/officeDocument/2006/relationships/slideLayout" Target="/ppt/slideLayouts/slideLayout107.xml" Id="R028fdea5adde4490" /><Relationship Type="http://schemas.openxmlformats.org/officeDocument/2006/relationships/slideLayout" Target="/ppt/slideLayouts/slideLayout108.xml" Id="R2a2e71a15ac84e1f" /><Relationship Type="http://schemas.openxmlformats.org/officeDocument/2006/relationships/slideLayout" Target="/ppt/slideLayouts/slideLayout109.xml" Id="Rb03f4613ba234053" /><Relationship Type="http://schemas.openxmlformats.org/officeDocument/2006/relationships/slideLayout" Target="/ppt/slideLayouts/slideLayout110.xml" Id="R1b0b111f0c874b51" /><Relationship Type="http://schemas.openxmlformats.org/officeDocument/2006/relationships/slideLayout" Target="/ppt/slideLayouts/slideLayout111.xml" Id="R48d6e6a1d6a54543" /><Relationship Type="http://schemas.openxmlformats.org/officeDocument/2006/relationships/slideLayout" Target="/ppt/slideLayouts/slideLayout112.xml" Id="Rdf53672d69394e94" /><Relationship Type="http://schemas.openxmlformats.org/officeDocument/2006/relationships/slideLayout" Target="/ppt/slideLayouts/slideLayout113.xml" Id="R94914c108c864ed0" /><Relationship Type="http://schemas.openxmlformats.org/officeDocument/2006/relationships/slideLayout" Target="/ppt/slideLayouts/slideLayout114.xml" Id="R83972a17f46d42f0" /><Relationship Type="http://schemas.openxmlformats.org/officeDocument/2006/relationships/slideLayout" Target="/ppt/slideLayouts/slideLayout115.xml" Id="Ra55d82fd1acc4354" /><Relationship Type="http://schemas.openxmlformats.org/officeDocument/2006/relationships/slideLayout" Target="/ppt/slideLayouts/slideLayout116.xml" Id="R4550bd928dc44376" /><Relationship Type="http://schemas.openxmlformats.org/officeDocument/2006/relationships/slideLayout" Target="/ppt/slideLayouts/slideLayout117.xml" Id="Re20050d9a13a4a76" /><Relationship Type="http://schemas.openxmlformats.org/officeDocument/2006/relationships/slideLayout" Target="/ppt/slideLayouts/slideLayout118.xml" Id="R9b491939f5914d2b" /><Relationship Type="http://schemas.openxmlformats.org/officeDocument/2006/relationships/slideLayout" Target="/ppt/slideLayouts/slideLayout119.xml" Id="R47e69fdf597e4f54" /><Relationship Type="http://schemas.openxmlformats.org/officeDocument/2006/relationships/slideLayout" Target="/ppt/slideLayouts/slideLayout120.xml" Id="R81c78d5cadd547e6" /><Relationship Type="http://schemas.openxmlformats.org/officeDocument/2006/relationships/slideLayout" Target="/ppt/slideLayouts/slideLayout121.xml" Id="R01221a2a2b9647b4" /><Relationship Type="http://schemas.openxmlformats.org/officeDocument/2006/relationships/slideLayout" Target="/ppt/slideLayouts/slideLayout122.xml" Id="Rcfc839b6667d4e5d" /><Relationship Type="http://schemas.openxmlformats.org/officeDocument/2006/relationships/slideLayout" Target="/ppt/slideLayouts/slideLayout123.xml" Id="Rb13937e8945346b2" /><Relationship Type="http://schemas.openxmlformats.org/officeDocument/2006/relationships/slideLayout" Target="/ppt/slideLayouts/slideLayout124.xml" Id="Re5b94ff4f5a747b2" /><Relationship Type="http://schemas.openxmlformats.org/officeDocument/2006/relationships/slideLayout" Target="/ppt/slideLayouts/slideLayout125.xml" Id="R265a7a634b3741e6" /><Relationship Type="http://schemas.openxmlformats.org/officeDocument/2006/relationships/slideLayout" Target="/ppt/slideLayouts/slideLayout126.xml" Id="Rc7a165cfec554222" /><Relationship Type="http://schemas.openxmlformats.org/officeDocument/2006/relationships/slideLayout" Target="/ppt/slideLayouts/slideLayout127.xml" Id="Rf72b14b5645e4023" /><Relationship Type="http://schemas.openxmlformats.org/officeDocument/2006/relationships/slideLayout" Target="/ppt/slideLayouts/slideLayout128.xml" Id="R4d2685bcef714e10" /><Relationship Type="http://schemas.openxmlformats.org/officeDocument/2006/relationships/slideLayout" Target="/ppt/slideLayouts/slideLayout129.xml" Id="R62430b1d1c874348" /><Relationship Type="http://schemas.openxmlformats.org/officeDocument/2006/relationships/slideLayout" Target="/ppt/slideLayouts/slideLayout130.xml" Id="R8b6314358ac841d7" /><Relationship Type="http://schemas.openxmlformats.org/officeDocument/2006/relationships/slideLayout" Target="/ppt/slideLayouts/slideLayout131.xml" Id="R71d23d45bcf3492a" /><Relationship Type="http://schemas.openxmlformats.org/officeDocument/2006/relationships/slideLayout" Target="/ppt/slideLayouts/slideLayout132.xml" Id="Rd69619a1b4eb4ffe" /><Relationship Type="http://schemas.openxmlformats.org/officeDocument/2006/relationships/slideLayout" Target="/ppt/slideLayouts/slideLayout133.xml" Id="R0f80a2cece7147e4" /><Relationship Type="http://schemas.openxmlformats.org/officeDocument/2006/relationships/slideLayout" Target="/ppt/slideLayouts/slideLayout134.xml" Id="R544ac2f48a5948eb" /><Relationship Type="http://schemas.openxmlformats.org/officeDocument/2006/relationships/slideLayout" Target="/ppt/slideLayouts/slideLayout135.xml" Id="Rbafe0bb366a74b96" /><Relationship Type="http://schemas.openxmlformats.org/officeDocument/2006/relationships/slideLayout" Target="/ppt/slideLayouts/slideLayout136.xml" Id="R5c10d347347941eb" /><Relationship Type="http://schemas.openxmlformats.org/officeDocument/2006/relationships/slideLayout" Target="/ppt/slideLayouts/slideLayout137.xml" Id="R6e3c71175d2f4e5d" /><Relationship Type="http://schemas.openxmlformats.org/officeDocument/2006/relationships/slideLayout" Target="/ppt/slideLayouts/slideLayout138.xml" Id="R82f9cce714d649c7" /><Relationship Type="http://schemas.openxmlformats.org/officeDocument/2006/relationships/slideLayout" Target="/ppt/slideLayouts/slideLayout139.xml" Id="R4edc8cb6f4354745" /><Relationship Type="http://schemas.openxmlformats.org/officeDocument/2006/relationships/slideLayout" Target="/ppt/slideLayouts/slideLayout140.xml" Id="R388096d93a5f4bfa" /><Relationship Type="http://schemas.openxmlformats.org/officeDocument/2006/relationships/slideLayout" Target="/ppt/slideLayouts/slideLayout141.xml" Id="R4a2c4e3832784744" /><Relationship Type="http://schemas.openxmlformats.org/officeDocument/2006/relationships/slideLayout" Target="/ppt/slideLayouts/slideLayout142.xml" Id="Rc947603653124d4d" /><Relationship Type="http://schemas.openxmlformats.org/officeDocument/2006/relationships/slideLayout" Target="/ppt/slideLayouts/slideLayout143.xml" Id="R46f050748de74864" /><Relationship Type="http://schemas.openxmlformats.org/officeDocument/2006/relationships/slideLayout" Target="/ppt/slideLayouts/slideLayout144.xml" Id="Rfce19f34c647411e" /><Relationship Type="http://schemas.openxmlformats.org/officeDocument/2006/relationships/slideLayout" Target="/ppt/slideLayouts/slideLayout145.xml" Id="R7fbe4d70d0274073" /><Relationship Type="http://schemas.openxmlformats.org/officeDocument/2006/relationships/slideLayout" Target="/ppt/slideLayouts/slideLayout146.xml" Id="R3c6338754c39455b" /><Relationship Type="http://schemas.openxmlformats.org/officeDocument/2006/relationships/slideLayout" Target="/ppt/slideLayouts/slideLayout147.xml" Id="R2d5639a727e146d7" /><Relationship Type="http://schemas.openxmlformats.org/officeDocument/2006/relationships/slideLayout" Target="/ppt/slideLayouts/slideLayout148.xml" Id="Rf2e320d781c149d5" /><Relationship Type="http://schemas.openxmlformats.org/officeDocument/2006/relationships/slideLayout" Target="/ppt/slideLayouts/slideLayout149.xml" Id="Rcfe0249a72414a85" /><Relationship Type="http://schemas.openxmlformats.org/officeDocument/2006/relationships/slideLayout" Target="/ppt/slideLayouts/slideLayout150.xml" Id="R661444e367be4b98" /><Relationship Type="http://schemas.openxmlformats.org/officeDocument/2006/relationships/slideLayout" Target="/ppt/slideLayouts/slideLayout151.xml" Id="Rce474c82a6d24438" /><Relationship Type="http://schemas.openxmlformats.org/officeDocument/2006/relationships/slideLayout" Target="/ppt/slideLayouts/slideLayout152.xml" Id="R8d18c46d1fbd4554" /><Relationship Type="http://schemas.openxmlformats.org/officeDocument/2006/relationships/slideLayout" Target="/ppt/slideLayouts/slideLayout153.xml" Id="R9599205c7d0b4d6f" /><Relationship Type="http://schemas.openxmlformats.org/officeDocument/2006/relationships/slideLayout" Target="/ppt/slideLayouts/slideLayout154.xml" Id="Rc39442a0f0b64f1b" /><Relationship Type="http://schemas.openxmlformats.org/officeDocument/2006/relationships/slideLayout" Target="/ppt/slideLayouts/slideLayout155.xml" Id="R247477d2f44848f4" /><Relationship Type="http://schemas.openxmlformats.org/officeDocument/2006/relationships/slideLayout" Target="/ppt/slideLayouts/slideLayout156.xml" Id="R6421ced3336a4519" /><Relationship Type="http://schemas.openxmlformats.org/officeDocument/2006/relationships/slideLayout" Target="/ppt/slideLayouts/slideLayout157.xml" Id="R0ba60cf73ca94fdf" /><Relationship Type="http://schemas.openxmlformats.org/officeDocument/2006/relationships/slideLayout" Target="/ppt/slideLayouts/slideLayout158.xml" Id="R023560f85b0c4a1b" /><Relationship Type="http://schemas.openxmlformats.org/officeDocument/2006/relationships/slideLayout" Target="/ppt/slideLayouts/slideLayout159.xml" Id="R3c34fca97b4c41f6" /><Relationship Type="http://schemas.openxmlformats.org/officeDocument/2006/relationships/slideLayout" Target="/ppt/slideLayouts/slideLayout160.xml" Id="R524b5495d2b74474" /><Relationship Type="http://schemas.openxmlformats.org/officeDocument/2006/relationships/slideLayout" Target="/ppt/slideLayouts/slideLayout161.xml" Id="R3deb1b4e00ce4604" /><Relationship Type="http://schemas.openxmlformats.org/officeDocument/2006/relationships/slideLayout" Target="/ppt/slideLayouts/slideLayout162.xml" Id="Rad956b393fbe4e14" /><Relationship Type="http://schemas.openxmlformats.org/officeDocument/2006/relationships/slideLayout" Target="/ppt/slideLayouts/slideLayout163.xml" Id="R2367bfa3d09a441a" /><Relationship Type="http://schemas.openxmlformats.org/officeDocument/2006/relationships/slideLayout" Target="/ppt/slideLayouts/slideLayout164.xml" Id="R242a29ef23cc4c28" /><Relationship Type="http://schemas.openxmlformats.org/officeDocument/2006/relationships/slideLayout" Target="/ppt/slideLayouts/slideLayout165.xml" Id="R65f711a455394984" /><Relationship Type="http://schemas.openxmlformats.org/officeDocument/2006/relationships/slideLayout" Target="/ppt/slideLayouts/slideLayout166.xml" Id="R60ac1047abaf4be6" /><Relationship Type="http://schemas.openxmlformats.org/officeDocument/2006/relationships/slideLayout" Target="/ppt/slideLayouts/slideLayout167.xml" Id="Rccea440bf9eb4582" /><Relationship Type="http://schemas.openxmlformats.org/officeDocument/2006/relationships/slideLayout" Target="/ppt/slideLayouts/slideLayout168.xml" Id="R1e54c305b2e04c5d" /><Relationship Type="http://schemas.openxmlformats.org/officeDocument/2006/relationships/slideLayout" Target="/ppt/slideLayouts/slideLayout169.xml" Id="R3fd6a383d86d4408" /><Relationship Type="http://schemas.openxmlformats.org/officeDocument/2006/relationships/slideLayout" Target="/ppt/slideLayouts/slideLayout170.xml" Id="R39e23795b5a24dcf" /><Relationship Type="http://schemas.openxmlformats.org/officeDocument/2006/relationships/slideLayout" Target="/ppt/slideLayouts/slideLayout171.xml" Id="Rdb89d6fe94254c45" /><Relationship Type="http://schemas.openxmlformats.org/officeDocument/2006/relationships/slideLayout" Target="/ppt/slideLayouts/slideLayout172.xml" Id="R7018ec2a792d4be2" /><Relationship Type="http://schemas.openxmlformats.org/officeDocument/2006/relationships/slideLayout" Target="/ppt/slideLayouts/slideLayout173.xml" Id="R2bfbc26029b74637" /><Relationship Type="http://schemas.openxmlformats.org/officeDocument/2006/relationships/slideLayout" Target="/ppt/slideLayouts/slideLayout174.xml" Id="R00ccab073ce04db1" /><Relationship Type="http://schemas.openxmlformats.org/officeDocument/2006/relationships/slideLayout" Target="/ppt/slideLayouts/slideLayout175.xml" Id="R155d9eabeb974f17" /><Relationship Type="http://schemas.openxmlformats.org/officeDocument/2006/relationships/slideLayout" Target="/ppt/slideLayouts/slideLayout176.xml" Id="Rb1c83fae366642b3" /><Relationship Type="http://schemas.openxmlformats.org/officeDocument/2006/relationships/slideLayout" Target="/ppt/slideLayouts/slideLayout177.xml" Id="Rd0953aade66942d6" /><Relationship Type="http://schemas.openxmlformats.org/officeDocument/2006/relationships/slideLayout" Target="/ppt/slideLayouts/slideLayout178.xml" Id="R86c7cebef637450a" /><Relationship Type="http://schemas.openxmlformats.org/officeDocument/2006/relationships/slideLayout" Target="/ppt/slideLayouts/slideLayout179.xml" Id="R2b8b7561f19f4edb" /><Relationship Type="http://schemas.openxmlformats.org/officeDocument/2006/relationships/slideLayout" Target="/ppt/slideLayouts/slideLayout180.xml" Id="R411697714431423a" /><Relationship Type="http://schemas.openxmlformats.org/officeDocument/2006/relationships/slideLayout" Target="/ppt/slideLayouts/slideLayout181.xml" Id="R6d1dc07fa0bb4f5c" /><Relationship Type="http://schemas.openxmlformats.org/officeDocument/2006/relationships/slideLayout" Target="/ppt/slideLayouts/slideLayout182.xml" Id="R94f8a60459414119" /><Relationship Type="http://schemas.openxmlformats.org/officeDocument/2006/relationships/slideLayout" Target="/ppt/slideLayouts/slideLayout183.xml" Id="R8cc525ce89e74afc" /><Relationship Type="http://schemas.openxmlformats.org/officeDocument/2006/relationships/slideLayout" Target="/ppt/slideLayouts/slideLayout184.xml" Id="R96efb7604def46b3" /><Relationship Type="http://schemas.openxmlformats.org/officeDocument/2006/relationships/slideLayout" Target="/ppt/slideLayouts/slideLayout185.xml" Id="R06ef1ff206f44738" /><Relationship Type="http://schemas.openxmlformats.org/officeDocument/2006/relationships/slideLayout" Target="/ppt/slideLayouts/slideLayout186.xml" Id="Rc45a1a0e63444ca8" /><Relationship Type="http://schemas.openxmlformats.org/officeDocument/2006/relationships/slideLayout" Target="/ppt/slideLayouts/slideLayout187.xml" Id="Rec61b8e18c6f49f8" /><Relationship Type="http://schemas.openxmlformats.org/officeDocument/2006/relationships/slideLayout" Target="/ppt/slideLayouts/slideLayout188.xml" Id="R3512fb06d47e4dda" /><Relationship Type="http://schemas.openxmlformats.org/officeDocument/2006/relationships/slideLayout" Target="/ppt/slideLayouts/slideLayout189.xml" Id="Rbc63e2436d0a4679" /><Relationship Type="http://schemas.openxmlformats.org/officeDocument/2006/relationships/slideLayout" Target="/ppt/slideLayouts/slideLayout190.xml" Id="Rdf8243da91954852" /><Relationship Type="http://schemas.openxmlformats.org/officeDocument/2006/relationships/slideLayout" Target="/ppt/slideLayouts/slideLayout191.xml" Id="R234bcba975974db3" /><Relationship Type="http://schemas.openxmlformats.org/officeDocument/2006/relationships/slideLayout" Target="/ppt/slideLayouts/slideLayout192.xml" Id="Ra00329b481204113" /><Relationship Type="http://schemas.openxmlformats.org/officeDocument/2006/relationships/slideLayout" Target="/ppt/slideLayouts/slideLayout193.xml" Id="R811b598ceaa147cb" /><Relationship Type="http://schemas.openxmlformats.org/officeDocument/2006/relationships/slideLayout" Target="/ppt/slideLayouts/slideLayout194.xml" Id="Rd876d58a5ce7499f" /><Relationship Type="http://schemas.openxmlformats.org/officeDocument/2006/relationships/slideLayout" Target="/ppt/slideLayouts/slideLayout195.xml" Id="R4a738fb5b7de4883" /><Relationship Type="http://schemas.openxmlformats.org/officeDocument/2006/relationships/slideLayout" Target="/ppt/slideLayouts/slideLayout196.xml" Id="R7977e1f086414734" /><Relationship Type="http://schemas.openxmlformats.org/officeDocument/2006/relationships/slideLayout" Target="/ppt/slideLayouts/slideLayout197.xml" Id="Rba3d716177f443da" /><Relationship Type="http://schemas.openxmlformats.org/officeDocument/2006/relationships/slideLayout" Target="/ppt/slideLayouts/slideLayout198.xml" Id="Rc78d294d36dc436e" /><Relationship Type="http://schemas.openxmlformats.org/officeDocument/2006/relationships/slideLayout" Target="/ppt/slideLayouts/slideLayout199.xml" Id="R7c28051113e04ca8" /><Relationship Type="http://schemas.openxmlformats.org/officeDocument/2006/relationships/slideLayout" Target="/ppt/slideLayouts/slideLayout200.xml" Id="R6db14956b3704b31" /><Relationship Type="http://schemas.openxmlformats.org/officeDocument/2006/relationships/slideLayout" Target="/ppt/slideLayouts/slideLayout201.xml" Id="Rc013858eb9e64bb9" /><Relationship Type="http://schemas.openxmlformats.org/officeDocument/2006/relationships/slideLayout" Target="/ppt/slideLayouts/slideLayout202.xml" Id="R35c4bb8c28344bf9" /><Relationship Type="http://schemas.openxmlformats.org/officeDocument/2006/relationships/slideLayout" Target="/ppt/slideLayouts/slideLayout203.xml" Id="Rd5ddc3dece0c4bf3" /><Relationship Type="http://schemas.openxmlformats.org/officeDocument/2006/relationships/slideLayout" Target="/ppt/slideLayouts/slideLayout204.xml" Id="Rdaa086d339f3497f" /><Relationship Type="http://schemas.openxmlformats.org/officeDocument/2006/relationships/slideLayout" Target="/ppt/slideLayouts/slideLayout205.xml" Id="Rc8f0914fb7da40fa" /><Relationship Type="http://schemas.openxmlformats.org/officeDocument/2006/relationships/slideLayout" Target="/ppt/slideLayouts/slideLayout206.xml" Id="R3973a2bc445e4ba0" /><Relationship Type="http://schemas.openxmlformats.org/officeDocument/2006/relationships/slideLayout" Target="/ppt/slideLayouts/slideLayout207.xml" Id="Re40d6f4cb514440e" /><Relationship Type="http://schemas.openxmlformats.org/officeDocument/2006/relationships/slideLayout" Target="/ppt/slideLayouts/slideLayout208.xml" Id="Reabd550b695d4b4c" /><Relationship Type="http://schemas.openxmlformats.org/officeDocument/2006/relationships/slideLayout" Target="/ppt/slideLayouts/slideLayout209.xml" Id="R7649301c6af4426e" /><Relationship Type="http://schemas.openxmlformats.org/officeDocument/2006/relationships/slideLayout" Target="/ppt/slideLayouts/slideLayout210.xml" Id="R31f176da3a6e44d0" /><Relationship Type="http://schemas.openxmlformats.org/officeDocument/2006/relationships/slideLayout" Target="/ppt/slideLayouts/slideLayout211.xml" Id="Rc9d2dcf281cb4d96" /><Relationship Type="http://schemas.openxmlformats.org/officeDocument/2006/relationships/slideLayout" Target="/ppt/slideLayouts/slideLayout212.xml" Id="R35b7e3ce94b143be" /><Relationship Type="http://schemas.openxmlformats.org/officeDocument/2006/relationships/slideLayout" Target="/ppt/slideLayouts/slideLayout213.xml" Id="R61772df44ec44c1c" /><Relationship Type="http://schemas.openxmlformats.org/officeDocument/2006/relationships/slideLayout" Target="/ppt/slideLayouts/slideLayout214.xml" Id="R8ffb7f879ef54359" /><Relationship Type="http://schemas.openxmlformats.org/officeDocument/2006/relationships/slideLayout" Target="/ppt/slideLayouts/slideLayout215.xml" Id="Rf028abcf56554fad" /><Relationship Type="http://schemas.openxmlformats.org/officeDocument/2006/relationships/slideLayout" Target="/ppt/slideLayouts/slideLayout216.xml" Id="Rc0f6166aeb314ec1" /><Relationship Type="http://schemas.openxmlformats.org/officeDocument/2006/relationships/slideLayout" Target="/ppt/slideLayouts/slideLayout217.xml" Id="R4bc3dada53f74c7e" /><Relationship Type="http://schemas.openxmlformats.org/officeDocument/2006/relationships/slideLayout" Target="/ppt/slideLayouts/slideLayout218.xml" Id="R3abd60c1945c407c" /><Relationship Type="http://schemas.openxmlformats.org/officeDocument/2006/relationships/slideLayout" Target="/ppt/slideLayouts/slideLayout219.xml" Id="Rd3c4392bbffe4675" /><Relationship Type="http://schemas.openxmlformats.org/officeDocument/2006/relationships/slideLayout" Target="/ppt/slideLayouts/slideLayout220.xml" Id="R0fcf74514d9041d0" /><Relationship Type="http://schemas.openxmlformats.org/officeDocument/2006/relationships/slideLayout" Target="/ppt/slideLayouts/slideLayout221.xml" Id="R35982f808d334799" /><Relationship Type="http://schemas.openxmlformats.org/officeDocument/2006/relationships/slideLayout" Target="/ppt/slideLayouts/slideLayout222.xml" Id="R32c736b9b69a4353" /><Relationship Type="http://schemas.openxmlformats.org/officeDocument/2006/relationships/slideLayout" Target="/ppt/slideLayouts/slideLayout223.xml" Id="R8c5b395d1340404b" /><Relationship Type="http://schemas.openxmlformats.org/officeDocument/2006/relationships/slideLayout" Target="/ppt/slideLayouts/slideLayout224.xml" Id="Raf9bbae2e9774a6b" /><Relationship Type="http://schemas.openxmlformats.org/officeDocument/2006/relationships/slideLayout" Target="/ppt/slideLayouts/slideLayout225.xml" Id="R30a7646713c44fc3" /><Relationship Type="http://schemas.openxmlformats.org/officeDocument/2006/relationships/slideLayout" Target="/ppt/slideLayouts/slideLayout226.xml" Id="R1fdd0db21070422f" /><Relationship Type="http://schemas.openxmlformats.org/officeDocument/2006/relationships/slideLayout" Target="/ppt/slideLayouts/slideLayout227.xml" Id="R78dff287aca44a6a" /><Relationship Type="http://schemas.openxmlformats.org/officeDocument/2006/relationships/slideLayout" Target="/ppt/slideLayouts/slideLayout228.xml" Id="R8a7ac72cfdf24973" /><Relationship Type="http://schemas.openxmlformats.org/officeDocument/2006/relationships/slideLayout" Target="/ppt/slideLayouts/slideLayout229.xml" Id="Raefad8fe71304b0f" /><Relationship Type="http://schemas.openxmlformats.org/officeDocument/2006/relationships/slideLayout" Target="/ppt/slideLayouts/slideLayout230.xml" Id="R0c125f38fe9a4fce" /><Relationship Type="http://schemas.openxmlformats.org/officeDocument/2006/relationships/slideLayout" Target="/ppt/slideLayouts/slideLayout231.xml" Id="R05ec6c2e36824fed" /><Relationship Type="http://schemas.openxmlformats.org/officeDocument/2006/relationships/slideLayout" Target="/ppt/slideLayouts/slideLayout232.xml" Id="R3fca60e0befa43cf" /><Relationship Type="http://schemas.openxmlformats.org/officeDocument/2006/relationships/slideLayout" Target="/ppt/slideLayouts/slideLayout233.xml" Id="R891b902a4c454c9d" /><Relationship Type="http://schemas.openxmlformats.org/officeDocument/2006/relationships/slideLayout" Target="/ppt/slideLayouts/slideLayout234.xml" Id="R9e83e24439904840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EEF0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c1ddd6f23b448e"/>
    <p:sldLayoutId xmlns:r="http://schemas.openxmlformats.org/officeDocument/2006/relationships" id="2147483650" r:id="R0cbf3d17c66a4994"/>
    <p:sldLayoutId xmlns:r="http://schemas.openxmlformats.org/officeDocument/2006/relationships" id="2147483651" r:id="R3c65c6872d68426a"/>
    <p:sldLayoutId xmlns:r="http://schemas.openxmlformats.org/officeDocument/2006/relationships" id="2147483652" r:id="Rcf8adf9d42a34096"/>
    <p:sldLayoutId xmlns:r="http://schemas.openxmlformats.org/officeDocument/2006/relationships" id="2147483653" r:id="Rd338790dce0d45d7"/>
    <p:sldLayoutId xmlns:r="http://schemas.openxmlformats.org/officeDocument/2006/relationships" id="2147483654" r:id="Re82c4e4f3a46447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9ace554bcf604593"/>
    <p:sldLayoutId xmlns:r="http://schemas.openxmlformats.org/officeDocument/2006/relationships" id="2147483657" r:id="R1eed2d88daee41ca"/>
    <p:sldLayoutId xmlns:r="http://schemas.openxmlformats.org/officeDocument/2006/relationships" id="2147483658" r:id="Refa2861ed3b94af9"/>
    <p:sldLayoutId xmlns:r="http://schemas.openxmlformats.org/officeDocument/2006/relationships" id="2147483659" r:id="Rfa9d589f5c1940e1"/>
    <p:sldLayoutId xmlns:r="http://schemas.openxmlformats.org/officeDocument/2006/relationships" id="2147483660" r:id="Ra8f4aad96ede4b5a"/>
    <p:sldLayoutId xmlns:r="http://schemas.openxmlformats.org/officeDocument/2006/relationships" id="2147483661" r:id="R713bcd8f0cfd46a4"/>
    <p:sldLayoutId xmlns:r="http://schemas.openxmlformats.org/officeDocument/2006/relationships" id="2147483662" r:id="R45344941d99f45e3"/>
    <p:sldLayoutId xmlns:r="http://schemas.openxmlformats.org/officeDocument/2006/relationships" id="2147483663" r:id="R8d025283f69b462d"/>
    <p:sldLayoutId xmlns:r="http://schemas.openxmlformats.org/officeDocument/2006/relationships" id="2147483664" r:id="Rec4dbc46883643a4"/>
    <p:sldLayoutId xmlns:r="http://schemas.openxmlformats.org/officeDocument/2006/relationships" id="2147483665" r:id="R33875122b3184304"/>
    <p:sldLayoutId xmlns:r="http://schemas.openxmlformats.org/officeDocument/2006/relationships" id="2147483666" r:id="R95fcb42ddfdc4381"/>
    <p:sldLayoutId xmlns:r="http://schemas.openxmlformats.org/officeDocument/2006/relationships" id="2147483667" r:id="Rf1681b87ef17427b"/>
    <p:sldLayoutId xmlns:r="http://schemas.openxmlformats.org/officeDocument/2006/relationships" id="2147483668" r:id="R7e52e37690b4446b"/>
    <p:sldLayoutId xmlns:r="http://schemas.openxmlformats.org/officeDocument/2006/relationships" id="2147483669" r:id="Rc74fd75a0d604d4b"/>
    <p:sldLayoutId xmlns:r="http://schemas.openxmlformats.org/officeDocument/2006/relationships" id="2147483670" r:id="R3e5798ebe1024e94"/>
    <p:sldLayoutId xmlns:r="http://schemas.openxmlformats.org/officeDocument/2006/relationships" id="2147483671" r:id="R2cd70474122742c4"/>
    <p:sldLayoutId xmlns:r="http://schemas.openxmlformats.org/officeDocument/2006/relationships" id="2147483672" r:id="R332fd0ff3b3d47ad"/>
    <p:sldLayoutId xmlns:r="http://schemas.openxmlformats.org/officeDocument/2006/relationships" id="2147483673" r:id="R02ebe17224d345e7"/>
    <p:sldLayoutId xmlns:r="http://schemas.openxmlformats.org/officeDocument/2006/relationships" id="2147483674" r:id="R03fce42d5f9c4075"/>
    <p:sldLayoutId xmlns:r="http://schemas.openxmlformats.org/officeDocument/2006/relationships" id="2147483675" r:id="Rcdb1e6f325ab44c5"/>
    <p:sldLayoutId xmlns:r="http://schemas.openxmlformats.org/officeDocument/2006/relationships" id="2147483676" r:id="R46e4a1e4e5954a26"/>
    <p:sldLayoutId xmlns:r="http://schemas.openxmlformats.org/officeDocument/2006/relationships" id="2147483677" r:id="R8fc9d0143f534e6e"/>
    <p:sldLayoutId xmlns:r="http://schemas.openxmlformats.org/officeDocument/2006/relationships" id="2147483678" r:id="R258a0208b9c443b6"/>
    <p:sldLayoutId xmlns:r="http://schemas.openxmlformats.org/officeDocument/2006/relationships" id="2147483679" r:id="R51cb9d7699884782"/>
    <p:sldLayoutId xmlns:r="http://schemas.openxmlformats.org/officeDocument/2006/relationships" id="2147483680" r:id="Rc1ccdc6818b04a41"/>
    <p:sldLayoutId xmlns:r="http://schemas.openxmlformats.org/officeDocument/2006/relationships" id="2147483681" r:id="R4c25fdc77c4b44a9"/>
    <p:sldLayoutId xmlns:r="http://schemas.openxmlformats.org/officeDocument/2006/relationships" id="2147483682" r:id="R1f516dcdab884793"/>
    <p:sldLayoutId xmlns:r="http://schemas.openxmlformats.org/officeDocument/2006/relationships" id="2147483683" r:id="Rab57457de5904155"/>
    <p:sldLayoutId xmlns:r="http://schemas.openxmlformats.org/officeDocument/2006/relationships" id="2147483684" r:id="R4da66b0608e14fa3"/>
    <p:sldLayoutId xmlns:r="http://schemas.openxmlformats.org/officeDocument/2006/relationships" id="2147483685" r:id="R8545a0f4dc9f4435"/>
    <p:sldLayoutId xmlns:r="http://schemas.openxmlformats.org/officeDocument/2006/relationships" id="2147483686" r:id="R912d94a30c3646bd"/>
    <p:sldLayoutId xmlns:r="http://schemas.openxmlformats.org/officeDocument/2006/relationships" id="2147483687" r:id="R973b72e106ea48b8"/>
    <p:sldLayoutId xmlns:r="http://schemas.openxmlformats.org/officeDocument/2006/relationships" id="2147483688" r:id="R91706e9639a445c9"/>
    <p:sldLayoutId xmlns:r="http://schemas.openxmlformats.org/officeDocument/2006/relationships" id="2147483689" r:id="R724291c10a8546ed"/>
    <p:sldLayoutId xmlns:r="http://schemas.openxmlformats.org/officeDocument/2006/relationships" id="2147483690" r:id="R8b0ffbb56eb54980"/>
    <p:sldLayoutId xmlns:r="http://schemas.openxmlformats.org/officeDocument/2006/relationships" id="2147483691" r:id="Rc9aa430b89284cf6"/>
    <p:sldLayoutId xmlns:r="http://schemas.openxmlformats.org/officeDocument/2006/relationships" id="2147483692" r:id="R3fcbe56f2d054030"/>
    <p:sldLayoutId xmlns:r="http://schemas.openxmlformats.org/officeDocument/2006/relationships" id="2147483693" r:id="Rcfa867df75fb4455"/>
    <p:sldLayoutId xmlns:r="http://schemas.openxmlformats.org/officeDocument/2006/relationships" id="2147483694" r:id="R346ba33da4f64819"/>
    <p:sldLayoutId xmlns:r="http://schemas.openxmlformats.org/officeDocument/2006/relationships" id="2147483695" r:id="R8ba0b4d4de194a2e"/>
    <p:sldLayoutId xmlns:r="http://schemas.openxmlformats.org/officeDocument/2006/relationships" id="2147483696" r:id="Ra5f8832f2f4d4aea"/>
    <p:sldLayoutId xmlns:r="http://schemas.openxmlformats.org/officeDocument/2006/relationships" id="2147483697" r:id="Rd001a605d5784866"/>
    <p:sldLayoutId xmlns:r="http://schemas.openxmlformats.org/officeDocument/2006/relationships" id="2147483698" r:id="R8c3c18feeeed4146"/>
    <p:sldLayoutId xmlns:r="http://schemas.openxmlformats.org/officeDocument/2006/relationships" id="2147483699" r:id="R9e396f74e8184399"/>
    <p:sldLayoutId xmlns:r="http://schemas.openxmlformats.org/officeDocument/2006/relationships" id="2147483700" r:id="R4fd9b81c08a349fa"/>
    <p:sldLayoutId xmlns:r="http://schemas.openxmlformats.org/officeDocument/2006/relationships" id="2147483701" r:id="Rac7a0de6315a4add"/>
    <p:sldLayoutId xmlns:r="http://schemas.openxmlformats.org/officeDocument/2006/relationships" id="2147483702" r:id="Rbbfe9e6eb17142c5"/>
    <p:sldLayoutId xmlns:r="http://schemas.openxmlformats.org/officeDocument/2006/relationships" id="2147483703" r:id="R7d8604530ac74683"/>
    <p:sldLayoutId xmlns:r="http://schemas.openxmlformats.org/officeDocument/2006/relationships" id="2147483704" r:id="R5f9a631a4f84437d"/>
    <p:sldLayoutId xmlns:r="http://schemas.openxmlformats.org/officeDocument/2006/relationships" id="2147483705" r:id="Rc6cd3d6092be4f9f"/>
    <p:sldLayoutId xmlns:r="http://schemas.openxmlformats.org/officeDocument/2006/relationships" id="2147483706" r:id="R7088ccd7c81b46eb"/>
    <p:sldLayoutId xmlns:r="http://schemas.openxmlformats.org/officeDocument/2006/relationships" id="2147483707" r:id="R453400e51b5144cb"/>
    <p:sldLayoutId xmlns:r="http://schemas.openxmlformats.org/officeDocument/2006/relationships" id="2147483708" r:id="R00ff8467eace4c4a"/>
    <p:sldLayoutId xmlns:r="http://schemas.openxmlformats.org/officeDocument/2006/relationships" id="2147483709" r:id="R4289d098ae5d4bc7"/>
    <p:sldLayoutId xmlns:r="http://schemas.openxmlformats.org/officeDocument/2006/relationships" id="2147483710" r:id="R357685e540c947ac"/>
    <p:sldLayoutId xmlns:r="http://schemas.openxmlformats.org/officeDocument/2006/relationships" id="2147483711" r:id="R0ce0848ae18f4b6a"/>
    <p:sldLayoutId xmlns:r="http://schemas.openxmlformats.org/officeDocument/2006/relationships" id="2147483712" r:id="R7a07823e50734b65"/>
    <p:sldLayoutId xmlns:r="http://schemas.openxmlformats.org/officeDocument/2006/relationships" id="2147483713" r:id="R0689ee17017a46fe"/>
    <p:sldLayoutId xmlns:r="http://schemas.openxmlformats.org/officeDocument/2006/relationships" id="2147483714" r:id="R043b0861de884712"/>
    <p:sldLayoutId xmlns:r="http://schemas.openxmlformats.org/officeDocument/2006/relationships" id="2147483715" r:id="R45c81bc1054441c8"/>
    <p:sldLayoutId xmlns:r="http://schemas.openxmlformats.org/officeDocument/2006/relationships" id="2147483716" r:id="Rfab0e718dccc4960"/>
    <p:sldLayoutId xmlns:r="http://schemas.openxmlformats.org/officeDocument/2006/relationships" id="2147483717" r:id="Rc2f3612692024ab2"/>
    <p:sldLayoutId xmlns:r="http://schemas.openxmlformats.org/officeDocument/2006/relationships" id="2147483718" r:id="Rdea78d269c6f43b1"/>
    <p:sldLayoutId xmlns:r="http://schemas.openxmlformats.org/officeDocument/2006/relationships" id="2147483719" r:id="Rc769cf7e545a4ea0"/>
    <p:sldLayoutId xmlns:r="http://schemas.openxmlformats.org/officeDocument/2006/relationships" id="2147483720" r:id="R842facd8ac834c43"/>
    <p:sldLayoutId xmlns:r="http://schemas.openxmlformats.org/officeDocument/2006/relationships" id="2147483721" r:id="R1d440c7c8c814cf9"/>
    <p:sldLayoutId xmlns:r="http://schemas.openxmlformats.org/officeDocument/2006/relationships" id="2147483722" r:id="R540f7e7a9c074a77"/>
    <p:sldLayoutId xmlns:r="http://schemas.openxmlformats.org/officeDocument/2006/relationships" id="2147483723" r:id="Rbf24813a3759449e"/>
    <p:sldLayoutId xmlns:r="http://schemas.openxmlformats.org/officeDocument/2006/relationships" id="2147483724" r:id="Rdfd8abba845e4450"/>
    <p:sldLayoutId xmlns:r="http://schemas.openxmlformats.org/officeDocument/2006/relationships" id="2147483725" r:id="R2c23312085b84fd6"/>
    <p:sldLayoutId xmlns:r="http://schemas.openxmlformats.org/officeDocument/2006/relationships" id="2147483726" r:id="R9af31cc8118742c3"/>
    <p:sldLayoutId xmlns:r="http://schemas.openxmlformats.org/officeDocument/2006/relationships" id="2147483727" r:id="R486381ea6b694872"/>
    <p:sldLayoutId xmlns:r="http://schemas.openxmlformats.org/officeDocument/2006/relationships" id="2147483728" r:id="Rd69aed68ef754309"/>
    <p:sldLayoutId xmlns:r="http://schemas.openxmlformats.org/officeDocument/2006/relationships" id="2147483729" r:id="R2c7bc8487af14a14"/>
    <p:sldLayoutId xmlns:r="http://schemas.openxmlformats.org/officeDocument/2006/relationships" id="2147483730" r:id="R3c1425f8170e40f3"/>
    <p:sldLayoutId xmlns:r="http://schemas.openxmlformats.org/officeDocument/2006/relationships" id="2147483731" r:id="R48f047c026ee40e2"/>
    <p:sldLayoutId xmlns:r="http://schemas.openxmlformats.org/officeDocument/2006/relationships" id="2147483732" r:id="R6f9b0fe4367f4cbc"/>
    <p:sldLayoutId xmlns:r="http://schemas.openxmlformats.org/officeDocument/2006/relationships" id="2147483733" r:id="R8719e504043d4c79"/>
    <p:sldLayoutId xmlns:r="http://schemas.openxmlformats.org/officeDocument/2006/relationships" id="2147483734" r:id="Ra2429983972e49bb"/>
    <p:sldLayoutId xmlns:r="http://schemas.openxmlformats.org/officeDocument/2006/relationships" id="2147483735" r:id="R85949f10578446ed"/>
    <p:sldLayoutId xmlns:r="http://schemas.openxmlformats.org/officeDocument/2006/relationships" id="2147483736" r:id="Rcfda328be84c40c7"/>
    <p:sldLayoutId xmlns:r="http://schemas.openxmlformats.org/officeDocument/2006/relationships" id="2147483737" r:id="Rf450bcacfb4d4202"/>
    <p:sldLayoutId xmlns:r="http://schemas.openxmlformats.org/officeDocument/2006/relationships" id="2147483738" r:id="Ra45cc036e008422c"/>
    <p:sldLayoutId xmlns:r="http://schemas.openxmlformats.org/officeDocument/2006/relationships" id="2147483739" r:id="R9b16287a09d64de8"/>
    <p:sldLayoutId xmlns:r="http://schemas.openxmlformats.org/officeDocument/2006/relationships" id="2147483740" r:id="R744314438f714b72"/>
    <p:sldLayoutId xmlns:r="http://schemas.openxmlformats.org/officeDocument/2006/relationships" id="2147483741" r:id="Rb6cce3d7cf4c429f"/>
    <p:sldLayoutId xmlns:r="http://schemas.openxmlformats.org/officeDocument/2006/relationships" id="2147483742" r:id="Rf072df22baa54507"/>
    <p:sldLayoutId xmlns:r="http://schemas.openxmlformats.org/officeDocument/2006/relationships" id="2147483743" r:id="R107120f875f24f19"/>
    <p:sldLayoutId xmlns:r="http://schemas.openxmlformats.org/officeDocument/2006/relationships" id="2147483744" r:id="R3d6753c2b57745b2"/>
    <p:sldLayoutId xmlns:r="http://schemas.openxmlformats.org/officeDocument/2006/relationships" id="2147483745" r:id="R12bec8718fea4485"/>
    <p:sldLayoutId xmlns:r="http://schemas.openxmlformats.org/officeDocument/2006/relationships" id="2147483746" r:id="R7908219966744a20"/>
    <p:sldLayoutId xmlns:r="http://schemas.openxmlformats.org/officeDocument/2006/relationships" id="2147483747" r:id="Rb3bb65f945f240f5"/>
    <p:sldLayoutId xmlns:r="http://schemas.openxmlformats.org/officeDocument/2006/relationships" id="2147483748" r:id="R2826338cec64487b"/>
    <p:sldLayoutId xmlns:r="http://schemas.openxmlformats.org/officeDocument/2006/relationships" id="2147483749" r:id="Ra858716c4a214bf3"/>
    <p:sldLayoutId xmlns:r="http://schemas.openxmlformats.org/officeDocument/2006/relationships" id="2147483750" r:id="R03a0ec77d6d64d6f"/>
    <p:sldLayoutId xmlns:r="http://schemas.openxmlformats.org/officeDocument/2006/relationships" id="2147483751" r:id="R744d57f216b04049"/>
    <p:sldLayoutId xmlns:r="http://schemas.openxmlformats.org/officeDocument/2006/relationships" id="2147483752" r:id="Rbe0ab151188e4d0d"/>
    <p:sldLayoutId xmlns:r="http://schemas.openxmlformats.org/officeDocument/2006/relationships" id="2147483753" r:id="R30189970797e4770"/>
    <p:sldLayoutId xmlns:r="http://schemas.openxmlformats.org/officeDocument/2006/relationships" id="2147483754" r:id="R0492bcc105834c31"/>
    <p:sldLayoutId xmlns:r="http://schemas.openxmlformats.org/officeDocument/2006/relationships" id="2147483755" r:id="R6617246131b7438a"/>
    <p:sldLayoutId xmlns:r="http://schemas.openxmlformats.org/officeDocument/2006/relationships" id="2147483756" r:id="R028fdea5adde4490"/>
    <p:sldLayoutId xmlns:r="http://schemas.openxmlformats.org/officeDocument/2006/relationships" id="2147483757" r:id="R2a2e71a15ac84e1f"/>
    <p:sldLayoutId xmlns:r="http://schemas.openxmlformats.org/officeDocument/2006/relationships" id="2147483758" r:id="Rb03f4613ba234053"/>
    <p:sldLayoutId xmlns:r="http://schemas.openxmlformats.org/officeDocument/2006/relationships" id="2147483759" r:id="R1b0b111f0c874b51"/>
    <p:sldLayoutId xmlns:r="http://schemas.openxmlformats.org/officeDocument/2006/relationships" id="2147483760" r:id="R48d6e6a1d6a54543"/>
    <p:sldLayoutId xmlns:r="http://schemas.openxmlformats.org/officeDocument/2006/relationships" id="2147483761" r:id="Rdf53672d69394e94"/>
    <p:sldLayoutId xmlns:r="http://schemas.openxmlformats.org/officeDocument/2006/relationships" id="2147483762" r:id="R94914c108c864ed0"/>
    <p:sldLayoutId xmlns:r="http://schemas.openxmlformats.org/officeDocument/2006/relationships" id="2147483763" r:id="R83972a17f46d42f0"/>
    <p:sldLayoutId xmlns:r="http://schemas.openxmlformats.org/officeDocument/2006/relationships" id="2147483764" r:id="Ra55d82fd1acc4354"/>
    <p:sldLayoutId xmlns:r="http://schemas.openxmlformats.org/officeDocument/2006/relationships" id="2147483765" r:id="R4550bd928dc44376"/>
    <p:sldLayoutId xmlns:r="http://schemas.openxmlformats.org/officeDocument/2006/relationships" id="2147483766" r:id="Re20050d9a13a4a76"/>
    <p:sldLayoutId xmlns:r="http://schemas.openxmlformats.org/officeDocument/2006/relationships" id="2147483767" r:id="R9b491939f5914d2b"/>
    <p:sldLayoutId xmlns:r="http://schemas.openxmlformats.org/officeDocument/2006/relationships" id="2147483768" r:id="R47e69fdf597e4f54"/>
    <p:sldLayoutId xmlns:r="http://schemas.openxmlformats.org/officeDocument/2006/relationships" id="2147483769" r:id="R81c78d5cadd547e6"/>
    <p:sldLayoutId xmlns:r="http://schemas.openxmlformats.org/officeDocument/2006/relationships" id="2147483770" r:id="R01221a2a2b9647b4"/>
    <p:sldLayoutId xmlns:r="http://schemas.openxmlformats.org/officeDocument/2006/relationships" id="2147483771" r:id="Rcfc839b6667d4e5d"/>
    <p:sldLayoutId xmlns:r="http://schemas.openxmlformats.org/officeDocument/2006/relationships" id="2147483772" r:id="Rb13937e8945346b2"/>
    <p:sldLayoutId xmlns:r="http://schemas.openxmlformats.org/officeDocument/2006/relationships" id="2147483773" r:id="Re5b94ff4f5a747b2"/>
    <p:sldLayoutId xmlns:r="http://schemas.openxmlformats.org/officeDocument/2006/relationships" id="2147483774" r:id="R265a7a634b3741e6"/>
    <p:sldLayoutId xmlns:r="http://schemas.openxmlformats.org/officeDocument/2006/relationships" id="2147483775" r:id="Rc7a165cfec554222"/>
    <p:sldLayoutId xmlns:r="http://schemas.openxmlformats.org/officeDocument/2006/relationships" id="2147483776" r:id="Rf72b14b5645e4023"/>
    <p:sldLayoutId xmlns:r="http://schemas.openxmlformats.org/officeDocument/2006/relationships" id="2147483777" r:id="R4d2685bcef714e10"/>
    <p:sldLayoutId xmlns:r="http://schemas.openxmlformats.org/officeDocument/2006/relationships" id="2147483778" r:id="R62430b1d1c874348"/>
    <p:sldLayoutId xmlns:r="http://schemas.openxmlformats.org/officeDocument/2006/relationships" id="2147483779" r:id="R8b6314358ac841d7"/>
    <p:sldLayoutId xmlns:r="http://schemas.openxmlformats.org/officeDocument/2006/relationships" id="2147483780" r:id="R71d23d45bcf3492a"/>
    <p:sldLayoutId xmlns:r="http://schemas.openxmlformats.org/officeDocument/2006/relationships" id="2147483781" r:id="Rd69619a1b4eb4ffe"/>
    <p:sldLayoutId xmlns:r="http://schemas.openxmlformats.org/officeDocument/2006/relationships" id="2147483782" r:id="R0f80a2cece7147e4"/>
    <p:sldLayoutId xmlns:r="http://schemas.openxmlformats.org/officeDocument/2006/relationships" id="2147483783" r:id="R544ac2f48a5948eb"/>
    <p:sldLayoutId xmlns:r="http://schemas.openxmlformats.org/officeDocument/2006/relationships" id="2147483784" r:id="Rbafe0bb366a74b96"/>
    <p:sldLayoutId xmlns:r="http://schemas.openxmlformats.org/officeDocument/2006/relationships" id="2147483785" r:id="R5c10d347347941eb"/>
    <p:sldLayoutId xmlns:r="http://schemas.openxmlformats.org/officeDocument/2006/relationships" id="2147483786" r:id="R6e3c71175d2f4e5d"/>
    <p:sldLayoutId xmlns:r="http://schemas.openxmlformats.org/officeDocument/2006/relationships" id="2147483787" r:id="R82f9cce714d649c7"/>
    <p:sldLayoutId xmlns:r="http://schemas.openxmlformats.org/officeDocument/2006/relationships" id="2147483788" r:id="R4edc8cb6f4354745"/>
    <p:sldLayoutId xmlns:r="http://schemas.openxmlformats.org/officeDocument/2006/relationships" id="2147483789" r:id="R388096d93a5f4bfa"/>
    <p:sldLayoutId xmlns:r="http://schemas.openxmlformats.org/officeDocument/2006/relationships" id="2147483790" r:id="R4a2c4e3832784744"/>
    <p:sldLayoutId xmlns:r="http://schemas.openxmlformats.org/officeDocument/2006/relationships" id="2147483791" r:id="Rc947603653124d4d"/>
    <p:sldLayoutId xmlns:r="http://schemas.openxmlformats.org/officeDocument/2006/relationships" id="2147483792" r:id="R46f050748de74864"/>
    <p:sldLayoutId xmlns:r="http://schemas.openxmlformats.org/officeDocument/2006/relationships" id="2147483793" r:id="Rfce19f34c647411e"/>
    <p:sldLayoutId xmlns:r="http://schemas.openxmlformats.org/officeDocument/2006/relationships" id="2147483794" r:id="R7fbe4d70d0274073"/>
    <p:sldLayoutId xmlns:r="http://schemas.openxmlformats.org/officeDocument/2006/relationships" id="2147483795" r:id="R3c6338754c39455b"/>
    <p:sldLayoutId xmlns:r="http://schemas.openxmlformats.org/officeDocument/2006/relationships" id="2147483796" r:id="R2d5639a727e146d7"/>
    <p:sldLayoutId xmlns:r="http://schemas.openxmlformats.org/officeDocument/2006/relationships" id="2147483797" r:id="Rf2e320d781c149d5"/>
    <p:sldLayoutId xmlns:r="http://schemas.openxmlformats.org/officeDocument/2006/relationships" id="2147483798" r:id="Rcfe0249a72414a85"/>
    <p:sldLayoutId xmlns:r="http://schemas.openxmlformats.org/officeDocument/2006/relationships" id="2147483799" r:id="R661444e367be4b98"/>
    <p:sldLayoutId xmlns:r="http://schemas.openxmlformats.org/officeDocument/2006/relationships" id="2147483800" r:id="Rce474c82a6d24438"/>
    <p:sldLayoutId xmlns:r="http://schemas.openxmlformats.org/officeDocument/2006/relationships" id="2147483801" r:id="R8d18c46d1fbd4554"/>
    <p:sldLayoutId xmlns:r="http://schemas.openxmlformats.org/officeDocument/2006/relationships" id="2147483802" r:id="R9599205c7d0b4d6f"/>
    <p:sldLayoutId xmlns:r="http://schemas.openxmlformats.org/officeDocument/2006/relationships" id="2147483803" r:id="Rc39442a0f0b64f1b"/>
    <p:sldLayoutId xmlns:r="http://schemas.openxmlformats.org/officeDocument/2006/relationships" id="2147483804" r:id="R247477d2f44848f4"/>
    <p:sldLayoutId xmlns:r="http://schemas.openxmlformats.org/officeDocument/2006/relationships" id="2147483805" r:id="R6421ced3336a4519"/>
    <p:sldLayoutId xmlns:r="http://schemas.openxmlformats.org/officeDocument/2006/relationships" id="2147483806" r:id="R0ba60cf73ca94fdf"/>
    <p:sldLayoutId xmlns:r="http://schemas.openxmlformats.org/officeDocument/2006/relationships" id="2147483807" r:id="R023560f85b0c4a1b"/>
    <p:sldLayoutId xmlns:r="http://schemas.openxmlformats.org/officeDocument/2006/relationships" id="2147483808" r:id="R3c34fca97b4c41f6"/>
    <p:sldLayoutId xmlns:r="http://schemas.openxmlformats.org/officeDocument/2006/relationships" id="2147483809" r:id="R524b5495d2b74474"/>
    <p:sldLayoutId xmlns:r="http://schemas.openxmlformats.org/officeDocument/2006/relationships" id="2147483810" r:id="R3deb1b4e00ce4604"/>
    <p:sldLayoutId xmlns:r="http://schemas.openxmlformats.org/officeDocument/2006/relationships" id="2147483811" r:id="Rad956b393fbe4e14"/>
    <p:sldLayoutId xmlns:r="http://schemas.openxmlformats.org/officeDocument/2006/relationships" id="2147483812" r:id="R2367bfa3d09a441a"/>
    <p:sldLayoutId xmlns:r="http://schemas.openxmlformats.org/officeDocument/2006/relationships" id="2147483813" r:id="R242a29ef23cc4c28"/>
    <p:sldLayoutId xmlns:r="http://schemas.openxmlformats.org/officeDocument/2006/relationships" id="2147483814" r:id="R65f711a455394984"/>
    <p:sldLayoutId xmlns:r="http://schemas.openxmlformats.org/officeDocument/2006/relationships" id="2147483815" r:id="R60ac1047abaf4be6"/>
    <p:sldLayoutId xmlns:r="http://schemas.openxmlformats.org/officeDocument/2006/relationships" id="2147483816" r:id="Rccea440bf9eb4582"/>
    <p:sldLayoutId xmlns:r="http://schemas.openxmlformats.org/officeDocument/2006/relationships" id="2147483817" r:id="R1e54c305b2e04c5d"/>
    <p:sldLayoutId xmlns:r="http://schemas.openxmlformats.org/officeDocument/2006/relationships" id="2147483818" r:id="R3fd6a383d86d4408"/>
    <p:sldLayoutId xmlns:r="http://schemas.openxmlformats.org/officeDocument/2006/relationships" id="2147483819" r:id="R39e23795b5a24dcf"/>
    <p:sldLayoutId xmlns:r="http://schemas.openxmlformats.org/officeDocument/2006/relationships" id="2147483820" r:id="Rdb89d6fe94254c45"/>
    <p:sldLayoutId xmlns:r="http://schemas.openxmlformats.org/officeDocument/2006/relationships" id="2147483821" r:id="R7018ec2a792d4be2"/>
    <p:sldLayoutId xmlns:r="http://schemas.openxmlformats.org/officeDocument/2006/relationships" id="2147483822" r:id="R2bfbc26029b74637"/>
    <p:sldLayoutId xmlns:r="http://schemas.openxmlformats.org/officeDocument/2006/relationships" id="2147483823" r:id="R00ccab073ce04db1"/>
    <p:sldLayoutId xmlns:r="http://schemas.openxmlformats.org/officeDocument/2006/relationships" id="2147483824" r:id="R155d9eabeb974f17"/>
    <p:sldLayoutId xmlns:r="http://schemas.openxmlformats.org/officeDocument/2006/relationships" id="2147483825" r:id="Rb1c83fae366642b3"/>
    <p:sldLayoutId xmlns:r="http://schemas.openxmlformats.org/officeDocument/2006/relationships" id="2147483826" r:id="Rd0953aade66942d6"/>
    <p:sldLayoutId xmlns:r="http://schemas.openxmlformats.org/officeDocument/2006/relationships" id="2147483827" r:id="R86c7cebef637450a"/>
    <p:sldLayoutId xmlns:r="http://schemas.openxmlformats.org/officeDocument/2006/relationships" id="2147483828" r:id="R2b8b7561f19f4edb"/>
    <p:sldLayoutId xmlns:r="http://schemas.openxmlformats.org/officeDocument/2006/relationships" id="2147483829" r:id="R411697714431423a"/>
    <p:sldLayoutId xmlns:r="http://schemas.openxmlformats.org/officeDocument/2006/relationships" id="2147483830" r:id="R6d1dc07fa0bb4f5c"/>
    <p:sldLayoutId xmlns:r="http://schemas.openxmlformats.org/officeDocument/2006/relationships" id="2147483831" r:id="R94f8a60459414119"/>
    <p:sldLayoutId xmlns:r="http://schemas.openxmlformats.org/officeDocument/2006/relationships" id="2147483832" r:id="R8cc525ce89e74afc"/>
    <p:sldLayoutId xmlns:r="http://schemas.openxmlformats.org/officeDocument/2006/relationships" id="2147483833" r:id="R96efb7604def46b3"/>
    <p:sldLayoutId xmlns:r="http://schemas.openxmlformats.org/officeDocument/2006/relationships" id="2147483834" r:id="R06ef1ff206f44738"/>
    <p:sldLayoutId xmlns:r="http://schemas.openxmlformats.org/officeDocument/2006/relationships" id="2147483835" r:id="Rc45a1a0e63444ca8"/>
    <p:sldLayoutId xmlns:r="http://schemas.openxmlformats.org/officeDocument/2006/relationships" id="2147483836" r:id="Rec61b8e18c6f49f8"/>
    <p:sldLayoutId xmlns:r="http://schemas.openxmlformats.org/officeDocument/2006/relationships" id="2147483837" r:id="R3512fb06d47e4dda"/>
    <p:sldLayoutId xmlns:r="http://schemas.openxmlformats.org/officeDocument/2006/relationships" id="2147483838" r:id="Rbc63e2436d0a4679"/>
    <p:sldLayoutId xmlns:r="http://schemas.openxmlformats.org/officeDocument/2006/relationships" id="2147483839" r:id="Rdf8243da91954852"/>
    <p:sldLayoutId xmlns:r="http://schemas.openxmlformats.org/officeDocument/2006/relationships" id="2147483840" r:id="R234bcba975974db3"/>
    <p:sldLayoutId xmlns:r="http://schemas.openxmlformats.org/officeDocument/2006/relationships" id="2147483841" r:id="Ra00329b481204113"/>
    <p:sldLayoutId xmlns:r="http://schemas.openxmlformats.org/officeDocument/2006/relationships" id="2147483842" r:id="R811b598ceaa147cb"/>
    <p:sldLayoutId xmlns:r="http://schemas.openxmlformats.org/officeDocument/2006/relationships" id="2147483843" r:id="Rd876d58a5ce7499f"/>
    <p:sldLayoutId xmlns:r="http://schemas.openxmlformats.org/officeDocument/2006/relationships" id="2147483844" r:id="R4a738fb5b7de4883"/>
    <p:sldLayoutId xmlns:r="http://schemas.openxmlformats.org/officeDocument/2006/relationships" id="2147483845" r:id="R7977e1f086414734"/>
    <p:sldLayoutId xmlns:r="http://schemas.openxmlformats.org/officeDocument/2006/relationships" id="2147483846" r:id="Rba3d716177f443da"/>
    <p:sldLayoutId xmlns:r="http://schemas.openxmlformats.org/officeDocument/2006/relationships" id="2147483847" r:id="Rc78d294d36dc436e"/>
    <p:sldLayoutId xmlns:r="http://schemas.openxmlformats.org/officeDocument/2006/relationships" id="2147483848" r:id="R7c28051113e04ca8"/>
    <p:sldLayoutId xmlns:r="http://schemas.openxmlformats.org/officeDocument/2006/relationships" id="2147483849" r:id="R6db14956b3704b31"/>
    <p:sldLayoutId xmlns:r="http://schemas.openxmlformats.org/officeDocument/2006/relationships" id="2147483850" r:id="Rc013858eb9e64bb9"/>
    <p:sldLayoutId xmlns:r="http://schemas.openxmlformats.org/officeDocument/2006/relationships" id="2147483851" r:id="R35c4bb8c28344bf9"/>
    <p:sldLayoutId xmlns:r="http://schemas.openxmlformats.org/officeDocument/2006/relationships" id="2147483852" r:id="Rd5ddc3dece0c4bf3"/>
    <p:sldLayoutId xmlns:r="http://schemas.openxmlformats.org/officeDocument/2006/relationships" id="2147483853" r:id="Rdaa086d339f3497f"/>
    <p:sldLayoutId xmlns:r="http://schemas.openxmlformats.org/officeDocument/2006/relationships" id="2147483854" r:id="Rc8f0914fb7da40fa"/>
    <p:sldLayoutId xmlns:r="http://schemas.openxmlformats.org/officeDocument/2006/relationships" id="2147483855" r:id="R3973a2bc445e4ba0"/>
    <p:sldLayoutId xmlns:r="http://schemas.openxmlformats.org/officeDocument/2006/relationships" id="2147483856" r:id="Re40d6f4cb514440e"/>
    <p:sldLayoutId xmlns:r="http://schemas.openxmlformats.org/officeDocument/2006/relationships" id="2147483857" r:id="Reabd550b695d4b4c"/>
    <p:sldLayoutId xmlns:r="http://schemas.openxmlformats.org/officeDocument/2006/relationships" id="2147483858" r:id="R7649301c6af4426e"/>
    <p:sldLayoutId xmlns:r="http://schemas.openxmlformats.org/officeDocument/2006/relationships" id="2147483859" r:id="R31f176da3a6e44d0"/>
    <p:sldLayoutId xmlns:r="http://schemas.openxmlformats.org/officeDocument/2006/relationships" id="2147483860" r:id="Rc9d2dcf281cb4d96"/>
    <p:sldLayoutId xmlns:r="http://schemas.openxmlformats.org/officeDocument/2006/relationships" id="2147483861" r:id="R35b7e3ce94b143be"/>
    <p:sldLayoutId xmlns:r="http://schemas.openxmlformats.org/officeDocument/2006/relationships" id="2147483862" r:id="R61772df44ec44c1c"/>
    <p:sldLayoutId xmlns:r="http://schemas.openxmlformats.org/officeDocument/2006/relationships" id="2147483863" r:id="R8ffb7f879ef54359"/>
    <p:sldLayoutId xmlns:r="http://schemas.openxmlformats.org/officeDocument/2006/relationships" id="2147483864" r:id="Rf028abcf56554fad"/>
    <p:sldLayoutId xmlns:r="http://schemas.openxmlformats.org/officeDocument/2006/relationships" id="2147483865" r:id="Rc0f6166aeb314ec1"/>
    <p:sldLayoutId xmlns:r="http://schemas.openxmlformats.org/officeDocument/2006/relationships" id="2147483866" r:id="R4bc3dada53f74c7e"/>
    <p:sldLayoutId xmlns:r="http://schemas.openxmlformats.org/officeDocument/2006/relationships" id="2147483867" r:id="R3abd60c1945c407c"/>
    <p:sldLayoutId xmlns:r="http://schemas.openxmlformats.org/officeDocument/2006/relationships" id="2147483868" r:id="Rd3c4392bbffe4675"/>
    <p:sldLayoutId xmlns:r="http://schemas.openxmlformats.org/officeDocument/2006/relationships" id="2147483869" r:id="R0fcf74514d9041d0"/>
    <p:sldLayoutId xmlns:r="http://schemas.openxmlformats.org/officeDocument/2006/relationships" id="2147483870" r:id="R35982f808d334799"/>
    <p:sldLayoutId xmlns:r="http://schemas.openxmlformats.org/officeDocument/2006/relationships" id="2147483871" r:id="R32c736b9b69a4353"/>
    <p:sldLayoutId xmlns:r="http://schemas.openxmlformats.org/officeDocument/2006/relationships" id="2147483872" r:id="R8c5b395d1340404b"/>
    <p:sldLayoutId xmlns:r="http://schemas.openxmlformats.org/officeDocument/2006/relationships" id="2147483873" r:id="Raf9bbae2e9774a6b"/>
    <p:sldLayoutId xmlns:r="http://schemas.openxmlformats.org/officeDocument/2006/relationships" id="2147483874" r:id="R30a7646713c44fc3"/>
    <p:sldLayoutId xmlns:r="http://schemas.openxmlformats.org/officeDocument/2006/relationships" id="2147483875" r:id="R1fdd0db21070422f"/>
    <p:sldLayoutId xmlns:r="http://schemas.openxmlformats.org/officeDocument/2006/relationships" id="2147483876" r:id="R78dff287aca44a6a"/>
    <p:sldLayoutId xmlns:r="http://schemas.openxmlformats.org/officeDocument/2006/relationships" id="2147483877" r:id="R8a7ac72cfdf24973"/>
    <p:sldLayoutId xmlns:r="http://schemas.openxmlformats.org/officeDocument/2006/relationships" id="2147483878" r:id="Raefad8fe71304b0f"/>
    <p:sldLayoutId xmlns:r="http://schemas.openxmlformats.org/officeDocument/2006/relationships" id="2147483879" r:id="R0c125f38fe9a4fce"/>
    <p:sldLayoutId xmlns:r="http://schemas.openxmlformats.org/officeDocument/2006/relationships" id="2147483880" r:id="R05ec6c2e36824fed"/>
    <p:sldLayoutId xmlns:r="http://schemas.openxmlformats.org/officeDocument/2006/relationships" id="2147483881" r:id="R3fca60e0befa43cf"/>
    <p:sldLayoutId xmlns:r="http://schemas.openxmlformats.org/officeDocument/2006/relationships" id="2147483882" r:id="R891b902a4c454c9d"/>
    <p:sldLayoutId xmlns:r="http://schemas.openxmlformats.org/officeDocument/2006/relationships" id="2147483883" r:id="R9e83e2443990484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Custom 9">
      <a:dk1>
        <a:sysClr val="windowText" lastClr="000000"/>
      </a:dk1>
      <a:lt1>
        <a:sysClr val="window" lastClr="FFFFFF"/>
      </a:lt1>
      <a:dk2>
        <a:srgbClr val="232323"/>
      </a:dk2>
      <a:lt2>
        <a:srgbClr val="FFFFFF"/>
      </a:lt2>
      <a:accent1>
        <a:srgbClr val="FDB913"/>
      </a:accent1>
      <a:accent2>
        <a:srgbClr val="F5822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1F4F9"/>
      </a:accent6>
      <a:hlink>
        <a:srgbClr val="FFFFFF"/>
      </a:hlink>
      <a:folHlink>
        <a:srgbClr val="FFFF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ustom 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e486702823f4001" /><Relationship Type="http://schemas.openxmlformats.org/officeDocument/2006/relationships/image" Target="/ppt/media/image.jpeg" Id="Ra3f1bf87bc584a8c" /><Relationship Type="http://schemas.openxmlformats.org/officeDocument/2006/relationships/image" Target="/ppt/media/image.svg" Id="Rf9dc816125c34fb9" /><Relationship Type="http://schemas.openxmlformats.org/officeDocument/2006/relationships/image" Target="/ppt/media/image.png" Id="R3a62e2a6a2e44bdf" /><Relationship Type="http://schemas.openxmlformats.org/officeDocument/2006/relationships/image" Target="/ppt/media/image2.svg" Id="R44d290b3d5ce4a43" /><Relationship Type="http://schemas.openxmlformats.org/officeDocument/2006/relationships/image" Target="/ppt/media/image2.png" Id="R371f573504464144" /><Relationship Type="http://schemas.openxmlformats.org/officeDocument/2006/relationships/image" Target="/ppt/media/image3.svg" Id="Ra40c35d4a6244e5e" /><Relationship Type="http://schemas.openxmlformats.org/officeDocument/2006/relationships/image" Target="/ppt/media/image3.png" Id="Rb285deadee4f4e14" /><Relationship Type="http://schemas.openxmlformats.org/officeDocument/2006/relationships/image" Target="/ppt/media/image4.svg" Id="R0a4423a4edc74bcb" /><Relationship Type="http://schemas.openxmlformats.org/officeDocument/2006/relationships/image" Target="/ppt/media/image4.png" Id="R234ad629a1ff4a55" /><Relationship Type="http://schemas.openxmlformats.org/officeDocument/2006/relationships/image" Target="/ppt/media/image5.svg" Id="R4f136a83caf84be0" /><Relationship Type="http://schemas.openxmlformats.org/officeDocument/2006/relationships/image" Target="/ppt/media/image5.png" Id="R35cbc4facfc34f43" /><Relationship Type="http://schemas.openxmlformats.org/officeDocument/2006/relationships/image" Target="/ppt/media/image6.svg" Id="Rf3ee07442ef24781" /><Relationship Type="http://schemas.openxmlformats.org/officeDocument/2006/relationships/image" Target="/ppt/media/image6.png" Id="R9bb225c4377f459e" /><Relationship Type="http://schemas.openxmlformats.org/officeDocument/2006/relationships/image" Target="/ppt/media/image7.svg" Id="Rbd6c002c7406421c" /><Relationship Type="http://schemas.openxmlformats.org/officeDocument/2006/relationships/image" Target="/ppt/media/image7.png" Id="Rc645b85766884e25" /><Relationship Type="http://schemas.openxmlformats.org/officeDocument/2006/relationships/image" Target="/ppt/media/image8.svg" Id="R826b43636db3476a" /><Relationship Type="http://schemas.openxmlformats.org/officeDocument/2006/relationships/image" Target="/ppt/media/image8.png" Id="R6ef1d6022a19477a" /><Relationship Type="http://schemas.openxmlformats.org/officeDocument/2006/relationships/image" Target="/ppt/media/image9.svg" Id="Rf7ce5c4c4a7c4037" /><Relationship Type="http://schemas.openxmlformats.org/officeDocument/2006/relationships/image" Target="/ppt/media/image9.png" Id="R7ca9da0cf33a4f5c" /><Relationship Type="http://schemas.openxmlformats.org/officeDocument/2006/relationships/image" Target="/ppt/media/image10.svg" Id="Reff5f0038b914860" /><Relationship Type="http://schemas.openxmlformats.org/officeDocument/2006/relationships/image" Target="/ppt/media/image10.png" Id="R598f973f8448487c" /><Relationship Type="http://schemas.openxmlformats.org/officeDocument/2006/relationships/image" Target="/ppt/media/image11.svg" Id="R495e2aca8f094a7d" /><Relationship Type="http://schemas.openxmlformats.org/officeDocument/2006/relationships/image" Target="/ppt/media/image11.png" Id="R6f45d671438a4fc5" /><Relationship Type="http://schemas.openxmlformats.org/officeDocument/2006/relationships/image" Target="/ppt/media/image12.svg" Id="R2f33c6d3c9854924" /><Relationship Type="http://schemas.openxmlformats.org/officeDocument/2006/relationships/image" Target="/ppt/media/image12.png" Id="R9e114b4e99164c61" /><Relationship Type="http://schemas.openxmlformats.org/officeDocument/2006/relationships/image" Target="/ppt/media/image13.svg" Id="Re47c8a33aba243d5" /><Relationship Type="http://schemas.openxmlformats.org/officeDocument/2006/relationships/image" Target="/ppt/media/image13.png" Id="R2809706df5394384" /><Relationship Type="http://schemas.openxmlformats.org/officeDocument/2006/relationships/image" Target="/ppt/media/image14.svg" Id="Re2208df83b2a4ac6" /><Relationship Type="http://schemas.openxmlformats.org/officeDocument/2006/relationships/notesSlide" Target="/ppt/notesSlides/notesSlide1.xml" Id="R69f9d3d8ab6540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57955b8554a5e" /><Relationship Type="http://schemas.openxmlformats.org/officeDocument/2006/relationships/notesSlide" Target="/ppt/notesSlides/notesSlide2.xml" Id="Rf33d4e60b3ab4c37" /><Relationship Id="rIdDialogueScene2" Type="http://schemas.openxmlformats.org/officeDocument/2006/relationships/image" Target="../media/dialogue-scene-002.png"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b13c63d04e47d8" /><Relationship Type="http://schemas.openxmlformats.org/officeDocument/2006/relationships/image" Target="/ppt/media/image14.png" Id="R84a9a9c521ca4bf3" /><Relationship Type="http://schemas.openxmlformats.org/officeDocument/2006/relationships/image" Target="/ppt/media/image15.svg" Id="R5035bbcc0a574656" /><Relationship Type="http://schemas.openxmlformats.org/officeDocument/2006/relationships/image" Target="/ppt/media/image15.png" Id="Re8d6cc4198cc4c3b" /><Relationship Type="http://schemas.openxmlformats.org/officeDocument/2006/relationships/image" Target="/ppt/media/image16.svg" Id="R5d56037b7acc4d07" /><Relationship Type="http://schemas.openxmlformats.org/officeDocument/2006/relationships/image" Target="/ppt/media/image16.png" Id="Ra95092cbd673432c" /><Relationship Type="http://schemas.openxmlformats.org/officeDocument/2006/relationships/image" Target="/ppt/media/image17.svg" Id="R1e7e2ffdbaa44e93" /><Relationship Type="http://schemas.openxmlformats.org/officeDocument/2006/relationships/image" Target="/ppt/media/image17.png" Id="R86b48ea11e514729" /><Relationship Type="http://schemas.openxmlformats.org/officeDocument/2006/relationships/image" Target="/ppt/media/image18.svg" Id="R33e0767f50604cac" /><Relationship Type="http://schemas.openxmlformats.org/officeDocument/2006/relationships/image" Target="/ppt/media/image18.png" Id="Rfc09da4ec5c34697" /><Relationship Type="http://schemas.openxmlformats.org/officeDocument/2006/relationships/image" Target="/ppt/media/image19.svg" Id="R82d07be8df1a45d9" /><Relationship Type="http://schemas.openxmlformats.org/officeDocument/2006/relationships/image" Target="/ppt/media/image19.png" Id="R2797f04af0864d64" /><Relationship Type="http://schemas.openxmlformats.org/officeDocument/2006/relationships/image" Target="/ppt/media/image20.svg" Id="R567e3ca132f748b4" /><Relationship Type="http://schemas.openxmlformats.org/officeDocument/2006/relationships/image" Target="/ppt/media/image20.png" Id="R6ef6e09782224fc5" /><Relationship Type="http://schemas.openxmlformats.org/officeDocument/2006/relationships/image" Target="/ppt/media/image21.svg" Id="R99defe4102b04a60" /><Relationship Type="http://schemas.openxmlformats.org/officeDocument/2006/relationships/image" Target="/ppt/media/image21.png" Id="R33f26143185c4000" /><Relationship Type="http://schemas.openxmlformats.org/officeDocument/2006/relationships/image" Target="/ppt/media/image22.svg" Id="Rd52770d535b54080" /><Relationship Type="http://schemas.openxmlformats.org/officeDocument/2006/relationships/image" Target="/ppt/media/image22.png" Id="R54e42971f9f745d3" /><Relationship Type="http://schemas.openxmlformats.org/officeDocument/2006/relationships/image" Target="/ppt/media/image23.svg" Id="R5d8a805d2182474c" /><Relationship Type="http://schemas.openxmlformats.org/officeDocument/2006/relationships/image" Target="/ppt/media/image23.png" Id="Rfec1aa7a08a74788" /><Relationship Type="http://schemas.openxmlformats.org/officeDocument/2006/relationships/image" Target="/ppt/media/image24.svg" Id="R669de056e27a427f" /><Relationship Type="http://schemas.openxmlformats.org/officeDocument/2006/relationships/image" Target="/ppt/media/image24.png" Id="R9d7896bc2b564491" /><Relationship Type="http://schemas.openxmlformats.org/officeDocument/2006/relationships/image" Target="/ppt/media/image25.svg" Id="R49f82eeb6f464248" /><Relationship Type="http://schemas.openxmlformats.org/officeDocument/2006/relationships/image" Target="/ppt/media/image25.png" Id="R15d7a027435a4db7" /><Relationship Type="http://schemas.openxmlformats.org/officeDocument/2006/relationships/image" Target="/ppt/media/image26.svg" Id="R0109eb7272dd45e9" /><Relationship Type="http://schemas.openxmlformats.org/officeDocument/2006/relationships/image" Target="/ppt/media/image26.png" Id="Rdcde572b16ec4180" /><Relationship Type="http://schemas.openxmlformats.org/officeDocument/2006/relationships/image" Target="/ppt/media/image27.svg" Id="Rf8f9bb706e2346c4" /><Relationship Type="http://schemas.openxmlformats.org/officeDocument/2006/relationships/image" Target="/ppt/media/image27.png" Id="Rfefd082e7aa74fea" /><Relationship Type="http://schemas.openxmlformats.org/officeDocument/2006/relationships/image" Target="/ppt/media/image28.svg" Id="Rf4594baa1a9e4a43" /><Relationship Type="http://schemas.openxmlformats.org/officeDocument/2006/relationships/image" Target="/ppt/media/image6.png" Id="Ra27393f82fe64dcf" /><Relationship Type="http://schemas.openxmlformats.org/officeDocument/2006/relationships/image" Target="/ppt/media/image7.svg" Id="R9bc3eef1f6e2419d" /><Relationship Type="http://schemas.openxmlformats.org/officeDocument/2006/relationships/notesSlide" Target="/ppt/notesSlides/notesSlide3.xml" Id="Rb70b7c06afde41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c25b8b0274774" /><Relationship Type="http://schemas.openxmlformats.org/officeDocument/2006/relationships/image" Target="/ppt/media/image28.png" Id="Rdaa3ad9210d44f62" /><Relationship Type="http://schemas.openxmlformats.org/officeDocument/2006/relationships/image" Target="/ppt/media/image29.svg" Id="Re783221f6920412a" /><Relationship Type="http://schemas.openxmlformats.org/officeDocument/2006/relationships/image" Target="/ppt/media/image17.png" Id="R97edec8132a6463a" /><Relationship Type="http://schemas.openxmlformats.org/officeDocument/2006/relationships/image" Target="/ppt/media/image29.png" Id="Re729ac718275424e" /><Relationship Type="http://schemas.openxmlformats.org/officeDocument/2006/relationships/image" Target="/ppt/media/image30.png" Id="R726b391c110b48dd" /><Relationship Type="http://schemas.openxmlformats.org/officeDocument/2006/relationships/image" Target="/ppt/media/image15.png" Id="R6ee8d72df4d044d0" /><Relationship Type="http://schemas.openxmlformats.org/officeDocument/2006/relationships/image" Target="/ppt/media/image16.svg" Id="R0060d16fed724ebb" /><Relationship Type="http://schemas.openxmlformats.org/officeDocument/2006/relationships/image" Target="/ppt/media/image16.png" Id="R1e7dc928a9b24ed1" /><Relationship Type="http://schemas.openxmlformats.org/officeDocument/2006/relationships/image" Target="/ppt/media/image17.svg" Id="Rd9d3ba78e008484f" /><Relationship Type="http://schemas.openxmlformats.org/officeDocument/2006/relationships/image" Target="/ppt/media/image18.svg" Id="R1b07a633ca534318" /><Relationship Type="http://schemas.openxmlformats.org/officeDocument/2006/relationships/image" Target="/ppt/media/image18.png" Id="Rf3220742bec44764" /><Relationship Type="http://schemas.openxmlformats.org/officeDocument/2006/relationships/image" Target="/ppt/media/image19.svg" Id="R9570e26fcbb04ab5" /><Relationship Type="http://schemas.openxmlformats.org/officeDocument/2006/relationships/image" Target="/ppt/media/image31.png" Id="R444df852a67e4a32" /><Relationship Type="http://schemas.openxmlformats.org/officeDocument/2006/relationships/image" Target="/ppt/media/image30.svg" Id="R139af7ec4b8049b4" /><Relationship Type="http://schemas.openxmlformats.org/officeDocument/2006/relationships/image" Target="/ppt/media/image14.png" Id="Rb264935d977d4fe4" /><Relationship Type="http://schemas.openxmlformats.org/officeDocument/2006/relationships/image" Target="/ppt/media/image15.svg" Id="R547dc2ac9ae74abb" /><Relationship Type="http://schemas.openxmlformats.org/officeDocument/2006/relationships/image" Target="/ppt/media/image20.png" Id="Rbc6dc4a3c4d648d1" /><Relationship Type="http://schemas.openxmlformats.org/officeDocument/2006/relationships/image" Target="/ppt/media/image21.svg" Id="Re8c4810050214fca" /><Relationship Type="http://schemas.openxmlformats.org/officeDocument/2006/relationships/image" Target="/ppt/media/image21.png" Id="R6bdc5ab6ef214ea2" /><Relationship Type="http://schemas.openxmlformats.org/officeDocument/2006/relationships/image" Target="/ppt/media/image22.svg" Id="Rfca3e70c93394994" /><Relationship Type="http://schemas.openxmlformats.org/officeDocument/2006/relationships/image" Target="/ppt/media/image22.png" Id="Rdd59f9dcc70c4285" /><Relationship Type="http://schemas.openxmlformats.org/officeDocument/2006/relationships/image" Target="/ppt/media/image23.svg" Id="R758aeb3fc06a49d0" /><Relationship Type="http://schemas.openxmlformats.org/officeDocument/2006/relationships/image" Target="/ppt/media/image23.png" Id="R6942080b91344fc8" /><Relationship Type="http://schemas.openxmlformats.org/officeDocument/2006/relationships/image" Target="/ppt/media/image24.svg" Id="Rccc2ce081bf943dc" /><Relationship Type="http://schemas.openxmlformats.org/officeDocument/2006/relationships/image" Target="/ppt/media/image24.png" Id="R706e215977704ae1" /><Relationship Type="http://schemas.openxmlformats.org/officeDocument/2006/relationships/image" Target="/ppt/media/image25.svg" Id="R765521ec16564fc0" /><Relationship Type="http://schemas.openxmlformats.org/officeDocument/2006/relationships/image" Target="/ppt/media/image25.png" Id="R87b86c445e31444d" /><Relationship Type="http://schemas.openxmlformats.org/officeDocument/2006/relationships/image" Target="/ppt/media/image26.svg" Id="R1fb56be93594489d" /><Relationship Type="http://schemas.openxmlformats.org/officeDocument/2006/relationships/image" Target="/ppt/media/image26.png" Id="R135ddac641514a7e" /><Relationship Type="http://schemas.openxmlformats.org/officeDocument/2006/relationships/image" Target="/ppt/media/image27.svg" Id="Re538d0aee43642a0" /><Relationship Type="http://schemas.openxmlformats.org/officeDocument/2006/relationships/image" Target="/ppt/media/image27.png" Id="R361f1c4662f74f94" /><Relationship Type="http://schemas.openxmlformats.org/officeDocument/2006/relationships/image" Target="/ppt/media/image28.svg" Id="Rdd26bf8a41934165" /><Relationship Type="http://schemas.openxmlformats.org/officeDocument/2006/relationships/notesSlide" Target="/ppt/notesSlides/notesSlide4.xml" Id="R8dc0052b0c384a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678eb1000a4415" /><Relationship Type="http://schemas.openxmlformats.org/officeDocument/2006/relationships/image" Target="/ppt/media/image14.png" Id="Raceb068b0e40463d" /><Relationship Type="http://schemas.openxmlformats.org/officeDocument/2006/relationships/image" Target="/ppt/media/image15.svg" Id="Rcca09834df384ad8" /><Relationship Type="http://schemas.openxmlformats.org/officeDocument/2006/relationships/image" Target="/ppt/media/image15.png" Id="Rb26b5e2e741c461b" /><Relationship Type="http://schemas.openxmlformats.org/officeDocument/2006/relationships/image" Target="/ppt/media/image16.svg" Id="Re522589e151f45f7" /><Relationship Type="http://schemas.openxmlformats.org/officeDocument/2006/relationships/image" Target="/ppt/media/image16.png" Id="R89b80dbb3e014441" /><Relationship Type="http://schemas.openxmlformats.org/officeDocument/2006/relationships/image" Target="/ppt/media/image17.svg" Id="Rcb24f34b7e744712" /><Relationship Type="http://schemas.openxmlformats.org/officeDocument/2006/relationships/image" Target="/ppt/media/image17.png" Id="R7e0e343e0df9461d" /><Relationship Type="http://schemas.openxmlformats.org/officeDocument/2006/relationships/image" Target="/ppt/media/image18.svg" Id="Rcb00f048f29141a8" /><Relationship Type="http://schemas.openxmlformats.org/officeDocument/2006/relationships/image" Target="/ppt/media/image18.png" Id="Rb28815a9dc6745b7" /><Relationship Type="http://schemas.openxmlformats.org/officeDocument/2006/relationships/image" Target="/ppt/media/image19.svg" Id="Rdf106d00e06a445c" /><Relationship Type="http://schemas.openxmlformats.org/officeDocument/2006/relationships/image" Target="/ppt/media/image19.png" Id="R2d715df303f04934" /><Relationship Type="http://schemas.openxmlformats.org/officeDocument/2006/relationships/image" Target="/ppt/media/image20.svg" Id="R1dac95a2c8224ffd" /><Relationship Type="http://schemas.openxmlformats.org/officeDocument/2006/relationships/image" Target="/ppt/media/image20.png" Id="R0e951760f5da4cff" /><Relationship Type="http://schemas.openxmlformats.org/officeDocument/2006/relationships/image" Target="/ppt/media/image21.svg" Id="R34c17b427fac4d10" /><Relationship Type="http://schemas.openxmlformats.org/officeDocument/2006/relationships/image" Target="/ppt/media/image21.png" Id="R1ddb4f7a9131492b" /><Relationship Type="http://schemas.openxmlformats.org/officeDocument/2006/relationships/image" Target="/ppt/media/image22.svg" Id="Rea5bfb37d7614952" /><Relationship Type="http://schemas.openxmlformats.org/officeDocument/2006/relationships/image" Target="/ppt/media/image22.png" Id="R35180ed3946d41e3" /><Relationship Type="http://schemas.openxmlformats.org/officeDocument/2006/relationships/image" Target="/ppt/media/image23.svg" Id="R3cd023914ed14d75" /><Relationship Type="http://schemas.openxmlformats.org/officeDocument/2006/relationships/image" Target="/ppt/media/image23.png" Id="R834063bb21464511" /><Relationship Type="http://schemas.openxmlformats.org/officeDocument/2006/relationships/image" Target="/ppt/media/image24.svg" Id="R1d485428b4bc4fba" /><Relationship Type="http://schemas.openxmlformats.org/officeDocument/2006/relationships/image" Target="/ppt/media/image24.png" Id="R618cad58d1434bf1" /><Relationship Type="http://schemas.openxmlformats.org/officeDocument/2006/relationships/image" Target="/ppt/media/image25.svg" Id="Rb30e489b77494ebb" /><Relationship Type="http://schemas.openxmlformats.org/officeDocument/2006/relationships/image" Target="/ppt/media/image25.png" Id="R0004ec0c3efd405c" /><Relationship Type="http://schemas.openxmlformats.org/officeDocument/2006/relationships/image" Target="/ppt/media/image26.svg" Id="R81a737b8571846dc" /><Relationship Type="http://schemas.openxmlformats.org/officeDocument/2006/relationships/image" Target="/ppt/media/image26.png" Id="R024b27ba208a486c" /><Relationship Type="http://schemas.openxmlformats.org/officeDocument/2006/relationships/image" Target="/ppt/media/image27.svg" Id="Ra6b17d70368648fa" /><Relationship Type="http://schemas.openxmlformats.org/officeDocument/2006/relationships/image" Target="/ppt/media/image27.png" Id="R7f0b894b7d1a4ae7" /><Relationship Type="http://schemas.openxmlformats.org/officeDocument/2006/relationships/image" Target="/ppt/media/image28.svg" Id="Rc9638f59bb9648fe" /><Relationship Type="http://schemas.openxmlformats.org/officeDocument/2006/relationships/image" Target="/ppt/media/image6.png" Id="Rec822bda91744aaa" /><Relationship Type="http://schemas.openxmlformats.org/officeDocument/2006/relationships/image" Target="/ppt/media/image7.svg" Id="R399f54a23eab4a67" /><Relationship Type="http://schemas.openxmlformats.org/officeDocument/2006/relationships/notesSlide" Target="/ppt/notesSlides/notesSlide5.xml" Id="Rc805422c24c046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199cbb03544ee" /><Relationship Type="http://schemas.openxmlformats.org/officeDocument/2006/relationships/image" Target="/ppt/media/image14.png" Id="R7c82b8224121441b" /><Relationship Type="http://schemas.openxmlformats.org/officeDocument/2006/relationships/image" Target="/ppt/media/image15.svg" Id="Rc8565e0352f54401" /><Relationship Type="http://schemas.openxmlformats.org/officeDocument/2006/relationships/image" Target="/ppt/media/image32.png" Id="R30f25aef8dc84656" /><Relationship Type="http://schemas.openxmlformats.org/officeDocument/2006/relationships/image" Target="/ppt/media/image31.svg" Id="Refe1378b5c7e442e" /><Relationship Type="http://schemas.openxmlformats.org/officeDocument/2006/relationships/image" Target="/ppt/media/image17.png" Id="R9063af6b06c246c1" /><Relationship Type="http://schemas.openxmlformats.org/officeDocument/2006/relationships/image" Target="/ppt/media/image15.png" Id="Rfa68a54253074774" /><Relationship Type="http://schemas.openxmlformats.org/officeDocument/2006/relationships/image" Target="/ppt/media/image16.svg" Id="R9464c6778f9c4eee" /><Relationship Type="http://schemas.openxmlformats.org/officeDocument/2006/relationships/image" Target="/ppt/media/image16.png" Id="Ra669c63ec3794640" /><Relationship Type="http://schemas.openxmlformats.org/officeDocument/2006/relationships/image" Target="/ppt/media/image17.svg" Id="R9dcc7873bf0f494b" /><Relationship Type="http://schemas.openxmlformats.org/officeDocument/2006/relationships/image" Target="/ppt/media/image18.svg" Id="R4175b76e33d54743" /><Relationship Type="http://schemas.openxmlformats.org/officeDocument/2006/relationships/image" Target="/ppt/media/image18.png" Id="Rce08807fd6984076" /><Relationship Type="http://schemas.openxmlformats.org/officeDocument/2006/relationships/image" Target="/ppt/media/image19.svg" Id="Re0b7432602e44a17" /><Relationship Type="http://schemas.openxmlformats.org/officeDocument/2006/relationships/image" Target="/ppt/media/image19.png" Id="R6b3c5b439dc443ec" /><Relationship Type="http://schemas.openxmlformats.org/officeDocument/2006/relationships/image" Target="/ppt/media/image20.svg" Id="Rbc731e84fc2442f5" /><Relationship Type="http://schemas.openxmlformats.org/officeDocument/2006/relationships/image" Target="/ppt/media/image20.png" Id="R08d4bb385dac40fd" /><Relationship Type="http://schemas.openxmlformats.org/officeDocument/2006/relationships/image" Target="/ppt/media/image21.svg" Id="R6126d19e20064552" /><Relationship Type="http://schemas.openxmlformats.org/officeDocument/2006/relationships/image" Target="/ppt/media/image21.png" Id="R1065f0233a41474b" /><Relationship Type="http://schemas.openxmlformats.org/officeDocument/2006/relationships/image" Target="/ppt/media/image22.svg" Id="Rbff5877fe96f4f21" /><Relationship Type="http://schemas.openxmlformats.org/officeDocument/2006/relationships/image" Target="/ppt/media/image22.png" Id="R04f8365fccdc4ed8" /><Relationship Type="http://schemas.openxmlformats.org/officeDocument/2006/relationships/image" Target="/ppt/media/image23.svg" Id="R2dcf57ebe2f44a70" /><Relationship Type="http://schemas.openxmlformats.org/officeDocument/2006/relationships/image" Target="/ppt/media/image23.png" Id="R79cab9d5811046d0" /><Relationship Type="http://schemas.openxmlformats.org/officeDocument/2006/relationships/image" Target="/ppt/media/image24.svg" Id="Rebdd0a1818c240e0" /><Relationship Type="http://schemas.openxmlformats.org/officeDocument/2006/relationships/image" Target="/ppt/media/image24.png" Id="R59e83cf580a34938" /><Relationship Type="http://schemas.openxmlformats.org/officeDocument/2006/relationships/image" Target="/ppt/media/image25.svg" Id="Rb9006c39b7c64198" /><Relationship Type="http://schemas.openxmlformats.org/officeDocument/2006/relationships/image" Target="/ppt/media/image25.png" Id="R87ea94bd3a4a46b3" /><Relationship Type="http://schemas.openxmlformats.org/officeDocument/2006/relationships/image" Target="/ppt/media/image26.svg" Id="R88020e17719d4b49" /><Relationship Type="http://schemas.openxmlformats.org/officeDocument/2006/relationships/image" Target="/ppt/media/image26.png" Id="R0a53649d8a2e4b25" /><Relationship Type="http://schemas.openxmlformats.org/officeDocument/2006/relationships/image" Target="/ppt/media/image27.svg" Id="Ra9474eb51a1d45b1" /><Relationship Type="http://schemas.openxmlformats.org/officeDocument/2006/relationships/image" Target="/ppt/media/image27.png" Id="R51b6023d942d4521" /><Relationship Type="http://schemas.openxmlformats.org/officeDocument/2006/relationships/image" Target="/ppt/media/image28.svg" Id="Rad154de958814e5f" /><Relationship Type="http://schemas.openxmlformats.org/officeDocument/2006/relationships/image" Target="/ppt/media/image6.png" Id="Rdedb7ad6c6a24cc0" /><Relationship Type="http://schemas.openxmlformats.org/officeDocument/2006/relationships/image" Target="/ppt/media/image7.svg" Id="Ra280d34f4b3d4241" /><Relationship Type="http://schemas.openxmlformats.org/officeDocument/2006/relationships/image" Target="/ppt/media/image33.png" Id="R61eaf6bb1ad44d22" /><Relationship Type="http://schemas.openxmlformats.org/officeDocument/2006/relationships/notesSlide" Target="/ppt/notesSlides/notesSlide6.xml" Id="R26f7c280660247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729a2574a4882" /><Relationship Type="http://schemas.openxmlformats.org/officeDocument/2006/relationships/notesSlide" Target="/ppt/notesSlides/notesSlide7.xml" Id="R7cd5e983642e46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45ed2c5f1495d" /><Relationship Type="http://schemas.openxmlformats.org/officeDocument/2006/relationships/notesSlide" Target="/ppt/notesSlides/notesSlide8.xml" Id="R3372c1c265b248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f2df72748941ec" /><Relationship Type="http://schemas.openxmlformats.org/officeDocument/2006/relationships/image" Target="/ppt/media/image14.png" Id="Rf3273ea0e5d54bb5" /><Relationship Type="http://schemas.openxmlformats.org/officeDocument/2006/relationships/image" Target="/ppt/media/image15.svg" Id="Rd3cf77d4431244db" /><Relationship Type="http://schemas.openxmlformats.org/officeDocument/2006/relationships/image" Target="/ppt/media/image15.png" Id="Rfd64f4a7dc994f29" /><Relationship Type="http://schemas.openxmlformats.org/officeDocument/2006/relationships/image" Target="/ppt/media/image16.svg" Id="R55a5343c57024629" /><Relationship Type="http://schemas.openxmlformats.org/officeDocument/2006/relationships/image" Target="/ppt/media/image16.png" Id="Rf5736eb48144440e" /><Relationship Type="http://schemas.openxmlformats.org/officeDocument/2006/relationships/image" Target="/ppt/media/image17.svg" Id="R2858a9b4a3b247be" /><Relationship Type="http://schemas.openxmlformats.org/officeDocument/2006/relationships/image" Target="/ppt/media/image17.png" Id="R50fd7dc1fede41c6" /><Relationship Type="http://schemas.openxmlformats.org/officeDocument/2006/relationships/image" Target="/ppt/media/image18.svg" Id="R9755111dcd3c4e3b" /><Relationship Type="http://schemas.openxmlformats.org/officeDocument/2006/relationships/image" Target="/ppt/media/image18.png" Id="Rc5c6e9b5a39946c8" /><Relationship Type="http://schemas.openxmlformats.org/officeDocument/2006/relationships/image" Target="/ppt/media/image19.svg" Id="Rcd07e84208574abc" /><Relationship Type="http://schemas.openxmlformats.org/officeDocument/2006/relationships/image" Target="/ppt/media/image19.png" Id="R0bbb252b55a246fb" /><Relationship Type="http://schemas.openxmlformats.org/officeDocument/2006/relationships/image" Target="/ppt/media/image20.svg" Id="R4b86bdb560e1441c" /><Relationship Type="http://schemas.openxmlformats.org/officeDocument/2006/relationships/image" Target="/ppt/media/image20.png" Id="R21888c95e3614d03" /><Relationship Type="http://schemas.openxmlformats.org/officeDocument/2006/relationships/image" Target="/ppt/media/image21.svg" Id="Ra6ca46a8b7f74373" /><Relationship Type="http://schemas.openxmlformats.org/officeDocument/2006/relationships/image" Target="/ppt/media/image34.png" Id="R6eea6a0360504a7e" /><Relationship Type="http://schemas.openxmlformats.org/officeDocument/2006/relationships/image" Target="/ppt/media/image32.svg" Id="R39d5e45e148a46af" /><Relationship Type="http://schemas.openxmlformats.org/officeDocument/2006/relationships/image" Target="/ppt/media/image35.png" Id="Ra6df4a8a35c5419e" /><Relationship Type="http://schemas.openxmlformats.org/officeDocument/2006/relationships/image" Target="/ppt/media/image33.svg" Id="R1209aba8969d4fde" /><Relationship Type="http://schemas.openxmlformats.org/officeDocument/2006/relationships/image" Target="/ppt/media/image23.png" Id="Rc15e9ec8280b41e1" /><Relationship Type="http://schemas.openxmlformats.org/officeDocument/2006/relationships/image" Target="/ppt/media/image24.svg" Id="R55270795aae144e8" /><Relationship Type="http://schemas.openxmlformats.org/officeDocument/2006/relationships/image" Target="/ppt/media/image24.png" Id="R8966a59ec8c54d0e" /><Relationship Type="http://schemas.openxmlformats.org/officeDocument/2006/relationships/image" Target="/ppt/media/image25.svg" Id="Re19658418ecb425f" /><Relationship Type="http://schemas.openxmlformats.org/officeDocument/2006/relationships/image" Target="/ppt/media/image25.png" Id="Rb20e41ac9f94480d" /><Relationship Type="http://schemas.openxmlformats.org/officeDocument/2006/relationships/image" Target="/ppt/media/image26.svg" Id="R5ff692febe6d4448" /><Relationship Type="http://schemas.openxmlformats.org/officeDocument/2006/relationships/image" Target="/ppt/media/image26.png" Id="Rf78ee12c675f4c54" /><Relationship Type="http://schemas.openxmlformats.org/officeDocument/2006/relationships/image" Target="/ppt/media/image27.svg" Id="R4c42e5b9a6834502" /><Relationship Type="http://schemas.openxmlformats.org/officeDocument/2006/relationships/image" Target="/ppt/media/image27.png" Id="R4c9f69b0b1494070" /><Relationship Type="http://schemas.openxmlformats.org/officeDocument/2006/relationships/image" Target="/ppt/media/image28.svg" Id="Rff797da2eecd47aa" /><Relationship Type="http://schemas.openxmlformats.org/officeDocument/2006/relationships/image" Target="/ppt/media/image6.png" Id="R82046a37c6084be9" /><Relationship Type="http://schemas.openxmlformats.org/officeDocument/2006/relationships/image" Target="/ppt/media/image7.svg" Id="Rae80ced842d54ba0" /><Relationship Type="http://schemas.openxmlformats.org/officeDocument/2006/relationships/notesSlide" Target="/ppt/notesSlides/notesSlide9.xml" Id="R3dd5b308a73f45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1bd1227fb46f7" /><Relationship Type="http://schemas.openxmlformats.org/officeDocument/2006/relationships/image" Target="/ppt/media/image28.png" Id="Ra5c7f64a26594809" /><Relationship Type="http://schemas.openxmlformats.org/officeDocument/2006/relationships/image" Target="/ppt/media/image29.svg" Id="Rcaaa6a9b88bb4463" /><Relationship Type="http://schemas.openxmlformats.org/officeDocument/2006/relationships/image" Target="/ppt/media/image17.png" Id="R19f5a942ecb1477f" /><Relationship Type="http://schemas.openxmlformats.org/officeDocument/2006/relationships/image" Target="/ppt/media/image29.png" Id="R48a425f60f214760" /><Relationship Type="http://schemas.openxmlformats.org/officeDocument/2006/relationships/image" Target="/ppt/media/image30.png" Id="R773d67a48c0343d8" /><Relationship Type="http://schemas.openxmlformats.org/officeDocument/2006/relationships/image" Target="/ppt/media/image15.png" Id="R3a9204d739d94afc" /><Relationship Type="http://schemas.openxmlformats.org/officeDocument/2006/relationships/image" Target="/ppt/media/image16.svg" Id="Rdc54461b6b2c460b" /><Relationship Type="http://schemas.openxmlformats.org/officeDocument/2006/relationships/image" Target="/ppt/media/image16.png" Id="R7d92c4e582f846e5" /><Relationship Type="http://schemas.openxmlformats.org/officeDocument/2006/relationships/image" Target="/ppt/media/image17.svg" Id="R4d116fc2b77e4988" /><Relationship Type="http://schemas.openxmlformats.org/officeDocument/2006/relationships/image" Target="/ppt/media/image18.svg" Id="R6918a5bfc6c642eb" /><Relationship Type="http://schemas.openxmlformats.org/officeDocument/2006/relationships/image" Target="/ppt/media/image18.png" Id="Re705ee88b2c34c59" /><Relationship Type="http://schemas.openxmlformats.org/officeDocument/2006/relationships/image" Target="/ppt/media/image19.svg" Id="Re88fe13171f248fd" /><Relationship Type="http://schemas.openxmlformats.org/officeDocument/2006/relationships/image" Target="/ppt/media/image31.png" Id="Rcb6db6022ba448b1" /><Relationship Type="http://schemas.openxmlformats.org/officeDocument/2006/relationships/image" Target="/ppt/media/image30.svg" Id="R5f4b133474ce4bf8" /><Relationship Type="http://schemas.openxmlformats.org/officeDocument/2006/relationships/image" Target="/ppt/media/image14.png" Id="R110ace90779f43a3" /><Relationship Type="http://schemas.openxmlformats.org/officeDocument/2006/relationships/image" Target="/ppt/media/image15.svg" Id="R3370e4dc3e38443a" /><Relationship Type="http://schemas.openxmlformats.org/officeDocument/2006/relationships/image" Target="/ppt/media/image20.png" Id="R60a9a9ffe4a443b5" /><Relationship Type="http://schemas.openxmlformats.org/officeDocument/2006/relationships/image" Target="/ppt/media/image21.svg" Id="R78d19181a8864213" /><Relationship Type="http://schemas.openxmlformats.org/officeDocument/2006/relationships/image" Target="/ppt/media/image21.png" Id="R8ce529e3030c4830" /><Relationship Type="http://schemas.openxmlformats.org/officeDocument/2006/relationships/image" Target="/ppt/media/image22.svg" Id="R8354ead57f7c450f" /><Relationship Type="http://schemas.openxmlformats.org/officeDocument/2006/relationships/image" Target="/ppt/media/image22.png" Id="R17d898b1eb5c45f5" /><Relationship Type="http://schemas.openxmlformats.org/officeDocument/2006/relationships/image" Target="/ppt/media/image23.svg" Id="R29e24d43497b48f9" /><Relationship Type="http://schemas.openxmlformats.org/officeDocument/2006/relationships/image" Target="/ppt/media/image23.png" Id="R911a5a20f22448fc" /><Relationship Type="http://schemas.openxmlformats.org/officeDocument/2006/relationships/image" Target="/ppt/media/image24.svg" Id="Re7469d9e5b3f43e7" /><Relationship Type="http://schemas.openxmlformats.org/officeDocument/2006/relationships/image" Target="/ppt/media/image24.png" Id="R842a3fd0a1054e48" /><Relationship Type="http://schemas.openxmlformats.org/officeDocument/2006/relationships/image" Target="/ppt/media/image25.svg" Id="Re4f75ff5bece4f6c" /><Relationship Type="http://schemas.openxmlformats.org/officeDocument/2006/relationships/image" Target="/ppt/media/image25.png" Id="Reedd7f84e11742de" /><Relationship Type="http://schemas.openxmlformats.org/officeDocument/2006/relationships/image" Target="/ppt/media/image26.svg" Id="Raa2a1fbcb574457f" /><Relationship Type="http://schemas.openxmlformats.org/officeDocument/2006/relationships/image" Target="/ppt/media/image26.png" Id="R441df6eb75f94d09" /><Relationship Type="http://schemas.openxmlformats.org/officeDocument/2006/relationships/image" Target="/ppt/media/image27.svg" Id="R0df7d094a8f24395" /><Relationship Type="http://schemas.openxmlformats.org/officeDocument/2006/relationships/image" Target="/ppt/media/image27.png" Id="R3cc9f7d24f1b4f47" /><Relationship Type="http://schemas.openxmlformats.org/officeDocument/2006/relationships/image" Target="/ppt/media/image28.svg" Id="R882d91a407ad4c90" /><Relationship Type="http://schemas.openxmlformats.org/officeDocument/2006/relationships/notesSlide" Target="/ppt/notesSlides/notesSlide10.xml" Id="Ra75d65c2a5b5414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ff2fbdc334b63" /><Relationship Type="http://schemas.openxmlformats.org/officeDocument/2006/relationships/image" Target="/ppt/media/image36.png" Id="R4240be6c3bd6474f" /><Relationship Type="http://schemas.openxmlformats.org/officeDocument/2006/relationships/image" Target="/ppt/media/image34.svg" Id="R526cc794900a4515" /><Relationship Type="http://schemas.openxmlformats.org/officeDocument/2006/relationships/image" Target="/ppt/media/image29.png" Id="R03db9b3c07724ea9" /><Relationship Type="http://schemas.openxmlformats.org/officeDocument/2006/relationships/image" Target="/ppt/media/image30.png" Id="Rcdf81564d8ba4030" /><Relationship Type="http://schemas.openxmlformats.org/officeDocument/2006/relationships/image" Target="/ppt/media/image15.png" Id="R997df8d5cf014fc4" /><Relationship Type="http://schemas.openxmlformats.org/officeDocument/2006/relationships/image" Target="/ppt/media/image16.svg" Id="R27a0c8b554d24bd1" /><Relationship Type="http://schemas.openxmlformats.org/officeDocument/2006/relationships/image" Target="/ppt/media/image16.png" Id="R6d50e5894e134dcf" /><Relationship Type="http://schemas.openxmlformats.org/officeDocument/2006/relationships/image" Target="/ppt/media/image17.svg" Id="Rc8676be7758b444e" /><Relationship Type="http://schemas.openxmlformats.org/officeDocument/2006/relationships/image" Target="/ppt/media/image17.png" Id="Rebe5fc4e069d4643" /><Relationship Type="http://schemas.openxmlformats.org/officeDocument/2006/relationships/image" Target="/ppt/media/image18.svg" Id="R806afd13c3c64f36" /><Relationship Type="http://schemas.openxmlformats.org/officeDocument/2006/relationships/image" Target="/ppt/media/image18.png" Id="R7169683ccff04cbc" /><Relationship Type="http://schemas.openxmlformats.org/officeDocument/2006/relationships/image" Target="/ppt/media/image19.svg" Id="Rfb0295486b7a4652" /><Relationship Type="http://schemas.openxmlformats.org/officeDocument/2006/relationships/image" Target="/ppt/media/image19.png" Id="R6c2cc4ecb8fb4282" /><Relationship Type="http://schemas.openxmlformats.org/officeDocument/2006/relationships/image" Target="/ppt/media/image20.svg" Id="R842796cea8b2462d" /><Relationship Type="http://schemas.openxmlformats.org/officeDocument/2006/relationships/image" Target="/ppt/media/image14.png" Id="R5fab547bca584a52" /><Relationship Type="http://schemas.openxmlformats.org/officeDocument/2006/relationships/image" Target="/ppt/media/image15.svg" Id="Rce3f6d635d4b47f9" /><Relationship Type="http://schemas.openxmlformats.org/officeDocument/2006/relationships/image" Target="/ppt/media/image20.png" Id="R70844bec9350452b" /><Relationship Type="http://schemas.openxmlformats.org/officeDocument/2006/relationships/image" Target="/ppt/media/image21.svg" Id="R684a7d23bdc74bba" /><Relationship Type="http://schemas.openxmlformats.org/officeDocument/2006/relationships/image" Target="/ppt/media/image21.png" Id="Ra7ed5a7178df4d82" /><Relationship Type="http://schemas.openxmlformats.org/officeDocument/2006/relationships/image" Target="/ppt/media/image22.svg" Id="Rc842ce7e85854ef1" /><Relationship Type="http://schemas.openxmlformats.org/officeDocument/2006/relationships/image" Target="/ppt/media/image22.png" Id="R115d20d5b56e4961" /><Relationship Type="http://schemas.openxmlformats.org/officeDocument/2006/relationships/image" Target="/ppt/media/image23.svg" Id="Ra41f07490d5a44eb" /><Relationship Type="http://schemas.openxmlformats.org/officeDocument/2006/relationships/image" Target="/ppt/media/image23.png" Id="R87e1d63e54f84b16" /><Relationship Type="http://schemas.openxmlformats.org/officeDocument/2006/relationships/image" Target="/ppt/media/image24.svg" Id="R39187ac53e4d45de" /><Relationship Type="http://schemas.openxmlformats.org/officeDocument/2006/relationships/image" Target="/ppt/media/image24.png" Id="Rd3c6052d64e84065" /><Relationship Type="http://schemas.openxmlformats.org/officeDocument/2006/relationships/image" Target="/ppt/media/image25.svg" Id="R0d2c8984e2cf4540" /><Relationship Type="http://schemas.openxmlformats.org/officeDocument/2006/relationships/image" Target="/ppt/media/image25.png" Id="R625de9aacb504ce9" /><Relationship Type="http://schemas.openxmlformats.org/officeDocument/2006/relationships/image" Target="/ppt/media/image26.svg" Id="R8d2a8f963def4764" /><Relationship Type="http://schemas.openxmlformats.org/officeDocument/2006/relationships/image" Target="/ppt/media/image26.png" Id="R43c34fee12f64744" /><Relationship Type="http://schemas.openxmlformats.org/officeDocument/2006/relationships/image" Target="/ppt/media/image27.svg" Id="Rad3fae2882fe4e46" /><Relationship Type="http://schemas.openxmlformats.org/officeDocument/2006/relationships/image" Target="/ppt/media/image27.png" Id="R8c0b0274cc79493f" /><Relationship Type="http://schemas.openxmlformats.org/officeDocument/2006/relationships/image" Target="/ppt/media/image28.svg" Id="R45fe6916831a46e3" /><Relationship Type="http://schemas.openxmlformats.org/officeDocument/2006/relationships/notesSlide" Target="/ppt/notesSlides/notesSlide11.xml" Id="R2a4614f3a3dd4c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bdd9311a144fb" /><Relationship Type="http://schemas.openxmlformats.org/officeDocument/2006/relationships/image" Target="/ppt/media/image36.png" Id="Rfa7b9df9609849c8" /><Relationship Type="http://schemas.openxmlformats.org/officeDocument/2006/relationships/image" Target="/ppt/media/image34.svg" Id="Rd44f3aa381ff44c5" /><Relationship Type="http://schemas.openxmlformats.org/officeDocument/2006/relationships/image" Target="/ppt/media/image17.png" Id="R2074677897c7428c" /><Relationship Type="http://schemas.openxmlformats.org/officeDocument/2006/relationships/image" Target="/ppt/media/image6.png" Id="Rf022f0ec718f457c" /><Relationship Type="http://schemas.openxmlformats.org/officeDocument/2006/relationships/image" Target="/ppt/media/image7.svg" Id="R0f95dbcdbcb04e91" /><Relationship Type="http://schemas.openxmlformats.org/officeDocument/2006/relationships/image" Target="/ppt/media/image10.png" Id="R7cc830f02c974749" /><Relationship Type="http://schemas.openxmlformats.org/officeDocument/2006/relationships/image" Target="/ppt/media/image11.svg" Id="R8e482f57061b467a" /><Relationship Type="http://schemas.openxmlformats.org/officeDocument/2006/relationships/image" Target="/ppt/media/image15.png" Id="R0b53fe3fd4354e46" /><Relationship Type="http://schemas.openxmlformats.org/officeDocument/2006/relationships/image" Target="/ppt/media/image16.svg" Id="Ra54953f5d8b64e6e" /><Relationship Type="http://schemas.openxmlformats.org/officeDocument/2006/relationships/image" Target="/ppt/media/image16.png" Id="R179c6f2ca5884c01" /><Relationship Type="http://schemas.openxmlformats.org/officeDocument/2006/relationships/image" Target="/ppt/media/image17.svg" Id="Rca87d850e0e245f3" /><Relationship Type="http://schemas.openxmlformats.org/officeDocument/2006/relationships/image" Target="/ppt/media/image18.svg" Id="R8aee739538434959" /><Relationship Type="http://schemas.openxmlformats.org/officeDocument/2006/relationships/image" Target="/ppt/media/image18.png" Id="Rf6f385cdd8684516" /><Relationship Type="http://schemas.openxmlformats.org/officeDocument/2006/relationships/image" Target="/ppt/media/image19.svg" Id="R955e301395b54d78" /><Relationship Type="http://schemas.openxmlformats.org/officeDocument/2006/relationships/image" Target="/ppt/media/image19.png" Id="R949aa3d62b8944fa" /><Relationship Type="http://schemas.openxmlformats.org/officeDocument/2006/relationships/image" Target="/ppt/media/image20.svg" Id="R321c1447942b49fe" /><Relationship Type="http://schemas.openxmlformats.org/officeDocument/2006/relationships/image" Target="/ppt/media/image14.png" Id="Re25c3f45e8054d12" /><Relationship Type="http://schemas.openxmlformats.org/officeDocument/2006/relationships/image" Target="/ppt/media/image15.svg" Id="R626d587c42894134" /><Relationship Type="http://schemas.openxmlformats.org/officeDocument/2006/relationships/image" Target="/ppt/media/image20.png" Id="R0b8e24f74cab4290" /><Relationship Type="http://schemas.openxmlformats.org/officeDocument/2006/relationships/image" Target="/ppt/media/image21.svg" Id="R0ab34c61695740e1" /><Relationship Type="http://schemas.openxmlformats.org/officeDocument/2006/relationships/image" Target="/ppt/media/image21.png" Id="R338af601a4d24bd4" /><Relationship Type="http://schemas.openxmlformats.org/officeDocument/2006/relationships/image" Target="/ppt/media/image22.svg" Id="R4067f7157a8544c3" /><Relationship Type="http://schemas.openxmlformats.org/officeDocument/2006/relationships/image" Target="/ppt/media/image22.png" Id="R3604e4dd8e66419e" /><Relationship Type="http://schemas.openxmlformats.org/officeDocument/2006/relationships/image" Target="/ppt/media/image23.svg" Id="R3445c92b47234391" /><Relationship Type="http://schemas.openxmlformats.org/officeDocument/2006/relationships/image" Target="/ppt/media/image23.png" Id="Re8590f41c43e4e64" /><Relationship Type="http://schemas.openxmlformats.org/officeDocument/2006/relationships/image" Target="/ppt/media/image24.svg" Id="R0c6373f3201e4093" /><Relationship Type="http://schemas.openxmlformats.org/officeDocument/2006/relationships/image" Target="/ppt/media/image24.png" Id="R88cfa39d28654767" /><Relationship Type="http://schemas.openxmlformats.org/officeDocument/2006/relationships/image" Target="/ppt/media/image25.svg" Id="R9d8e13b532f444d5" /><Relationship Type="http://schemas.openxmlformats.org/officeDocument/2006/relationships/image" Target="/ppt/media/image25.png" Id="R10c58b04cb454c9c" /><Relationship Type="http://schemas.openxmlformats.org/officeDocument/2006/relationships/image" Target="/ppt/media/image26.svg" Id="Rb4b0b39ea25443f0" /><Relationship Type="http://schemas.openxmlformats.org/officeDocument/2006/relationships/image" Target="/ppt/media/image26.png" Id="Raac87cac23f24199" /><Relationship Type="http://schemas.openxmlformats.org/officeDocument/2006/relationships/image" Target="/ppt/media/image27.svg" Id="Re8170915ba0f4156" /><Relationship Type="http://schemas.openxmlformats.org/officeDocument/2006/relationships/image" Target="/ppt/media/image27.png" Id="Rc0b73ae3d45b4fd4" /><Relationship Type="http://schemas.openxmlformats.org/officeDocument/2006/relationships/image" Target="/ppt/media/image28.svg" Id="Rdc3394c7de344111" /><Relationship Type="http://schemas.openxmlformats.org/officeDocument/2006/relationships/notesSlide" Target="/ppt/notesSlides/notesSlide12.xml" Id="R8ea4e8b675a441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a36f020e6453f" /><Relationship Type="http://schemas.openxmlformats.org/officeDocument/2006/relationships/image" Target="/ppt/media/image14.png" Id="R590f2650c98e437a" /><Relationship Type="http://schemas.openxmlformats.org/officeDocument/2006/relationships/image" Target="/ppt/media/image15.svg" Id="R910a5e490c554248" /><Relationship Type="http://schemas.openxmlformats.org/officeDocument/2006/relationships/image" Target="/ppt/media/image17.png" Id="Rcfa5dce1e0d84dbf" /><Relationship Type="http://schemas.openxmlformats.org/officeDocument/2006/relationships/image" Target="/ppt/media/image15.png" Id="R52b7a6df1c044131" /><Relationship Type="http://schemas.openxmlformats.org/officeDocument/2006/relationships/image" Target="/ppt/media/image16.svg" Id="Racd400cfb0e34a81" /><Relationship Type="http://schemas.openxmlformats.org/officeDocument/2006/relationships/image" Target="/ppt/media/image18.svg" Id="R2ace69339e534b0c" /><Relationship Type="http://schemas.openxmlformats.org/officeDocument/2006/relationships/image" Target="/ppt/media/image18.png" Id="Rd853a2e1653840c9" /><Relationship Type="http://schemas.openxmlformats.org/officeDocument/2006/relationships/image" Target="/ppt/media/image19.svg" Id="Ra65f943504d6463c" /><Relationship Type="http://schemas.openxmlformats.org/officeDocument/2006/relationships/image" Target="/ppt/media/image19.png" Id="R31a07e5f630c4f99" /><Relationship Type="http://schemas.openxmlformats.org/officeDocument/2006/relationships/image" Target="/ppt/media/image20.svg" Id="R602d391ef2de4b40" /><Relationship Type="http://schemas.openxmlformats.org/officeDocument/2006/relationships/image" Target="/ppt/media/image20.png" Id="R1a9615a415fb4a30" /><Relationship Type="http://schemas.openxmlformats.org/officeDocument/2006/relationships/image" Target="/ppt/media/image21.svg" Id="R7e3cc6bdba5a4008" /><Relationship Type="http://schemas.openxmlformats.org/officeDocument/2006/relationships/image" Target="/ppt/media/image21.png" Id="Rbc0e2e506aa548f2" /><Relationship Type="http://schemas.openxmlformats.org/officeDocument/2006/relationships/image" Target="/ppt/media/image22.svg" Id="Rc011fa7b508c494d" /><Relationship Type="http://schemas.openxmlformats.org/officeDocument/2006/relationships/image" Target="/ppt/media/image22.png" Id="Rbe78a285303549e5" /><Relationship Type="http://schemas.openxmlformats.org/officeDocument/2006/relationships/image" Target="/ppt/media/image23.svg" Id="R4d2c309ca8ca4de0" /><Relationship Type="http://schemas.openxmlformats.org/officeDocument/2006/relationships/image" Target="/ppt/media/image23.png" Id="Raea1d91022a04acc" /><Relationship Type="http://schemas.openxmlformats.org/officeDocument/2006/relationships/image" Target="/ppt/media/image24.svg" Id="R7d4fd557bdb146c8" /><Relationship Type="http://schemas.openxmlformats.org/officeDocument/2006/relationships/image" Target="/ppt/media/image24.png" Id="Rd03c3b9a87f74243" /><Relationship Type="http://schemas.openxmlformats.org/officeDocument/2006/relationships/image" Target="/ppt/media/image25.svg" Id="R61fb6e5684514ee2" /><Relationship Type="http://schemas.openxmlformats.org/officeDocument/2006/relationships/image" Target="/ppt/media/image25.png" Id="R3d687171c92e4b3a" /><Relationship Type="http://schemas.openxmlformats.org/officeDocument/2006/relationships/image" Target="/ppt/media/image26.svg" Id="R7380dd43116948f8" /><Relationship Type="http://schemas.openxmlformats.org/officeDocument/2006/relationships/image" Target="/ppt/media/image26.png" Id="R988b7ad446f040cd" /><Relationship Type="http://schemas.openxmlformats.org/officeDocument/2006/relationships/image" Target="/ppt/media/image27.svg" Id="R6fcfd31778e74880" /><Relationship Type="http://schemas.openxmlformats.org/officeDocument/2006/relationships/image" Target="/ppt/media/image27.png" Id="R91edcde8586448ec" /><Relationship Type="http://schemas.openxmlformats.org/officeDocument/2006/relationships/image" Target="/ppt/media/image28.svg" Id="R5bb3693323ff47cd" /><Relationship Type="http://schemas.openxmlformats.org/officeDocument/2006/relationships/image" Target="/ppt/media/image6.png" Id="Rfca57217d96746eb" /><Relationship Type="http://schemas.openxmlformats.org/officeDocument/2006/relationships/image" Target="/ppt/media/image7.svg" Id="R492634392e6d484e" /><Relationship Type="http://schemas.openxmlformats.org/officeDocument/2006/relationships/image" Target="/ppt/media/image36.png" Id="Reb0f71b664d94758" /><Relationship Type="http://schemas.openxmlformats.org/officeDocument/2006/relationships/image" Target="/ppt/media/image34.svg" Id="Re35c716b7e71402f" /><Relationship Type="http://schemas.openxmlformats.org/officeDocument/2006/relationships/image" Target="/ppt/media/image33.png" Id="Rea03a0387c4c4f3a" /><Relationship Type="http://schemas.openxmlformats.org/officeDocument/2006/relationships/image" Target="/ppt/media/image16.png" Id="R9aa4cfc400464d7f" /><Relationship Type="http://schemas.openxmlformats.org/officeDocument/2006/relationships/image" Target="/ppt/media/image17.svg" Id="Rf0cfc5019b974789" /><Relationship Type="http://schemas.openxmlformats.org/officeDocument/2006/relationships/notesSlide" Target="/ppt/notesSlides/notesSlide13.xml" Id="Rcde1a92b3fd74a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a064a6479409f" /><Relationship Type="http://schemas.openxmlformats.org/officeDocument/2006/relationships/image" Target="/ppt/media/image14.png" Id="R32467f2525ce4b37" /><Relationship Type="http://schemas.openxmlformats.org/officeDocument/2006/relationships/image" Target="/ppt/media/image15.svg" Id="R4701e0be8ff34a1d" /><Relationship Type="http://schemas.openxmlformats.org/officeDocument/2006/relationships/image" Target="/ppt/media/image37.png" Id="R73fc780c41c24cc6" /><Relationship Type="http://schemas.openxmlformats.org/officeDocument/2006/relationships/image" Target="/ppt/media/image35.svg" Id="R5524f9e5b7cc46b2" /><Relationship Type="http://schemas.openxmlformats.org/officeDocument/2006/relationships/image" Target="/ppt/media/image16.png" Id="Ra20d1b3f9f42488e" /><Relationship Type="http://schemas.openxmlformats.org/officeDocument/2006/relationships/image" Target="/ppt/media/image17.svg" Id="Rdf3667b5da724df6" /><Relationship Type="http://schemas.openxmlformats.org/officeDocument/2006/relationships/image" Target="/ppt/media/image17.png" Id="R031634f31d434bf2" /><Relationship Type="http://schemas.openxmlformats.org/officeDocument/2006/relationships/image" Target="/ppt/media/image18.svg" Id="Rf411f8c8ca7b4847" /><Relationship Type="http://schemas.openxmlformats.org/officeDocument/2006/relationships/image" Target="/ppt/media/image18.png" Id="R5535876c2a9e41f0" /><Relationship Type="http://schemas.openxmlformats.org/officeDocument/2006/relationships/image" Target="/ppt/media/image19.svg" Id="R8a1e810b31144b53" /><Relationship Type="http://schemas.openxmlformats.org/officeDocument/2006/relationships/image" Target="/ppt/media/image38.png" Id="Rce7f030d00f547a8" /><Relationship Type="http://schemas.openxmlformats.org/officeDocument/2006/relationships/image" Target="/ppt/media/image36.svg" Id="Ra59610b93b3c4f9e" /><Relationship Type="http://schemas.openxmlformats.org/officeDocument/2006/relationships/image" Target="/ppt/media/image39.png" Id="Rf1279b4cbe9b477e" /><Relationship Type="http://schemas.openxmlformats.org/officeDocument/2006/relationships/image" Target="/ppt/media/image37.svg" Id="R99ddcb7d55a144ec" /><Relationship Type="http://schemas.openxmlformats.org/officeDocument/2006/relationships/image" Target="/ppt/media/image21.png" Id="R0080bab9fe6b4e2f" /><Relationship Type="http://schemas.openxmlformats.org/officeDocument/2006/relationships/image" Target="/ppt/media/image22.svg" Id="R1b8f5abf0b1c4eaf" /><Relationship Type="http://schemas.openxmlformats.org/officeDocument/2006/relationships/image" Target="/ppt/media/image22.png" Id="Rec4794d7cf9b40d4" /><Relationship Type="http://schemas.openxmlformats.org/officeDocument/2006/relationships/image" Target="/ppt/media/image23.svg" Id="R68c0c2b938254054" /><Relationship Type="http://schemas.openxmlformats.org/officeDocument/2006/relationships/image" Target="/ppt/media/image23.png" Id="R340af92a26094ed8" /><Relationship Type="http://schemas.openxmlformats.org/officeDocument/2006/relationships/image" Target="/ppt/media/image24.svg" Id="R722343efecc04d10" /><Relationship Type="http://schemas.openxmlformats.org/officeDocument/2006/relationships/image" Target="/ppt/media/image24.png" Id="Rbd38531da70447a6" /><Relationship Type="http://schemas.openxmlformats.org/officeDocument/2006/relationships/image" Target="/ppt/media/image25.svg" Id="Rd58d0f932d844cd3" /><Relationship Type="http://schemas.openxmlformats.org/officeDocument/2006/relationships/image" Target="/ppt/media/image25.png" Id="Ref9fde303bf14dd5" /><Relationship Type="http://schemas.openxmlformats.org/officeDocument/2006/relationships/image" Target="/ppt/media/image26.svg" Id="Rb1126747597f47b9" /><Relationship Type="http://schemas.openxmlformats.org/officeDocument/2006/relationships/image" Target="/ppt/media/image40.png" Id="R9c45b230dc47442b" /><Relationship Type="http://schemas.openxmlformats.org/officeDocument/2006/relationships/image" Target="/ppt/media/image38.svg" Id="Rab1c1a2e1429469e" /><Relationship Type="http://schemas.openxmlformats.org/officeDocument/2006/relationships/image" Target="/ppt/media/image27.png" Id="R3aa1c7ea26d84a94" /><Relationship Type="http://schemas.openxmlformats.org/officeDocument/2006/relationships/image" Target="/ppt/media/image28.svg" Id="R9ee23cdba00e4a54" /><Relationship Type="http://schemas.openxmlformats.org/officeDocument/2006/relationships/image" Target="/ppt/media/image6.png" Id="R5f76178b47ce41ba" /><Relationship Type="http://schemas.openxmlformats.org/officeDocument/2006/relationships/image" Target="/ppt/media/image7.svg" Id="Rf4b5936c4c2e4ed1" /><Relationship Type="http://schemas.openxmlformats.org/officeDocument/2006/relationships/notesSlide" Target="/ppt/notesSlides/notesSlide14.xml" Id="Re2ea7f2c08324b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584a1e7e7f4338" /><Relationship Type="http://schemas.openxmlformats.org/officeDocument/2006/relationships/image" Target="/ppt/media/image14.png" Id="R0c31c72ef3714154" /><Relationship Type="http://schemas.openxmlformats.org/officeDocument/2006/relationships/image" Target="/ppt/media/image15.svg" Id="R1637b80b3bce4b83" /><Relationship Type="http://schemas.openxmlformats.org/officeDocument/2006/relationships/image" Target="/ppt/media/image15.png" Id="R58eabe33180e4c88" /><Relationship Type="http://schemas.openxmlformats.org/officeDocument/2006/relationships/image" Target="/ppt/media/image16.svg" Id="R04178d122c2a48a3" /><Relationship Type="http://schemas.openxmlformats.org/officeDocument/2006/relationships/image" Target="/ppt/media/image16.png" Id="Rbb480e614f0d4963" /><Relationship Type="http://schemas.openxmlformats.org/officeDocument/2006/relationships/image" Target="/ppt/media/image17.svg" Id="Re5ae6bffe22b4a4a" /><Relationship Type="http://schemas.openxmlformats.org/officeDocument/2006/relationships/image" Target="/ppt/media/image17.png" Id="Rf590b0a35d994629" /><Relationship Type="http://schemas.openxmlformats.org/officeDocument/2006/relationships/image" Target="/ppt/media/image18.svg" Id="R5e09c230555e45b8" /><Relationship Type="http://schemas.openxmlformats.org/officeDocument/2006/relationships/image" Target="/ppt/media/image18.png" Id="Rc2d091e6218b403f" /><Relationship Type="http://schemas.openxmlformats.org/officeDocument/2006/relationships/image" Target="/ppt/media/image19.svg" Id="Rcc26a16964004daa" /><Relationship Type="http://schemas.openxmlformats.org/officeDocument/2006/relationships/image" Target="/ppt/media/image19.png" Id="R712810773fe844de" /><Relationship Type="http://schemas.openxmlformats.org/officeDocument/2006/relationships/image" Target="/ppt/media/image20.svg" Id="Rd41cffbf221141e5" /><Relationship Type="http://schemas.openxmlformats.org/officeDocument/2006/relationships/image" Target="/ppt/media/image20.png" Id="R0922edb18bb142d2" /><Relationship Type="http://schemas.openxmlformats.org/officeDocument/2006/relationships/image" Target="/ppt/media/image21.svg" Id="R96290c20708a4b86" /><Relationship Type="http://schemas.openxmlformats.org/officeDocument/2006/relationships/image" Target="/ppt/media/image34.png" Id="R8153b33c70db4dca" /><Relationship Type="http://schemas.openxmlformats.org/officeDocument/2006/relationships/image" Target="/ppt/media/image32.svg" Id="R65cfb02b4047412f" /><Relationship Type="http://schemas.openxmlformats.org/officeDocument/2006/relationships/image" Target="/ppt/media/image35.png" Id="R9d07a095dae2493d" /><Relationship Type="http://schemas.openxmlformats.org/officeDocument/2006/relationships/image" Target="/ppt/media/image33.svg" Id="R2835faa4e0d94f26" /><Relationship Type="http://schemas.openxmlformats.org/officeDocument/2006/relationships/image" Target="/ppt/media/image23.png" Id="R79670a7384bb406d" /><Relationship Type="http://schemas.openxmlformats.org/officeDocument/2006/relationships/image" Target="/ppt/media/image24.svg" Id="Ra5984b3969e24eb3" /><Relationship Type="http://schemas.openxmlformats.org/officeDocument/2006/relationships/image" Target="/ppt/media/image24.png" Id="R30c357efbceb4c13" /><Relationship Type="http://schemas.openxmlformats.org/officeDocument/2006/relationships/image" Target="/ppt/media/image25.svg" Id="R07b5c7ee9e7547f1" /><Relationship Type="http://schemas.openxmlformats.org/officeDocument/2006/relationships/image" Target="/ppt/media/image25.png" Id="Rfd1a76cd39874064" /><Relationship Type="http://schemas.openxmlformats.org/officeDocument/2006/relationships/image" Target="/ppt/media/image26.svg" Id="R7f7c905defd349fc" /><Relationship Type="http://schemas.openxmlformats.org/officeDocument/2006/relationships/image" Target="/ppt/media/image26.png" Id="R15ec20e2345a4763" /><Relationship Type="http://schemas.openxmlformats.org/officeDocument/2006/relationships/image" Target="/ppt/media/image27.svg" Id="Rc25fb85e0ea44c40" /><Relationship Type="http://schemas.openxmlformats.org/officeDocument/2006/relationships/image" Target="/ppt/media/image27.png" Id="R693828ca9fca4ad1" /><Relationship Type="http://schemas.openxmlformats.org/officeDocument/2006/relationships/image" Target="/ppt/media/image28.svg" Id="R28cb2728efb546c1" /><Relationship Type="http://schemas.openxmlformats.org/officeDocument/2006/relationships/image" Target="/ppt/media/image6.png" Id="R74115a298b6c40aa" /><Relationship Type="http://schemas.openxmlformats.org/officeDocument/2006/relationships/image" Target="/ppt/media/image7.svg" Id="Rc9ee9738be7a4a0c" /><Relationship Type="http://schemas.openxmlformats.org/officeDocument/2006/relationships/notesSlide" Target="/ppt/notesSlides/notesSlide15.xml" Id="Rb353238313f847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e24f62ba04567" /><Relationship Type="http://schemas.openxmlformats.org/officeDocument/2006/relationships/image" Target="/ppt/media/image14.png" Id="R323a658cd7904ab7" /><Relationship Type="http://schemas.openxmlformats.org/officeDocument/2006/relationships/image" Target="/ppt/media/image15.svg" Id="Reb75584a10ae494d" /><Relationship Type="http://schemas.openxmlformats.org/officeDocument/2006/relationships/image" Target="/ppt/media/image15.png" Id="R164cebb5c92e4c47" /><Relationship Type="http://schemas.openxmlformats.org/officeDocument/2006/relationships/image" Target="/ppt/media/image16.svg" Id="R18098df804c74834" /><Relationship Type="http://schemas.openxmlformats.org/officeDocument/2006/relationships/image" Target="/ppt/media/image16.png" Id="R1091d79d31d843b5" /><Relationship Type="http://schemas.openxmlformats.org/officeDocument/2006/relationships/image" Target="/ppt/media/image17.svg" Id="R5f31001535dc46a9" /><Relationship Type="http://schemas.openxmlformats.org/officeDocument/2006/relationships/image" Target="/ppt/media/image17.png" Id="Rb36514b5a35f4644" /><Relationship Type="http://schemas.openxmlformats.org/officeDocument/2006/relationships/image" Target="/ppt/media/image18.svg" Id="R0af3b2be5f794a32" /><Relationship Type="http://schemas.openxmlformats.org/officeDocument/2006/relationships/image" Target="/ppt/media/image18.png" Id="Re18eb5c521d14ac6" /><Relationship Type="http://schemas.openxmlformats.org/officeDocument/2006/relationships/image" Target="/ppt/media/image19.svg" Id="R5e710a243bb24e44" /><Relationship Type="http://schemas.openxmlformats.org/officeDocument/2006/relationships/image" Target="/ppt/media/image19.png" Id="Re5910b3337d844d7" /><Relationship Type="http://schemas.openxmlformats.org/officeDocument/2006/relationships/image" Target="/ppt/media/image20.svg" Id="R963244f029614ab4" /><Relationship Type="http://schemas.openxmlformats.org/officeDocument/2006/relationships/image" Target="/ppt/media/image20.png" Id="R96cf59b11b4147eb" /><Relationship Type="http://schemas.openxmlformats.org/officeDocument/2006/relationships/image" Target="/ppt/media/image21.svg" Id="Rc061f217acc24488" /><Relationship Type="http://schemas.openxmlformats.org/officeDocument/2006/relationships/image" Target="/ppt/media/image21.png" Id="R47d94ce0b61c4598" /><Relationship Type="http://schemas.openxmlformats.org/officeDocument/2006/relationships/image" Target="/ppt/media/image22.svg" Id="Rcae797e62ea34239" /><Relationship Type="http://schemas.openxmlformats.org/officeDocument/2006/relationships/image" Target="/ppt/media/image22.png" Id="R6d72b9b6b2834f69" /><Relationship Type="http://schemas.openxmlformats.org/officeDocument/2006/relationships/image" Target="/ppt/media/image23.svg" Id="R1ac1dfadd70048cc" /><Relationship Type="http://schemas.openxmlformats.org/officeDocument/2006/relationships/image" Target="/ppt/media/image23.png" Id="Re1930e63f3894df5" /><Relationship Type="http://schemas.openxmlformats.org/officeDocument/2006/relationships/image" Target="/ppt/media/image24.svg" Id="R805acf105c374658" /><Relationship Type="http://schemas.openxmlformats.org/officeDocument/2006/relationships/image" Target="/ppt/media/image24.png" Id="R5a7e7e9e88da421a" /><Relationship Type="http://schemas.openxmlformats.org/officeDocument/2006/relationships/image" Target="/ppt/media/image25.svg" Id="R1fb408fabf87463f" /><Relationship Type="http://schemas.openxmlformats.org/officeDocument/2006/relationships/image" Target="/ppt/media/image25.png" Id="R883fab70f4fd4675" /><Relationship Type="http://schemas.openxmlformats.org/officeDocument/2006/relationships/image" Target="/ppt/media/image26.svg" Id="R9d29becaa86b403e" /><Relationship Type="http://schemas.openxmlformats.org/officeDocument/2006/relationships/image" Target="/ppt/media/image26.png" Id="R9aa000d5a2104177" /><Relationship Type="http://schemas.openxmlformats.org/officeDocument/2006/relationships/image" Target="/ppt/media/image27.svg" Id="Rd663bbd267f341e1" /><Relationship Type="http://schemas.openxmlformats.org/officeDocument/2006/relationships/image" Target="/ppt/media/image27.png" Id="R8bf1e56c2cf44513" /><Relationship Type="http://schemas.openxmlformats.org/officeDocument/2006/relationships/image" Target="/ppt/media/image28.svg" Id="R3c337c576d2c4821" /><Relationship Type="http://schemas.openxmlformats.org/officeDocument/2006/relationships/image" Target="/ppt/media/image6.png" Id="R6d497c9c42734755" /><Relationship Type="http://schemas.openxmlformats.org/officeDocument/2006/relationships/image" Target="/ppt/media/image7.svg" Id="R1c9dc98a107948bb" /><Relationship Type="http://schemas.openxmlformats.org/officeDocument/2006/relationships/notesSlide" Target="/ppt/notesSlides/notesSlide16.xml" Id="R9862d15c729847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9974e4d274123" /><Relationship Type="http://schemas.openxmlformats.org/officeDocument/2006/relationships/image" Target="/ppt/media/image14.png" Id="Rb910140c0cf94638" /><Relationship Type="http://schemas.openxmlformats.org/officeDocument/2006/relationships/image" Target="/ppt/media/image15.svg" Id="R927528f3a01348fd" /><Relationship Type="http://schemas.openxmlformats.org/officeDocument/2006/relationships/image" Target="/ppt/media/image37.png" Id="R66143118cc0348d8" /><Relationship Type="http://schemas.openxmlformats.org/officeDocument/2006/relationships/image" Target="/ppt/media/image35.svg" Id="R245e854ecc13478e" /><Relationship Type="http://schemas.openxmlformats.org/officeDocument/2006/relationships/image" Target="/ppt/media/image16.png" Id="R3c7b937e89534322" /><Relationship Type="http://schemas.openxmlformats.org/officeDocument/2006/relationships/image" Target="/ppt/media/image17.svg" Id="R79da18fc961144c3" /><Relationship Type="http://schemas.openxmlformats.org/officeDocument/2006/relationships/image" Target="/ppt/media/image17.png" Id="R6c3ac3740aa843ed" /><Relationship Type="http://schemas.openxmlformats.org/officeDocument/2006/relationships/image" Target="/ppt/media/image18.svg" Id="R2b936164155540af" /><Relationship Type="http://schemas.openxmlformats.org/officeDocument/2006/relationships/image" Target="/ppt/media/image18.png" Id="R486dfc8f36c54be0" /><Relationship Type="http://schemas.openxmlformats.org/officeDocument/2006/relationships/image" Target="/ppt/media/image19.svg" Id="Ra57fe5a864684975" /><Relationship Type="http://schemas.openxmlformats.org/officeDocument/2006/relationships/image" Target="/ppt/media/image38.png" Id="R05a39fbdc7214e1c" /><Relationship Type="http://schemas.openxmlformats.org/officeDocument/2006/relationships/image" Target="/ppt/media/image36.svg" Id="R5bec7d4fa6ff4e63" /><Relationship Type="http://schemas.openxmlformats.org/officeDocument/2006/relationships/image" Target="/ppt/media/image39.png" Id="R3e9ee3caeae44e04" /><Relationship Type="http://schemas.openxmlformats.org/officeDocument/2006/relationships/image" Target="/ppt/media/image37.svg" Id="R95832df03db54c7d" /><Relationship Type="http://schemas.openxmlformats.org/officeDocument/2006/relationships/image" Target="/ppt/media/image21.png" Id="Rdb835ae4571f49d2" /><Relationship Type="http://schemas.openxmlformats.org/officeDocument/2006/relationships/image" Target="/ppt/media/image22.svg" Id="R57e5e4e1bdba4dae" /><Relationship Type="http://schemas.openxmlformats.org/officeDocument/2006/relationships/image" Target="/ppt/media/image22.png" Id="R200cf51afbaa48c5" /><Relationship Type="http://schemas.openxmlformats.org/officeDocument/2006/relationships/image" Target="/ppt/media/image23.svg" Id="R8abae7bf6b2642bc" /><Relationship Type="http://schemas.openxmlformats.org/officeDocument/2006/relationships/image" Target="/ppt/media/image23.png" Id="Rdbc3244744674a50" /><Relationship Type="http://schemas.openxmlformats.org/officeDocument/2006/relationships/image" Target="/ppt/media/image24.svg" Id="R2c4d2d96feb54270" /><Relationship Type="http://schemas.openxmlformats.org/officeDocument/2006/relationships/image" Target="/ppt/media/image24.png" Id="R9721510bb4044bd5" /><Relationship Type="http://schemas.openxmlformats.org/officeDocument/2006/relationships/image" Target="/ppt/media/image25.svg" Id="R63b35e0680b74238" /><Relationship Type="http://schemas.openxmlformats.org/officeDocument/2006/relationships/image" Target="/ppt/media/image25.png" Id="R972fc833754d4e80" /><Relationship Type="http://schemas.openxmlformats.org/officeDocument/2006/relationships/image" Target="/ppt/media/image26.svg" Id="R7967d44a02c243ff" /><Relationship Type="http://schemas.openxmlformats.org/officeDocument/2006/relationships/image" Target="/ppt/media/image40.png" Id="R0033cd264d36432b" /><Relationship Type="http://schemas.openxmlformats.org/officeDocument/2006/relationships/image" Target="/ppt/media/image38.svg" Id="Rbbcf8e9f08f145e1" /><Relationship Type="http://schemas.openxmlformats.org/officeDocument/2006/relationships/image" Target="/ppt/media/image27.png" Id="R37bc351c2fcc4056" /><Relationship Type="http://schemas.openxmlformats.org/officeDocument/2006/relationships/image" Target="/ppt/media/image28.svg" Id="R46c6564b074c4074" /><Relationship Type="http://schemas.openxmlformats.org/officeDocument/2006/relationships/image" Target="/ppt/media/image6.png" Id="R446105a9b2834a8d" /><Relationship Type="http://schemas.openxmlformats.org/officeDocument/2006/relationships/image" Target="/ppt/media/image7.svg" Id="R16f64ae1b8fc4bfc" /><Relationship Type="http://schemas.openxmlformats.org/officeDocument/2006/relationships/notesSlide" Target="/ppt/notesSlides/notesSlide17.xml" Id="R8450ea44aa1348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02e6e2bdf64ae2" /><Relationship Type="http://schemas.openxmlformats.org/officeDocument/2006/relationships/image" Target="/ppt/media/image14.png" Id="Ra9dd4ddd71c74f3e" /><Relationship Type="http://schemas.openxmlformats.org/officeDocument/2006/relationships/image" Target="/ppt/media/image15.svg" Id="R859861115b004434" /><Relationship Type="http://schemas.openxmlformats.org/officeDocument/2006/relationships/image" Target="/ppt/media/image15.png" Id="R19e0d8592b1f429f" /><Relationship Type="http://schemas.openxmlformats.org/officeDocument/2006/relationships/image" Target="/ppt/media/image16.svg" Id="Rb68780fc7fb44f6c" /><Relationship Type="http://schemas.openxmlformats.org/officeDocument/2006/relationships/image" Target="/ppt/media/image16.png" Id="Rc8195634a38347fd" /><Relationship Type="http://schemas.openxmlformats.org/officeDocument/2006/relationships/image" Target="/ppt/media/image17.svg" Id="R81b6a7d5155d4516" /><Relationship Type="http://schemas.openxmlformats.org/officeDocument/2006/relationships/image" Target="/ppt/media/image17.png" Id="R771b0f1916564883" /><Relationship Type="http://schemas.openxmlformats.org/officeDocument/2006/relationships/image" Target="/ppt/media/image18.svg" Id="R217b298716214c92" /><Relationship Type="http://schemas.openxmlformats.org/officeDocument/2006/relationships/image" Target="/ppt/media/image18.png" Id="R969b737b09014098" /><Relationship Type="http://schemas.openxmlformats.org/officeDocument/2006/relationships/image" Target="/ppt/media/image19.svg" Id="R5e02bc01a55146f0" /><Relationship Type="http://schemas.openxmlformats.org/officeDocument/2006/relationships/image" Target="/ppt/media/image19.png" Id="Rb9286e2c937241d5" /><Relationship Type="http://schemas.openxmlformats.org/officeDocument/2006/relationships/image" Target="/ppt/media/image20.svg" Id="R99c8f489dd3f4793" /><Relationship Type="http://schemas.openxmlformats.org/officeDocument/2006/relationships/image" Target="/ppt/media/image20.png" Id="Ra2dbe67079c24a72" /><Relationship Type="http://schemas.openxmlformats.org/officeDocument/2006/relationships/image" Target="/ppt/media/image21.svg" Id="R0531c1bac4c64ad1" /><Relationship Type="http://schemas.openxmlformats.org/officeDocument/2006/relationships/image" Target="/ppt/media/image21.png" Id="Re08bd2ffbb1a43fb" /><Relationship Type="http://schemas.openxmlformats.org/officeDocument/2006/relationships/image" Target="/ppt/media/image22.svg" Id="Rd83a46290263440d" /><Relationship Type="http://schemas.openxmlformats.org/officeDocument/2006/relationships/image" Target="/ppt/media/image22.png" Id="R28852638061c43c2" /><Relationship Type="http://schemas.openxmlformats.org/officeDocument/2006/relationships/image" Target="/ppt/media/image23.svg" Id="R2feac5704f1a4d8a" /><Relationship Type="http://schemas.openxmlformats.org/officeDocument/2006/relationships/image" Target="/ppt/media/image23.png" Id="Rac4c127503cc4d69" /><Relationship Type="http://schemas.openxmlformats.org/officeDocument/2006/relationships/image" Target="/ppt/media/image24.svg" Id="R62b22b2353aa4e41" /><Relationship Type="http://schemas.openxmlformats.org/officeDocument/2006/relationships/image" Target="/ppt/media/image24.png" Id="Rbb6f2800a0a549ba" /><Relationship Type="http://schemas.openxmlformats.org/officeDocument/2006/relationships/image" Target="/ppt/media/image25.svg" Id="R136428b82e204de3" /><Relationship Type="http://schemas.openxmlformats.org/officeDocument/2006/relationships/image" Target="/ppt/media/image25.png" Id="Rd6c60b8dfbcd4f2d" /><Relationship Type="http://schemas.openxmlformats.org/officeDocument/2006/relationships/image" Target="/ppt/media/image26.svg" Id="R1345df3f550e4e8e" /><Relationship Type="http://schemas.openxmlformats.org/officeDocument/2006/relationships/image" Target="/ppt/media/image26.png" Id="R2e42538dc2314f3b" /><Relationship Type="http://schemas.openxmlformats.org/officeDocument/2006/relationships/image" Target="/ppt/media/image27.svg" Id="Rdf2dbfc6b70d4f51" /><Relationship Type="http://schemas.openxmlformats.org/officeDocument/2006/relationships/image" Target="/ppt/media/image27.png" Id="R75cd18e5e0fa4299" /><Relationship Type="http://schemas.openxmlformats.org/officeDocument/2006/relationships/image" Target="/ppt/media/image28.svg" Id="R377c8d34bcfc496c" /><Relationship Type="http://schemas.openxmlformats.org/officeDocument/2006/relationships/image" Target="/ppt/media/image6.png" Id="R2218abf5df1b4d57" /><Relationship Type="http://schemas.openxmlformats.org/officeDocument/2006/relationships/image" Target="/ppt/media/image7.svg" Id="R4ffcd115ba474bbb" /><Relationship Type="http://schemas.openxmlformats.org/officeDocument/2006/relationships/notesSlide" Target="/ppt/notesSlides/notesSlide18.xml" Id="R816a5a23a35a412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3bdb724a54bca" /><Relationship Type="http://schemas.openxmlformats.org/officeDocument/2006/relationships/image" Target="/ppt/media/image14.png" Id="R4f0de7eefe1242d7" /><Relationship Type="http://schemas.openxmlformats.org/officeDocument/2006/relationships/image" Target="/ppt/media/image15.svg" Id="R729bc599e6864ec0" /><Relationship Type="http://schemas.openxmlformats.org/officeDocument/2006/relationships/image" Target="/ppt/media/image37.png" Id="R209f643889a24906" /><Relationship Type="http://schemas.openxmlformats.org/officeDocument/2006/relationships/image" Target="/ppt/media/image35.svg" Id="Rc958c852dfd84d24" /><Relationship Type="http://schemas.openxmlformats.org/officeDocument/2006/relationships/image" Target="/ppt/media/image16.png" Id="Raa1d750e950e4ba0" /><Relationship Type="http://schemas.openxmlformats.org/officeDocument/2006/relationships/image" Target="/ppt/media/image17.svg" Id="R77243fa5d2a3490b" /><Relationship Type="http://schemas.openxmlformats.org/officeDocument/2006/relationships/image" Target="/ppt/media/image17.png" Id="R52c69206c63f4d8e" /><Relationship Type="http://schemas.openxmlformats.org/officeDocument/2006/relationships/image" Target="/ppt/media/image18.svg" Id="R4221446b11154cc2" /><Relationship Type="http://schemas.openxmlformats.org/officeDocument/2006/relationships/image" Target="/ppt/media/image18.png" Id="R3c7b8b84a1254d10" /><Relationship Type="http://schemas.openxmlformats.org/officeDocument/2006/relationships/image" Target="/ppt/media/image19.svg" Id="R1a7641fb69584cc7" /><Relationship Type="http://schemas.openxmlformats.org/officeDocument/2006/relationships/image" Target="/ppt/media/image38.png" Id="R1a21e5f271914e11" /><Relationship Type="http://schemas.openxmlformats.org/officeDocument/2006/relationships/image" Target="/ppt/media/image36.svg" Id="Rbfe490cd8af74eb9" /><Relationship Type="http://schemas.openxmlformats.org/officeDocument/2006/relationships/image" Target="/ppt/media/image39.png" Id="R052768dc3c9043c8" /><Relationship Type="http://schemas.openxmlformats.org/officeDocument/2006/relationships/image" Target="/ppt/media/image37.svg" Id="Rea6dddd55bf74c46" /><Relationship Type="http://schemas.openxmlformats.org/officeDocument/2006/relationships/image" Target="/ppt/media/image21.png" Id="Rc7063832c0744ed0" /><Relationship Type="http://schemas.openxmlformats.org/officeDocument/2006/relationships/image" Target="/ppt/media/image22.svg" Id="R8ed738ae2bc84f35" /><Relationship Type="http://schemas.openxmlformats.org/officeDocument/2006/relationships/image" Target="/ppt/media/image22.png" Id="R2758248812764db4" /><Relationship Type="http://schemas.openxmlformats.org/officeDocument/2006/relationships/image" Target="/ppt/media/image23.svg" Id="Rfc5b4ce23d914067" /><Relationship Type="http://schemas.openxmlformats.org/officeDocument/2006/relationships/image" Target="/ppt/media/image23.png" Id="R5354fb1a493c4fec" /><Relationship Type="http://schemas.openxmlformats.org/officeDocument/2006/relationships/image" Target="/ppt/media/image24.svg" Id="R629ebc05a6834d60" /><Relationship Type="http://schemas.openxmlformats.org/officeDocument/2006/relationships/image" Target="/ppt/media/image24.png" Id="R073d2807c9c74862" /><Relationship Type="http://schemas.openxmlformats.org/officeDocument/2006/relationships/image" Target="/ppt/media/image25.svg" Id="R6aff8bd17d15448d" /><Relationship Type="http://schemas.openxmlformats.org/officeDocument/2006/relationships/image" Target="/ppt/media/image25.png" Id="Ra6d78bf1d4a94f2b" /><Relationship Type="http://schemas.openxmlformats.org/officeDocument/2006/relationships/image" Target="/ppt/media/image26.svg" Id="R47ccadebe14e4d7e" /><Relationship Type="http://schemas.openxmlformats.org/officeDocument/2006/relationships/image" Target="/ppt/media/image40.png" Id="Rd1333717309f41d2" /><Relationship Type="http://schemas.openxmlformats.org/officeDocument/2006/relationships/image" Target="/ppt/media/image38.svg" Id="Rcdf5e723842745c8" /><Relationship Type="http://schemas.openxmlformats.org/officeDocument/2006/relationships/image" Target="/ppt/media/image27.png" Id="Re189988a19a945cb" /><Relationship Type="http://schemas.openxmlformats.org/officeDocument/2006/relationships/image" Target="/ppt/media/image28.svg" Id="R6b358b81af1a45fb" /><Relationship Type="http://schemas.openxmlformats.org/officeDocument/2006/relationships/image" Target="/ppt/media/image6.png" Id="Rae8d7dfb20be4e68" /><Relationship Type="http://schemas.openxmlformats.org/officeDocument/2006/relationships/image" Target="/ppt/media/image7.svg" Id="Rcc22b87487f74985" /><Relationship Type="http://schemas.openxmlformats.org/officeDocument/2006/relationships/notesSlide" Target="/ppt/notesSlides/notesSlide19.xml" Id="Ra855de5684b94a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809806813483d" /><Relationship Type="http://schemas.openxmlformats.org/officeDocument/2006/relationships/image" Target="/ppt/media/image36.png" Id="R36ee476ebbb14427" /><Relationship Type="http://schemas.openxmlformats.org/officeDocument/2006/relationships/image" Target="/ppt/media/image34.svg" Id="R6b3dbceef7a04286" /><Relationship Type="http://schemas.openxmlformats.org/officeDocument/2006/relationships/image" Target="/ppt/media/image17.png" Id="Rd08dbe9c4e85405e" /><Relationship Type="http://schemas.openxmlformats.org/officeDocument/2006/relationships/image" Target="/ppt/media/image6.png" Id="R462ce8900c4948e9" /><Relationship Type="http://schemas.openxmlformats.org/officeDocument/2006/relationships/image" Target="/ppt/media/image7.svg" Id="Rbc13d94c688b465f" /><Relationship Type="http://schemas.openxmlformats.org/officeDocument/2006/relationships/image" Target="/ppt/media/image10.png" Id="Rbe321cfb5056494a" /><Relationship Type="http://schemas.openxmlformats.org/officeDocument/2006/relationships/image" Target="/ppt/media/image11.svg" Id="R66c00667f56b4365" /><Relationship Type="http://schemas.openxmlformats.org/officeDocument/2006/relationships/image" Target="/ppt/media/image15.png" Id="R0c94e63e20544a62" /><Relationship Type="http://schemas.openxmlformats.org/officeDocument/2006/relationships/image" Target="/ppt/media/image16.svg" Id="Rc81ba06b69324448" /><Relationship Type="http://schemas.openxmlformats.org/officeDocument/2006/relationships/image" Target="/ppt/media/image16.png" Id="R0c56f4dc15e84e67" /><Relationship Type="http://schemas.openxmlformats.org/officeDocument/2006/relationships/image" Target="/ppt/media/image17.svg" Id="Rad2eb60035a1477d" /><Relationship Type="http://schemas.openxmlformats.org/officeDocument/2006/relationships/image" Target="/ppt/media/image18.svg" Id="Rf9e41bbfe24f49c9" /><Relationship Type="http://schemas.openxmlformats.org/officeDocument/2006/relationships/image" Target="/ppt/media/image18.png" Id="Rdcdb61b1dfc841b0" /><Relationship Type="http://schemas.openxmlformats.org/officeDocument/2006/relationships/image" Target="/ppt/media/image19.svg" Id="R638963296dda40e1" /><Relationship Type="http://schemas.openxmlformats.org/officeDocument/2006/relationships/image" Target="/ppt/media/image19.png" Id="Rcc74258825204727" /><Relationship Type="http://schemas.openxmlformats.org/officeDocument/2006/relationships/image" Target="/ppt/media/image20.svg" Id="R1c0846da5a1a46c2" /><Relationship Type="http://schemas.openxmlformats.org/officeDocument/2006/relationships/image" Target="/ppt/media/image14.png" Id="R6e6e1ccbd1904af5" /><Relationship Type="http://schemas.openxmlformats.org/officeDocument/2006/relationships/image" Target="/ppt/media/image15.svg" Id="Rc98c9472093249b6" /><Relationship Type="http://schemas.openxmlformats.org/officeDocument/2006/relationships/image" Target="/ppt/media/image20.png" Id="R9070f7f40c5a41a9" /><Relationship Type="http://schemas.openxmlformats.org/officeDocument/2006/relationships/image" Target="/ppt/media/image21.svg" Id="R5916c186c9c24078" /><Relationship Type="http://schemas.openxmlformats.org/officeDocument/2006/relationships/image" Target="/ppt/media/image21.png" Id="R840ce94d733d426f" /><Relationship Type="http://schemas.openxmlformats.org/officeDocument/2006/relationships/image" Target="/ppt/media/image22.svg" Id="R2f22bbf2a08243ed" /><Relationship Type="http://schemas.openxmlformats.org/officeDocument/2006/relationships/image" Target="/ppt/media/image22.png" Id="R6f9ea9dac0ec4136" /><Relationship Type="http://schemas.openxmlformats.org/officeDocument/2006/relationships/image" Target="/ppt/media/image23.svg" Id="R73da5c2144a045e6" /><Relationship Type="http://schemas.openxmlformats.org/officeDocument/2006/relationships/image" Target="/ppt/media/image23.png" Id="R9a26267e641148af" /><Relationship Type="http://schemas.openxmlformats.org/officeDocument/2006/relationships/image" Target="/ppt/media/image24.svg" Id="R0750c8c723014423" /><Relationship Type="http://schemas.openxmlformats.org/officeDocument/2006/relationships/image" Target="/ppt/media/image24.png" Id="R78dddfb01a9f4fc5" /><Relationship Type="http://schemas.openxmlformats.org/officeDocument/2006/relationships/image" Target="/ppt/media/image25.svg" Id="Rd5bbf014845e43f0" /><Relationship Type="http://schemas.openxmlformats.org/officeDocument/2006/relationships/image" Target="/ppt/media/image25.png" Id="Rf704e3b0d5ca47a6" /><Relationship Type="http://schemas.openxmlformats.org/officeDocument/2006/relationships/image" Target="/ppt/media/image26.svg" Id="Rb02ec03fb7524e3a" /><Relationship Type="http://schemas.openxmlformats.org/officeDocument/2006/relationships/image" Target="/ppt/media/image26.png" Id="R776b6b75dad842b3" /><Relationship Type="http://schemas.openxmlformats.org/officeDocument/2006/relationships/image" Target="/ppt/media/image27.svg" Id="R29cc7c22143c4e7c" /><Relationship Type="http://schemas.openxmlformats.org/officeDocument/2006/relationships/image" Target="/ppt/media/image27.png" Id="R7b5e20b826a04b90" /><Relationship Type="http://schemas.openxmlformats.org/officeDocument/2006/relationships/image" Target="/ppt/media/image28.svg" Id="Rc5835f7740904b8c" /><Relationship Type="http://schemas.openxmlformats.org/officeDocument/2006/relationships/notesSlide" Target="/ppt/notesSlides/notesSlide20.xml" Id="R746af20893ed48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7e9d82d764277" /><Relationship Type="http://schemas.openxmlformats.org/officeDocument/2006/relationships/image" Target="/ppt/media/image14.png" Id="R362e2236c0e445c9" /><Relationship Type="http://schemas.openxmlformats.org/officeDocument/2006/relationships/image" Target="/ppt/media/image15.svg" Id="Rbffad5d053fa48e9" /><Relationship Type="http://schemas.openxmlformats.org/officeDocument/2006/relationships/image" Target="/ppt/media/image37.png" Id="Rb7e6e4d47ec34ceb" /><Relationship Type="http://schemas.openxmlformats.org/officeDocument/2006/relationships/image" Target="/ppt/media/image35.svg" Id="R5ce6c601b8f94fc4" /><Relationship Type="http://schemas.openxmlformats.org/officeDocument/2006/relationships/image" Target="/ppt/media/image16.png" Id="R1735f407bfa148ad" /><Relationship Type="http://schemas.openxmlformats.org/officeDocument/2006/relationships/image" Target="/ppt/media/image17.svg" Id="R87efa3d06e3b4595" /><Relationship Type="http://schemas.openxmlformats.org/officeDocument/2006/relationships/image" Target="/ppt/media/image17.png" Id="Rddbfd47b1e93436f" /><Relationship Type="http://schemas.openxmlformats.org/officeDocument/2006/relationships/image" Target="/ppt/media/image18.svg" Id="R8763fa51788f4213" /><Relationship Type="http://schemas.openxmlformats.org/officeDocument/2006/relationships/image" Target="/ppt/media/image18.png" Id="R0190e77d7d754dbd" /><Relationship Type="http://schemas.openxmlformats.org/officeDocument/2006/relationships/image" Target="/ppt/media/image19.svg" Id="Rabbd54e935104bb5" /><Relationship Type="http://schemas.openxmlformats.org/officeDocument/2006/relationships/image" Target="/ppt/media/image38.png" Id="R5884cb8357014a62" /><Relationship Type="http://schemas.openxmlformats.org/officeDocument/2006/relationships/image" Target="/ppt/media/image36.svg" Id="R1c93b9eb51a74b03" /><Relationship Type="http://schemas.openxmlformats.org/officeDocument/2006/relationships/image" Target="/ppt/media/image39.png" Id="R0d4e64dd65704809" /><Relationship Type="http://schemas.openxmlformats.org/officeDocument/2006/relationships/image" Target="/ppt/media/image37.svg" Id="R188e8f8361944a7c" /><Relationship Type="http://schemas.openxmlformats.org/officeDocument/2006/relationships/image" Target="/ppt/media/image21.png" Id="R2875359b172244aa" /><Relationship Type="http://schemas.openxmlformats.org/officeDocument/2006/relationships/image" Target="/ppt/media/image22.svg" Id="R59c39bec8b124e77" /><Relationship Type="http://schemas.openxmlformats.org/officeDocument/2006/relationships/image" Target="/ppt/media/image22.png" Id="Rca7a0c21dc954188" /><Relationship Type="http://schemas.openxmlformats.org/officeDocument/2006/relationships/image" Target="/ppt/media/image23.svg" Id="R98ea42f7c2a94f2f" /><Relationship Type="http://schemas.openxmlformats.org/officeDocument/2006/relationships/image" Target="/ppt/media/image23.png" Id="Ra187fe283c6a4b09" /><Relationship Type="http://schemas.openxmlformats.org/officeDocument/2006/relationships/image" Target="/ppt/media/image24.svg" Id="R78a2eb2c2f36470c" /><Relationship Type="http://schemas.openxmlformats.org/officeDocument/2006/relationships/image" Target="/ppt/media/image24.png" Id="Rd06eb6287015491d" /><Relationship Type="http://schemas.openxmlformats.org/officeDocument/2006/relationships/image" Target="/ppt/media/image25.svg" Id="R7e717fa7dde74a57" /><Relationship Type="http://schemas.openxmlformats.org/officeDocument/2006/relationships/image" Target="/ppt/media/image25.png" Id="R68415d3c1aea43f7" /><Relationship Type="http://schemas.openxmlformats.org/officeDocument/2006/relationships/image" Target="/ppt/media/image26.svg" Id="R83acf28d06554f12" /><Relationship Type="http://schemas.openxmlformats.org/officeDocument/2006/relationships/image" Target="/ppt/media/image40.png" Id="R559665e362f64388" /><Relationship Type="http://schemas.openxmlformats.org/officeDocument/2006/relationships/image" Target="/ppt/media/image38.svg" Id="R4caaae06b0ef47f1" /><Relationship Type="http://schemas.openxmlformats.org/officeDocument/2006/relationships/image" Target="/ppt/media/image27.png" Id="R1df5a9c6862e4920" /><Relationship Type="http://schemas.openxmlformats.org/officeDocument/2006/relationships/image" Target="/ppt/media/image28.svg" Id="R6d30189c953b435e" /><Relationship Type="http://schemas.openxmlformats.org/officeDocument/2006/relationships/image" Target="/ppt/media/image6.png" Id="Rf33d727422e944f1" /><Relationship Type="http://schemas.openxmlformats.org/officeDocument/2006/relationships/image" Target="/ppt/media/image7.svg" Id="R27f679b3c7964a17" /><Relationship Type="http://schemas.openxmlformats.org/officeDocument/2006/relationships/notesSlide" Target="/ppt/notesSlides/notesSlide21.xml" Id="R39659b88cd314a9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a3641599394cf5" /><Relationship Type="http://schemas.openxmlformats.org/officeDocument/2006/relationships/image" Target="/ppt/media/image14.png" Id="Rb267e0ff68884c91" /><Relationship Type="http://schemas.openxmlformats.org/officeDocument/2006/relationships/image" Target="/ppt/media/image15.svg" Id="Rb6ce907256c34d30" /><Relationship Type="http://schemas.openxmlformats.org/officeDocument/2006/relationships/image" Target="/ppt/media/image15.png" Id="Rb04565bc4df146fa" /><Relationship Type="http://schemas.openxmlformats.org/officeDocument/2006/relationships/image" Target="/ppt/media/image16.svg" Id="R95177d2dfe58467e" /><Relationship Type="http://schemas.openxmlformats.org/officeDocument/2006/relationships/image" Target="/ppt/media/image16.png" Id="R5da57f3059724983" /><Relationship Type="http://schemas.openxmlformats.org/officeDocument/2006/relationships/image" Target="/ppt/media/image17.svg" Id="R8901d8db3b494be4" /><Relationship Type="http://schemas.openxmlformats.org/officeDocument/2006/relationships/image" Target="/ppt/media/image17.png" Id="R6ed845e9596345f0" /><Relationship Type="http://schemas.openxmlformats.org/officeDocument/2006/relationships/image" Target="/ppt/media/image18.svg" Id="R0ea82a7d60ea43cb" /><Relationship Type="http://schemas.openxmlformats.org/officeDocument/2006/relationships/image" Target="/ppt/media/image18.png" Id="Ra420e2d087af4841" /><Relationship Type="http://schemas.openxmlformats.org/officeDocument/2006/relationships/image" Target="/ppt/media/image19.svg" Id="R3ada00324fde4412" /><Relationship Type="http://schemas.openxmlformats.org/officeDocument/2006/relationships/image" Target="/ppt/media/image19.png" Id="R791841f7b9df4279" /><Relationship Type="http://schemas.openxmlformats.org/officeDocument/2006/relationships/image" Target="/ppt/media/image20.svg" Id="R1467f7cb73ec4f2c" /><Relationship Type="http://schemas.openxmlformats.org/officeDocument/2006/relationships/image" Target="/ppt/media/image20.png" Id="Rcda42d68626f4fd4" /><Relationship Type="http://schemas.openxmlformats.org/officeDocument/2006/relationships/image" Target="/ppt/media/image21.svg" Id="R390e96f3f5224903" /><Relationship Type="http://schemas.openxmlformats.org/officeDocument/2006/relationships/image" Target="/ppt/media/image34.png" Id="R1fee1ef451a044e4" /><Relationship Type="http://schemas.openxmlformats.org/officeDocument/2006/relationships/image" Target="/ppt/media/image32.svg" Id="Rc5f54c6cae5e4305" /><Relationship Type="http://schemas.openxmlformats.org/officeDocument/2006/relationships/image" Target="/ppt/media/image35.png" Id="Ree962da681744e82" /><Relationship Type="http://schemas.openxmlformats.org/officeDocument/2006/relationships/image" Target="/ppt/media/image33.svg" Id="R2f0e592b3d104be5" /><Relationship Type="http://schemas.openxmlformats.org/officeDocument/2006/relationships/image" Target="/ppt/media/image23.png" Id="R0436b3ee543742b4" /><Relationship Type="http://schemas.openxmlformats.org/officeDocument/2006/relationships/image" Target="/ppt/media/image24.svg" Id="R59a07d02a21c4934" /><Relationship Type="http://schemas.openxmlformats.org/officeDocument/2006/relationships/image" Target="/ppt/media/image24.png" Id="R93c84c176aec47b2" /><Relationship Type="http://schemas.openxmlformats.org/officeDocument/2006/relationships/image" Target="/ppt/media/image25.svg" Id="R7ea507b2caf84730" /><Relationship Type="http://schemas.openxmlformats.org/officeDocument/2006/relationships/image" Target="/ppt/media/image25.png" Id="R02d912b35cda4b8f" /><Relationship Type="http://schemas.openxmlformats.org/officeDocument/2006/relationships/image" Target="/ppt/media/image26.svg" Id="Rd7adfbad173f4a11" /><Relationship Type="http://schemas.openxmlformats.org/officeDocument/2006/relationships/image" Target="/ppt/media/image26.png" Id="Ra1ae294fc4d849a2" /><Relationship Type="http://schemas.openxmlformats.org/officeDocument/2006/relationships/image" Target="/ppt/media/image27.svg" Id="Rbf91ebf80eb04ba2" /><Relationship Type="http://schemas.openxmlformats.org/officeDocument/2006/relationships/image" Target="/ppt/media/image27.png" Id="R467b9c8b418e4281" /><Relationship Type="http://schemas.openxmlformats.org/officeDocument/2006/relationships/image" Target="/ppt/media/image28.svg" Id="R3534162f3f9249e1" /><Relationship Type="http://schemas.openxmlformats.org/officeDocument/2006/relationships/image" Target="/ppt/media/image6.png" Id="Rc5cb7512b5ab4f6b" /><Relationship Type="http://schemas.openxmlformats.org/officeDocument/2006/relationships/image" Target="/ppt/media/image7.svg" Id="R3395944371e54fce" /><Relationship Type="http://schemas.openxmlformats.org/officeDocument/2006/relationships/notesSlide" Target="/ppt/notesSlides/notesSlide22.xml" Id="Rd182483da15d44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6d232566e4b94" /><Relationship Type="http://schemas.openxmlformats.org/officeDocument/2006/relationships/image" Target="/ppt/media/image14.png" Id="R9ba61c72b27542ff" /><Relationship Type="http://schemas.openxmlformats.org/officeDocument/2006/relationships/image" Target="/ppt/media/image15.svg" Id="R6bcb648dddaa489e" /><Relationship Type="http://schemas.openxmlformats.org/officeDocument/2006/relationships/image" Target="/ppt/media/image37.png" Id="R32360dbd0ece4fb7" /><Relationship Type="http://schemas.openxmlformats.org/officeDocument/2006/relationships/image" Target="/ppt/media/image35.svg" Id="Ra43c90e3cbdc4eba" /><Relationship Type="http://schemas.openxmlformats.org/officeDocument/2006/relationships/image" Target="/ppt/media/image16.png" Id="R9f9dca75d9504adf" /><Relationship Type="http://schemas.openxmlformats.org/officeDocument/2006/relationships/image" Target="/ppt/media/image17.svg" Id="R03fdf0390cdf4e4c" /><Relationship Type="http://schemas.openxmlformats.org/officeDocument/2006/relationships/image" Target="/ppt/media/image17.png" Id="R700f3babd96047ca" /><Relationship Type="http://schemas.openxmlformats.org/officeDocument/2006/relationships/image" Target="/ppt/media/image18.svg" Id="R5b04a451a4f74335" /><Relationship Type="http://schemas.openxmlformats.org/officeDocument/2006/relationships/image" Target="/ppt/media/image18.png" Id="R344a424de99346fa" /><Relationship Type="http://schemas.openxmlformats.org/officeDocument/2006/relationships/image" Target="/ppt/media/image19.svg" Id="R07a56feab06e4926" /><Relationship Type="http://schemas.openxmlformats.org/officeDocument/2006/relationships/image" Target="/ppt/media/image38.png" Id="Rdf8cbffbc0c04b25" /><Relationship Type="http://schemas.openxmlformats.org/officeDocument/2006/relationships/image" Target="/ppt/media/image36.svg" Id="R5076875590fb43ee" /><Relationship Type="http://schemas.openxmlformats.org/officeDocument/2006/relationships/image" Target="/ppt/media/image39.png" Id="R85d978e375d342be" /><Relationship Type="http://schemas.openxmlformats.org/officeDocument/2006/relationships/image" Target="/ppt/media/image37.svg" Id="Rcceed4901d8f48cf" /><Relationship Type="http://schemas.openxmlformats.org/officeDocument/2006/relationships/image" Target="/ppt/media/image21.png" Id="Ra60ff4b848d74c09" /><Relationship Type="http://schemas.openxmlformats.org/officeDocument/2006/relationships/image" Target="/ppt/media/image22.svg" Id="R0f8f2938b428459a" /><Relationship Type="http://schemas.openxmlformats.org/officeDocument/2006/relationships/image" Target="/ppt/media/image22.png" Id="R060c61a393584a6c" /><Relationship Type="http://schemas.openxmlformats.org/officeDocument/2006/relationships/image" Target="/ppt/media/image23.svg" Id="Rb91bd572c65d4023" /><Relationship Type="http://schemas.openxmlformats.org/officeDocument/2006/relationships/image" Target="/ppt/media/image23.png" Id="R381411f21f074182" /><Relationship Type="http://schemas.openxmlformats.org/officeDocument/2006/relationships/image" Target="/ppt/media/image24.svg" Id="R304c94802cce4b63" /><Relationship Type="http://schemas.openxmlformats.org/officeDocument/2006/relationships/image" Target="/ppt/media/image24.png" Id="R82225dc5c8394573" /><Relationship Type="http://schemas.openxmlformats.org/officeDocument/2006/relationships/image" Target="/ppt/media/image25.svg" Id="R2d1036df27c246a8" /><Relationship Type="http://schemas.openxmlformats.org/officeDocument/2006/relationships/image" Target="/ppt/media/image25.png" Id="Rbf319163af0c42f0" /><Relationship Type="http://schemas.openxmlformats.org/officeDocument/2006/relationships/image" Target="/ppt/media/image26.svg" Id="Rf48810dc4f8b4a55" /><Relationship Type="http://schemas.openxmlformats.org/officeDocument/2006/relationships/image" Target="/ppt/media/image40.png" Id="R7d3cd751316446bd" /><Relationship Type="http://schemas.openxmlformats.org/officeDocument/2006/relationships/image" Target="/ppt/media/image38.svg" Id="Rbac660f6f8014f2e" /><Relationship Type="http://schemas.openxmlformats.org/officeDocument/2006/relationships/image" Target="/ppt/media/image27.png" Id="Rd937486e1c234906" /><Relationship Type="http://schemas.openxmlformats.org/officeDocument/2006/relationships/image" Target="/ppt/media/image28.svg" Id="R2151be3f52dc4af0" /><Relationship Type="http://schemas.openxmlformats.org/officeDocument/2006/relationships/image" Target="/ppt/media/image6.png" Id="R9c40ae4896024495" /><Relationship Type="http://schemas.openxmlformats.org/officeDocument/2006/relationships/image" Target="/ppt/media/image7.svg" Id="R5c7cfb43ccc74d0a" /><Relationship Type="http://schemas.openxmlformats.org/officeDocument/2006/relationships/notesSlide" Target="/ppt/notesSlides/notesSlide23.xml" Id="R5026de2741c0427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1c5949addb49e3" /><Relationship Type="http://schemas.openxmlformats.org/officeDocument/2006/relationships/image" Target="/ppt/media/image14.png" Id="Rd3ca09d5ff59455f" /><Relationship Type="http://schemas.openxmlformats.org/officeDocument/2006/relationships/image" Target="/ppt/media/image15.svg" Id="R0b0b16b96e48434f" /><Relationship Type="http://schemas.openxmlformats.org/officeDocument/2006/relationships/image" Target="/ppt/media/image15.png" Id="R2e0ecf4c76d54ebc" /><Relationship Type="http://schemas.openxmlformats.org/officeDocument/2006/relationships/image" Target="/ppt/media/image16.svg" Id="R884086a947394d74" /><Relationship Type="http://schemas.openxmlformats.org/officeDocument/2006/relationships/image" Target="/ppt/media/image16.png" Id="Rb74d650505de4185" /><Relationship Type="http://schemas.openxmlformats.org/officeDocument/2006/relationships/image" Target="/ppt/media/image17.svg" Id="R4f87c202e6e046d8" /><Relationship Type="http://schemas.openxmlformats.org/officeDocument/2006/relationships/image" Target="/ppt/media/image17.png" Id="R17e59033f50745e9" /><Relationship Type="http://schemas.openxmlformats.org/officeDocument/2006/relationships/image" Target="/ppt/media/image18.svg" Id="Ra7d4b0ee21e142da" /><Relationship Type="http://schemas.openxmlformats.org/officeDocument/2006/relationships/image" Target="/ppt/media/image18.png" Id="Rc58acbc723f74303" /><Relationship Type="http://schemas.openxmlformats.org/officeDocument/2006/relationships/image" Target="/ppt/media/image19.svg" Id="R8f6e6007f329483f" /><Relationship Type="http://schemas.openxmlformats.org/officeDocument/2006/relationships/image" Target="/ppt/media/image19.png" Id="R80fbf296668d47ec" /><Relationship Type="http://schemas.openxmlformats.org/officeDocument/2006/relationships/image" Target="/ppt/media/image20.svg" Id="R3467187b6a474b14" /><Relationship Type="http://schemas.openxmlformats.org/officeDocument/2006/relationships/image" Target="/ppt/media/image20.png" Id="Rbf24f86330f84ca6" /><Relationship Type="http://schemas.openxmlformats.org/officeDocument/2006/relationships/image" Target="/ppt/media/image21.svg" Id="Rfe7308c7cf3548da" /><Relationship Type="http://schemas.openxmlformats.org/officeDocument/2006/relationships/image" Target="/ppt/media/image34.png" Id="Rc8dc0bcc7dc24318" /><Relationship Type="http://schemas.openxmlformats.org/officeDocument/2006/relationships/image" Target="/ppt/media/image32.svg" Id="Re9696687b9b9400e" /><Relationship Type="http://schemas.openxmlformats.org/officeDocument/2006/relationships/image" Target="/ppt/media/image35.png" Id="R63d3db6b2dc64f18" /><Relationship Type="http://schemas.openxmlformats.org/officeDocument/2006/relationships/image" Target="/ppt/media/image33.svg" Id="R84a8f05e4bcc4588" /><Relationship Type="http://schemas.openxmlformats.org/officeDocument/2006/relationships/image" Target="/ppt/media/image23.png" Id="R6ae4b04a83ac4275" /><Relationship Type="http://schemas.openxmlformats.org/officeDocument/2006/relationships/image" Target="/ppt/media/image24.svg" Id="R5d3e7f58f52b4293" /><Relationship Type="http://schemas.openxmlformats.org/officeDocument/2006/relationships/image" Target="/ppt/media/image24.png" Id="R897d7fadff7c406b" /><Relationship Type="http://schemas.openxmlformats.org/officeDocument/2006/relationships/image" Target="/ppt/media/image25.svg" Id="R6388177fb7804b51" /><Relationship Type="http://schemas.openxmlformats.org/officeDocument/2006/relationships/image" Target="/ppt/media/image25.png" Id="Rc83760314fb14752" /><Relationship Type="http://schemas.openxmlformats.org/officeDocument/2006/relationships/image" Target="/ppt/media/image26.svg" Id="Rb499b90bb45540eb" /><Relationship Type="http://schemas.openxmlformats.org/officeDocument/2006/relationships/image" Target="/ppt/media/image26.png" Id="R2381137da6c040c1" /><Relationship Type="http://schemas.openxmlformats.org/officeDocument/2006/relationships/image" Target="/ppt/media/image27.svg" Id="R2c3945715aba4dbd" /><Relationship Type="http://schemas.openxmlformats.org/officeDocument/2006/relationships/image" Target="/ppt/media/image27.png" Id="Rb5821130e427405a" /><Relationship Type="http://schemas.openxmlformats.org/officeDocument/2006/relationships/image" Target="/ppt/media/image28.svg" Id="R6a9f175b930a4b11" /><Relationship Type="http://schemas.openxmlformats.org/officeDocument/2006/relationships/image" Target="/ppt/media/image6.png" Id="Rfb5d9e91844b4813" /><Relationship Type="http://schemas.openxmlformats.org/officeDocument/2006/relationships/image" Target="/ppt/media/image7.svg" Id="Ree510ccec71c4e5d" /><Relationship Type="http://schemas.openxmlformats.org/officeDocument/2006/relationships/notesSlide" Target="/ppt/notesSlides/notesSlide24.xml" Id="Rf26248f72b514ff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d1befcc084e66" /><Relationship Type="http://schemas.openxmlformats.org/officeDocument/2006/relationships/image" Target="/ppt/media/image14.png" Id="R714f38fd79f341a6" /><Relationship Type="http://schemas.openxmlformats.org/officeDocument/2006/relationships/image" Target="/ppt/media/image15.svg" Id="R8a4ec97100e74dea" /><Relationship Type="http://schemas.openxmlformats.org/officeDocument/2006/relationships/image" Target="/ppt/media/image37.png" Id="Rf5de7a0cba064ae3" /><Relationship Type="http://schemas.openxmlformats.org/officeDocument/2006/relationships/image" Target="/ppt/media/image35.svg" Id="R4c660e47f56949ac" /><Relationship Type="http://schemas.openxmlformats.org/officeDocument/2006/relationships/image" Target="/ppt/media/image16.png" Id="Ra66e5a92c21d4e0c" /><Relationship Type="http://schemas.openxmlformats.org/officeDocument/2006/relationships/image" Target="/ppt/media/image17.svg" Id="R9aa241519e7e48d7" /><Relationship Type="http://schemas.openxmlformats.org/officeDocument/2006/relationships/image" Target="/ppt/media/image17.png" Id="R117a52a4b1ae4b26" /><Relationship Type="http://schemas.openxmlformats.org/officeDocument/2006/relationships/image" Target="/ppt/media/image18.svg" Id="R701bf2264d9b4246" /><Relationship Type="http://schemas.openxmlformats.org/officeDocument/2006/relationships/image" Target="/ppt/media/image18.png" Id="R546a38bde70c4b50" /><Relationship Type="http://schemas.openxmlformats.org/officeDocument/2006/relationships/image" Target="/ppt/media/image19.svg" Id="Rbfa5e07e0a15486f" /><Relationship Type="http://schemas.openxmlformats.org/officeDocument/2006/relationships/image" Target="/ppt/media/image38.png" Id="Raef1c3e55469441a" /><Relationship Type="http://schemas.openxmlformats.org/officeDocument/2006/relationships/image" Target="/ppt/media/image36.svg" Id="R9f66392a41da4d81" /><Relationship Type="http://schemas.openxmlformats.org/officeDocument/2006/relationships/image" Target="/ppt/media/image39.png" Id="R07d8cfb53f5f400a" /><Relationship Type="http://schemas.openxmlformats.org/officeDocument/2006/relationships/image" Target="/ppt/media/image37.svg" Id="Rbadf64a039234104" /><Relationship Type="http://schemas.openxmlformats.org/officeDocument/2006/relationships/image" Target="/ppt/media/image21.png" Id="R12f40b5bf8044214" /><Relationship Type="http://schemas.openxmlformats.org/officeDocument/2006/relationships/image" Target="/ppt/media/image22.svg" Id="Rb407cb48dd97401c" /><Relationship Type="http://schemas.openxmlformats.org/officeDocument/2006/relationships/image" Target="/ppt/media/image22.png" Id="R1c83a70bc4834e3d" /><Relationship Type="http://schemas.openxmlformats.org/officeDocument/2006/relationships/image" Target="/ppt/media/image23.svg" Id="Radc3b37ebe8d443d" /><Relationship Type="http://schemas.openxmlformats.org/officeDocument/2006/relationships/image" Target="/ppt/media/image23.png" Id="R65156df3fabf4f00" /><Relationship Type="http://schemas.openxmlformats.org/officeDocument/2006/relationships/image" Target="/ppt/media/image24.svg" Id="Rfa4ab5e47d0640dc" /><Relationship Type="http://schemas.openxmlformats.org/officeDocument/2006/relationships/image" Target="/ppt/media/image24.png" Id="R3d8efd7b60a44f22" /><Relationship Type="http://schemas.openxmlformats.org/officeDocument/2006/relationships/image" Target="/ppt/media/image25.svg" Id="R6146737c6845450b" /><Relationship Type="http://schemas.openxmlformats.org/officeDocument/2006/relationships/image" Target="/ppt/media/image25.png" Id="Rafffffb3da67499e" /><Relationship Type="http://schemas.openxmlformats.org/officeDocument/2006/relationships/image" Target="/ppt/media/image26.svg" Id="Rdf580d84ef3c4824" /><Relationship Type="http://schemas.openxmlformats.org/officeDocument/2006/relationships/image" Target="/ppt/media/image40.png" Id="Re2bdc28dbf9b4fed" /><Relationship Type="http://schemas.openxmlformats.org/officeDocument/2006/relationships/image" Target="/ppt/media/image38.svg" Id="Ra9c45e0cfa1b48dc" /><Relationship Type="http://schemas.openxmlformats.org/officeDocument/2006/relationships/image" Target="/ppt/media/image27.png" Id="R370c9ade0ef64779" /><Relationship Type="http://schemas.openxmlformats.org/officeDocument/2006/relationships/image" Target="/ppt/media/image28.svg" Id="Rea2cc7b414d744e5" /><Relationship Type="http://schemas.openxmlformats.org/officeDocument/2006/relationships/image" Target="/ppt/media/image6.png" Id="Rd7ccc96e2144475a" /><Relationship Type="http://schemas.openxmlformats.org/officeDocument/2006/relationships/image" Target="/ppt/media/image7.svg" Id="R6397336068264fde" /><Relationship Type="http://schemas.openxmlformats.org/officeDocument/2006/relationships/notesSlide" Target="/ppt/notesSlides/notesSlide25.xml" Id="R8ed18af840a04a6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0d0ec2890d4423" /><Relationship Type="http://schemas.openxmlformats.org/officeDocument/2006/relationships/image" Target="/ppt/media/image14.png" Id="Reab7e6a8c8f34b9e" /><Relationship Type="http://schemas.openxmlformats.org/officeDocument/2006/relationships/image" Target="/ppt/media/image15.svg" Id="Rc3a3f130817349ce" /><Relationship Type="http://schemas.openxmlformats.org/officeDocument/2006/relationships/image" Target="/ppt/media/image15.png" Id="Rdc90537c21ce4181" /><Relationship Type="http://schemas.openxmlformats.org/officeDocument/2006/relationships/image" Target="/ppt/media/image16.svg" Id="Rf06c6616eaa7410e" /><Relationship Type="http://schemas.openxmlformats.org/officeDocument/2006/relationships/image" Target="/ppt/media/image16.png" Id="Rdebb6661afce49ec" /><Relationship Type="http://schemas.openxmlformats.org/officeDocument/2006/relationships/image" Target="/ppt/media/image17.svg" Id="R4575b4645bd34f4c" /><Relationship Type="http://schemas.openxmlformats.org/officeDocument/2006/relationships/image" Target="/ppt/media/image17.png" Id="Rf8b1146040794fe2" /><Relationship Type="http://schemas.openxmlformats.org/officeDocument/2006/relationships/image" Target="/ppt/media/image18.svg" Id="Rea12f9e1766c42b1" /><Relationship Type="http://schemas.openxmlformats.org/officeDocument/2006/relationships/image" Target="/ppt/media/image18.png" Id="R451e37db525e4d14" /><Relationship Type="http://schemas.openxmlformats.org/officeDocument/2006/relationships/image" Target="/ppt/media/image19.svg" Id="R86300bbb8fd74858" /><Relationship Type="http://schemas.openxmlformats.org/officeDocument/2006/relationships/image" Target="/ppt/media/image19.png" Id="Ra273ad0053574984" /><Relationship Type="http://schemas.openxmlformats.org/officeDocument/2006/relationships/image" Target="/ppt/media/image20.svg" Id="R43213a4c11e44c79" /><Relationship Type="http://schemas.openxmlformats.org/officeDocument/2006/relationships/image" Target="/ppt/media/image20.png" Id="R9dfc02a6ebf642b0" /><Relationship Type="http://schemas.openxmlformats.org/officeDocument/2006/relationships/image" Target="/ppt/media/image21.svg" Id="Rcf39a592e0f946e1" /><Relationship Type="http://schemas.openxmlformats.org/officeDocument/2006/relationships/image" Target="/ppt/media/image21.png" Id="R6f8bb4ee00d94c79" /><Relationship Type="http://schemas.openxmlformats.org/officeDocument/2006/relationships/image" Target="/ppt/media/image22.svg" Id="Rbf43ea78dd724e6d" /><Relationship Type="http://schemas.openxmlformats.org/officeDocument/2006/relationships/image" Target="/ppt/media/image22.png" Id="R901c12b990384161" /><Relationship Type="http://schemas.openxmlformats.org/officeDocument/2006/relationships/image" Target="/ppt/media/image23.svg" Id="Rc040cc5d26a44ac2" /><Relationship Type="http://schemas.openxmlformats.org/officeDocument/2006/relationships/image" Target="/ppt/media/image23.png" Id="Rd17115f64e3a4c39" /><Relationship Type="http://schemas.openxmlformats.org/officeDocument/2006/relationships/image" Target="/ppt/media/image24.svg" Id="Rfa34139a96174131" /><Relationship Type="http://schemas.openxmlformats.org/officeDocument/2006/relationships/image" Target="/ppt/media/image24.png" Id="Rc7195f6a664049a9" /><Relationship Type="http://schemas.openxmlformats.org/officeDocument/2006/relationships/image" Target="/ppt/media/image25.svg" Id="R47362f0b0b1f4c1b" /><Relationship Type="http://schemas.openxmlformats.org/officeDocument/2006/relationships/image" Target="/ppt/media/image25.png" Id="Rf47009da0c59436b" /><Relationship Type="http://schemas.openxmlformats.org/officeDocument/2006/relationships/image" Target="/ppt/media/image26.svg" Id="Rb9bda19e938c4821" /><Relationship Type="http://schemas.openxmlformats.org/officeDocument/2006/relationships/image" Target="/ppt/media/image26.png" Id="R0971c245668b4a52" /><Relationship Type="http://schemas.openxmlformats.org/officeDocument/2006/relationships/image" Target="/ppt/media/image27.svg" Id="R12f58aa651f04c84" /><Relationship Type="http://schemas.openxmlformats.org/officeDocument/2006/relationships/image" Target="/ppt/media/image27.png" Id="Ra120085aa8114b19" /><Relationship Type="http://schemas.openxmlformats.org/officeDocument/2006/relationships/image" Target="/ppt/media/image28.svg" Id="Rf436c7a3773d469d" /><Relationship Type="http://schemas.openxmlformats.org/officeDocument/2006/relationships/image" Target="/ppt/media/image6.png" Id="Rbc8dd81a23104941" /><Relationship Type="http://schemas.openxmlformats.org/officeDocument/2006/relationships/image" Target="/ppt/media/image7.svg" Id="R1f40488083fe46ed" /><Relationship Type="http://schemas.openxmlformats.org/officeDocument/2006/relationships/notesSlide" Target="/ppt/notesSlides/notesSlide26.xml" Id="R128f59171d634c8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41ecee2e94a3c" /><Relationship Type="http://schemas.openxmlformats.org/officeDocument/2006/relationships/notesSlide" Target="/ppt/notesSlides/notesSlide27.xml" Id="Rb96f939c08624b0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f82ab5f99a4f61" /><Relationship Type="http://schemas.openxmlformats.org/officeDocument/2006/relationships/image" Target="/ppt/media/image14.png" Id="R429ef0e6d0d444c2" /><Relationship Type="http://schemas.openxmlformats.org/officeDocument/2006/relationships/image" Target="/ppt/media/image15.svg" Id="R12ab80b47f4d4d4f" /><Relationship Type="http://schemas.openxmlformats.org/officeDocument/2006/relationships/image" Target="/ppt/media/image15.png" Id="R808e324501f54bb2" /><Relationship Type="http://schemas.openxmlformats.org/officeDocument/2006/relationships/image" Target="/ppt/media/image16.svg" Id="R69b8db2d0d9e41a1" /><Relationship Type="http://schemas.openxmlformats.org/officeDocument/2006/relationships/image" Target="/ppt/media/image16.png" Id="R186278cccf83428e" /><Relationship Type="http://schemas.openxmlformats.org/officeDocument/2006/relationships/image" Target="/ppt/media/image17.svg" Id="R30dff94a8db64a01" /><Relationship Type="http://schemas.openxmlformats.org/officeDocument/2006/relationships/image" Target="/ppt/media/image17.png" Id="Rcfaa7fe86c3d42de" /><Relationship Type="http://schemas.openxmlformats.org/officeDocument/2006/relationships/image" Target="/ppt/media/image18.svg" Id="R563b67a0f8a641e9" /><Relationship Type="http://schemas.openxmlformats.org/officeDocument/2006/relationships/image" Target="/ppt/media/image18.png" Id="R81abe32c10df4781" /><Relationship Type="http://schemas.openxmlformats.org/officeDocument/2006/relationships/image" Target="/ppt/media/image19.svg" Id="R4b62b7a8c57345a3" /><Relationship Type="http://schemas.openxmlformats.org/officeDocument/2006/relationships/image" Target="/ppt/media/image19.png" Id="R2671b08a8da34d92" /><Relationship Type="http://schemas.openxmlformats.org/officeDocument/2006/relationships/image" Target="/ppt/media/image20.svg" Id="R1e032e76f7124c78" /><Relationship Type="http://schemas.openxmlformats.org/officeDocument/2006/relationships/image" Target="/ppt/media/image20.png" Id="Rf37cf4a9a017410b" /><Relationship Type="http://schemas.openxmlformats.org/officeDocument/2006/relationships/image" Target="/ppt/media/image21.svg" Id="Rf5a6f2bc00504bfa" /><Relationship Type="http://schemas.openxmlformats.org/officeDocument/2006/relationships/image" Target="/ppt/media/image34.png" Id="Rf5c28bbbc0334c94" /><Relationship Type="http://schemas.openxmlformats.org/officeDocument/2006/relationships/image" Target="/ppt/media/image32.svg" Id="R56bc0ed10c0640cb" /><Relationship Type="http://schemas.openxmlformats.org/officeDocument/2006/relationships/image" Target="/ppt/media/image35.png" Id="R123849c5d2ea4a12" /><Relationship Type="http://schemas.openxmlformats.org/officeDocument/2006/relationships/image" Target="/ppt/media/image33.svg" Id="Ra019bb26667b456d" /><Relationship Type="http://schemas.openxmlformats.org/officeDocument/2006/relationships/image" Target="/ppt/media/image23.png" Id="R2262dcbdfe524fdf" /><Relationship Type="http://schemas.openxmlformats.org/officeDocument/2006/relationships/image" Target="/ppt/media/image24.svg" Id="Rccbe7493dfbe4b8e" /><Relationship Type="http://schemas.openxmlformats.org/officeDocument/2006/relationships/image" Target="/ppt/media/image24.png" Id="Rb8d91fd91feb4b87" /><Relationship Type="http://schemas.openxmlformats.org/officeDocument/2006/relationships/image" Target="/ppt/media/image25.svg" Id="R3af0269be367482d" /><Relationship Type="http://schemas.openxmlformats.org/officeDocument/2006/relationships/image" Target="/ppt/media/image25.png" Id="R04c4cb13d8744551" /><Relationship Type="http://schemas.openxmlformats.org/officeDocument/2006/relationships/image" Target="/ppt/media/image26.svg" Id="R722f405963f045e1" /><Relationship Type="http://schemas.openxmlformats.org/officeDocument/2006/relationships/image" Target="/ppt/media/image26.png" Id="R9a3ac7439d3b41d1" /><Relationship Type="http://schemas.openxmlformats.org/officeDocument/2006/relationships/image" Target="/ppt/media/image27.svg" Id="R095ef993a95c4d9c" /><Relationship Type="http://schemas.openxmlformats.org/officeDocument/2006/relationships/image" Target="/ppt/media/image27.png" Id="R3d58b616017442eb" /><Relationship Type="http://schemas.openxmlformats.org/officeDocument/2006/relationships/image" Target="/ppt/media/image28.svg" Id="R9a4439e92f55449d" /><Relationship Type="http://schemas.openxmlformats.org/officeDocument/2006/relationships/image" Target="/ppt/media/image6.png" Id="R3e2547adaabd4d1b" /><Relationship Type="http://schemas.openxmlformats.org/officeDocument/2006/relationships/image" Target="/ppt/media/image7.svg" Id="Re605f1b9e7cd4fdd" /><Relationship Type="http://schemas.openxmlformats.org/officeDocument/2006/relationships/notesSlide" Target="/ppt/notesSlides/notesSlide28.xml" Id="R64e6524f7ddd489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8b2f5b9ae4b1d" /><Relationship Type="http://schemas.openxmlformats.org/officeDocument/2006/relationships/image" Target="/ppt/media/image14.png" Id="Rc5f129b8e8024c45" /><Relationship Type="http://schemas.openxmlformats.org/officeDocument/2006/relationships/image" Target="/ppt/media/image15.svg" Id="Rddc79759191b435d" /><Relationship Type="http://schemas.openxmlformats.org/officeDocument/2006/relationships/image" Target="/ppt/media/image17.png" Id="Rf06d147bcc024352" /><Relationship Type="http://schemas.openxmlformats.org/officeDocument/2006/relationships/image" Target="/ppt/media/image15.png" Id="R5548d95382514a53" /><Relationship Type="http://schemas.openxmlformats.org/officeDocument/2006/relationships/image" Target="/ppt/media/image16.svg" Id="Rf1463f7049c144d5" /><Relationship Type="http://schemas.openxmlformats.org/officeDocument/2006/relationships/image" Target="/ppt/media/image16.png" Id="Rc50d64710b3a4b20" /><Relationship Type="http://schemas.openxmlformats.org/officeDocument/2006/relationships/image" Target="/ppt/media/image17.svg" Id="R00263382fdba461e" /><Relationship Type="http://schemas.openxmlformats.org/officeDocument/2006/relationships/image" Target="/ppt/media/image18.svg" Id="Rb56e5713694b4fe7" /><Relationship Type="http://schemas.openxmlformats.org/officeDocument/2006/relationships/image" Target="/ppt/media/image18.png" Id="R7b264491d92b4f1c" /><Relationship Type="http://schemas.openxmlformats.org/officeDocument/2006/relationships/image" Target="/ppt/media/image19.svg" Id="R8e2ec1c3e3544ffc" /><Relationship Type="http://schemas.openxmlformats.org/officeDocument/2006/relationships/image" Target="/ppt/media/image19.png" Id="R0eb6cd56c863440c" /><Relationship Type="http://schemas.openxmlformats.org/officeDocument/2006/relationships/image" Target="/ppt/media/image20.svg" Id="Re71cbffc5b9d44d2" /><Relationship Type="http://schemas.openxmlformats.org/officeDocument/2006/relationships/image" Target="/ppt/media/image20.png" Id="R8d088fac473d44ed" /><Relationship Type="http://schemas.openxmlformats.org/officeDocument/2006/relationships/image" Target="/ppt/media/image21.svg" Id="R7f225ba6b9384be0" /><Relationship Type="http://schemas.openxmlformats.org/officeDocument/2006/relationships/image" Target="/ppt/media/image21.png" Id="R0e8479b325f04a73" /><Relationship Type="http://schemas.openxmlformats.org/officeDocument/2006/relationships/image" Target="/ppt/media/image22.svg" Id="Rb0e05097d18b48c0" /><Relationship Type="http://schemas.openxmlformats.org/officeDocument/2006/relationships/image" Target="/ppt/media/image22.png" Id="R2b95dab3a4874b20" /><Relationship Type="http://schemas.openxmlformats.org/officeDocument/2006/relationships/image" Target="/ppt/media/image23.svg" Id="Rf054bef465b042ea" /><Relationship Type="http://schemas.openxmlformats.org/officeDocument/2006/relationships/image" Target="/ppt/media/image23.png" Id="R44092808552e40da" /><Relationship Type="http://schemas.openxmlformats.org/officeDocument/2006/relationships/image" Target="/ppt/media/image24.svg" Id="R179fb9fba02b4654" /><Relationship Type="http://schemas.openxmlformats.org/officeDocument/2006/relationships/image" Target="/ppt/media/image24.png" Id="Rfade91042e8e4a40" /><Relationship Type="http://schemas.openxmlformats.org/officeDocument/2006/relationships/image" Target="/ppt/media/image25.svg" Id="Rcba1606f2b64467e" /><Relationship Type="http://schemas.openxmlformats.org/officeDocument/2006/relationships/image" Target="/ppt/media/image25.png" Id="R2a33b60a5d414107" /><Relationship Type="http://schemas.openxmlformats.org/officeDocument/2006/relationships/image" Target="/ppt/media/image26.svg" Id="R85b2250763974a13" /><Relationship Type="http://schemas.openxmlformats.org/officeDocument/2006/relationships/image" Target="/ppt/media/image26.png" Id="Rba11545fe45149c3" /><Relationship Type="http://schemas.openxmlformats.org/officeDocument/2006/relationships/image" Target="/ppt/media/image27.svg" Id="R4e4445a8bc784cd2" /><Relationship Type="http://schemas.openxmlformats.org/officeDocument/2006/relationships/image" Target="/ppt/media/image27.png" Id="R1ee3ac974734459b" /><Relationship Type="http://schemas.openxmlformats.org/officeDocument/2006/relationships/image" Target="/ppt/media/image28.svg" Id="Ra36ae57d27e14d3b" /><Relationship Type="http://schemas.openxmlformats.org/officeDocument/2006/relationships/image" Target="/ppt/media/image6.png" Id="Rc356348700044dc4" /><Relationship Type="http://schemas.openxmlformats.org/officeDocument/2006/relationships/image" Target="/ppt/media/image7.svg" Id="Rb864e0b38ae941f7" /><Relationship Type="http://schemas.openxmlformats.org/officeDocument/2006/relationships/image" Target="/ppt/media/image.jpeg" Id="R26d11fa3a87e408c" /><Relationship Type="http://schemas.openxmlformats.org/officeDocument/2006/relationships/notesSlide" Target="/ppt/notesSlides/notesSlide29.xml" Id="Rfba2709439c047f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49747c972440cd" /><Relationship Type="http://schemas.openxmlformats.org/officeDocument/2006/relationships/image" Target="/ppt/media/image14.png" Id="Re515c865145f4ae6" /><Relationship Type="http://schemas.openxmlformats.org/officeDocument/2006/relationships/image" Target="/ppt/media/image15.svg" Id="Rb577db90cba6422d" /><Relationship Type="http://schemas.openxmlformats.org/officeDocument/2006/relationships/image" Target="/ppt/media/image15.png" Id="Rb39330a6882e46c4" /><Relationship Type="http://schemas.openxmlformats.org/officeDocument/2006/relationships/image" Target="/ppt/media/image16.svg" Id="Ra2a9f9525ac144f2" /><Relationship Type="http://schemas.openxmlformats.org/officeDocument/2006/relationships/image" Target="/ppt/media/image16.png" Id="Rb0c96ce51d95412c" /><Relationship Type="http://schemas.openxmlformats.org/officeDocument/2006/relationships/image" Target="/ppt/media/image17.svg" Id="Rfcbbea16d5eb4821" /><Relationship Type="http://schemas.openxmlformats.org/officeDocument/2006/relationships/image" Target="/ppt/media/image17.png" Id="R4fded30c7b054445" /><Relationship Type="http://schemas.openxmlformats.org/officeDocument/2006/relationships/image" Target="/ppt/media/image18.svg" Id="R5bb4fd5dcd074685" /><Relationship Type="http://schemas.openxmlformats.org/officeDocument/2006/relationships/image" Target="/ppt/media/image18.png" Id="Rba340506a9e34680" /><Relationship Type="http://schemas.openxmlformats.org/officeDocument/2006/relationships/image" Target="/ppt/media/image19.svg" Id="R1682ee68c0b54ea5" /><Relationship Type="http://schemas.openxmlformats.org/officeDocument/2006/relationships/image" Target="/ppt/media/image19.png" Id="R596dd01d502944ef" /><Relationship Type="http://schemas.openxmlformats.org/officeDocument/2006/relationships/image" Target="/ppt/media/image20.svg" Id="Re6fcb2867fcc4c26" /><Relationship Type="http://schemas.openxmlformats.org/officeDocument/2006/relationships/image" Target="/ppt/media/image20.png" Id="R2eece45ae82d464e" /><Relationship Type="http://schemas.openxmlformats.org/officeDocument/2006/relationships/image" Target="/ppt/media/image21.svg" Id="Rbb4e225e8a864f5b" /><Relationship Type="http://schemas.openxmlformats.org/officeDocument/2006/relationships/image" Target="/ppt/media/image34.png" Id="Rba5901e37d1f45dc" /><Relationship Type="http://schemas.openxmlformats.org/officeDocument/2006/relationships/image" Target="/ppt/media/image32.svg" Id="Ra50c413f436544a3" /><Relationship Type="http://schemas.openxmlformats.org/officeDocument/2006/relationships/image" Target="/ppt/media/image35.png" Id="R6d4c26371a304584" /><Relationship Type="http://schemas.openxmlformats.org/officeDocument/2006/relationships/image" Target="/ppt/media/image33.svg" Id="R947b81a3c9164ddd" /><Relationship Type="http://schemas.openxmlformats.org/officeDocument/2006/relationships/image" Target="/ppt/media/image23.png" Id="R2cbf2d519c174220" /><Relationship Type="http://schemas.openxmlformats.org/officeDocument/2006/relationships/image" Target="/ppt/media/image24.svg" Id="Rd11d65e3079c48f5" /><Relationship Type="http://schemas.openxmlformats.org/officeDocument/2006/relationships/image" Target="/ppt/media/image24.png" Id="R164e636dd4ba4dbb" /><Relationship Type="http://schemas.openxmlformats.org/officeDocument/2006/relationships/image" Target="/ppt/media/image25.svg" Id="R25c870f736404510" /><Relationship Type="http://schemas.openxmlformats.org/officeDocument/2006/relationships/image" Target="/ppt/media/image25.png" Id="R7fd4f37c1ab1405c" /><Relationship Type="http://schemas.openxmlformats.org/officeDocument/2006/relationships/image" Target="/ppt/media/image26.svg" Id="R7dfadab76ef84578" /><Relationship Type="http://schemas.openxmlformats.org/officeDocument/2006/relationships/image" Target="/ppt/media/image26.png" Id="R398c07da80124375" /><Relationship Type="http://schemas.openxmlformats.org/officeDocument/2006/relationships/image" Target="/ppt/media/image27.svg" Id="Re7f8b1a261c94eba" /><Relationship Type="http://schemas.openxmlformats.org/officeDocument/2006/relationships/image" Target="/ppt/media/image27.png" Id="R7fdb83b1beac4df4" /><Relationship Type="http://schemas.openxmlformats.org/officeDocument/2006/relationships/image" Target="/ppt/media/image28.svg" Id="R770d697eee9a46dd" /><Relationship Type="http://schemas.openxmlformats.org/officeDocument/2006/relationships/image" Target="/ppt/media/image6.png" Id="R5769a29b2ac7468c" /><Relationship Type="http://schemas.openxmlformats.org/officeDocument/2006/relationships/image" Target="/ppt/media/image7.svg" Id="Raa41a1a8cb66496c" /><Relationship Type="http://schemas.openxmlformats.org/officeDocument/2006/relationships/notesSlide" Target="/ppt/notesSlides/notesSlide30.xml" Id="R73977c4d4e0442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LESSON_NUMBER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3F454F"/>
                </a:solidFill>
              </a:rPr>
              <a:t>Урок 1.4</a:t>
            </a:r>
          </a:p>
        </p:txBody>
      </p:sp>
      <p:sp>
        <p:nvSpPr>
          <p:cNvPr id="2101" name="LESSON_TITLE">
            <a:extLst xmlns:a="http://schemas.openxmlformats.org/drawingml/2006/main">
              <a:ext uri="{FF2B5EF4-FFF2-40B4-BE49-F238E27FC236}">
                <a16:creationId xmlns:a16="http://schemas.microsoft.com/office/drawing/2014/main" id="{9139D206-85DC-4D9D-97DA-3FD895BE0D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41202" y="3298835"/>
            <a:ext cx="4701600" cy="10614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8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АВТОРИТЕТ МАСТЕРА</a:t>
            </a:r>
            <a:endParaRPr sz="4800">
              <a:solidFill>
                <a:srgbClr val="DE4A42"/>
              </a:solidFill>
              <a:latin typeface="Bahnschrift SemiBold Condensed"/>
              <a:ea typeface="Bahnschrift SemiBold Condensed"/>
              <a:cs typeface="Bahnschrift SemiBold Condensed"/>
            </a:endParaRPr>
          </a:p>
        </p:txBody>
      </p:sp>
      <p:pic>
        <p:nvPicPr>
          <p:cNvPr id="2118" name="!!gear-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1bf87bc584a8c">
            <a:extLst>
              <a:ext uri="{96DAC541-7B7A-43D3-8B79-37D633B846F1}">
                <asvg:svgBlip xmlns:asvg="http://schemas.microsoft.com/office/drawing/2016/SVG/main" r:embed="Rf9dc816125c34f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980000">
            <a:off x="-2657475" y="-2505075"/>
            <a:ext cx="3000375" cy="3000375"/>
          </a:xfrm>
          <a:prstGeom xmlns:a="http://schemas.openxmlformats.org/drawingml/2006/main" prst="rect">
            <a:avLst/>
          </a:prstGeom>
        </p:spPr>
      </p:pic>
      <p:pic>
        <p:nvPicPr>
          <p:cNvPr id="2119" name="!!gear-0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2e2a6a2e44bdf">
            <a:extLst>
              <a:ext uri="{96DAC541-7B7A-43D3-8B79-37D633B846F1}">
                <asvg:svgBlip xmlns:asvg="http://schemas.microsoft.com/office/drawing/2016/SVG/main" r:embed="R44d290b3d5ce4a43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3000000">
            <a:off x="11811000" y="-1724025"/>
            <a:ext cx="2497455" cy="2497455"/>
          </a:xfrm>
          <a:prstGeom xmlns:a="http://schemas.openxmlformats.org/drawingml/2006/main" prst="rect">
            <a:avLst/>
          </a:prstGeom>
        </p:spPr>
      </p:pic>
      <p:pic>
        <p:nvPicPr>
          <p:cNvPr id="2120" name="!!gear-0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f573504464144">
            <a:extLst>
              <a:ext uri="{96DAC541-7B7A-43D3-8B79-37D633B846F1}">
                <asvg:svgBlip xmlns:asvg="http://schemas.microsoft.com/office/drawing/2016/SVG/main" r:embed="Ra40c35d4a6244e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4020000">
            <a:off x="-1532866" y="3960709"/>
            <a:ext cx="3310700" cy="3310700"/>
          </a:xfrm>
          <a:prstGeom xmlns:a="http://schemas.openxmlformats.org/drawingml/2006/main" prst="rect">
            <a:avLst/>
          </a:prstGeom>
        </p:spPr>
      </p:pic>
      <p:pic>
        <p:nvPicPr>
          <p:cNvPr id="2121" name="!!gear-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5deadee4f4e14">
            <a:extLst>
              <a:ext uri="{96DAC541-7B7A-43D3-8B79-37D633B846F1}">
                <asvg:svgBlip xmlns:asvg="http://schemas.microsoft.com/office/drawing/2016/SVG/main" r:embed="R0a4423a4edc74b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5040000">
            <a:off x="10133668" y="-3168958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122" name="!!gear-0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ad629a1ff4a55">
            <a:extLst>
              <a:ext uri="{96DAC541-7B7A-43D3-8B79-37D633B846F1}">
                <asvg:svgBlip xmlns:asvg="http://schemas.microsoft.com/office/drawing/2016/SVG/main" r:embed="R4f136a83caf84b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6060000">
            <a:off x="190500" y="6353175"/>
            <a:ext cx="1757363" cy="1757363"/>
          </a:xfrm>
          <a:prstGeom xmlns:a="http://schemas.openxmlformats.org/drawingml/2006/main" prst="rect">
            <a:avLst/>
          </a:prstGeom>
        </p:spPr>
      </p:pic>
      <p:pic>
        <p:nvPicPr>
          <p:cNvPr id="2123" name="!!gear-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bc4facfc34f43">
            <a:extLst>
              <a:ext uri="{96DAC541-7B7A-43D3-8B79-37D633B846F1}">
                <asvg:svgBlip xmlns:asvg="http://schemas.microsoft.com/office/drawing/2016/SVG/main" r:embed="Rf3ee07442ef247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7080000">
            <a:off x="12182475" y="2609850"/>
            <a:ext cx="2117408" cy="2117408"/>
          </a:xfrm>
          <a:prstGeom xmlns:a="http://schemas.openxmlformats.org/drawingml/2006/main" prst="rect">
            <a:avLst/>
          </a:prstGeom>
        </p:spPr>
      </p:pic>
      <p:pic>
        <p:nvPicPr>
          <p:cNvPr id="212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b225c4377f459e">
            <a:extLst>
              <a:ext uri="{96DAC541-7B7A-43D3-8B79-37D633B846F1}">
                <asvg:svgBlip xmlns:asvg="http://schemas.microsoft.com/office/drawing/2016/SVG/main" r:embed="Rbd6c002c7406421c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8100000">
            <a:off x="9710281" y="-1520279"/>
            <a:ext cx="3180398" cy="3180398"/>
          </a:xfrm>
          <a:prstGeom xmlns:a="http://schemas.openxmlformats.org/drawingml/2006/main" prst="rect">
            <a:avLst/>
          </a:prstGeom>
        </p:spPr>
      </p:pic>
      <p:pic>
        <p:nvPicPr>
          <p:cNvPr id="2125" name="!!gear-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45b85766884e25">
            <a:extLst>
              <a:ext uri="{96DAC541-7B7A-43D3-8B79-37D633B846F1}">
                <asvg:svgBlip xmlns:asvg="http://schemas.microsoft.com/office/drawing/2016/SVG/main" r:embed="R826b43636db347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9120000">
            <a:off x="6286500" y="6743700"/>
            <a:ext cx="1913573" cy="1913573"/>
          </a:xfrm>
          <a:prstGeom xmlns:a="http://schemas.openxmlformats.org/drawingml/2006/main" prst="rect">
            <a:avLst/>
          </a:prstGeom>
        </p:spPr>
      </p:pic>
      <p:pic>
        <p:nvPicPr>
          <p:cNvPr id="2126" name="!!gear-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1d6022a19477a">
            <a:extLst>
              <a:ext uri="{96DAC541-7B7A-43D3-8B79-37D633B846F1}">
                <asvg:svgBlip xmlns:asvg="http://schemas.microsoft.com/office/drawing/2016/SVG/main" r:embed="Rf7ce5c4c4a7c403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0140000">
            <a:off x="-3937442" y="1874103"/>
            <a:ext cx="1800225" cy="1800225"/>
          </a:xfrm>
          <a:prstGeom xmlns:a="http://schemas.openxmlformats.org/drawingml/2006/main" prst="rect">
            <a:avLst/>
          </a:prstGeom>
        </p:spPr>
      </p:pic>
      <p:pic>
        <p:nvPicPr>
          <p:cNvPr id="2127" name="!!gear-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9da0cf33a4f5c">
            <a:extLst>
              <a:ext uri="{96DAC541-7B7A-43D3-8B79-37D633B846F1}">
                <asvg:svgBlip xmlns:asvg="http://schemas.microsoft.com/office/drawing/2016/SVG/main" r:embed="Reff5f0038b9148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1160000">
            <a:off x="12249150" y="514350"/>
            <a:ext cx="2008823" cy="2008823"/>
          </a:xfrm>
          <a:prstGeom xmlns:a="http://schemas.openxmlformats.org/drawingml/2006/main" prst="rect">
            <a:avLst/>
          </a:prstGeom>
        </p:spPr>
      </p:pic>
      <p:pic>
        <p:nvPicPr>
          <p:cNvPr id="2128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f973f8448487c">
            <a:extLst>
              <a:ext uri="{96DAC541-7B7A-43D3-8B79-37D633B846F1}">
                <asvg:svgBlip xmlns:asvg="http://schemas.microsoft.com/office/drawing/2016/SVG/main" r:embed="R495e2aca8f094a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2180000">
            <a:off x="10644363" y="5766631"/>
            <a:ext cx="1615440" cy="1615440"/>
          </a:xfrm>
          <a:prstGeom xmlns:a="http://schemas.openxmlformats.org/drawingml/2006/main" prst="rect">
            <a:avLst/>
          </a:prstGeom>
        </p:spPr>
      </p:pic>
      <p:pic>
        <p:nvPicPr>
          <p:cNvPr id="2129" name="!!gear-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5d671438a4fc5">
            <a:extLst>
              <a:ext uri="{96DAC541-7B7A-43D3-8B79-37D633B846F1}">
                <asvg:svgBlip xmlns:asvg="http://schemas.microsoft.com/office/drawing/2016/SVG/main" r:embed="R2f33c6d3c98549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200000">
            <a:off x="326806" y="6218699"/>
            <a:ext cx="2333625" cy="2333625"/>
          </a:xfrm>
          <a:prstGeom xmlns:a="http://schemas.openxmlformats.org/drawingml/2006/main" prst="rect">
            <a:avLst/>
          </a:prstGeom>
        </p:spPr>
      </p:pic>
      <p:pic>
        <p:nvPicPr>
          <p:cNvPr id="2130" name="!!gear-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14b4e99164c61">
            <a:extLst>
              <a:ext uri="{96DAC541-7B7A-43D3-8B79-37D633B846F1}">
                <asvg:svgBlip xmlns:asvg="http://schemas.microsoft.com/office/drawing/2016/SVG/main" r:embed="Re47c8a33aba243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4220000">
            <a:off x="1533525" y="-1600200"/>
            <a:ext cx="1414463" cy="1414463"/>
          </a:xfrm>
          <a:prstGeom xmlns:a="http://schemas.openxmlformats.org/drawingml/2006/main" prst="rect">
            <a:avLst/>
          </a:prstGeom>
        </p:spPr>
      </p:pic>
      <p:pic>
        <p:nvPicPr>
          <p:cNvPr id="2131" name="!!gear-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9706df5394384">
            <a:extLst>
              <a:ext uri="{96DAC541-7B7A-43D3-8B79-37D633B846F1}">
                <asvg:svgBlip xmlns:asvg="http://schemas.microsoft.com/office/drawing/2016/SVG/main" r:embed="Re2208df83b2a4a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5240000">
            <a:off x="11715750" y="4895850"/>
            <a:ext cx="2225993" cy="2225993"/>
          </a:xfrm>
          <a:prstGeom xmlns:a="http://schemas.openxmlformats.org/drawingml/2006/main" prst="rect">
            <a:avLst/>
          </a:prstGeom>
        </p:spPr>
      </p:pic>
      <p:sp>
        <p:nvSpPr>
          <p:cNvPr id="18" name="MODULE_LABEL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84" y="531994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МОДУЛЬ 1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1120874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1615814"/>
      </p:ext>
    </p:extLst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DIALOGUE_SCENE"/>
          <p:cNvPicPr>
            <a:picLocks noChangeAspect="1"/>
          </p:cNvPicPr>
          <p:nvPr/>
        </p:nvPicPr>
        <p:blipFill>
          <a:blip r:embed="rIdDialogueScene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TAGING_BODY">
            <a:extLst xmlns:a="http://schemas.openxmlformats.org/drawingml/2006/main"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"/>
            <a:ext cx="11430000" cy="621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Алексей: Денис, с поведением понятно: держать правила, поддерживать людей, не срываться. Но завтра я выйду мастером к тем, с кем вчера работал в одной бригаде. Почему они станут меня слушать?</a:t>
            </a:r>
            <a:br/>
            <a:r>
              <a:rPr sz="1600">
                <a:latin typeface="Nunito"/>
                <a:ea typeface="Nunito"/>
                <a:cs typeface="Nunito"/>
              </a:rPr>
              <a:t>Денис: Сразу не станут. Должность даст тебе право требовать. Авторитет появится позже — по твоим действиям.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63373" y="1574123"/>
            <a:ext cx="4116740" cy="3794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Должность позволяет требовать выполнения задачи. Авторитет влияет на то, как рабочие относятся к требованиям мастера.</a:t>
            </a: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13" y="309159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ДОЛЖНОСТЬ И АВТОРИТЕТ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7904" y="867959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785941" y="1346108"/>
            <a:ext cx="0" cy="48202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a9a9c521ca4bf3">
            <a:extLst>
              <a:ext uri="{96DAC541-7B7A-43D3-8B79-37D633B846F1}">
                <asvg:svgBlip xmlns:asvg="http://schemas.microsoft.com/office/drawing/2016/SVG/main" r:embed="R5035bbcc0a57465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927" y="8462397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6cc4198cc4c3b">
            <a:extLst>
              <a:ext uri="{96DAC541-7B7A-43D3-8B79-37D633B846F1}">
                <asvg:svgBlip xmlns:asvg="http://schemas.microsoft.com/office/drawing/2016/SVG/main" r:embed="R5d56037b7acc4d0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092cbd673432c">
            <a:extLst>
              <a:ext uri="{96DAC541-7B7A-43D3-8B79-37D633B846F1}">
                <asvg:svgBlip xmlns:asvg="http://schemas.microsoft.com/office/drawing/2016/SVG/main" r:embed="R1e7e2ffdbaa44e9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48ea11e514729">
            <a:extLst>
              <a:ext uri="{96DAC541-7B7A-43D3-8B79-37D633B846F1}">
                <asvg:svgBlip xmlns:asvg="http://schemas.microsoft.com/office/drawing/2016/SVG/main" r:embed="R33e0767f50604ca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9da4ec5c34697">
            <a:extLst>
              <a:ext uri="{96DAC541-7B7A-43D3-8B79-37D633B846F1}">
                <asvg:svgBlip xmlns:asvg="http://schemas.microsoft.com/office/drawing/2016/SVG/main" r:embed="R82d07be8df1a45d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7f04af0864d64">
            <a:extLst>
              <a:ext uri="{96DAC541-7B7A-43D3-8B79-37D633B846F1}">
                <asvg:svgBlip xmlns:asvg="http://schemas.microsoft.com/office/drawing/2016/SVG/main" r:embed="R567e3ca132f748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6e09782224fc5">
            <a:extLst>
              <a:ext uri="{96DAC541-7B7A-43D3-8B79-37D633B846F1}">
                <asvg:svgBlip xmlns:asvg="http://schemas.microsoft.com/office/drawing/2016/SVG/main" r:embed="R99defe4102b04a6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03443" y="627850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26143185c4000">
            <a:extLst>
              <a:ext uri="{96DAC541-7B7A-43D3-8B79-37D633B846F1}">
                <asvg:svgBlip xmlns:asvg="http://schemas.microsoft.com/office/drawing/2016/SVG/main" r:embed="Rd52770d535b5408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42971f9f745d3">
            <a:extLst>
              <a:ext uri="{96DAC541-7B7A-43D3-8B79-37D633B846F1}">
                <asvg:svgBlip xmlns:asvg="http://schemas.microsoft.com/office/drawing/2016/SVG/main" r:embed="R5d8a805d218247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1aa7a08a74788">
            <a:extLst>
              <a:ext uri="{96DAC541-7B7A-43D3-8B79-37D633B846F1}">
                <asvg:svgBlip xmlns:asvg="http://schemas.microsoft.com/office/drawing/2016/SVG/main" r:embed="R669de056e27a427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7565" y="-960701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896bc2b564491">
            <a:extLst>
              <a:ext uri="{96DAC541-7B7A-43D3-8B79-37D633B846F1}">
                <asvg:svgBlip xmlns:asvg="http://schemas.microsoft.com/office/drawing/2016/SVG/main" r:embed="R49f82eeb6f4642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5854" y="7927664"/>
            <a:ext cx="2200915" cy="220091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7a027435a4db7">
            <a:extLst>
              <a:ext uri="{96DAC541-7B7A-43D3-8B79-37D633B846F1}">
                <asvg:svgBlip xmlns:asvg="http://schemas.microsoft.com/office/drawing/2016/SVG/main" r:embed="R0109eb7272dd45e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e572b16ec4180">
            <a:extLst>
              <a:ext uri="{96DAC541-7B7A-43D3-8B79-37D633B846F1}">
                <asvg:svgBlip xmlns:asvg="http://schemas.microsoft.com/office/drawing/2016/SVG/main" r:embed="Rf8f9bb706e2346c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fd082e7aa74fea">
            <a:extLst>
              <a:ext uri="{96DAC541-7B7A-43D3-8B79-37D633B846F1}">
                <asvg:svgBlip xmlns:asvg="http://schemas.microsoft.com/office/drawing/2016/SVG/main" r:embed="Rf4594baa1a9e4a4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393f82fe64dcf">
            <a:extLst>
              <a:ext uri="{96DAC541-7B7A-43D3-8B79-37D633B846F1}">
                <asvg:svgBlip xmlns:asvg="http://schemas.microsoft.com/office/drawing/2016/SVG/main" r:embed="R9bc3eef1f6e241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797425" y="5632017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Shape 3">
            <a:extLst xmlns:a="http://schemas.openxmlformats.org/drawingml/2006/main"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90" y="4333942"/>
            <a:ext cx="874729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B219"/>
          </a:solidFill>
        </p:spPr>
      </p:sp>
      <p:sp>
        <p:nvSpPr>
          <p:cNvPr id="51" name="Shape 3">
            <a:extLst xmlns:a="http://schemas.openxmlformats.org/drawingml/2006/main"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88" y="1803920"/>
            <a:ext cx="874729" cy="825499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1C535"/>
          </a:solidFill>
        </p:spPr>
      </p:sp>
      <p:sp>
        <p:nvSpPr>
          <p:cNvPr id="52" name="COMPARE_BOTTOM_BODY">
            <a:extLst xmlns:a="http://schemas.openxmlformats.org/drawingml/2006/main"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7" y="4403570"/>
            <a:ext cx="5177503" cy="1674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складывается из действий мастера. Рабочие замечают:</a:t>
            </a:r>
            <a:br/>
            <a:r>
              <a:rPr sz="1600">
                <a:latin typeface="Nunito"/>
                <a:ea typeface="Nunito"/>
                <a:cs typeface="Nunito"/>
              </a:rPr>
              <a:t>понимает ли мастер работу участка;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одинаково ли спрашивает со всех;</a:t>
            </a:r>
            <a:br/>
            <a:r>
              <a:rPr sz="1600">
                <a:latin typeface="Nunito"/>
                <a:ea typeface="Nunito"/>
                <a:cs typeface="Nunito"/>
              </a:rPr>
              <a:t>прислушивается ли к опыту рабочих;</a:t>
            </a:r>
            <a:br/>
            <a:r>
              <a:rPr sz="1600">
                <a:latin typeface="Nunito"/>
                <a:ea typeface="Nunito"/>
                <a:cs typeface="Nunito"/>
              </a:rPr>
              <a:t>выполняет ли обещания;</a:t>
            </a:r>
            <a:br/>
            <a:r>
              <a:rPr sz="1600">
                <a:latin typeface="Nunito"/>
                <a:ea typeface="Nunito"/>
                <a:cs typeface="Nunito"/>
              </a:rPr>
              <a:t>как действует при сбоях и спорах.</a:t>
            </a:r>
          </a:p>
        </p:txBody>
      </p:sp>
      <p:sp>
        <p:nvSpPr>
          <p:cNvPr id="53" name="COMPARE_TOP_BODY">
            <a:extLst xmlns:a="http://schemas.openxmlformats.org/drawingml/2006/main"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6" y="1857077"/>
            <a:ext cx="5038625" cy="17418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даёт право:</a:t>
            </a:r>
            <a:br/>
            <a:r>
              <a:rPr sz="1600">
                <a:latin typeface="Nunito"/>
                <a:ea typeface="Nunito"/>
                <a:cs typeface="Nunito"/>
              </a:rPr>
              <a:t>распределять задания;</a:t>
            </a:r>
            <a:br/>
            <a:r>
              <a:rPr sz="1600">
                <a:latin typeface="Nunito"/>
                <a:ea typeface="Nunito"/>
                <a:cs typeface="Nunito"/>
              </a:rPr>
              <a:t>устанавливать сроки и требования к качеству;</a:t>
            </a:r>
            <a:br/>
            <a:r>
              <a:rPr sz="1600">
                <a:latin typeface="Nunito"/>
                <a:ea typeface="Nunito"/>
                <a:cs typeface="Nunito"/>
              </a:rPr>
              <a:t>проверять результат;</a:t>
            </a:r>
            <a:br/>
            <a:r>
              <a:rPr sz="1600">
                <a:latin typeface="Nunito"/>
                <a:ea typeface="Nunito"/>
                <a:cs typeface="Nunito"/>
              </a:rPr>
              <a:t>делать замечания;</a:t>
            </a:r>
            <a:br/>
            <a:r>
              <a:rPr sz="1600">
                <a:latin typeface="Nunito"/>
                <a:ea typeface="Nunito"/>
                <a:cs typeface="Nunito"/>
              </a:rPr>
              <a:t>останавливать опасную работу.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Эти права мастер получает с первого рабочего дня.</a:t>
            </a:r>
          </a:p>
        </p:txBody>
      </p:sp>
      <p:sp>
        <p:nvSpPr>
          <p:cNvPr id="54" name="COMPARE_TOP_LABEL">
            <a:extLst xmlns:a="http://schemas.openxmlformats.org/drawingml/2006/main"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27" y="1450640"/>
            <a:ext cx="216410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ДОЛЖНОСТЬ</a:t>
            </a:r>
          </a:p>
        </p:txBody>
      </p:sp>
      <p:sp>
        <p:nvSpPr>
          <p:cNvPr id="55" name="COMPARE_BOTTOM_LABEL">
            <a:extLst xmlns:a="http://schemas.openxmlformats.org/drawingml/2006/main"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008" y="4004399"/>
            <a:ext cx="2945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АВТОРИТЕТ</a:t>
            </a:r>
          </a:p>
        </p:txBody>
      </p:sp>
    </p:spTree>
    <p:extLst>
      <p:ext uri="{BB962C8B-B14F-4D97-AF65-F5344CB8AC3E}">
        <p14:creationId xmlns:p14="http://schemas.microsoft.com/office/powerpoint/2010/main" val="24504593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Рисунок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3ad9210d44f62">
            <a:extLst>
              <a:ext uri="{96DAC541-7B7A-43D3-8B79-37D633B846F1}">
                <asvg:svgBlip xmlns:asvg="http://schemas.microsoft.com/office/drawing/2016/SVG/main" r:embed="Re783221f6920412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8918" y="2592754"/>
            <a:ext cx="3501418" cy="2487246"/>
          </a:xfrm>
          <a:prstGeom xmlns:a="http://schemas.openxmlformats.org/drawingml/2006/main" prst="rect">
            <a:avLst/>
          </a:prstGeom>
        </p:spPr>
      </p:pic>
      <p:pic>
        <p:nvPicPr>
          <p:cNvPr id="63" name="Рисунок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3ad9210d44f62">
            <a:extLst>
              <a:ext uri="{96DAC541-7B7A-43D3-8B79-37D633B846F1}">
                <asvg:svgBlip xmlns:asvg="http://schemas.microsoft.com/office/drawing/2016/SVG/main" r:embed="Re783221f6920412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5582" y="2592754"/>
            <a:ext cx="3501418" cy="2487246"/>
          </a:xfrm>
          <a:prstGeom xmlns:a="http://schemas.openxmlformats.org/drawingml/2006/main" prst="rect">
            <a:avLst/>
          </a:prstGeom>
        </p:spPr>
      </p:pic>
      <p:pic>
        <p:nvPicPr>
          <p:cNvPr id="64" name="Рисунок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3ad9210d44f62">
            <a:extLst>
              <a:ext uri="{96DAC541-7B7A-43D3-8B79-37D633B846F1}">
                <asvg:svgBlip xmlns:asvg="http://schemas.microsoft.com/office/drawing/2016/SVG/main" r:embed="Re783221f6920412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00" y="2567355"/>
            <a:ext cx="3501418" cy="2487246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5" y="851878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ИЗ ЧЕГО СКЛАДЫВАЕТСЯ АВТОРИТЕТ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dec8132a646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INTRO">
            <a:extLst xmlns:a="http://schemas.openxmlformats.org/drawingml/2006/main"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790700"/>
            <a:ext cx="889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Авторитет мастера держится на трёх вещах.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 xmlns:a="http://schemas.openxmlformats.org/drawingml/2006/main"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41253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ПОНИМАНИЕ РАБОТЫ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 xmlns:a="http://schemas.openxmlformats.org/drawingml/2006/main"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22253"/>
            <a:ext cx="2730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знает процессы участка, видит риски и разбирает проблемы на месте.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7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9ac71827542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1250" y="2940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CARD_2_TITLE">
            <a:extLst xmlns:a="http://schemas.openxmlformats.org/drawingml/2006/main"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294005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ПОСЛЕДОВАТЕЛЬНОСТЬ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 xmlns:a="http://schemas.openxmlformats.org/drawingml/2006/main"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3321050"/>
            <a:ext cx="2730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Одинаковые правила действуют для всех: опытных рабочих, новичков, удобных людей и бывших друзей.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7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b391c110b48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650" y="2940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4" name="CARD_3_TITLE">
            <a:extLst xmlns:a="http://schemas.openxmlformats.org/drawingml/2006/main"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294005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УВАЖЕНИЕ К ОПЫТУ РАБОЧИХ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 xmlns:a="http://schemas.openxmlformats.org/drawingml/2006/main"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3321050"/>
            <a:ext cx="29464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слушает человека, который глубже знает операцию, и сам принимает решение по участку.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41" name="Shape 0">
            <a:extLst xmlns:a="http://schemas.openxmlformats.org/drawingml/2006/main"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15" y="-1"/>
            <a:ext cx="0" cy="14106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77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8d72df4d044d0">
            <a:extLst>
              <a:ext uri="{96DAC541-7B7A-43D3-8B79-37D633B846F1}">
                <asvg:svgBlip xmlns:asvg="http://schemas.microsoft.com/office/drawing/2016/SVG/main" r:embed="R0060d16fed724e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78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dc928a9b24ed1">
            <a:extLst>
              <a:ext uri="{96DAC541-7B7A-43D3-8B79-37D633B846F1}">
                <asvg:svgBlip xmlns:asvg="http://schemas.microsoft.com/office/drawing/2016/SVG/main" r:embed="Rd9d3ba78e00848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79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edec8132a6463a">
            <a:extLst>
              <a:ext uri="{96DAC541-7B7A-43D3-8B79-37D633B846F1}">
                <asvg:svgBlip xmlns:asvg="http://schemas.microsoft.com/office/drawing/2016/SVG/main" r:embed="R1b07a633ca53431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80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20742bec44764">
            <a:extLst>
              <a:ext uri="{96DAC541-7B7A-43D3-8B79-37D633B846F1}">
                <asvg:svgBlip xmlns:asvg="http://schemas.microsoft.com/office/drawing/2016/SVG/main" r:embed="R9570e26fcbb04a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650" y="-255008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81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df852a67e4a32">
            <a:extLst>
              <a:ext uri="{96DAC541-7B7A-43D3-8B79-37D633B846F1}">
                <asvg:svgBlip xmlns:asvg="http://schemas.microsoft.com/office/drawing/2016/SVG/main" r:embed="R139af7ec4b8049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600" y="4953970"/>
            <a:ext cx="6642100" cy="6642100"/>
          </a:xfrm>
          <a:prstGeom xmlns:a="http://schemas.openxmlformats.org/drawingml/2006/main" prst="rect">
            <a:avLst/>
          </a:prstGeom>
        </p:spPr>
      </p:pic>
      <p:pic>
        <p:nvPicPr>
          <p:cNvPr id="82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4935d977d4fe4">
            <a:extLst>
              <a:ext uri="{96DAC541-7B7A-43D3-8B79-37D633B846F1}">
                <asvg:svgBlip xmlns:asvg="http://schemas.microsoft.com/office/drawing/2016/SVG/main" r:embed="R547dc2ac9ae74a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5127" y="-2893219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83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dc4a3c4d648d1">
            <a:extLst>
              <a:ext uri="{96DAC541-7B7A-43D3-8B79-37D633B846F1}">
                <asvg:svgBlip xmlns:asvg="http://schemas.microsoft.com/office/drawing/2016/SVG/main" r:embed="Re8c4810050214fc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84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c5ab6ef214ea2">
            <a:extLst>
              <a:ext uri="{96DAC541-7B7A-43D3-8B79-37D633B846F1}">
                <asvg:svgBlip xmlns:asvg="http://schemas.microsoft.com/office/drawing/2016/SVG/main" r:embed="Rfca3e70c9339499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85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9f9dcc70c4285">
            <a:extLst>
              <a:ext uri="{96DAC541-7B7A-43D3-8B79-37D633B846F1}">
                <asvg:svgBlip xmlns:asvg="http://schemas.microsoft.com/office/drawing/2016/SVG/main" r:embed="R758aeb3fc06a49d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86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2080b91344fc8">
            <a:extLst>
              <a:ext uri="{96DAC541-7B7A-43D3-8B79-37D633B846F1}">
                <asvg:svgBlip xmlns:asvg="http://schemas.microsoft.com/office/drawing/2016/SVG/main" r:embed="Rccc2ce081bf943d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7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e215977704ae1">
            <a:extLst>
              <a:ext uri="{96DAC541-7B7A-43D3-8B79-37D633B846F1}">
                <asvg:svgBlip xmlns:asvg="http://schemas.microsoft.com/office/drawing/2016/SVG/main" r:embed="R765521ec16564f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88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b86c445e31444d">
            <a:extLst>
              <a:ext uri="{96DAC541-7B7A-43D3-8B79-37D633B846F1}">
                <asvg:svgBlip xmlns:asvg="http://schemas.microsoft.com/office/drawing/2016/SVG/main" r:embed="R1fb56be93594489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ddac641514a7e">
            <a:extLst>
              <a:ext uri="{96DAC541-7B7A-43D3-8B79-37D633B846F1}">
                <asvg:svgBlip xmlns:asvg="http://schemas.microsoft.com/office/drawing/2016/SVG/main" r:embed="Re538d0aee43642a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f1c4662f74f94">
            <a:extLst>
              <a:ext uri="{96DAC541-7B7A-43D3-8B79-37D633B846F1}">
                <asvg:svgBlip xmlns:asvg="http://schemas.microsoft.com/office/drawing/2016/SVG/main" r:embed="Rdd26bf8a4193416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1876" y="-1117600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79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63373" y="1574123"/>
            <a:ext cx="4116740" cy="3794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На участке могут работать люди, которые знают отдельную операцию глубже мастера: гибку, пайку, покраску, сборку автоматики или конкретный станок.</a:t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Используйте их опыт при разборе технических вопросов.</a:t>
            </a: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13" y="309159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КОГДА РАБОЧИЙ ГЛУБЖЕ ЗНАЕТ ОПЕРАЦИЮ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7904" y="867959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785941" y="1346108"/>
            <a:ext cx="0" cy="48202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b068b0e40463d">
            <a:extLst>
              <a:ext uri="{96DAC541-7B7A-43D3-8B79-37D633B846F1}">
                <asvg:svgBlip xmlns:asvg="http://schemas.microsoft.com/office/drawing/2016/SVG/main" r:embed="Rcca09834df384a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927" y="8462397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b5e2e741c461b">
            <a:extLst>
              <a:ext uri="{96DAC541-7B7A-43D3-8B79-37D633B846F1}">
                <asvg:svgBlip xmlns:asvg="http://schemas.microsoft.com/office/drawing/2016/SVG/main" r:embed="Re522589e151f45f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80dbb3e014441">
            <a:extLst>
              <a:ext uri="{96DAC541-7B7A-43D3-8B79-37D633B846F1}">
                <asvg:svgBlip xmlns:asvg="http://schemas.microsoft.com/office/drawing/2016/SVG/main" r:embed="Rcb24f34b7e7447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e343e0df9461d">
            <a:extLst>
              <a:ext uri="{96DAC541-7B7A-43D3-8B79-37D633B846F1}">
                <asvg:svgBlip xmlns:asvg="http://schemas.microsoft.com/office/drawing/2016/SVG/main" r:embed="Rcb00f048f29141a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815a9dc6745b7">
            <a:extLst>
              <a:ext uri="{96DAC541-7B7A-43D3-8B79-37D633B846F1}">
                <asvg:svgBlip xmlns:asvg="http://schemas.microsoft.com/office/drawing/2016/SVG/main" r:embed="Rdf106d00e06a445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15df303f04934">
            <a:extLst>
              <a:ext uri="{96DAC541-7B7A-43D3-8B79-37D633B846F1}">
                <asvg:svgBlip xmlns:asvg="http://schemas.microsoft.com/office/drawing/2016/SVG/main" r:embed="R1dac95a2c8224f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51760f5da4cff">
            <a:extLst>
              <a:ext uri="{96DAC541-7B7A-43D3-8B79-37D633B846F1}">
                <asvg:svgBlip xmlns:asvg="http://schemas.microsoft.com/office/drawing/2016/SVG/main" r:embed="R34c17b427fac4d1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03443" y="627850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b4f7a9131492b">
            <a:extLst>
              <a:ext uri="{96DAC541-7B7A-43D3-8B79-37D633B846F1}">
                <asvg:svgBlip xmlns:asvg="http://schemas.microsoft.com/office/drawing/2016/SVG/main" r:embed="Rea5bfb37d76149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80ed3946d41e3">
            <a:extLst>
              <a:ext uri="{96DAC541-7B7A-43D3-8B79-37D633B846F1}">
                <asvg:svgBlip xmlns:asvg="http://schemas.microsoft.com/office/drawing/2016/SVG/main" r:embed="R3cd023914ed14d7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063bb21464511">
            <a:extLst>
              <a:ext uri="{96DAC541-7B7A-43D3-8B79-37D633B846F1}">
                <asvg:svgBlip xmlns:asvg="http://schemas.microsoft.com/office/drawing/2016/SVG/main" r:embed="R1d485428b4bc4f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7565" y="-960701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cad58d1434bf1">
            <a:extLst>
              <a:ext uri="{96DAC541-7B7A-43D3-8B79-37D633B846F1}">
                <asvg:svgBlip xmlns:asvg="http://schemas.microsoft.com/office/drawing/2016/SVG/main" r:embed="Rb30e489b77494eb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5854" y="7927664"/>
            <a:ext cx="2200915" cy="220091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4ec0c3efd405c">
            <a:extLst>
              <a:ext uri="{96DAC541-7B7A-43D3-8B79-37D633B846F1}">
                <asvg:svgBlip xmlns:asvg="http://schemas.microsoft.com/office/drawing/2016/SVG/main" r:embed="R81a737b8571846d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b27ba208a486c">
            <a:extLst>
              <a:ext uri="{96DAC541-7B7A-43D3-8B79-37D633B846F1}">
                <asvg:svgBlip xmlns:asvg="http://schemas.microsoft.com/office/drawing/2016/SVG/main" r:embed="Ra6b17d70368648f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b894b7d1a4ae7">
            <a:extLst>
              <a:ext uri="{96DAC541-7B7A-43D3-8B79-37D633B846F1}">
                <asvg:svgBlip xmlns:asvg="http://schemas.microsoft.com/office/drawing/2016/SVG/main" r:embed="Rc9638f59bb9648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22bda91744aaa">
            <a:extLst>
              <a:ext uri="{96DAC541-7B7A-43D3-8B79-37D633B846F1}">
                <asvg:svgBlip xmlns:asvg="http://schemas.microsoft.com/office/drawing/2016/SVG/main" r:embed="R399f54a23eab4a6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797425" y="5632017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Shape 3">
            <a:extLst xmlns:a="http://schemas.openxmlformats.org/drawingml/2006/main"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90" y="4333942"/>
            <a:ext cx="874729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B219"/>
          </a:solidFill>
        </p:spPr>
      </p:sp>
      <p:sp>
        <p:nvSpPr>
          <p:cNvPr id="51" name="Shape 3">
            <a:extLst xmlns:a="http://schemas.openxmlformats.org/drawingml/2006/main"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88" y="1803920"/>
            <a:ext cx="874729" cy="825499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1C535"/>
          </a:solidFill>
        </p:spPr>
      </p:sp>
      <p:sp>
        <p:nvSpPr>
          <p:cNvPr id="52" name="COMPARE_BOTTOM_BODY">
            <a:extLst xmlns:a="http://schemas.openxmlformats.org/drawingml/2006/main"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7" y="4403570"/>
            <a:ext cx="5177503" cy="1674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за срок и качество работы участка;</a:t>
            </a:r>
            <a:br/>
            <a:r>
              <a:rPr sz="1600">
                <a:latin typeface="Nunito"/>
                <a:ea typeface="Nunito"/>
                <a:cs typeface="Nunito"/>
              </a:rPr>
              <a:t>согласование действий разных рабочих;</a:t>
            </a:r>
            <a:br/>
            <a:r>
              <a:rPr sz="1600">
                <a:latin typeface="Nunito"/>
                <a:ea typeface="Nunito"/>
                <a:cs typeface="Nunito"/>
              </a:rPr>
              <a:t>решение при сбое;</a:t>
            </a:r>
            <a:br/>
            <a:r>
              <a:rPr sz="1600">
                <a:latin typeface="Nunito"/>
                <a:ea typeface="Nunito"/>
                <a:cs typeface="Nunito"/>
              </a:rPr>
              <a:t>последствия принятого решения.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Рабочий помогает разобраться в операции. Мастер принимает решение, если оно затрагивает срок, качество, безопасность или работу других людей.</a:t>
            </a:r>
          </a:p>
        </p:txBody>
      </p:sp>
      <p:sp>
        <p:nvSpPr>
          <p:cNvPr id="53" name="COMPARE_TOP_BODY">
            <a:extLst xmlns:a="http://schemas.openxmlformats.org/drawingml/2006/main"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6" y="1857077"/>
            <a:ext cx="5038625" cy="17418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за выполнение своей операции;</a:t>
            </a:r>
            <a:br/>
            <a:r>
              <a:rPr sz="1600">
                <a:latin typeface="Nunito"/>
                <a:ea typeface="Nunito"/>
                <a:cs typeface="Nunito"/>
              </a:rPr>
              <a:t>соблюдение чертежа, технологии и требований безопасности;</a:t>
            </a:r>
            <a:br/>
            <a:r>
              <a:rPr sz="1600">
                <a:latin typeface="Nunito"/>
                <a:ea typeface="Nunito"/>
                <a:cs typeface="Nunito"/>
              </a:rPr>
              <a:t>сообщение о риске или отклонении.</a:t>
            </a:r>
          </a:p>
        </p:txBody>
      </p:sp>
      <p:sp>
        <p:nvSpPr>
          <p:cNvPr id="54" name="COMPARE_TOP_LABEL">
            <a:extLst xmlns:a="http://schemas.openxmlformats.org/drawingml/2006/main"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27" y="1450640"/>
            <a:ext cx="216410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РАБОЧИЙ ОТВЕЧАЕТ</a:t>
            </a:r>
          </a:p>
        </p:txBody>
      </p:sp>
      <p:sp>
        <p:nvSpPr>
          <p:cNvPr id="55" name="COMPARE_BOTTOM_LABEL">
            <a:extLst xmlns:a="http://schemas.openxmlformats.org/drawingml/2006/main"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008" y="4004399"/>
            <a:ext cx="2945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МАСТЕР ОТВЕЧАЕТ</a:t>
            </a:r>
          </a:p>
        </p:txBody>
      </p:sp>
    </p:spTree>
    <p:extLst>
      <p:ext uri="{BB962C8B-B14F-4D97-AF65-F5344CB8AC3E}">
        <p14:creationId xmlns:p14="http://schemas.microsoft.com/office/powerpoint/2010/main" val="24504593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2b8224121441b">
            <a:extLst>
              <a:ext uri="{96DAC541-7B7A-43D3-8B79-37D633B846F1}">
                <asvg:svgBlip xmlns:asvg="http://schemas.microsoft.com/office/drawing/2016/SVG/main" r:embed="Rc8565e0352f5440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305788" y="6550419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39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25aef8dc84656">
            <a:extLst>
              <a:ext uri="{96DAC541-7B7A-43D3-8B79-37D633B846F1}">
                <asvg:svgBlip xmlns:asvg="http://schemas.microsoft.com/office/drawing/2016/SVG/main" r:embed="Refe1378b5c7e442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040" y="3007283"/>
            <a:ext cx="4931735" cy="3214556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ПОНИМАНИЕ РАБОТЫ: ИДТИ К ФАКТАМ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4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3af6b06c246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DEFINITION">
            <a:extLst xmlns:a="http://schemas.openxmlformats.org/drawingml/2006/main">
              <a:ext uri="{FF2B5EF4-FFF2-40B4-BE49-F238E27FC236}">
                <a16:creationId xmlns:a16="http://schemas.microsoft.com/office/drawing/2014/main" id="{5E9B1B22-D082-4990-85EE-A5CD592A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044" y="3083956"/>
            <a:ext cx="4028661" cy="3223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Мастеру не обязательно лучше всех выполнять каждую операцию. Ему нужно понимать работу настолько, чтобы задать вопросы, оценить риск и принять решение.</a:t>
            </a:r>
          </a:p>
        </p:txBody>
      </p:sp>
      <p:sp>
        <p:nvSpPr>
          <p:cNvPr id="16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473" y="1273669"/>
            <a:ext cx="3857644" cy="49747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Спор по детали разбирайте у детали. Чертёж смотрите вместе с рабочим. Проблему с операцией проверяйте на рабочем месте.</a:t>
            </a: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45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8a54253074774">
            <a:extLst>
              <a:ext uri="{96DAC541-7B7A-43D3-8B79-37D633B846F1}">
                <asvg:svgBlip xmlns:asvg="http://schemas.microsoft.com/office/drawing/2016/SVG/main" r:embed="R9464c6778f9c4ee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9c63ec3794640">
            <a:extLst>
              <a:ext uri="{96DAC541-7B7A-43D3-8B79-37D633B846F1}">
                <asvg:svgBlip xmlns:asvg="http://schemas.microsoft.com/office/drawing/2016/SVG/main" r:embed="R9dcc7873bf0f494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4985" y="633191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3af6b06c246c1">
            <a:extLst>
              <a:ext uri="{96DAC541-7B7A-43D3-8B79-37D633B846F1}">
                <asvg:svgBlip xmlns:asvg="http://schemas.microsoft.com/office/drawing/2016/SVG/main" r:embed="R4175b76e33d5474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69451" y="571584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8807fd6984076">
            <a:extLst>
              <a:ext uri="{96DAC541-7B7A-43D3-8B79-37D633B846F1}">
                <asvg:svgBlip xmlns:asvg="http://schemas.microsoft.com/office/drawing/2016/SVG/main" r:embed="Re0b7432602e44a1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97645" y="-73058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3c5b439dc443ec">
            <a:extLst>
              <a:ext uri="{96DAC541-7B7A-43D3-8B79-37D633B846F1}">
                <asvg:svgBlip xmlns:asvg="http://schemas.microsoft.com/office/drawing/2016/SVG/main" r:embed="Rbc731e84fc2442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4bb385dac40fd">
            <a:extLst>
              <a:ext uri="{96DAC541-7B7A-43D3-8B79-37D633B846F1}">
                <asvg:svgBlip xmlns:asvg="http://schemas.microsoft.com/office/drawing/2016/SVG/main" r:embed="R6126d19e200645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48212" y="759244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5f0233a41474b">
            <a:extLst>
              <a:ext uri="{96DAC541-7B7A-43D3-8B79-37D633B846F1}">
                <asvg:svgBlip xmlns:asvg="http://schemas.microsoft.com/office/drawing/2016/SVG/main" r:embed="Rbff5877fe96f4f2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8365fccdc4ed8">
            <a:extLst>
              <a:ext uri="{96DAC541-7B7A-43D3-8B79-37D633B846F1}">
                <asvg:svgBlip xmlns:asvg="http://schemas.microsoft.com/office/drawing/2016/SVG/main" r:embed="R2dcf57ebe2f44a7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53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ab9d5811046d0">
            <a:extLst>
              <a:ext uri="{96DAC541-7B7A-43D3-8B79-37D633B846F1}">
                <asvg:svgBlip xmlns:asvg="http://schemas.microsoft.com/office/drawing/2016/SVG/main" r:embed="Rebdd0a1818c240e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4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83cf580a34938">
            <a:extLst>
              <a:ext uri="{96DAC541-7B7A-43D3-8B79-37D633B846F1}">
                <asvg:svgBlip xmlns:asvg="http://schemas.microsoft.com/office/drawing/2016/SVG/main" r:embed="Rb9006c39b7c641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a94bd3a4a46b3">
            <a:extLst>
              <a:ext uri="{96DAC541-7B7A-43D3-8B79-37D633B846F1}">
                <asvg:svgBlip xmlns:asvg="http://schemas.microsoft.com/office/drawing/2016/SVG/main" r:embed="R88020e17719d4b4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3649d8a2e4b25">
            <a:extLst>
              <a:ext uri="{96DAC541-7B7A-43D3-8B79-37D633B846F1}">
                <asvg:svgBlip xmlns:asvg="http://schemas.microsoft.com/office/drawing/2016/SVG/main" r:embed="Ra9474eb51a1d45b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6023d942d4521">
            <a:extLst>
              <a:ext uri="{96DAC541-7B7A-43D3-8B79-37D633B846F1}">
                <asvg:svgBlip xmlns:asvg="http://schemas.microsoft.com/office/drawing/2016/SVG/main" r:embed="Rad154de958814e5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8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b7ad6c6a24cc0">
            <a:extLst>
              <a:ext uri="{96DAC541-7B7A-43D3-8B79-37D633B846F1}">
                <asvg:svgBlip xmlns:asvg="http://schemas.microsoft.com/office/drawing/2016/SVG/main" r:embed="Ra280d34f4b3d42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75510" y="6667520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5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af6bb1ad44d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5922" y="2831446"/>
            <a:ext cx="1172137" cy="1420088"/>
          </a:xfrm>
          <a:prstGeom xmlns:a="http://schemas.openxmlformats.org/drawingml/2006/main" prst="rect">
            <a:avLst/>
          </a:prstGeom>
        </p:spPr>
      </p:pic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B6810FF7-C589-4424-B4C8-D1AF8425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07" y="1529168"/>
            <a:ext cx="5058752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В Toyota такой подход называют Genchi Genbutsu: прийти на место и увидеть факты своими глазами.</a:t>
            </a:r>
          </a:p>
        </p:txBody>
      </p:sp>
    </p:spTree>
    <p:extLst>
      <p:ext uri="{BB962C8B-B14F-4D97-AF65-F5344CB8AC3E}">
        <p14:creationId xmlns:p14="http://schemas.microsoft.com/office/powerpoint/2010/main" val="25019182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AGING_BODY">
            <a:extLst xmlns:a="http://schemas.openxmlformats.org/drawingml/2006/main"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"/>
            <a:ext cx="11430000" cy="621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Пример: технический спор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Опытный гибщик показал Алексею чертёж: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— Так делать нельзя. Здесь гиб уйдёт, деталь получится с браком. Я такие детали уже делал.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Рядом стояли другие рабочие. Алексей понял, что его решение будут оценивать при всём участке.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Вопрос: как следовало поступить мастеру?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AGING_BODY">
            <a:extLst xmlns:a="http://schemas.openxmlformats.org/drawingml/2006/main"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"/>
            <a:ext cx="11430000" cy="621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Задание: выберите реакцию мастера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Что следовало ответить Алексею?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1. «Я мастер, делай как сказано».</a:t>
            </a:r>
            <a:br/>
            <a:r>
              <a:rPr sz="1600">
                <a:latin typeface="Nunito"/>
                <a:ea typeface="Nunito"/>
                <a:cs typeface="Nunito"/>
              </a:rPr>
              <a:t>2. «Хорошо, делай как считаешь нужным».</a:t>
            </a:r>
            <a:br/>
            <a:r>
              <a:rPr sz="1600">
                <a:latin typeface="Nunito"/>
                <a:ea typeface="Nunito"/>
                <a:cs typeface="Nunito"/>
              </a:rPr>
              <a:t>3. «Покажи на чертеже, где видишь риск. Посмотрим деталь и решим, как выполнять работу».</a:t>
            </a:r>
            <a:br/>
            <a:r>
              <a:rPr sz="1600">
                <a:latin typeface="Nunito"/>
                <a:ea typeface="Nunito"/>
                <a:cs typeface="Nunito"/>
              </a:rPr>
              <a:t>4. «Обсудим потом. Сейчас не спорь при всех».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Правильный вариант: 3.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Разбор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Вариант 1. Алексей сослался на должность, но не проверил риск брака.</a:t>
            </a:r>
            <a:br/>
            <a:r>
              <a:rPr sz="1600">
                <a:latin typeface="Nunito"/>
                <a:ea typeface="Nunito"/>
                <a:cs typeface="Nunito"/>
              </a:rPr>
              <a:t>Вариант 2. Алексей полностью передал решение рабочему, хотя сам отвечал за результат участка.</a:t>
            </a:r>
            <a:br/>
            <a:r>
              <a:rPr sz="1600">
                <a:latin typeface="Nunito"/>
                <a:ea typeface="Nunito"/>
                <a:cs typeface="Nunito"/>
              </a:rPr>
              <a:t>Вариант 3. Алексей попросил показать риск, проверил факты и сохранил решение за собой.</a:t>
            </a:r>
            <a:br/>
            <a:r>
              <a:rPr sz="1600">
                <a:latin typeface="Nunito"/>
                <a:ea typeface="Nunito"/>
                <a:cs typeface="Nunito"/>
              </a:rPr>
              <a:t>Вариант 4. Алексей отложил проблему, хотя брак мог появиться сразу.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624206" y="1392874"/>
            <a:ext cx="2683470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После назначения мастером отношения с бывшими коллегами меняются.</a:t>
            </a:r>
            <a:br/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Рабочая дистанция означает, что мастер:</a:t>
            </a:r>
            <a:endParaRPr sz="2000">
              <a:solidFill>
                <a:srgbClr val="21C535"/>
              </a:solidFill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РАБОЧАЯ ДИСТАНЦИЯ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927" y="1364971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73ea0e5d54bb5">
            <a:extLst>
              <a:ext uri="{96DAC541-7B7A-43D3-8B79-37D633B846F1}">
                <asvg:svgBlip xmlns:asvg="http://schemas.microsoft.com/office/drawing/2016/SVG/main" r:embed="Rd3cf77d4431244d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4f4a7dc994f29">
            <a:extLst>
              <a:ext uri="{96DAC541-7B7A-43D3-8B79-37D633B846F1}">
                <asvg:svgBlip xmlns:asvg="http://schemas.microsoft.com/office/drawing/2016/SVG/main" r:embed="R55a5343c5702462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36eb48144440e">
            <a:extLst>
              <a:ext uri="{96DAC541-7B7A-43D3-8B79-37D633B846F1}">
                <asvg:svgBlip xmlns:asvg="http://schemas.microsoft.com/office/drawing/2016/SVG/main" r:embed="R2858a9b4a3b247b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d7dc1fede41c6">
            <a:extLst>
              <a:ext uri="{96DAC541-7B7A-43D3-8B79-37D633B846F1}">
                <asvg:svgBlip xmlns:asvg="http://schemas.microsoft.com/office/drawing/2016/SVG/main" r:embed="R9755111dcd3c4e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6e9b5a39946c8">
            <a:extLst>
              <a:ext uri="{96DAC541-7B7A-43D3-8B79-37D633B846F1}">
                <asvg:svgBlip xmlns:asvg="http://schemas.microsoft.com/office/drawing/2016/SVG/main" r:embed="Rcd07e84208574a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bb252b55a246fb">
            <a:extLst>
              <a:ext uri="{96DAC541-7B7A-43D3-8B79-37D633B846F1}">
                <asvg:svgBlip xmlns:asvg="http://schemas.microsoft.com/office/drawing/2016/SVG/main" r:embed="R4b86bdb560e1441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88c95e3614d03">
            <a:extLst>
              <a:ext uri="{96DAC541-7B7A-43D3-8B79-37D633B846F1}">
                <asvg:svgBlip xmlns:asvg="http://schemas.microsoft.com/office/drawing/2016/SVG/main" r:embed="Ra6ca46a8b7f7437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6180734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a6a0360504a7e">
            <a:extLst>
              <a:ext uri="{96DAC541-7B7A-43D3-8B79-37D633B846F1}">
                <asvg:svgBlip xmlns:asvg="http://schemas.microsoft.com/office/drawing/2016/SVG/main" r:embed="R39d5e45e148a46a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f4a8a35c5419e">
            <a:extLst>
              <a:ext uri="{96DAC541-7B7A-43D3-8B79-37D633B846F1}">
                <asvg:svgBlip xmlns:asvg="http://schemas.microsoft.com/office/drawing/2016/SVG/main" r:embed="R1209aba8969d4fd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e9ec8280b41e1">
            <a:extLst>
              <a:ext uri="{96DAC541-7B7A-43D3-8B79-37D633B846F1}">
                <asvg:svgBlip xmlns:asvg="http://schemas.microsoft.com/office/drawing/2016/SVG/main" r:embed="R55270795aae144e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6a59ec8c54d0e">
            <a:extLst>
              <a:ext uri="{96DAC541-7B7A-43D3-8B79-37D633B846F1}">
                <asvg:svgBlip xmlns:asvg="http://schemas.microsoft.com/office/drawing/2016/SVG/main" r:embed="Re19658418ecb425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e41ac9f94480d">
            <a:extLst>
              <a:ext uri="{96DAC541-7B7A-43D3-8B79-37D633B846F1}">
                <asvg:svgBlip xmlns:asvg="http://schemas.microsoft.com/office/drawing/2016/SVG/main" r:embed="R5ff692febe6d44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ee12c675f4c54">
            <a:extLst>
              <a:ext uri="{96DAC541-7B7A-43D3-8B79-37D633B846F1}">
                <asvg:svgBlip xmlns:asvg="http://schemas.microsoft.com/office/drawing/2016/SVG/main" r:embed="R4c42e5b9a683450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9f69b0b1494070">
            <a:extLst>
              <a:ext uri="{96DAC541-7B7A-43D3-8B79-37D633B846F1}">
                <asvg:svgBlip xmlns:asvg="http://schemas.microsoft.com/office/drawing/2016/SVG/main" r:embed="Rff797da2eecd47a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046a37c6084be9">
            <a:extLst>
              <a:ext uri="{96DAC541-7B7A-43D3-8B79-37D633B846F1}">
                <asvg:svgBlip xmlns:asvg="http://schemas.microsoft.com/office/drawing/2016/SVG/main" r:embed="Rae80ced842d54b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260" y="1392874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r>
              <a:rPr sz="1600">
                <a:latin typeface="Nunito"/>
                <a:ea typeface="Nunito"/>
                <a:cs typeface="Nunito"/>
              </a:rPr>
              <a:t>общается уважительно, но не превращает задачу в просьбу приятеля;</a:t>
            </a:r>
            <a:br/>
            <a:r>
              <a:rPr sz="1600">
                <a:latin typeface="Nunito"/>
                <a:ea typeface="Nunito"/>
                <a:cs typeface="Nunito"/>
              </a:rPr>
              <a:t>выслушивает мнение рабочего, но сам принимает управленческое решение;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одинаково реагирует на действия друзей и остальных сотрудников;</a:t>
            </a:r>
            <a:br/>
            <a:r>
              <a:rPr sz="1600">
                <a:latin typeface="Nunito"/>
                <a:ea typeface="Nunito"/>
                <a:cs typeface="Nunito"/>
              </a:rPr>
              <a:t>не добивается подчинения криком и унижением.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Рабочая дистанция позволяет сохранить нормальные отношения с людьми и при этом выполнять обязанности руководителя.</a:t>
            </a:r>
          </a:p>
        </p:txBody>
      </p:sp>
    </p:spTree>
    <p:extLst>
      <p:ext uri="{BB962C8B-B14F-4D97-AF65-F5344CB8AC3E}">
        <p14:creationId xmlns:p14="http://schemas.microsoft.com/office/powerpoint/2010/main" val="21474198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" name="Рисунок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7f64a26594809">
            <a:extLst>
              <a:ext uri="{96DAC541-7B7A-43D3-8B79-37D633B846F1}">
                <asvg:svgBlip xmlns:asvg="http://schemas.microsoft.com/office/drawing/2016/SVG/main" r:embed="Rcaaa6a9b88bb44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18918" y="2592754"/>
            <a:ext cx="3501418" cy="2487246"/>
          </a:xfrm>
          <a:prstGeom xmlns:a="http://schemas.openxmlformats.org/drawingml/2006/main" prst="rect">
            <a:avLst/>
          </a:prstGeom>
        </p:spPr>
      </p:pic>
      <p:pic>
        <p:nvPicPr>
          <p:cNvPr id="63" name="Рисунок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7f64a26594809">
            <a:extLst>
              <a:ext uri="{96DAC541-7B7A-43D3-8B79-37D633B846F1}">
                <asvg:svgBlip xmlns:asvg="http://schemas.microsoft.com/office/drawing/2016/SVG/main" r:embed="Rcaaa6a9b88bb44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5582" y="2592754"/>
            <a:ext cx="3501418" cy="2487246"/>
          </a:xfrm>
          <a:prstGeom xmlns:a="http://schemas.openxmlformats.org/drawingml/2006/main" prst="rect">
            <a:avLst/>
          </a:prstGeom>
        </p:spPr>
      </p:pic>
      <p:pic>
        <p:nvPicPr>
          <p:cNvPr id="64" name="Рисунок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7f64a26594809">
            <a:extLst>
              <a:ext uri="{96DAC541-7B7A-43D3-8B79-37D633B846F1}">
                <asvg:svgBlip xmlns:asvg="http://schemas.microsoft.com/office/drawing/2016/SVG/main" r:embed="Rcaaa6a9b88bb44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000" y="2567355"/>
            <a:ext cx="3501418" cy="2487246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5" y="851878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ПРИЯТЕЛЬСТВО, РАБОЧАЯ ДИСТАНЦИЯ И ДАВЛЕНИЕ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5a942ecb147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8" name="INTRO">
            <a:extLst xmlns:a="http://schemas.openxmlformats.org/drawingml/2006/main"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790700"/>
            <a:ext cx="889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 xmlns:a="http://schemas.openxmlformats.org/drawingml/2006/main"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41253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ПРИЯТЕЛЬСТВО</a:t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 xmlns:a="http://schemas.openxmlformats.org/drawingml/2006/main"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22253"/>
            <a:ext cx="2730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избегает требований и замечаний, чтобы не портить отношения. Рабочие начинают воспринимать его задачи как необязательные.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70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425f60f214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1250" y="2940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CARD_2_TITLE">
            <a:extLst xmlns:a="http://schemas.openxmlformats.org/drawingml/2006/main"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294005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РАБОЧАЯ ДИСТАНЦИЯ</a:t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 xmlns:a="http://schemas.openxmlformats.org/drawingml/2006/main"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3321050"/>
            <a:ext cx="27305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уважительно общается, ясно ставит задачи, выслушивает мнение и требует выполнения договорённостей.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7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d67a48c0343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650" y="29400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4" name="CARD_3_TITLE">
            <a:extLst xmlns:a="http://schemas.openxmlformats.org/drawingml/2006/main"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294005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>ДАВЛЕНИЕ</a:t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 xmlns:a="http://schemas.openxmlformats.org/drawingml/2006/main"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2650" y="3321050"/>
            <a:ext cx="2946400" cy="127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подчёркивает власть, кричит, отказывается обсуждать проблемы. Рабочие выполняют требования из страха и стараются скрывать неприятную информацию.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41" name="Shape 0">
            <a:extLst xmlns:a="http://schemas.openxmlformats.org/drawingml/2006/main"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15" y="-1"/>
            <a:ext cx="0" cy="14106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77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204d739d94afc">
            <a:extLst>
              <a:ext uri="{96DAC541-7B7A-43D3-8B79-37D633B846F1}">
                <asvg:svgBlip xmlns:asvg="http://schemas.microsoft.com/office/drawing/2016/SVG/main" r:embed="Rdc54461b6b2c46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78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2c4e582f846e5">
            <a:extLst>
              <a:ext uri="{96DAC541-7B7A-43D3-8B79-37D633B846F1}">
                <asvg:svgBlip xmlns:asvg="http://schemas.microsoft.com/office/drawing/2016/SVG/main" r:embed="R4d116fc2b77e49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79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5a942ecb1477f">
            <a:extLst>
              <a:ext uri="{96DAC541-7B7A-43D3-8B79-37D633B846F1}">
                <asvg:svgBlip xmlns:asvg="http://schemas.microsoft.com/office/drawing/2016/SVG/main" r:embed="R6918a5bfc6c642e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80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5ee88b2c34c59">
            <a:extLst>
              <a:ext uri="{96DAC541-7B7A-43D3-8B79-37D633B846F1}">
                <asvg:svgBlip xmlns:asvg="http://schemas.microsoft.com/office/drawing/2016/SVG/main" r:embed="Re88fe13171f248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02650" y="-255008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81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db6022ba448b1">
            <a:extLst>
              <a:ext uri="{96DAC541-7B7A-43D3-8B79-37D633B846F1}">
                <asvg:svgBlip xmlns:asvg="http://schemas.microsoft.com/office/drawing/2016/SVG/main" r:embed="R5f4b133474ce4b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3600" y="4953970"/>
            <a:ext cx="6642100" cy="6642100"/>
          </a:xfrm>
          <a:prstGeom xmlns:a="http://schemas.openxmlformats.org/drawingml/2006/main" prst="rect">
            <a:avLst/>
          </a:prstGeom>
        </p:spPr>
      </p:pic>
      <p:pic>
        <p:nvPicPr>
          <p:cNvPr id="82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ace90779f43a3">
            <a:extLst>
              <a:ext uri="{96DAC541-7B7A-43D3-8B79-37D633B846F1}">
                <asvg:svgBlip xmlns:asvg="http://schemas.microsoft.com/office/drawing/2016/SVG/main" r:embed="R3370e4dc3e38443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5127" y="-2893219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83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9a9ffe4a443b5">
            <a:extLst>
              <a:ext uri="{96DAC541-7B7A-43D3-8B79-37D633B846F1}">
                <asvg:svgBlip xmlns:asvg="http://schemas.microsoft.com/office/drawing/2016/SVG/main" r:embed="R78d19181a886421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84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529e3030c4830">
            <a:extLst>
              <a:ext uri="{96DAC541-7B7A-43D3-8B79-37D633B846F1}">
                <asvg:svgBlip xmlns:asvg="http://schemas.microsoft.com/office/drawing/2016/SVG/main" r:embed="R8354ead57f7c450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85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898b1eb5c45f5">
            <a:extLst>
              <a:ext uri="{96DAC541-7B7A-43D3-8B79-37D633B846F1}">
                <asvg:svgBlip xmlns:asvg="http://schemas.microsoft.com/office/drawing/2016/SVG/main" r:embed="R29e24d43497b48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86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a5a20f22448fc">
            <a:extLst>
              <a:ext uri="{96DAC541-7B7A-43D3-8B79-37D633B846F1}">
                <asvg:svgBlip xmlns:asvg="http://schemas.microsoft.com/office/drawing/2016/SVG/main" r:embed="Re7469d9e5b3f43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7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a3fd0a1054e48">
            <a:extLst>
              <a:ext uri="{96DAC541-7B7A-43D3-8B79-37D633B846F1}">
                <asvg:svgBlip xmlns:asvg="http://schemas.microsoft.com/office/drawing/2016/SVG/main" r:embed="Re4f75ff5bece4f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88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d7f84e11742de">
            <a:extLst>
              <a:ext uri="{96DAC541-7B7A-43D3-8B79-37D633B846F1}">
                <asvg:svgBlip xmlns:asvg="http://schemas.microsoft.com/office/drawing/2016/SVG/main" r:embed="Raa2a1fbcb574457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89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df6eb75f94d09">
            <a:extLst>
              <a:ext uri="{96DAC541-7B7A-43D3-8B79-37D633B846F1}">
                <asvg:svgBlip xmlns:asvg="http://schemas.microsoft.com/office/drawing/2016/SVG/main" r:embed="R0df7d094a8f243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90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9f7d24f1b4f47">
            <a:extLst>
              <a:ext uri="{96DAC541-7B7A-43D3-8B79-37D633B846F1}">
                <asvg:svgBlip xmlns:asvg="http://schemas.microsoft.com/office/drawing/2016/SVG/main" r:embed="R882d91a407ad4c9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1876" y="-1117600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79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7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0be6c3bd6474f">
            <a:extLst>
              <a:ext uri="{96DAC541-7B7A-43D3-8B79-37D633B846F1}">
                <asvg:svgBlip xmlns:asvg="http://schemas.microsoft.com/office/drawing/2016/SVG/main" r:embed="R526cc794900a45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1437" y="3902651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78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0be6c3bd6474f">
            <a:extLst>
              <a:ext uri="{96DAC541-7B7A-43D3-8B79-37D633B846F1}">
                <asvg:svgBlip xmlns:asvg="http://schemas.microsoft.com/office/drawing/2016/SVG/main" r:embed="R526cc794900a45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99837" y="1755977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79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0be6c3bd6474f">
            <a:extLst>
              <a:ext uri="{96DAC541-7B7A-43D3-8B79-37D633B846F1}">
                <asvg:svgBlip xmlns:asvg="http://schemas.microsoft.com/office/drawing/2016/SVG/main" r:embed="R526cc794900a45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1437" y="1737249"/>
            <a:ext cx="3677603" cy="1897362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CB1337FA-4A1A-4D7F-894C-6626E501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5" y="3302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ЧТО ПОДРЫВАЕТ АВТОРИТЕТ МАСТЕРА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8" name="INTRO">
            <a:extLst xmlns:a="http://schemas.openxmlformats.org/drawingml/2006/main">
              <a:ext uri="{FF2B5EF4-FFF2-40B4-BE49-F238E27FC236}">
                <a16:creationId xmlns:a16="http://schemas.microsoft.com/office/drawing/2014/main" id="{57AEF4E2-0A5E-4015-B6AC-A7B6D8C7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4" y="841002"/>
            <a:ext cx="6321521" cy="7301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может сам ослабить свою позицию на участке.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Рабочие быстро замечают, когда он: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6" name="CARD_1_TITLE">
            <a:extLst xmlns:a="http://schemas.openxmlformats.org/drawingml/2006/main">
              <a:ext uri="{FF2B5EF4-FFF2-40B4-BE49-F238E27FC236}">
                <a16:creationId xmlns:a16="http://schemas.microsoft.com/office/drawing/2014/main" id="{9E48CB8B-6827-4924-AA72-1823DB0D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876" y="1942446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17" name="CARD_1_BODY">
            <a:extLst xmlns:a="http://schemas.openxmlformats.org/drawingml/2006/main">
              <a:ext uri="{FF2B5EF4-FFF2-40B4-BE49-F238E27FC236}">
                <a16:creationId xmlns:a16="http://schemas.microsoft.com/office/drawing/2014/main" id="{CC8D50EE-122B-4B17-8AC2-DA5AB1A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876" y="2323446"/>
            <a:ext cx="3169134" cy="1105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ставит задачу так, что её можно понять по-разному;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8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b9b3c07724e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1226" y="1941243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CARD_2_TITLE">
            <a:extLst xmlns:a="http://schemas.openxmlformats.org/drawingml/2006/main">
              <a:ext uri="{FF2B5EF4-FFF2-40B4-BE49-F238E27FC236}">
                <a16:creationId xmlns:a16="http://schemas.microsoft.com/office/drawing/2014/main" id="{532E935C-6249-4CFC-8B42-87A1A04F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123" y="1941243"/>
            <a:ext cx="3166803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21C535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00B050"/>
              </a:solidFill>
            </a:endParaRPr>
          </a:p>
        </p:txBody>
      </p:sp>
      <p:sp>
        <p:nvSpPr>
          <p:cNvPr id="26" name="CARD_2_BODY">
            <a:extLst xmlns:a="http://schemas.openxmlformats.org/drawingml/2006/main">
              <a:ext uri="{FF2B5EF4-FFF2-40B4-BE49-F238E27FC236}">
                <a16:creationId xmlns:a16="http://schemas.microsoft.com/office/drawing/2014/main" id="{1C62A36A-79D2-4CB3-B62C-1A5FD5D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2123" y="2322243"/>
            <a:ext cx="3166803" cy="11067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 даёт обратную связь;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8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81564d8ba4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284" y="406467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4" name="CARD_3_TITLE">
            <a:extLst xmlns:a="http://schemas.openxmlformats.org/drawingml/2006/main">
              <a:ext uri="{FF2B5EF4-FFF2-40B4-BE49-F238E27FC236}">
                <a16:creationId xmlns:a16="http://schemas.microsoft.com/office/drawing/2014/main" id="{D6875DCD-C598-47CA-A83B-9F894E5D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61" y="406467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35" name="CARD_3_BODY">
            <a:extLst xmlns:a="http://schemas.openxmlformats.org/drawingml/2006/main">
              <a:ext uri="{FF2B5EF4-FFF2-40B4-BE49-F238E27FC236}">
                <a16:creationId xmlns:a16="http://schemas.microsoft.com/office/drawing/2014/main" id="{DA3002E7-9E0C-44DF-BACF-0ECBD91E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60" y="4445670"/>
            <a:ext cx="3199339" cy="11882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не доводит требования до результата;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41" name="Shape 0">
            <a:extLst xmlns:a="http://schemas.openxmlformats.org/drawingml/2006/main">
              <a:ext uri="{FF2B5EF4-FFF2-40B4-BE49-F238E27FC236}">
                <a16:creationId xmlns:a16="http://schemas.microsoft.com/office/drawing/2014/main" id="{4FC76562-C95A-4A46-B16E-1921818E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15" y="-1"/>
            <a:ext cx="0" cy="8890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9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df8d5cf014fc4">
            <a:extLst>
              <a:ext uri="{96DAC541-7B7A-43D3-8B79-37D633B846F1}">
                <asvg:svgBlip xmlns:asvg="http://schemas.microsoft.com/office/drawing/2016/SVG/main" r:embed="R27a0c8b554d24b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9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0e5894e134dcf">
            <a:extLst>
              <a:ext uri="{96DAC541-7B7A-43D3-8B79-37D633B846F1}">
                <asvg:svgBlip xmlns:asvg="http://schemas.microsoft.com/office/drawing/2016/SVG/main" r:embed="Rc8676be7758b444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9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5fc4e069d4643">
            <a:extLst>
              <a:ext uri="{96DAC541-7B7A-43D3-8B79-37D633B846F1}">
                <asvg:svgBlip xmlns:asvg="http://schemas.microsoft.com/office/drawing/2016/SVG/main" r:embed="R806afd13c3c64f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9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9683ccff04cbc">
            <a:extLst>
              <a:ext uri="{96DAC541-7B7A-43D3-8B79-37D633B846F1}">
                <asvg:svgBlip xmlns:asvg="http://schemas.microsoft.com/office/drawing/2016/SVG/main" r:embed="Rfb0295486b7a46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9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cc4ecb8fb4282">
            <a:extLst>
              <a:ext uri="{96DAC541-7B7A-43D3-8B79-37D633B846F1}">
                <asvg:svgBlip xmlns:asvg="http://schemas.microsoft.com/office/drawing/2016/SVG/main" r:embed="R842796cea8b246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6400" y="584835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96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b547bca584a52">
            <a:extLst>
              <a:ext uri="{96DAC541-7B7A-43D3-8B79-37D633B846F1}">
                <asvg:svgBlip xmlns:asvg="http://schemas.microsoft.com/office/drawing/2016/SVG/main" r:embed="Rce3f6d635d4b47f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0800" y="-1643183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97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44bec9350452b">
            <a:extLst>
              <a:ext uri="{96DAC541-7B7A-43D3-8B79-37D633B846F1}">
                <asvg:svgBlip xmlns:asvg="http://schemas.microsoft.com/office/drawing/2016/SVG/main" r:embed="R684a7d23bdc74b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98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d5a7178df4d82">
            <a:extLst>
              <a:ext uri="{96DAC541-7B7A-43D3-8B79-37D633B846F1}">
                <asvg:svgBlip xmlns:asvg="http://schemas.microsoft.com/office/drawing/2016/SVG/main" r:embed="Rc842ce7e85854ef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99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d20d5b56e4961">
            <a:extLst>
              <a:ext uri="{96DAC541-7B7A-43D3-8B79-37D633B846F1}">
                <asvg:svgBlip xmlns:asvg="http://schemas.microsoft.com/office/drawing/2016/SVG/main" r:embed="Ra41f07490d5a44e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100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1d63e54f84b16">
            <a:extLst>
              <a:ext uri="{96DAC541-7B7A-43D3-8B79-37D633B846F1}">
                <asvg:svgBlip xmlns:asvg="http://schemas.microsoft.com/office/drawing/2016/SVG/main" r:embed="R39187ac53e4d45d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01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6052d64e84065">
            <a:extLst>
              <a:ext uri="{96DAC541-7B7A-43D3-8B79-37D633B846F1}">
                <asvg:svgBlip xmlns:asvg="http://schemas.microsoft.com/office/drawing/2016/SVG/main" r:embed="R0d2c8984e2cf454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102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de9aacb504ce9">
            <a:extLst>
              <a:ext uri="{96DAC541-7B7A-43D3-8B79-37D633B846F1}">
                <asvg:svgBlip xmlns:asvg="http://schemas.microsoft.com/office/drawing/2016/SVG/main" r:embed="R8d2a8f963def476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103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34fee12f64744">
            <a:extLst>
              <a:ext uri="{96DAC541-7B7A-43D3-8B79-37D633B846F1}">
                <asvg:svgBlip xmlns:asvg="http://schemas.microsoft.com/office/drawing/2016/SVG/main" r:embed="Rad3fae2882fe4e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104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b0274cc79493f">
            <a:extLst>
              <a:ext uri="{96DAC541-7B7A-43D3-8B79-37D633B846F1}">
                <asvg:svgBlip xmlns:asvg="http://schemas.microsoft.com/office/drawing/2016/SVG/main" r:embed="R45fe6916831a46e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105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0be6c3bd6474f">
            <a:extLst>
              <a:ext uri="{96DAC541-7B7A-43D3-8B79-37D633B846F1}">
                <asvg:svgBlip xmlns:asvg="http://schemas.microsoft.com/office/drawing/2016/SVG/main" r:embed="R526cc794900a45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6870" y="3902651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10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81564d8ba4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76717" y="406467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4" name="CARD_4_TITLE">
            <a:extLst xmlns:a="http://schemas.openxmlformats.org/drawingml/2006/main">
              <a:ext uri="{FF2B5EF4-FFF2-40B4-BE49-F238E27FC236}">
                <a16:creationId xmlns:a16="http://schemas.microsoft.com/office/drawing/2014/main" id="{2D7EA242-88EE-43DE-86CF-B63C3D35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138" y="4064670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45" name="CARD_4_BODY">
            <a:extLst xmlns:a="http://schemas.openxmlformats.org/drawingml/2006/main">
              <a:ext uri="{FF2B5EF4-FFF2-40B4-BE49-F238E27FC236}">
                <a16:creationId xmlns:a16="http://schemas.microsoft.com/office/drawing/2014/main" id="{12560078-3336-4E0F-A0F4-5694FF02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207" y="4445670"/>
            <a:ext cx="3172720" cy="11882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делает исключения для своих.</a:t>
            </a:r>
            <a:br/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Дальше разберём каждую ошибку отдельно.</a:t>
            </a:r>
            <a:endParaRPr sz="1450">
              <a:solidFill>
                <a:srgbClr val="3F454F"/>
              </a:solidFill>
            </a:endParaRPr>
          </a:p>
        </p:txBody>
      </p:sp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1FA4F7BE-F904-4383-B902-DCD03BB0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80885"/>
            <a:ext cx="373406" cy="59502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10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0be6c3bd6474f">
            <a:extLst>
              <a:ext uri="{96DAC541-7B7A-43D3-8B79-37D633B846F1}">
                <asvg:svgBlip xmlns:asvg="http://schemas.microsoft.com/office/drawing/2016/SVG/main" r:embed="R526cc794900a45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3921379"/>
            <a:ext cx="3677603" cy="1897362"/>
          </a:xfrm>
          <a:prstGeom xmlns:a="http://schemas.openxmlformats.org/drawingml/2006/main" prst="rect">
            <a:avLst/>
          </a:prstGeom>
        </p:spPr>
      </p:pic>
      <p:pic>
        <p:nvPicPr>
          <p:cNvPr id="111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0be6c3bd6474f">
            <a:extLst>
              <a:ext uri="{96DAC541-7B7A-43D3-8B79-37D633B846F1}">
                <asvg:svgBlip xmlns:asvg="http://schemas.microsoft.com/office/drawing/2016/SVG/main" r:embed="R526cc794900a45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1755977"/>
            <a:ext cx="3677603" cy="1897362"/>
          </a:xfrm>
          <a:prstGeom xmlns:a="http://schemas.openxmlformats.org/drawingml/2006/main" prst="rect">
            <a:avLst/>
          </a:prstGeom>
        </p:spPr>
      </p:pic>
      <p:sp>
        <p:nvSpPr>
          <p:cNvPr id="48" name="CARD_5_TITLE">
            <a:extLst xmlns:a="http://schemas.openxmlformats.org/drawingml/2006/main">
              <a:ext uri="{FF2B5EF4-FFF2-40B4-BE49-F238E27FC236}">
                <a16:creationId xmlns:a16="http://schemas.microsoft.com/office/drawing/2014/main" id="{FF0DB1F4-DE57-498C-80D4-9EA47E9E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93" y="1961174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DE4A42"/>
              </a:solidFill>
            </a:endParaRPr>
          </a:p>
        </p:txBody>
      </p:sp>
      <p:sp>
        <p:nvSpPr>
          <p:cNvPr id="49" name="CARD_5_BODY">
            <a:extLst xmlns:a="http://schemas.openxmlformats.org/drawingml/2006/main">
              <a:ext uri="{FF2B5EF4-FFF2-40B4-BE49-F238E27FC236}">
                <a16:creationId xmlns:a16="http://schemas.microsoft.com/office/drawing/2014/main" id="{FE9FA756-A9ED-4411-97C3-B64661C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893" y="2342174"/>
            <a:ext cx="3169134" cy="1105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стоит над душой;</a:t>
            </a:r>
            <a:endParaRPr sz="1450">
              <a:solidFill>
                <a:srgbClr val="3F454F"/>
              </a:solidFill>
            </a:endParaRPr>
          </a:p>
        </p:txBody>
      </p:sp>
      <p:pic>
        <p:nvPicPr>
          <p:cNvPr id="11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f81564d8ba40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301" y="4083398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51" name="CARD_6_TITLE">
            <a:extLst xmlns:a="http://schemas.openxmlformats.org/drawingml/2006/main">
              <a:ext uri="{FF2B5EF4-FFF2-40B4-BE49-F238E27FC236}">
                <a16:creationId xmlns:a16="http://schemas.microsoft.com/office/drawing/2014/main" id="{C4B44AD1-D22A-4F3E-97AE-AB9B2030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8" y="4083398"/>
            <a:ext cx="27305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 spc="50">
                <a:solidFill>
                  <a:srgbClr val="F97A07"/>
                </a:solidFill>
                <a:latin typeface="Bahnschrift SemiBold Condensed"/>
                <a:ea typeface="Bahnschrift SemiBold Condensed"/>
                <a:cs typeface="Bahnschrift SemiBold Condensed"/>
              </a:rPr>
              <a:t/>
            </a:r>
            <a:endParaRPr sz="1700">
              <a:solidFill>
                <a:srgbClr val="FD6D01"/>
              </a:solidFill>
            </a:endParaRPr>
          </a:p>
        </p:txBody>
      </p:sp>
      <p:sp>
        <p:nvSpPr>
          <p:cNvPr id="52" name="CARD_6_BODY">
            <a:extLst xmlns:a="http://schemas.openxmlformats.org/drawingml/2006/main">
              <a:ext uri="{FF2B5EF4-FFF2-40B4-BE49-F238E27FC236}">
                <a16:creationId xmlns:a16="http://schemas.microsoft.com/office/drawing/2014/main" id="{795776DB-57BB-4194-82A7-E1EC709A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7" y="4464398"/>
            <a:ext cx="3199339" cy="11882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5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отмахивается от сигналов с участка;</a:t>
            </a:r>
            <a:endParaRPr sz="1450">
              <a:solidFill>
                <a:srgbClr val="3F45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7216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7b9df9609849c8">
            <a:extLst>
              <a:ext uri="{96DAC541-7B7A-43D3-8B79-37D633B846F1}">
                <asvg:svgBlip xmlns:asvg="http://schemas.microsoft.com/office/drawing/2016/SVG/main" r:embed="Rd44f3aa381ff44c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358" y="1460500"/>
            <a:ext cx="9504715" cy="4902199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" y="4953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1. СТОЯТЬ НАД ДУШОЙ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3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4677897c742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57375"/>
            <a:ext cx="8234063" cy="3889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Опытному рабочему не нужно объяснять каждое движение. Задача мастера — обозначить результат, срок, требования и точки контроля.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Если мастер постоянно вмешивается в работу, человек перестанет решать сам. При любом отклонении он будет ждать указания.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В итоге мастер потратит время на мелочи и сам затормозит работу участка.</a:t>
            </a:r>
            <a:endParaRPr sz="1700">
              <a:solidFill>
                <a:srgbClr val="3F454F"/>
              </a:solidFill>
            </a:endParaRPr>
          </a:p>
        </p:txBody>
      </p:sp>
      <p:sp>
        <p:nvSpPr>
          <p:cNvPr id="13" name="Shape 0">
            <a:extLst xmlns:a="http://schemas.openxmlformats.org/drawingml/2006/main"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1111250"/>
            <a:ext cx="5601903" cy="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7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2f0ec718f457c">
            <a:extLst>
              <a:ext uri="{96DAC541-7B7A-43D3-8B79-37D633B846F1}">
                <asvg:svgBlip xmlns:asvg="http://schemas.microsoft.com/office/drawing/2016/SVG/main" r:embed="R0f95dbcdbcb04e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127971" y="2677007"/>
            <a:ext cx="4191761" cy="4191761"/>
          </a:xfrm>
          <a:prstGeom xmlns:a="http://schemas.openxmlformats.org/drawingml/2006/main" prst="rect">
            <a:avLst/>
          </a:prstGeom>
        </p:spPr>
      </p:pic>
      <p:pic>
        <p:nvPicPr>
          <p:cNvPr id="38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830f02c974749">
            <a:extLst>
              <a:ext uri="{96DAC541-7B7A-43D3-8B79-37D633B846F1}">
                <asvg:svgBlip xmlns:asvg="http://schemas.microsoft.com/office/drawing/2016/SVG/main" r:embed="R8e482f57061b46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7518421">
            <a:off x="10428622" y="1042343"/>
            <a:ext cx="2129148" cy="2129148"/>
          </a:xfrm>
          <a:prstGeom xmlns:a="http://schemas.openxmlformats.org/drawingml/2006/main" prst="rect">
            <a:avLst/>
          </a:prstGeom>
        </p:spPr>
      </p:pic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3fe3fd4354e46">
            <a:extLst>
              <a:ext uri="{96DAC541-7B7A-43D3-8B79-37D633B846F1}">
                <asvg:svgBlip xmlns:asvg="http://schemas.microsoft.com/office/drawing/2016/SVG/main" r:embed="Ra54953f5d8b64e6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c6f2ca5884c01">
            <a:extLst>
              <a:ext uri="{96DAC541-7B7A-43D3-8B79-37D633B846F1}">
                <asvg:svgBlip xmlns:asvg="http://schemas.microsoft.com/office/drawing/2016/SVG/main" r:embed="Rca87d850e0e245f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4677897c7428c">
            <a:extLst>
              <a:ext uri="{96DAC541-7B7A-43D3-8B79-37D633B846F1}">
                <asvg:svgBlip xmlns:asvg="http://schemas.microsoft.com/office/drawing/2016/SVG/main" r:embed="R8aee73953843495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385cdd8684516">
            <a:extLst>
              <a:ext uri="{96DAC541-7B7A-43D3-8B79-37D633B846F1}">
                <asvg:svgBlip xmlns:asvg="http://schemas.microsoft.com/office/drawing/2016/SVG/main" r:embed="R955e301395b54d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aa3d62b8944fa">
            <a:extLst>
              <a:ext uri="{96DAC541-7B7A-43D3-8B79-37D633B846F1}">
                <asvg:svgBlip xmlns:asvg="http://schemas.microsoft.com/office/drawing/2016/SVG/main" r:embed="R321c1447942b49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c3f45e8054d12">
            <a:extLst>
              <a:ext uri="{96DAC541-7B7A-43D3-8B79-37D633B846F1}">
                <asvg:svgBlip xmlns:asvg="http://schemas.microsoft.com/office/drawing/2016/SVG/main" r:embed="R626d587c4289413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678" y="-2162237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e24f74cab4290">
            <a:extLst>
              <a:ext uri="{96DAC541-7B7A-43D3-8B79-37D633B846F1}">
                <asvg:svgBlip xmlns:asvg="http://schemas.microsoft.com/office/drawing/2016/SVG/main" r:embed="R0ab34c61695740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af601a4d24bd4">
            <a:extLst>
              <a:ext uri="{96DAC541-7B7A-43D3-8B79-37D633B846F1}">
                <asvg:svgBlip xmlns:asvg="http://schemas.microsoft.com/office/drawing/2016/SVG/main" r:embed="R4067f7157a8544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4e4dd8e66419e">
            <a:extLst>
              <a:ext uri="{96DAC541-7B7A-43D3-8B79-37D633B846F1}">
                <asvg:svgBlip xmlns:asvg="http://schemas.microsoft.com/office/drawing/2016/SVG/main" r:embed="R3445c92b472343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90f41c43e4e64">
            <a:extLst>
              <a:ext uri="{96DAC541-7B7A-43D3-8B79-37D633B846F1}">
                <asvg:svgBlip xmlns:asvg="http://schemas.microsoft.com/office/drawing/2016/SVG/main" r:embed="R0c6373f3201e409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fa39d28654767">
            <a:extLst>
              <a:ext uri="{96DAC541-7B7A-43D3-8B79-37D633B846F1}">
                <asvg:svgBlip xmlns:asvg="http://schemas.microsoft.com/office/drawing/2016/SVG/main" r:embed="R9d8e13b532f444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58b04cb454c9c">
            <a:extLst>
              <a:ext uri="{96DAC541-7B7A-43D3-8B79-37D633B846F1}">
                <asvg:svgBlip xmlns:asvg="http://schemas.microsoft.com/office/drawing/2016/SVG/main" r:embed="Rb4b0b39ea25443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87cac23f24199">
            <a:extLst>
              <a:ext uri="{96DAC541-7B7A-43D3-8B79-37D633B846F1}">
                <asvg:svgBlip xmlns:asvg="http://schemas.microsoft.com/office/drawing/2016/SVG/main" r:embed="Re8170915ba0f415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73ae3d45b4fd4">
            <a:extLst>
              <a:ext uri="{96DAC541-7B7A-43D3-8B79-37D633B846F1}">
                <asvg:svgBlip xmlns:asvg="http://schemas.microsoft.com/office/drawing/2016/SVG/main" r:embed="Rdc3394c7de34411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760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f2650c98e437a">
            <a:extLst>
              <a:ext uri="{96DAC541-7B7A-43D3-8B79-37D633B846F1}">
                <asvg:svgBlip xmlns:asvg="http://schemas.microsoft.com/office/drawing/2016/SVG/main" r:embed="R910a5e490c5542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3438" y="7696134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latin typeface="Bahnschrift SemiBold Condensed"/>
                <a:ea typeface="Bahnschrift SemiBold Condensed"/>
                <a:cs typeface="Bahnschrift SemiBold Condensed"/>
              </a:rPr>
              <a:t>ЧТО ПОКАЗАЛО ИССЛЕДОВАНИЕ GOOGLE</a:t>
            </a:r>
            <a:endParaRPr sz="3000"/>
          </a:p>
        </p:txBody>
      </p:sp>
      <p:pic>
        <p:nvPicPr>
          <p:cNvPr id="5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5dce1e0d84d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6" name="INTRO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6" y="858223"/>
            <a:ext cx="8774743" cy="12678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 b="1">
                <a:solidFill>
                  <a:srgbClr val="676C74"/>
                </a:solidFill>
                <a:latin typeface="Nunito"/>
                <a:ea typeface="Nunito"/>
                <a:cs typeface="Nunito"/>
              </a:rPr>
              <a:t>В 2008 году Google начал изучать работу своих руководителей. Исследователи сравнили команды с разными результатами и выяснили, какие действия руководителей помогали людям работать лучше.</a:t>
            </a:r>
            <a:endParaRPr sz="1600" b="1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54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7a6df1c044131">
            <a:extLst>
              <a:ext uri="{96DAC541-7B7A-43D3-8B79-37D633B846F1}">
                <asvg:svgBlip xmlns:asvg="http://schemas.microsoft.com/office/drawing/2016/SVG/main" r:embed="Racd400cfb0e34a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76562" y="8264023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55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5dce1e0d84dbf">
            <a:extLst>
              <a:ext uri="{96DAC541-7B7A-43D3-8B79-37D633B846F1}">
                <asvg:svgBlip xmlns:asvg="http://schemas.microsoft.com/office/drawing/2016/SVG/main" r:embed="R2ace69339e534b0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56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3a2e1653840c9">
            <a:extLst>
              <a:ext uri="{96DAC541-7B7A-43D3-8B79-37D633B846F1}">
                <asvg:svgBlip xmlns:asvg="http://schemas.microsoft.com/office/drawing/2016/SVG/main" r:embed="Ra65f943504d6463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46523" y="803700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57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07e5f630c4f99">
            <a:extLst>
              <a:ext uri="{96DAC541-7B7A-43D3-8B79-37D633B846F1}">
                <asvg:svgBlip xmlns:asvg="http://schemas.microsoft.com/office/drawing/2016/SVG/main" r:embed="R602d391ef2de4b4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8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615a415fb4a30">
            <a:extLst>
              <a:ext uri="{96DAC541-7B7A-43D3-8B79-37D633B846F1}">
                <asvg:svgBlip xmlns:asvg="http://schemas.microsoft.com/office/drawing/2016/SVG/main" r:embed="R7e3cc6bdba5a400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081914" y="7655895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59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e2e506aa548f2">
            <a:extLst>
              <a:ext uri="{96DAC541-7B7A-43D3-8B79-37D633B846F1}">
                <asvg:svgBlip xmlns:asvg="http://schemas.microsoft.com/office/drawing/2016/SVG/main" r:embed="Rc011fa7b508c49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4924" y="6286493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60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8a285303549e5">
            <a:extLst>
              <a:ext uri="{96DAC541-7B7A-43D3-8B79-37D633B846F1}">
                <asvg:svgBlip xmlns:asvg="http://schemas.microsoft.com/office/drawing/2016/SVG/main" r:embed="R4d2c309ca8ca4de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61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1d91022a04acc">
            <a:extLst>
              <a:ext uri="{96DAC541-7B7A-43D3-8B79-37D633B846F1}">
                <asvg:svgBlip xmlns:asvg="http://schemas.microsoft.com/office/drawing/2016/SVG/main" r:embed="R7d4fd557bdb146c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2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c3b9a87f74243">
            <a:extLst>
              <a:ext uri="{96DAC541-7B7A-43D3-8B79-37D633B846F1}">
                <asvg:svgBlip xmlns:asvg="http://schemas.microsoft.com/office/drawing/2016/SVG/main" r:embed="R61fb6e5684514ee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07352" y="-2033388"/>
            <a:ext cx="1801446" cy="1801446"/>
          </a:xfrm>
          <a:prstGeom xmlns:a="http://schemas.openxmlformats.org/drawingml/2006/main" prst="rect">
            <a:avLst/>
          </a:prstGeom>
        </p:spPr>
      </p:pic>
      <p:pic>
        <p:nvPicPr>
          <p:cNvPr id="63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87171c92e4b3a">
            <a:extLst>
              <a:ext uri="{96DAC541-7B7A-43D3-8B79-37D633B846F1}">
                <asvg:svgBlip xmlns:asvg="http://schemas.microsoft.com/office/drawing/2016/SVG/main" r:embed="R7380dd43116948f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64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b7ad446f040cd">
            <a:extLst>
              <a:ext uri="{96DAC541-7B7A-43D3-8B79-37D633B846F1}">
                <asvg:svgBlip xmlns:asvg="http://schemas.microsoft.com/office/drawing/2016/SVG/main" r:embed="R6fcfd31778e7488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65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dcde8586448ec">
            <a:extLst>
              <a:ext uri="{96DAC541-7B7A-43D3-8B79-37D633B846F1}">
                <asvg:svgBlip xmlns:asvg="http://schemas.microsoft.com/office/drawing/2016/SVG/main" r:embed="R5bb3693323ff47c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23513" y="-2840121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66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57217d96746eb">
            <a:extLst>
              <a:ext uri="{96DAC541-7B7A-43D3-8B79-37D633B846F1}">
                <asvg:svgBlip xmlns:asvg="http://schemas.microsoft.com/office/drawing/2016/SVG/main" r:embed="R492634392e6d48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2024658" y="7400095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67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f71b664d94758">
            <a:extLst>
              <a:ext uri="{96DAC541-7B7A-43D3-8B79-37D633B846F1}">
                <asvg:svgBlip xmlns:asvg="http://schemas.microsoft.com/office/drawing/2016/SVG/main" r:embed="Re35c716b7e71402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805" y="2054824"/>
            <a:ext cx="6385027" cy="4324684"/>
          </a:xfrm>
          <a:prstGeom xmlns:a="http://schemas.openxmlformats.org/drawingml/2006/main" prst="rect">
            <a:avLst/>
          </a:prstGeom>
        </p:spPr>
      </p:pic>
      <p:pic>
        <p:nvPicPr>
          <p:cNvPr id="68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3a0387c4c4f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9869" y="3217578"/>
            <a:ext cx="1172137" cy="1420088"/>
          </a:xfrm>
          <a:prstGeom xmlns:a="http://schemas.openxmlformats.org/drawingml/2006/main" prst="rect">
            <a:avLst/>
          </a:prstGeom>
        </p:spPr>
      </p:pic>
      <p:pic>
        <p:nvPicPr>
          <p:cNvPr id="69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4cfc400464d7f">
            <a:extLst>
              <a:ext uri="{96DAC541-7B7A-43D3-8B79-37D633B846F1}">
                <asvg:svgBlip xmlns:asvg="http://schemas.microsoft.com/office/drawing/2016/SVG/main" r:embed="Rf0cfc5019b97478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29589" y="7983035"/>
            <a:ext cx="2419350" cy="2419350"/>
          </a:xfrm>
          <a:prstGeom xmlns:a="http://schemas.openxmlformats.org/drawingml/2006/main" prst="rect">
            <a:avLst/>
          </a:prstGeom>
        </p:spPr>
      </p:pic>
      <p:sp>
        <p:nvSpPr>
          <p:cNvPr id="30" name="CASE_BODY">
            <a:extLst xmlns:a="http://schemas.openxmlformats.org/drawingml/2006/main">
              <a:ext uri="{FF2B5EF4-FFF2-40B4-BE49-F238E27FC236}">
                <a16:creationId xmlns:a16="http://schemas.microsoft.com/office/drawing/2014/main" id="{37688EA1-9EF9-4CDB-99AA-CB59563E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51" y="2412088"/>
            <a:ext cx="5338766" cy="35983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Для темы самостоятельности важны два вывода из исследования: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успешные руководители ясно объясняли, какой результат нужен;</a:t>
            </a:r>
            <a:br/>
            <a:r>
              <a:rPr sz="1600">
                <a:latin typeface="Nunito"/>
                <a:ea typeface="Nunito"/>
                <a:cs typeface="Nunito"/>
              </a:rPr>
              <a:t>давали сотрудникам самостоятельно выбирать способ работы.</a:t>
            </a: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589A3FF-EE07-4051-B044-3B44BE6B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006" y="2449110"/>
            <a:ext cx="3214517" cy="33362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1600">
              <a:latin typeface="Nunito"/>
              <a:ea typeface="Nunito"/>
              <a:cs typeface="Nunito"/>
            </a:endParaRPr>
          </a:p>
        </p:txBody>
      </p:sp>
      <p:sp>
        <p:nvSpPr>
          <p:cNvPr id="4" name="CONCLUSION">
            <a:extLst xmlns:a="http://schemas.openxmlformats.org/drawingml/2006/main">
              <a:ext uri="{FF2B5EF4-FFF2-40B4-BE49-F238E27FC236}">
                <a16:creationId xmlns:a16="http://schemas.microsoft.com/office/drawing/2014/main" id="{8C1D51BD-BCC7-4C60-9B33-0C360DEA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513" y="2054824"/>
            <a:ext cx="3214517" cy="43246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rgbClr val="F5340B"/>
                </a:solidFill>
                <a:latin typeface="Bahnschrift Condensed"/>
                <a:ea typeface="Bahnschrift Condensed"/>
                <a:cs typeface="Bahnschrift Condensed"/>
              </a:rPr>
              <a:t>Для мастера вывод такой: объясните, что нужно получить, обозначьте срок и точки контроля. Опытному рабочему оставьте самостоятельность в пределах чертежа, технологии и стандарта.</a:t>
            </a:r>
          </a:p>
        </p:txBody>
      </p:sp>
    </p:spTree>
    <p:extLst>
      <p:ext uri="{BB962C8B-B14F-4D97-AF65-F5344CB8AC3E}">
        <p14:creationId xmlns:p14="http://schemas.microsoft.com/office/powerpoint/2010/main" val="428386809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67f2525ce4b37">
            <a:extLst>
              <a:ext uri="{96DAC541-7B7A-43D3-8B79-37D633B846F1}">
                <asvg:svgBlip xmlns:asvg="http://schemas.microsoft.com/office/drawing/2016/SVG/main" r:embed="R4701e0be8ff34a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ДЕНИС КОНТРОЛИРОВАЛ КАЖДОЕ ДВИЖЕНИЕ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Первое время Денис проверял у сильных рабочих каждую мелочь: где они взяли инструмент, как положили деталь, почему выбрали такой порядок работы.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Через неделю рабочие перестали предлагать решения. При любом отклонении они ждали указания Дениса.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c780c41c24cc6">
            <a:extLst>
              <a:ext uri="{96DAC541-7B7A-43D3-8B79-37D633B846F1}">
                <asvg:svgBlip xmlns:asvg="http://schemas.microsoft.com/office/drawing/2016/SVG/main" r:embed="R5524f9e5b7cc46b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d1b3f9f42488e">
            <a:extLst>
              <a:ext uri="{96DAC541-7B7A-43D3-8B79-37D633B846F1}">
                <asvg:svgBlip xmlns:asvg="http://schemas.microsoft.com/office/drawing/2016/SVG/main" r:embed="Rdf3667b5da724df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634f31d434bf2">
            <a:extLst>
              <a:ext uri="{96DAC541-7B7A-43D3-8B79-37D633B846F1}">
                <asvg:svgBlip xmlns:asvg="http://schemas.microsoft.com/office/drawing/2016/SVG/main" r:embed="Rf411f8c8ca7b484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5876c2a9e41f0">
            <a:extLst>
              <a:ext uri="{96DAC541-7B7A-43D3-8B79-37D633B846F1}">
                <asvg:svgBlip xmlns:asvg="http://schemas.microsoft.com/office/drawing/2016/SVG/main" r:embed="R8a1e810b31144b5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f030d00f547a8">
            <a:extLst>
              <a:ext uri="{96DAC541-7B7A-43D3-8B79-37D633B846F1}">
                <asvg:svgBlip xmlns:asvg="http://schemas.microsoft.com/office/drawing/2016/SVG/main" r:embed="Ra59610b93b3c4f9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79b4cbe9b477e">
            <a:extLst>
              <a:ext uri="{96DAC541-7B7A-43D3-8B79-37D633B846F1}">
                <asvg:svgBlip xmlns:asvg="http://schemas.microsoft.com/office/drawing/2016/SVG/main" r:embed="R99ddcb7d55a144e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0bab9fe6b4e2f">
            <a:extLst>
              <a:ext uri="{96DAC541-7B7A-43D3-8B79-37D633B846F1}">
                <asvg:svgBlip xmlns:asvg="http://schemas.microsoft.com/office/drawing/2016/SVG/main" r:embed="R1b8f5abf0b1c4ea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794d7cf9b40d4">
            <a:extLst>
              <a:ext uri="{96DAC541-7B7A-43D3-8B79-37D633B846F1}">
                <asvg:svgBlip xmlns:asvg="http://schemas.microsoft.com/office/drawing/2016/SVG/main" r:embed="R68c0c2b93825405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af92a26094ed8">
            <a:extLst>
              <a:ext uri="{96DAC541-7B7A-43D3-8B79-37D633B846F1}">
                <asvg:svgBlip xmlns:asvg="http://schemas.microsoft.com/office/drawing/2016/SVG/main" r:embed="R722343efecc04d1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8531da70447a6">
            <a:extLst>
              <a:ext uri="{96DAC541-7B7A-43D3-8B79-37D633B846F1}">
                <asvg:svgBlip xmlns:asvg="http://schemas.microsoft.com/office/drawing/2016/SVG/main" r:embed="Rd58d0f932d844cd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fde303bf14dd5">
            <a:extLst>
              <a:ext uri="{96DAC541-7B7A-43D3-8B79-37D633B846F1}">
                <asvg:svgBlip xmlns:asvg="http://schemas.microsoft.com/office/drawing/2016/SVG/main" r:embed="Rb1126747597f47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5b230dc47442b">
            <a:extLst>
              <a:ext uri="{96DAC541-7B7A-43D3-8B79-37D633B846F1}">
                <asvg:svgBlip xmlns:asvg="http://schemas.microsoft.com/office/drawing/2016/SVG/main" r:embed="Rab1c1a2e1429469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1c7ea26d84a94">
            <a:extLst>
              <a:ext uri="{96DAC541-7B7A-43D3-8B79-37D633B846F1}">
                <asvg:svgBlip xmlns:asvg="http://schemas.microsoft.com/office/drawing/2016/SVG/main" r:embed="R9ee23cdba00e4a5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6178b47ce41ba">
            <a:extLst>
              <a:ext uri="{96DAC541-7B7A-43D3-8B79-37D633B846F1}">
                <asvg:svgBlip xmlns:asvg="http://schemas.microsoft.com/office/drawing/2016/SVG/main" r:embed="Rf4b5936c4c2e4ed1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624206" y="1392874"/>
            <a:ext cx="2683470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Из задачи должно быть понятно:</a:t>
            </a:r>
            <a:endParaRPr sz="2000">
              <a:solidFill>
                <a:srgbClr val="21C535"/>
              </a:solidFill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2. СТАВИТЬ ЗАДАЧУ НЕЯСНО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927" y="1364971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31c72ef3714154">
            <a:extLst>
              <a:ext uri="{96DAC541-7B7A-43D3-8B79-37D633B846F1}">
                <asvg:svgBlip xmlns:asvg="http://schemas.microsoft.com/office/drawing/2016/SVG/main" r:embed="R1637b80b3bce4b8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abe33180e4c88">
            <a:extLst>
              <a:ext uri="{96DAC541-7B7A-43D3-8B79-37D633B846F1}">
                <asvg:svgBlip xmlns:asvg="http://schemas.microsoft.com/office/drawing/2016/SVG/main" r:embed="R04178d122c2a48a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80e614f0d4963">
            <a:extLst>
              <a:ext uri="{96DAC541-7B7A-43D3-8B79-37D633B846F1}">
                <asvg:svgBlip xmlns:asvg="http://schemas.microsoft.com/office/drawing/2016/SVG/main" r:embed="Re5ae6bffe22b4a4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0b0a35d994629">
            <a:extLst>
              <a:ext uri="{96DAC541-7B7A-43D3-8B79-37D633B846F1}">
                <asvg:svgBlip xmlns:asvg="http://schemas.microsoft.com/office/drawing/2016/SVG/main" r:embed="R5e09c230555e45b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091e6218b403f">
            <a:extLst>
              <a:ext uri="{96DAC541-7B7A-43D3-8B79-37D633B846F1}">
                <asvg:svgBlip xmlns:asvg="http://schemas.microsoft.com/office/drawing/2016/SVG/main" r:embed="Rcc26a16964004da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810773fe844de">
            <a:extLst>
              <a:ext uri="{96DAC541-7B7A-43D3-8B79-37D633B846F1}">
                <asvg:svgBlip xmlns:asvg="http://schemas.microsoft.com/office/drawing/2016/SVG/main" r:embed="Rd41cffbf221141e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2edb18bb142d2">
            <a:extLst>
              <a:ext uri="{96DAC541-7B7A-43D3-8B79-37D633B846F1}">
                <asvg:svgBlip xmlns:asvg="http://schemas.microsoft.com/office/drawing/2016/SVG/main" r:embed="R96290c20708a4b8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6180734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3b33c70db4dca">
            <a:extLst>
              <a:ext uri="{96DAC541-7B7A-43D3-8B79-37D633B846F1}">
                <asvg:svgBlip xmlns:asvg="http://schemas.microsoft.com/office/drawing/2016/SVG/main" r:embed="R65cfb02b4047412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a095dae2493d">
            <a:extLst>
              <a:ext uri="{96DAC541-7B7A-43D3-8B79-37D633B846F1}">
                <asvg:svgBlip xmlns:asvg="http://schemas.microsoft.com/office/drawing/2016/SVG/main" r:embed="R2835faa4e0d94f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70a7384bb406d">
            <a:extLst>
              <a:ext uri="{96DAC541-7B7A-43D3-8B79-37D633B846F1}">
                <asvg:svgBlip xmlns:asvg="http://schemas.microsoft.com/office/drawing/2016/SVG/main" r:embed="Ra5984b3969e24eb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357efbceb4c13">
            <a:extLst>
              <a:ext uri="{96DAC541-7B7A-43D3-8B79-37D633B846F1}">
                <asvg:svgBlip xmlns:asvg="http://schemas.microsoft.com/office/drawing/2016/SVG/main" r:embed="R07b5c7ee9e7547f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a76cd39874064">
            <a:extLst>
              <a:ext uri="{96DAC541-7B7A-43D3-8B79-37D633B846F1}">
                <asvg:svgBlip xmlns:asvg="http://schemas.microsoft.com/office/drawing/2016/SVG/main" r:embed="R7f7c905defd349f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c20e2345a4763">
            <a:extLst>
              <a:ext uri="{96DAC541-7B7A-43D3-8B79-37D633B846F1}">
                <asvg:svgBlip xmlns:asvg="http://schemas.microsoft.com/office/drawing/2016/SVG/main" r:embed="Rc25fb85e0ea44c4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828ca9fca4ad1">
            <a:extLst>
              <a:ext uri="{96DAC541-7B7A-43D3-8B79-37D633B846F1}">
                <asvg:svgBlip xmlns:asvg="http://schemas.microsoft.com/office/drawing/2016/SVG/main" r:embed="R28cb2728efb546c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15a298b6c40aa">
            <a:extLst>
              <a:ext uri="{96DAC541-7B7A-43D3-8B79-37D633B846F1}">
                <asvg:svgBlip xmlns:asvg="http://schemas.microsoft.com/office/drawing/2016/SVG/main" r:embed="Rc9ee9738be7a4a0c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260" y="1392874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r>
              <a:rPr sz="1600">
                <a:latin typeface="Nunito"/>
                <a:ea typeface="Nunito"/>
                <a:cs typeface="Nunito"/>
              </a:rPr>
              <a:t>кто её выполняет;</a:t>
            </a:r>
            <a:br/>
            <a:r>
              <a:rPr sz="1600">
                <a:latin typeface="Nunito"/>
                <a:ea typeface="Nunito"/>
                <a:cs typeface="Nunito"/>
              </a:rPr>
              <a:t>что нужно сделать;</a:t>
            </a:r>
            <a:br/>
            <a:r>
              <a:rPr sz="1600">
                <a:latin typeface="Nunito"/>
                <a:ea typeface="Nunito"/>
                <a:cs typeface="Nunito"/>
              </a:rPr>
              <a:t>какой у работы приоритет;</a:t>
            </a:r>
            <a:br/>
            <a:r>
              <a:rPr sz="1600">
                <a:latin typeface="Nunito"/>
                <a:ea typeface="Nunito"/>
                <a:cs typeface="Nunito"/>
              </a:rPr>
              <a:t>к какому сроку нужен результат;</a:t>
            </a:r>
            <a:br/>
            <a:r>
              <a:rPr sz="1600">
                <a:latin typeface="Nunito"/>
                <a:ea typeface="Nunito"/>
                <a:cs typeface="Nunito"/>
              </a:rPr>
              <a:t>когда мастер проверит выполнение.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Если мастер пропустил часть условий, рабочий додумает их сам. После этого у мастера и рабочего могут оказаться разные версии договорённости.</a:t>
            </a:r>
          </a:p>
        </p:txBody>
      </p:sp>
    </p:spTree>
    <p:extLst>
      <p:ext uri="{BB962C8B-B14F-4D97-AF65-F5344CB8AC3E}">
        <p14:creationId xmlns:p14="http://schemas.microsoft.com/office/powerpoint/2010/main" val="214741985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63373" y="1574123"/>
            <a:ext cx="4116740" cy="3794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13" y="309159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ПРОСЬБА И ЗАДАЧА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7904" y="867959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785941" y="1346108"/>
            <a:ext cx="0" cy="48202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a658cd7904ab7">
            <a:extLst>
              <a:ext uri="{96DAC541-7B7A-43D3-8B79-37D633B846F1}">
                <asvg:svgBlip xmlns:asvg="http://schemas.microsoft.com/office/drawing/2016/SVG/main" r:embed="Reb75584a10ae494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927" y="8462397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cebb5c92e4c47">
            <a:extLst>
              <a:ext uri="{96DAC541-7B7A-43D3-8B79-37D633B846F1}">
                <asvg:svgBlip xmlns:asvg="http://schemas.microsoft.com/office/drawing/2016/SVG/main" r:embed="R18098df804c7483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1d79d31d843b5">
            <a:extLst>
              <a:ext uri="{96DAC541-7B7A-43D3-8B79-37D633B846F1}">
                <asvg:svgBlip xmlns:asvg="http://schemas.microsoft.com/office/drawing/2016/SVG/main" r:embed="R5f31001535dc46a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6514b5a35f4644">
            <a:extLst>
              <a:ext uri="{96DAC541-7B7A-43D3-8B79-37D633B846F1}">
                <asvg:svgBlip xmlns:asvg="http://schemas.microsoft.com/office/drawing/2016/SVG/main" r:embed="R0af3b2be5f794a3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eb5c521d14ac6">
            <a:extLst>
              <a:ext uri="{96DAC541-7B7A-43D3-8B79-37D633B846F1}">
                <asvg:svgBlip xmlns:asvg="http://schemas.microsoft.com/office/drawing/2016/SVG/main" r:embed="R5e710a243bb24e4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10b3337d844d7">
            <a:extLst>
              <a:ext uri="{96DAC541-7B7A-43D3-8B79-37D633B846F1}">
                <asvg:svgBlip xmlns:asvg="http://schemas.microsoft.com/office/drawing/2016/SVG/main" r:embed="R963244f029614a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f59b11b4147eb">
            <a:extLst>
              <a:ext uri="{96DAC541-7B7A-43D3-8B79-37D633B846F1}">
                <asvg:svgBlip xmlns:asvg="http://schemas.microsoft.com/office/drawing/2016/SVG/main" r:embed="Rc061f217acc244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03443" y="627850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94ce0b61c4598">
            <a:extLst>
              <a:ext uri="{96DAC541-7B7A-43D3-8B79-37D633B846F1}">
                <asvg:svgBlip xmlns:asvg="http://schemas.microsoft.com/office/drawing/2016/SVG/main" r:embed="Rcae797e62ea3423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2b9b6b2834f69">
            <a:extLst>
              <a:ext uri="{96DAC541-7B7A-43D3-8B79-37D633B846F1}">
                <asvg:svgBlip xmlns:asvg="http://schemas.microsoft.com/office/drawing/2016/SVG/main" r:embed="R1ac1dfadd70048c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30e63f3894df5">
            <a:extLst>
              <a:ext uri="{96DAC541-7B7A-43D3-8B79-37D633B846F1}">
                <asvg:svgBlip xmlns:asvg="http://schemas.microsoft.com/office/drawing/2016/SVG/main" r:embed="R805acf105c3746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7565" y="-960701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e7e9e88da421a">
            <a:extLst>
              <a:ext uri="{96DAC541-7B7A-43D3-8B79-37D633B846F1}">
                <asvg:svgBlip xmlns:asvg="http://schemas.microsoft.com/office/drawing/2016/SVG/main" r:embed="R1fb408fabf87463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5854" y="7927664"/>
            <a:ext cx="2200915" cy="220091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fab70f4fd4675">
            <a:extLst>
              <a:ext uri="{96DAC541-7B7A-43D3-8B79-37D633B846F1}">
                <asvg:svgBlip xmlns:asvg="http://schemas.microsoft.com/office/drawing/2016/SVG/main" r:embed="R9d29becaa86b403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000d5a2104177">
            <a:extLst>
              <a:ext uri="{96DAC541-7B7A-43D3-8B79-37D633B846F1}">
                <asvg:svgBlip xmlns:asvg="http://schemas.microsoft.com/office/drawing/2016/SVG/main" r:embed="Rd663bbd267f341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1e56c2cf44513">
            <a:extLst>
              <a:ext uri="{96DAC541-7B7A-43D3-8B79-37D633B846F1}">
                <asvg:svgBlip xmlns:asvg="http://schemas.microsoft.com/office/drawing/2016/SVG/main" r:embed="R3c337c576d2c482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97c9c42734755">
            <a:extLst>
              <a:ext uri="{96DAC541-7B7A-43D3-8B79-37D633B846F1}">
                <asvg:svgBlip xmlns:asvg="http://schemas.microsoft.com/office/drawing/2016/SVG/main" r:embed="R1c9dc98a107948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797425" y="5632017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Shape 3">
            <a:extLst xmlns:a="http://schemas.openxmlformats.org/drawingml/2006/main"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90" y="4333942"/>
            <a:ext cx="874729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B219"/>
          </a:solidFill>
        </p:spPr>
      </p:sp>
      <p:sp>
        <p:nvSpPr>
          <p:cNvPr id="51" name="Shape 3">
            <a:extLst xmlns:a="http://schemas.openxmlformats.org/drawingml/2006/main"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88" y="1803920"/>
            <a:ext cx="874729" cy="825499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1C535"/>
          </a:solidFill>
        </p:spPr>
      </p:sp>
      <p:sp>
        <p:nvSpPr>
          <p:cNvPr id="52" name="COMPARE_BOTTOM_BODY">
            <a:extLst xmlns:a="http://schemas.openxmlformats.org/drawingml/2006/main"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7" y="4403570"/>
            <a:ext cx="5177503" cy="1674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«Сделай заказ до 12:00. Сейчас он первый по приоритету. Если не хватает деталей, сообщи сразу. В 10:30 я проверю, как идёт работа».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В задаче обозначены:</a:t>
            </a:r>
            <a:br/>
            <a:r>
              <a:rPr sz="1600">
                <a:latin typeface="Nunito"/>
                <a:ea typeface="Nunito"/>
                <a:cs typeface="Nunito"/>
              </a:rPr>
              <a:t>приоритет;</a:t>
            </a:r>
            <a:br/>
            <a:r>
              <a:rPr sz="1600">
                <a:latin typeface="Nunito"/>
                <a:ea typeface="Nunito"/>
                <a:cs typeface="Nunito"/>
              </a:rPr>
              <a:t>срок;</a:t>
            </a:r>
            <a:br/>
            <a:r>
              <a:rPr sz="1600">
                <a:latin typeface="Nunito"/>
                <a:ea typeface="Nunito"/>
                <a:cs typeface="Nunito"/>
              </a:rPr>
              <a:t>действие при сбое;</a:t>
            </a:r>
            <a:br/>
            <a:r>
              <a:rPr sz="1600">
                <a:latin typeface="Nunito"/>
                <a:ea typeface="Nunito"/>
                <a:cs typeface="Nunito"/>
              </a:rPr>
              <a:t>контроль.</a:t>
            </a:r>
          </a:p>
        </p:txBody>
      </p:sp>
      <p:sp>
        <p:nvSpPr>
          <p:cNvPr id="53" name="COMPARE_TOP_BODY">
            <a:extLst xmlns:a="http://schemas.openxmlformats.org/drawingml/2006/main"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6" y="1857077"/>
            <a:ext cx="5038625" cy="17418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«Сделаешь, когда сможешь».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Человек сам определит, насколько просьба срочная и когда её выполнить.</a:t>
            </a:r>
          </a:p>
        </p:txBody>
      </p:sp>
      <p:sp>
        <p:nvSpPr>
          <p:cNvPr id="54" name="COMPARE_TOP_LABEL">
            <a:extLst xmlns:a="http://schemas.openxmlformats.org/drawingml/2006/main"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27" y="1450640"/>
            <a:ext cx="216410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ПРОСЬБА КОЛЛЕГИ</a:t>
            </a:r>
          </a:p>
        </p:txBody>
      </p:sp>
      <p:sp>
        <p:nvSpPr>
          <p:cNvPr id="55" name="COMPARE_BOTTOM_LABEL">
            <a:extLst xmlns:a="http://schemas.openxmlformats.org/drawingml/2006/main"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008" y="4004399"/>
            <a:ext cx="2945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ЗАДАЧА МАСТЕРА</a:t>
            </a:r>
          </a:p>
        </p:txBody>
      </p:sp>
    </p:spTree>
    <p:extLst>
      <p:ext uri="{BB962C8B-B14F-4D97-AF65-F5344CB8AC3E}">
        <p14:creationId xmlns:p14="http://schemas.microsoft.com/office/powerpoint/2010/main" val="245045937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10140c0cf94638">
            <a:extLst>
              <a:ext uri="{96DAC541-7B7A-43D3-8B79-37D633B846F1}">
                <asvg:svgBlip xmlns:asvg="http://schemas.microsoft.com/office/drawing/2016/SVG/main" r:embed="R927528f3a01348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СРОЧНАЯ ЗАДАЧА ПРОЗВУЧАЛА КАК ПРОСЬБА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Алексей подошёл к Игорю, с которым раньше работал в одной бригаде.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— Игорь, надо взять срочный заказ. Сделаешь до обеда?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— Лёх, посмотрю. Если успею, сделаю.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Алексей сформулировал задачу как просьбу. Игорь решил, что может выполнить её после своей основной работы или отложить, если не успеет.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Через два часа срочный заказ ещё не был начат.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43118cc0348d8">
            <a:extLst>
              <a:ext uri="{96DAC541-7B7A-43D3-8B79-37D633B846F1}">
                <asvg:svgBlip xmlns:asvg="http://schemas.microsoft.com/office/drawing/2016/SVG/main" r:embed="R245e854ecc1347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b937e89534322">
            <a:extLst>
              <a:ext uri="{96DAC541-7B7A-43D3-8B79-37D633B846F1}">
                <asvg:svgBlip xmlns:asvg="http://schemas.microsoft.com/office/drawing/2016/SVG/main" r:embed="R79da18fc961144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ac3740aa843ed">
            <a:extLst>
              <a:ext uri="{96DAC541-7B7A-43D3-8B79-37D633B846F1}">
                <asvg:svgBlip xmlns:asvg="http://schemas.microsoft.com/office/drawing/2016/SVG/main" r:embed="R2b936164155540a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dfc8f36c54be0">
            <a:extLst>
              <a:ext uri="{96DAC541-7B7A-43D3-8B79-37D633B846F1}">
                <asvg:svgBlip xmlns:asvg="http://schemas.microsoft.com/office/drawing/2016/SVG/main" r:embed="Ra57fe5a86468497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39fbdc7214e1c">
            <a:extLst>
              <a:ext uri="{96DAC541-7B7A-43D3-8B79-37D633B846F1}">
                <asvg:svgBlip xmlns:asvg="http://schemas.microsoft.com/office/drawing/2016/SVG/main" r:embed="R5bec7d4fa6ff4e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ee3caeae44e04">
            <a:extLst>
              <a:ext uri="{96DAC541-7B7A-43D3-8B79-37D633B846F1}">
                <asvg:svgBlip xmlns:asvg="http://schemas.microsoft.com/office/drawing/2016/SVG/main" r:embed="R95832df03db54c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35ae4571f49d2">
            <a:extLst>
              <a:ext uri="{96DAC541-7B7A-43D3-8B79-37D633B846F1}">
                <asvg:svgBlip xmlns:asvg="http://schemas.microsoft.com/office/drawing/2016/SVG/main" r:embed="R57e5e4e1bdba4da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cf51afbaa48c5">
            <a:extLst>
              <a:ext uri="{96DAC541-7B7A-43D3-8B79-37D633B846F1}">
                <asvg:svgBlip xmlns:asvg="http://schemas.microsoft.com/office/drawing/2016/SVG/main" r:embed="R8abae7bf6b2642b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3244744674a50">
            <a:extLst>
              <a:ext uri="{96DAC541-7B7A-43D3-8B79-37D633B846F1}">
                <asvg:svgBlip xmlns:asvg="http://schemas.microsoft.com/office/drawing/2016/SVG/main" r:embed="R2c4d2d96feb5427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1510bb4044bd5">
            <a:extLst>
              <a:ext uri="{96DAC541-7B7A-43D3-8B79-37D633B846F1}">
                <asvg:svgBlip xmlns:asvg="http://schemas.microsoft.com/office/drawing/2016/SVG/main" r:embed="R63b35e0680b7423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fc833754d4e80">
            <a:extLst>
              <a:ext uri="{96DAC541-7B7A-43D3-8B79-37D633B846F1}">
                <asvg:svgBlip xmlns:asvg="http://schemas.microsoft.com/office/drawing/2016/SVG/main" r:embed="R7967d44a02c243f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3cd264d36432b">
            <a:extLst>
              <a:ext uri="{96DAC541-7B7A-43D3-8B79-37D633B846F1}">
                <asvg:svgBlip xmlns:asvg="http://schemas.microsoft.com/office/drawing/2016/SVG/main" r:embed="Rbbcf8e9f08f145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bc351c2fcc4056">
            <a:extLst>
              <a:ext uri="{96DAC541-7B7A-43D3-8B79-37D633B846F1}">
                <asvg:svgBlip xmlns:asvg="http://schemas.microsoft.com/office/drawing/2016/SVG/main" r:embed="R46c6564b074c407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105a9b2834a8d">
            <a:extLst>
              <a:ext uri="{96DAC541-7B7A-43D3-8B79-37D633B846F1}">
                <asvg:svgBlip xmlns:asvg="http://schemas.microsoft.com/office/drawing/2016/SVG/main" r:embed="R16f64ae1b8fc4bfc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63373" y="1765648"/>
            <a:ext cx="4116740" cy="31663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Рабочему нужно знать, что он сделал хорошо и что следует исправить.</a:t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Если мастер заметил ошибку, но ничего не сказал, рабочий продолжит работать так же. Он решит, что результат мастера устраивает.</a:t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Если мастер говорит только об ошибках, рабочий будет знать, что сделал плохо, но не поймёт, какой результат нужно повторять.</a:t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Говорите вовремя и конкретно:</a:t>
            </a: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13" y="309159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3. НЕ ДАВАТЬ ОБРАТНУЮ СВЯЗЬ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7904" y="867959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785941" y="1475815"/>
            <a:ext cx="0" cy="486263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d4ddd71c74f3e">
            <a:extLst>
              <a:ext uri="{96DAC541-7B7A-43D3-8B79-37D633B846F1}">
                <asvg:svgBlip xmlns:asvg="http://schemas.microsoft.com/office/drawing/2016/SVG/main" r:embed="R859861115b00443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927" y="8462397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0d8592b1f429f">
            <a:extLst>
              <a:ext uri="{96DAC541-7B7A-43D3-8B79-37D633B846F1}">
                <asvg:svgBlip xmlns:asvg="http://schemas.microsoft.com/office/drawing/2016/SVG/main" r:embed="Rb68780fc7fb44f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95634a38347fd">
            <a:extLst>
              <a:ext uri="{96DAC541-7B7A-43D3-8B79-37D633B846F1}">
                <asvg:svgBlip xmlns:asvg="http://schemas.microsoft.com/office/drawing/2016/SVG/main" r:embed="R81b6a7d5155d45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b0f1916564883">
            <a:extLst>
              <a:ext uri="{96DAC541-7B7A-43D3-8B79-37D633B846F1}">
                <asvg:svgBlip xmlns:asvg="http://schemas.microsoft.com/office/drawing/2016/SVG/main" r:embed="R217b298716214c9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b737b09014098">
            <a:extLst>
              <a:ext uri="{96DAC541-7B7A-43D3-8B79-37D633B846F1}">
                <asvg:svgBlip xmlns:asvg="http://schemas.microsoft.com/office/drawing/2016/SVG/main" r:embed="R5e02bc01a55146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286e2c937241d5">
            <a:extLst>
              <a:ext uri="{96DAC541-7B7A-43D3-8B79-37D633B846F1}">
                <asvg:svgBlip xmlns:asvg="http://schemas.microsoft.com/office/drawing/2016/SVG/main" r:embed="R99c8f489dd3f479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be67079c24a72">
            <a:extLst>
              <a:ext uri="{96DAC541-7B7A-43D3-8B79-37D633B846F1}">
                <asvg:svgBlip xmlns:asvg="http://schemas.microsoft.com/office/drawing/2016/SVG/main" r:embed="R0531c1bac4c64a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03443" y="627850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bd2ffbb1a43fb">
            <a:extLst>
              <a:ext uri="{96DAC541-7B7A-43D3-8B79-37D633B846F1}">
                <asvg:svgBlip xmlns:asvg="http://schemas.microsoft.com/office/drawing/2016/SVG/main" r:embed="Rd83a4629026344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52638061c43c2">
            <a:extLst>
              <a:ext uri="{96DAC541-7B7A-43D3-8B79-37D633B846F1}">
                <asvg:svgBlip xmlns:asvg="http://schemas.microsoft.com/office/drawing/2016/SVG/main" r:embed="R2feac5704f1a4d8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c127503cc4d69">
            <a:extLst>
              <a:ext uri="{96DAC541-7B7A-43D3-8B79-37D633B846F1}">
                <asvg:svgBlip xmlns:asvg="http://schemas.microsoft.com/office/drawing/2016/SVG/main" r:embed="R62b22b2353aa4e4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7565" y="-960701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f2800a0a549ba">
            <a:extLst>
              <a:ext uri="{96DAC541-7B7A-43D3-8B79-37D633B846F1}">
                <asvg:svgBlip xmlns:asvg="http://schemas.microsoft.com/office/drawing/2016/SVG/main" r:embed="R136428b82e204de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5854" y="7927664"/>
            <a:ext cx="2200915" cy="220091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c60b8dfbcd4f2d">
            <a:extLst>
              <a:ext uri="{96DAC541-7B7A-43D3-8B79-37D633B846F1}">
                <asvg:svgBlip xmlns:asvg="http://schemas.microsoft.com/office/drawing/2016/SVG/main" r:embed="R1345df3f550e4e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2538dc2314f3b">
            <a:extLst>
              <a:ext uri="{96DAC541-7B7A-43D3-8B79-37D633B846F1}">
                <asvg:svgBlip xmlns:asvg="http://schemas.microsoft.com/office/drawing/2016/SVG/main" r:embed="Rdf2dbfc6b70d4f5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d18e5e0fa4299">
            <a:extLst>
              <a:ext uri="{96DAC541-7B7A-43D3-8B79-37D633B846F1}">
                <asvg:svgBlip xmlns:asvg="http://schemas.microsoft.com/office/drawing/2016/SVG/main" r:embed="R377c8d34bcfc496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8abf5df1b4d57">
            <a:extLst>
              <a:ext uri="{96DAC541-7B7A-43D3-8B79-37D633B846F1}">
                <asvg:svgBlip xmlns:asvg="http://schemas.microsoft.com/office/drawing/2016/SVG/main" r:embed="R4ffcd115ba474b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797425" y="5632017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Shape 3">
            <a:extLst xmlns:a="http://schemas.openxmlformats.org/drawingml/2006/main"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90" y="4491258"/>
            <a:ext cx="874729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B219"/>
          </a:solidFill>
        </p:spPr>
      </p:sp>
      <p:sp>
        <p:nvSpPr>
          <p:cNvPr id="51" name="Shape 3">
            <a:extLst xmlns:a="http://schemas.openxmlformats.org/drawingml/2006/main"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90" y="1961236"/>
            <a:ext cx="874729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1C535"/>
          </a:solidFill>
        </p:spPr>
      </p:sp>
      <p:sp>
        <p:nvSpPr>
          <p:cNvPr id="52" name="COMPARE_BOTTOM_BODY">
            <a:extLst xmlns:a="http://schemas.openxmlformats.org/drawingml/2006/main"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7" y="4560887"/>
            <a:ext cx="426954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что нужно исправить;</a:t>
            </a:r>
            <a:br/>
            <a:r>
              <a:rPr sz="1600">
                <a:latin typeface="Nunito"/>
                <a:ea typeface="Nunito"/>
                <a:cs typeface="Nunito"/>
              </a:rPr>
              <a:t>когда проверите исправление.</a:t>
            </a:r>
          </a:p>
        </p:txBody>
      </p:sp>
      <p:sp>
        <p:nvSpPr>
          <p:cNvPr id="53" name="COMPARE_TOP_BODY">
            <a:extLst xmlns:a="http://schemas.openxmlformats.org/drawingml/2006/main"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6" y="2014395"/>
            <a:ext cx="426954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что получилось хорошо;</a:t>
            </a:r>
            <a:br/>
            <a:r>
              <a:rPr sz="1600">
                <a:latin typeface="Nunito"/>
                <a:ea typeface="Nunito"/>
                <a:cs typeface="Nunito"/>
              </a:rPr>
              <a:t>какой результат Вы ждёте;</a:t>
            </a:r>
          </a:p>
        </p:txBody>
      </p:sp>
      <p:sp>
        <p:nvSpPr>
          <p:cNvPr id="54" name="COMPARE_TOP_LABEL">
            <a:extLst xmlns:a="http://schemas.openxmlformats.org/drawingml/2006/main"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27" y="1607957"/>
            <a:ext cx="183378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ЧТО ПОВТОРИТЬ</a:t>
            </a:r>
          </a:p>
        </p:txBody>
      </p:sp>
      <p:sp>
        <p:nvSpPr>
          <p:cNvPr id="55" name="COMPARE_BOTTOM_LABEL">
            <a:extLst xmlns:a="http://schemas.openxmlformats.org/drawingml/2006/main"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008" y="4161715"/>
            <a:ext cx="2945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ЧТО ИСПРАВИТЬ</a:t>
            </a:r>
          </a:p>
        </p:txBody>
      </p:sp>
    </p:spTree>
    <p:extLst>
      <p:ext uri="{BB962C8B-B14F-4D97-AF65-F5344CB8AC3E}">
        <p14:creationId xmlns:p14="http://schemas.microsoft.com/office/powerpoint/2010/main" val="251837539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de7eefe1242d7">
            <a:extLst>
              <a:ext uri="{96DAC541-7B7A-43D3-8B79-37D633B846F1}">
                <asvg:svgBlip xmlns:asvg="http://schemas.microsoft.com/office/drawing/2016/SVG/main" r:embed="R729bc599e6864e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МАСТЕР ОТКЛАДЫВАЛ РАЗГОВОР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Сборщик третий день допускал одну и ту же ошибку.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Мастер замечал её, но откладывал разговор: заказ был срочным, человек работал давно, отношения портить не хотелось.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Рабочий продолжил собирать так же. Остальные решили, что такая ошибка допустима.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Подробно обратную связь разберём в модуле 3.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f643889a24906">
            <a:extLst>
              <a:ext uri="{96DAC541-7B7A-43D3-8B79-37D633B846F1}">
                <asvg:svgBlip xmlns:asvg="http://schemas.microsoft.com/office/drawing/2016/SVG/main" r:embed="Rc958c852dfd84d2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d750e950e4ba0">
            <a:extLst>
              <a:ext uri="{96DAC541-7B7A-43D3-8B79-37D633B846F1}">
                <asvg:svgBlip xmlns:asvg="http://schemas.microsoft.com/office/drawing/2016/SVG/main" r:embed="R77243fa5d2a349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69206c63f4d8e">
            <a:extLst>
              <a:ext uri="{96DAC541-7B7A-43D3-8B79-37D633B846F1}">
                <asvg:svgBlip xmlns:asvg="http://schemas.microsoft.com/office/drawing/2016/SVG/main" r:embed="R4221446b11154cc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b8b84a1254d10">
            <a:extLst>
              <a:ext uri="{96DAC541-7B7A-43D3-8B79-37D633B846F1}">
                <asvg:svgBlip xmlns:asvg="http://schemas.microsoft.com/office/drawing/2016/SVG/main" r:embed="R1a7641fb69584cc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1e5f271914e11">
            <a:extLst>
              <a:ext uri="{96DAC541-7B7A-43D3-8B79-37D633B846F1}">
                <asvg:svgBlip xmlns:asvg="http://schemas.microsoft.com/office/drawing/2016/SVG/main" r:embed="Rbfe490cd8af74eb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768dc3c9043c8">
            <a:extLst>
              <a:ext uri="{96DAC541-7B7A-43D3-8B79-37D633B846F1}">
                <asvg:svgBlip xmlns:asvg="http://schemas.microsoft.com/office/drawing/2016/SVG/main" r:embed="Rea6dddd55bf74c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63832c0744ed0">
            <a:extLst>
              <a:ext uri="{96DAC541-7B7A-43D3-8B79-37D633B846F1}">
                <asvg:svgBlip xmlns:asvg="http://schemas.microsoft.com/office/drawing/2016/SVG/main" r:embed="R8ed738ae2bc84f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8248812764db4">
            <a:extLst>
              <a:ext uri="{96DAC541-7B7A-43D3-8B79-37D633B846F1}">
                <asvg:svgBlip xmlns:asvg="http://schemas.microsoft.com/office/drawing/2016/SVG/main" r:embed="Rfc5b4ce23d91406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4fb1a493c4fec">
            <a:extLst>
              <a:ext uri="{96DAC541-7B7A-43D3-8B79-37D633B846F1}">
                <asvg:svgBlip xmlns:asvg="http://schemas.microsoft.com/office/drawing/2016/SVG/main" r:embed="R629ebc05a6834d6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d2807c9c74862">
            <a:extLst>
              <a:ext uri="{96DAC541-7B7A-43D3-8B79-37D633B846F1}">
                <asvg:svgBlip xmlns:asvg="http://schemas.microsoft.com/office/drawing/2016/SVG/main" r:embed="R6aff8bd17d1544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78bf1d4a94f2b">
            <a:extLst>
              <a:ext uri="{96DAC541-7B7A-43D3-8B79-37D633B846F1}">
                <asvg:svgBlip xmlns:asvg="http://schemas.microsoft.com/office/drawing/2016/SVG/main" r:embed="R47ccadebe14e4d7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33717309f41d2">
            <a:extLst>
              <a:ext uri="{96DAC541-7B7A-43D3-8B79-37D633B846F1}">
                <asvg:svgBlip xmlns:asvg="http://schemas.microsoft.com/office/drawing/2016/SVG/main" r:embed="Rcdf5e723842745c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9988a19a945cb">
            <a:extLst>
              <a:ext uri="{96DAC541-7B7A-43D3-8B79-37D633B846F1}">
                <asvg:svgBlip xmlns:asvg="http://schemas.microsoft.com/office/drawing/2016/SVG/main" r:embed="R6b358b81af1a45f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d7dfb20be4e68">
            <a:extLst>
              <a:ext uri="{96DAC541-7B7A-43D3-8B79-37D633B846F1}">
                <asvg:svgBlip xmlns:asvg="http://schemas.microsoft.com/office/drawing/2016/SVG/main" r:embed="Rcc22b87487f749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Рисунок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e476ebbb14427">
            <a:extLst>
              <a:ext uri="{96DAC541-7B7A-43D3-8B79-37D633B846F1}">
                <asvg:svgBlip xmlns:asvg="http://schemas.microsoft.com/office/drawing/2016/SVG/main" r:embed="R6b3dbceef7a0428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358" y="1460500"/>
            <a:ext cx="9504715" cy="4902199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0E772F2-E101-4AF5-9E8D-F777EBEE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" y="495300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4. ОТМАХИВАТЬСЯ ОТ СИГНАЛОВ РАБОЧИХ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3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dbe9c4e8540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DA4464F9-ABA9-4C49-BE41-278DB1A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857375"/>
            <a:ext cx="8234063" cy="3889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lnSpc>
                <a:spcPct val="140000"/>
              </a:lnSpc>
              <a:spcAft>
                <a:spcPts val="1700"/>
              </a:spcAft>
              <a:buNone/>
            </a:pPr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Рабочий раньше мастера замечает изменения в своей операции: необычный звук, след на детали, смещение размера или риск брака.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Проверьте сигнал, оцените риск и сообщите рабочему своё решение. Не принимайте вывод рабочего без проверки, но и не отмахивайтесь от него.</a:t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7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Если несколько сигналов останутся без ответа, люди перестанут сообщать о проблемах заранее. В следующий раз мастер узнает о проблеме после брака, простоя или срыва срока.</a:t>
            </a:r>
            <a:endParaRPr sz="1700">
              <a:solidFill>
                <a:srgbClr val="3F454F"/>
              </a:solidFill>
            </a:endParaRPr>
          </a:p>
        </p:txBody>
      </p:sp>
      <p:sp>
        <p:nvSpPr>
          <p:cNvPr id="13" name="Shape 0">
            <a:extLst xmlns:a="http://schemas.openxmlformats.org/drawingml/2006/main">
              <a:ext uri="{FF2B5EF4-FFF2-40B4-BE49-F238E27FC236}">
                <a16:creationId xmlns:a16="http://schemas.microsoft.com/office/drawing/2014/main" id="{3775A66A-620B-4051-B5AD-4AE91BFC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1111250"/>
            <a:ext cx="5601903" cy="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7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ce8900c4948e9">
            <a:extLst>
              <a:ext uri="{96DAC541-7B7A-43D3-8B79-37D633B846F1}">
                <asvg:svgBlip xmlns:asvg="http://schemas.microsoft.com/office/drawing/2016/SVG/main" r:embed="Rbc13d94c688b46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127971" y="2677007"/>
            <a:ext cx="4191761" cy="4191761"/>
          </a:xfrm>
          <a:prstGeom xmlns:a="http://schemas.openxmlformats.org/drawingml/2006/main" prst="rect">
            <a:avLst/>
          </a:prstGeom>
        </p:spPr>
      </p:pic>
      <p:pic>
        <p:nvPicPr>
          <p:cNvPr id="38" name="!!gear-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21cfb5056494a">
            <a:extLst>
              <a:ext uri="{96DAC541-7B7A-43D3-8B79-37D633B846F1}">
                <asvg:svgBlip xmlns:asvg="http://schemas.microsoft.com/office/drawing/2016/SVG/main" r:embed="R66c00667f56b43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7518421">
            <a:off x="10428622" y="1042343"/>
            <a:ext cx="2129148" cy="2129148"/>
          </a:xfrm>
          <a:prstGeom xmlns:a="http://schemas.openxmlformats.org/drawingml/2006/main" prst="rect">
            <a:avLst/>
          </a:prstGeom>
        </p:spPr>
      </p:pic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4e63e20544a62">
            <a:extLst>
              <a:ext uri="{96DAC541-7B7A-43D3-8B79-37D633B846F1}">
                <asvg:svgBlip xmlns:asvg="http://schemas.microsoft.com/office/drawing/2016/SVG/main" r:embed="Rc81ba06b6932444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6f4dc15e84e67">
            <a:extLst>
              <a:ext uri="{96DAC541-7B7A-43D3-8B79-37D633B846F1}">
                <asvg:svgBlip xmlns:asvg="http://schemas.microsoft.com/office/drawing/2016/SVG/main" r:embed="Rad2eb60035a1477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dbe9c4e85405e">
            <a:extLst>
              <a:ext uri="{96DAC541-7B7A-43D3-8B79-37D633B846F1}">
                <asvg:svgBlip xmlns:asvg="http://schemas.microsoft.com/office/drawing/2016/SVG/main" r:embed="Rf9e41bbfe24f49c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b61b1dfc841b0">
            <a:extLst>
              <a:ext uri="{96DAC541-7B7A-43D3-8B79-37D633B846F1}">
                <asvg:svgBlip xmlns:asvg="http://schemas.microsoft.com/office/drawing/2016/SVG/main" r:embed="R638963296dda40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4258825204727">
            <a:extLst>
              <a:ext uri="{96DAC541-7B7A-43D3-8B79-37D633B846F1}">
                <asvg:svgBlip xmlns:asvg="http://schemas.microsoft.com/office/drawing/2016/SVG/main" r:embed="R1c0846da5a1a46c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e1ccbd1904af5">
            <a:extLst>
              <a:ext uri="{96DAC541-7B7A-43D3-8B79-37D633B846F1}">
                <asvg:svgBlip xmlns:asvg="http://schemas.microsoft.com/office/drawing/2016/SVG/main" r:embed="Rc98c9472093249b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678" y="-2162237"/>
            <a:ext cx="2305050" cy="23050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0f7f40c5a41a9">
            <a:extLst>
              <a:ext uri="{96DAC541-7B7A-43D3-8B79-37D633B846F1}">
                <asvg:svgBlip xmlns:asvg="http://schemas.microsoft.com/office/drawing/2016/SVG/main" r:embed="R5916c186c9c240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0735" y="6966607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0ce94d733d426f">
            <a:extLst>
              <a:ext uri="{96DAC541-7B7A-43D3-8B79-37D633B846F1}">
                <asvg:svgBlip xmlns:asvg="http://schemas.microsoft.com/office/drawing/2016/SVG/main" r:embed="R2f22bbf2a08243e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ea9dac0ec4136">
            <a:extLst>
              <a:ext uri="{96DAC541-7B7A-43D3-8B79-37D633B846F1}">
                <asvg:svgBlip xmlns:asvg="http://schemas.microsoft.com/office/drawing/2016/SVG/main" r:embed="R73da5c2144a045e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6267e641148af">
            <a:extLst>
              <a:ext uri="{96DAC541-7B7A-43D3-8B79-37D633B846F1}">
                <asvg:svgBlip xmlns:asvg="http://schemas.microsoft.com/office/drawing/2016/SVG/main" r:embed="R0750c8c72301442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ddfb01a9f4fc5">
            <a:extLst>
              <a:ext uri="{96DAC541-7B7A-43D3-8B79-37D633B846F1}">
                <asvg:svgBlip xmlns:asvg="http://schemas.microsoft.com/office/drawing/2016/SVG/main" r:embed="Rd5bbf014845e43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4e3b0d5ca47a6">
            <a:extLst>
              <a:ext uri="{96DAC541-7B7A-43D3-8B79-37D633B846F1}">
                <asvg:svgBlip xmlns:asvg="http://schemas.microsoft.com/office/drawing/2016/SVG/main" r:embed="Rb02ec03fb7524e3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b6b75dad842b3">
            <a:extLst>
              <a:ext uri="{96DAC541-7B7A-43D3-8B79-37D633B846F1}">
                <asvg:svgBlip xmlns:asvg="http://schemas.microsoft.com/office/drawing/2016/SVG/main" r:embed="R29cc7c22143c4e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2" name="Рисунок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e20b826a04b90">
            <a:extLst>
              <a:ext uri="{96DAC541-7B7A-43D3-8B79-37D633B846F1}">
                <asvg:svgBlip xmlns:asvg="http://schemas.microsoft.com/office/drawing/2016/SVG/main" r:embed="Rc5835f7740904b8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27602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e2236c0e445c9">
            <a:extLst>
              <a:ext uri="{96DAC541-7B7A-43D3-8B79-37D633B846F1}">
                <asvg:svgBlip xmlns:asvg="http://schemas.microsoft.com/office/drawing/2016/SVG/main" r:embed="Rbffad5d053fa48e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СЛЕД ПОСЛЕ ПЕРЕНАЛАДКИ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После переналадки оператор заметил след на деталях. Размер пока оставался в допуске, но раньше такого следа не было.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Оператор сообщил мастеру. Мастер ответил: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— План горит. Работай дальше, потом посмотрим.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Через несколько часов след стал глубже. Часть деталей пришлось переделывать.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6e4d47ec34ceb">
            <a:extLst>
              <a:ext uri="{96DAC541-7B7A-43D3-8B79-37D633B846F1}">
                <asvg:svgBlip xmlns:asvg="http://schemas.microsoft.com/office/drawing/2016/SVG/main" r:embed="R5ce6c601b8f94fc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5f407bfa148ad">
            <a:extLst>
              <a:ext uri="{96DAC541-7B7A-43D3-8B79-37D633B846F1}">
                <asvg:svgBlip xmlns:asvg="http://schemas.microsoft.com/office/drawing/2016/SVG/main" r:embed="R87efa3d06e3b45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fd47b1e93436f">
            <a:extLst>
              <a:ext uri="{96DAC541-7B7A-43D3-8B79-37D633B846F1}">
                <asvg:svgBlip xmlns:asvg="http://schemas.microsoft.com/office/drawing/2016/SVG/main" r:embed="R8763fa51788f421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0e77d7d754dbd">
            <a:extLst>
              <a:ext uri="{96DAC541-7B7A-43D3-8B79-37D633B846F1}">
                <asvg:svgBlip xmlns:asvg="http://schemas.microsoft.com/office/drawing/2016/SVG/main" r:embed="Rabbd54e935104bb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4cb8357014a62">
            <a:extLst>
              <a:ext uri="{96DAC541-7B7A-43D3-8B79-37D633B846F1}">
                <asvg:svgBlip xmlns:asvg="http://schemas.microsoft.com/office/drawing/2016/SVG/main" r:embed="R1c93b9eb51a74b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e64dd65704809">
            <a:extLst>
              <a:ext uri="{96DAC541-7B7A-43D3-8B79-37D633B846F1}">
                <asvg:svgBlip xmlns:asvg="http://schemas.microsoft.com/office/drawing/2016/SVG/main" r:embed="R188e8f8361944a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5359b172244aa">
            <a:extLst>
              <a:ext uri="{96DAC541-7B7A-43D3-8B79-37D633B846F1}">
                <asvg:svgBlip xmlns:asvg="http://schemas.microsoft.com/office/drawing/2016/SVG/main" r:embed="R59c39bec8b124e7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a0c21dc954188">
            <a:extLst>
              <a:ext uri="{96DAC541-7B7A-43D3-8B79-37D633B846F1}">
                <asvg:svgBlip xmlns:asvg="http://schemas.microsoft.com/office/drawing/2016/SVG/main" r:embed="R98ea42f7c2a94f2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7fe283c6a4b09">
            <a:extLst>
              <a:ext uri="{96DAC541-7B7A-43D3-8B79-37D633B846F1}">
                <asvg:svgBlip xmlns:asvg="http://schemas.microsoft.com/office/drawing/2016/SVG/main" r:embed="R78a2eb2c2f36470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eb6287015491d">
            <a:extLst>
              <a:ext uri="{96DAC541-7B7A-43D3-8B79-37D633B846F1}">
                <asvg:svgBlip xmlns:asvg="http://schemas.microsoft.com/office/drawing/2016/SVG/main" r:embed="R7e717fa7dde74a5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15d3c1aea43f7">
            <a:extLst>
              <a:ext uri="{96DAC541-7B7A-43D3-8B79-37D633B846F1}">
                <asvg:svgBlip xmlns:asvg="http://schemas.microsoft.com/office/drawing/2016/SVG/main" r:embed="R83acf28d06554f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665e362f64388">
            <a:extLst>
              <a:ext uri="{96DAC541-7B7A-43D3-8B79-37D633B846F1}">
                <asvg:svgBlip xmlns:asvg="http://schemas.microsoft.com/office/drawing/2016/SVG/main" r:embed="R4caaae06b0ef47f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f5a9c6862e4920">
            <a:extLst>
              <a:ext uri="{96DAC541-7B7A-43D3-8B79-37D633B846F1}">
                <asvg:svgBlip xmlns:asvg="http://schemas.microsoft.com/office/drawing/2016/SVG/main" r:embed="R6d30189c953b435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d727422e944f1">
            <a:extLst>
              <a:ext uri="{96DAC541-7B7A-43D3-8B79-37D633B846F1}">
                <asvg:svgBlip xmlns:asvg="http://schemas.microsoft.com/office/drawing/2016/SVG/main" r:embed="R27f679b3c7964a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624206" y="1392874"/>
            <a:ext cx="2683470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Одного замечания недостаточно. После разговора рабочий должен понимать:</a:t>
            </a:r>
            <a:endParaRPr sz="2000">
              <a:solidFill>
                <a:srgbClr val="21C535"/>
              </a:solidFill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5. НЕ ДОВОДИТЬ ТРЕБОВАНИЕ ДО РЕЗУЛЬТАТА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927" y="1364971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7e0ff68884c91">
            <a:extLst>
              <a:ext uri="{96DAC541-7B7A-43D3-8B79-37D633B846F1}">
                <asvg:svgBlip xmlns:asvg="http://schemas.microsoft.com/office/drawing/2016/SVG/main" r:embed="Rb6ce907256c34d3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565bc4df146fa">
            <a:extLst>
              <a:ext uri="{96DAC541-7B7A-43D3-8B79-37D633B846F1}">
                <asvg:svgBlip xmlns:asvg="http://schemas.microsoft.com/office/drawing/2016/SVG/main" r:embed="R95177d2dfe58467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57f3059724983">
            <a:extLst>
              <a:ext uri="{96DAC541-7B7A-43D3-8B79-37D633B846F1}">
                <asvg:svgBlip xmlns:asvg="http://schemas.microsoft.com/office/drawing/2016/SVG/main" r:embed="R8901d8db3b494be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845e9596345f0">
            <a:extLst>
              <a:ext uri="{96DAC541-7B7A-43D3-8B79-37D633B846F1}">
                <asvg:svgBlip xmlns:asvg="http://schemas.microsoft.com/office/drawing/2016/SVG/main" r:embed="R0ea82a7d60ea43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20e2d087af4841">
            <a:extLst>
              <a:ext uri="{96DAC541-7B7A-43D3-8B79-37D633B846F1}">
                <asvg:svgBlip xmlns:asvg="http://schemas.microsoft.com/office/drawing/2016/SVG/main" r:embed="R3ada00324fde441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841f7b9df4279">
            <a:extLst>
              <a:ext uri="{96DAC541-7B7A-43D3-8B79-37D633B846F1}">
                <asvg:svgBlip xmlns:asvg="http://schemas.microsoft.com/office/drawing/2016/SVG/main" r:embed="R1467f7cb73ec4f2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42d68626f4fd4">
            <a:extLst>
              <a:ext uri="{96DAC541-7B7A-43D3-8B79-37D633B846F1}">
                <asvg:svgBlip xmlns:asvg="http://schemas.microsoft.com/office/drawing/2016/SVG/main" r:embed="R390e96f3f522490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6180734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e1ef451a044e4">
            <a:extLst>
              <a:ext uri="{96DAC541-7B7A-43D3-8B79-37D633B846F1}">
                <asvg:svgBlip xmlns:asvg="http://schemas.microsoft.com/office/drawing/2016/SVG/main" r:embed="Rc5f54c6cae5e43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62da681744e82">
            <a:extLst>
              <a:ext uri="{96DAC541-7B7A-43D3-8B79-37D633B846F1}">
                <asvg:svgBlip xmlns:asvg="http://schemas.microsoft.com/office/drawing/2016/SVG/main" r:embed="R2f0e592b3d104be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6b3ee543742b4">
            <a:extLst>
              <a:ext uri="{96DAC541-7B7A-43D3-8B79-37D633B846F1}">
                <asvg:svgBlip xmlns:asvg="http://schemas.microsoft.com/office/drawing/2016/SVG/main" r:embed="R59a07d02a21c493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84c176aec47b2">
            <a:extLst>
              <a:ext uri="{96DAC541-7B7A-43D3-8B79-37D633B846F1}">
                <asvg:svgBlip xmlns:asvg="http://schemas.microsoft.com/office/drawing/2016/SVG/main" r:embed="R7ea507b2caf8473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912b35cda4b8f">
            <a:extLst>
              <a:ext uri="{96DAC541-7B7A-43D3-8B79-37D633B846F1}">
                <asvg:svgBlip xmlns:asvg="http://schemas.microsoft.com/office/drawing/2016/SVG/main" r:embed="Rd7adfbad173f4a1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e294fc4d849a2">
            <a:extLst>
              <a:ext uri="{96DAC541-7B7A-43D3-8B79-37D633B846F1}">
                <asvg:svgBlip xmlns:asvg="http://schemas.microsoft.com/office/drawing/2016/SVG/main" r:embed="Rbf91ebf80eb04ba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b9c8b418e4281">
            <a:extLst>
              <a:ext uri="{96DAC541-7B7A-43D3-8B79-37D633B846F1}">
                <asvg:svgBlip xmlns:asvg="http://schemas.microsoft.com/office/drawing/2016/SVG/main" r:embed="R3534162f3f9249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b7512b5ab4f6b">
            <a:extLst>
              <a:ext uri="{96DAC541-7B7A-43D3-8B79-37D633B846F1}">
                <asvg:svgBlip xmlns:asvg="http://schemas.microsoft.com/office/drawing/2016/SVG/main" r:embed="R3395944371e54f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260" y="1392874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r>
              <a:rPr sz="1600">
                <a:latin typeface="Nunito"/>
                <a:ea typeface="Nunito"/>
                <a:cs typeface="Nunito"/>
              </a:rPr>
              <a:t>что именно нужно изменить;</a:t>
            </a:r>
            <a:br/>
            <a:r>
              <a:rPr sz="1600">
                <a:latin typeface="Nunito"/>
                <a:ea typeface="Nunito"/>
                <a:cs typeface="Nunito"/>
              </a:rPr>
              <a:t>к какому сроку;</a:t>
            </a:r>
            <a:br/>
            <a:r>
              <a:rPr sz="1600">
                <a:latin typeface="Nunito"/>
                <a:ea typeface="Nunito"/>
                <a:cs typeface="Nunito"/>
              </a:rPr>
              <a:t>когда мастер проверит результат.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Если речь идёт о нарушении правила или повторяющейся проблеме, нужно также обозначить, что произойдёт при повторении.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Если мастер выслушал объяснение и закончил разговор, нарушение может повториться на следующей смене.</a:t>
            </a:r>
          </a:p>
        </p:txBody>
      </p:sp>
    </p:spTree>
    <p:extLst>
      <p:ext uri="{BB962C8B-B14F-4D97-AF65-F5344CB8AC3E}">
        <p14:creationId xmlns:p14="http://schemas.microsoft.com/office/powerpoint/2010/main" val="214741985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61c72b27542ff">
            <a:extLst>
              <a:ext uri="{96DAC541-7B7A-43D3-8B79-37D633B846F1}">
                <asvg:svgBlip xmlns:asvg="http://schemas.microsoft.com/office/drawing/2016/SVG/main" r:embed="R6bcb648dddaa489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РАЗГОВОР НИЧЕМ НЕ ЗАКОНЧИЛСЯ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Рабочий третий раз не подготовил инструмент к началу смены.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Каждый раз он объяснял это срочной работой в конце предыдущего дня. Мастер выслушивал объяснение и отпускал его.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Они не договорились, как рабочий подготовит инструмент и когда мастер это проверит. На следующей смене ситуация повторилась.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Подробно работу с невыполнением разберём в модуле 3.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60dbd0ece4fb7">
            <a:extLst>
              <a:ext uri="{96DAC541-7B7A-43D3-8B79-37D633B846F1}">
                <asvg:svgBlip xmlns:asvg="http://schemas.microsoft.com/office/drawing/2016/SVG/main" r:embed="Ra43c90e3cbdc4e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dca75d9504adf">
            <a:extLst>
              <a:ext uri="{96DAC541-7B7A-43D3-8B79-37D633B846F1}">
                <asvg:svgBlip xmlns:asvg="http://schemas.microsoft.com/office/drawing/2016/SVG/main" r:embed="R03fdf0390cdf4e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f3babd96047ca">
            <a:extLst>
              <a:ext uri="{96DAC541-7B7A-43D3-8B79-37D633B846F1}">
                <asvg:svgBlip xmlns:asvg="http://schemas.microsoft.com/office/drawing/2016/SVG/main" r:embed="R5b04a451a4f743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a424de99346fa">
            <a:extLst>
              <a:ext uri="{96DAC541-7B7A-43D3-8B79-37D633B846F1}">
                <asvg:svgBlip xmlns:asvg="http://schemas.microsoft.com/office/drawing/2016/SVG/main" r:embed="R07a56feab06e49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cbffbc0c04b25">
            <a:extLst>
              <a:ext uri="{96DAC541-7B7A-43D3-8B79-37D633B846F1}">
                <asvg:svgBlip xmlns:asvg="http://schemas.microsoft.com/office/drawing/2016/SVG/main" r:embed="R5076875590fb43e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d978e375d342be">
            <a:extLst>
              <a:ext uri="{96DAC541-7B7A-43D3-8B79-37D633B846F1}">
                <asvg:svgBlip xmlns:asvg="http://schemas.microsoft.com/office/drawing/2016/SVG/main" r:embed="Rcceed4901d8f48c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ff4b848d74c09">
            <a:extLst>
              <a:ext uri="{96DAC541-7B7A-43D3-8B79-37D633B846F1}">
                <asvg:svgBlip xmlns:asvg="http://schemas.microsoft.com/office/drawing/2016/SVG/main" r:embed="R0f8f2938b428459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c61a393584a6c">
            <a:extLst>
              <a:ext uri="{96DAC541-7B7A-43D3-8B79-37D633B846F1}">
                <asvg:svgBlip xmlns:asvg="http://schemas.microsoft.com/office/drawing/2016/SVG/main" r:embed="Rb91bd572c65d402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411f21f074182">
            <a:extLst>
              <a:ext uri="{96DAC541-7B7A-43D3-8B79-37D633B846F1}">
                <asvg:svgBlip xmlns:asvg="http://schemas.microsoft.com/office/drawing/2016/SVG/main" r:embed="R304c94802cce4b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25dc5c8394573">
            <a:extLst>
              <a:ext uri="{96DAC541-7B7A-43D3-8B79-37D633B846F1}">
                <asvg:svgBlip xmlns:asvg="http://schemas.microsoft.com/office/drawing/2016/SVG/main" r:embed="R2d1036df27c246a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19163af0c42f0">
            <a:extLst>
              <a:ext uri="{96DAC541-7B7A-43D3-8B79-37D633B846F1}">
                <asvg:svgBlip xmlns:asvg="http://schemas.microsoft.com/office/drawing/2016/SVG/main" r:embed="Rf48810dc4f8b4a5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cd751316446bd">
            <a:extLst>
              <a:ext uri="{96DAC541-7B7A-43D3-8B79-37D633B846F1}">
                <asvg:svgBlip xmlns:asvg="http://schemas.microsoft.com/office/drawing/2016/SVG/main" r:embed="Rbac660f6f8014f2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7486e1c234906">
            <a:extLst>
              <a:ext uri="{96DAC541-7B7A-43D3-8B79-37D633B846F1}">
                <asvg:svgBlip xmlns:asvg="http://schemas.microsoft.com/office/drawing/2016/SVG/main" r:embed="R2151be3f52dc4af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0ae4896024495">
            <a:extLst>
              <a:ext uri="{96DAC541-7B7A-43D3-8B79-37D633B846F1}">
                <asvg:svgBlip xmlns:asvg="http://schemas.microsoft.com/office/drawing/2016/SVG/main" r:embed="R5c7cfb43ccc74d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624206" y="1392874"/>
            <a:ext cx="2683470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Рабочие быстро замечают исключения. Если одному разрешили то, за что другому сделали замечание, требования мастера начинают связывать с личными отношениями.</a:t>
            </a:r>
            <a:endParaRPr sz="2000">
              <a:solidFill>
                <a:srgbClr val="21C535"/>
              </a:solidFill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ОШИБКА 6. ДЕЛАТЬ ИСКЛЮЧЕНИЯ ДЛЯ СВОИХ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927" y="1364971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a09d5ff59455f">
            <a:extLst>
              <a:ext uri="{96DAC541-7B7A-43D3-8B79-37D633B846F1}">
                <asvg:svgBlip xmlns:asvg="http://schemas.microsoft.com/office/drawing/2016/SVG/main" r:embed="R0b0b16b96e4843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ecf4c76d54ebc">
            <a:extLst>
              <a:ext uri="{96DAC541-7B7A-43D3-8B79-37D633B846F1}">
                <asvg:svgBlip xmlns:asvg="http://schemas.microsoft.com/office/drawing/2016/SVG/main" r:embed="R884086a947394d7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d650505de4185">
            <a:extLst>
              <a:ext uri="{96DAC541-7B7A-43D3-8B79-37D633B846F1}">
                <asvg:svgBlip xmlns:asvg="http://schemas.microsoft.com/office/drawing/2016/SVG/main" r:embed="R4f87c202e6e046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59033f50745e9">
            <a:extLst>
              <a:ext uri="{96DAC541-7B7A-43D3-8B79-37D633B846F1}">
                <asvg:svgBlip xmlns:asvg="http://schemas.microsoft.com/office/drawing/2016/SVG/main" r:embed="Ra7d4b0ee21e142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acbc723f74303">
            <a:extLst>
              <a:ext uri="{96DAC541-7B7A-43D3-8B79-37D633B846F1}">
                <asvg:svgBlip xmlns:asvg="http://schemas.microsoft.com/office/drawing/2016/SVG/main" r:embed="R8f6e6007f329483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fbf296668d47ec">
            <a:extLst>
              <a:ext uri="{96DAC541-7B7A-43D3-8B79-37D633B846F1}">
                <asvg:svgBlip xmlns:asvg="http://schemas.microsoft.com/office/drawing/2016/SVG/main" r:embed="R3467187b6a474b1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4f86330f84ca6">
            <a:extLst>
              <a:ext uri="{96DAC541-7B7A-43D3-8B79-37D633B846F1}">
                <asvg:svgBlip xmlns:asvg="http://schemas.microsoft.com/office/drawing/2016/SVG/main" r:embed="Rfe7308c7cf3548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6180734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c0bcc7dc24318">
            <a:extLst>
              <a:ext uri="{96DAC541-7B7A-43D3-8B79-37D633B846F1}">
                <asvg:svgBlip xmlns:asvg="http://schemas.microsoft.com/office/drawing/2016/SVG/main" r:embed="Re9696687b9b940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3db6b2dc64f18">
            <a:extLst>
              <a:ext uri="{96DAC541-7B7A-43D3-8B79-37D633B846F1}">
                <asvg:svgBlip xmlns:asvg="http://schemas.microsoft.com/office/drawing/2016/SVG/main" r:embed="R84a8f05e4bcc458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4b04a83ac4275">
            <a:extLst>
              <a:ext uri="{96DAC541-7B7A-43D3-8B79-37D633B846F1}">
                <asvg:svgBlip xmlns:asvg="http://schemas.microsoft.com/office/drawing/2016/SVG/main" r:embed="R5d3e7f58f52b429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d7fadff7c406b">
            <a:extLst>
              <a:ext uri="{96DAC541-7B7A-43D3-8B79-37D633B846F1}">
                <asvg:svgBlip xmlns:asvg="http://schemas.microsoft.com/office/drawing/2016/SVG/main" r:embed="R6388177fb7804b5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760314fb14752">
            <a:extLst>
              <a:ext uri="{96DAC541-7B7A-43D3-8B79-37D633B846F1}">
                <asvg:svgBlip xmlns:asvg="http://schemas.microsoft.com/office/drawing/2016/SVG/main" r:embed="Rb499b90bb45540e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1137da6c040c1">
            <a:extLst>
              <a:ext uri="{96DAC541-7B7A-43D3-8B79-37D633B846F1}">
                <asvg:svgBlip xmlns:asvg="http://schemas.microsoft.com/office/drawing/2016/SVG/main" r:embed="R2c3945715aba4db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21130e427405a">
            <a:extLst>
              <a:ext uri="{96DAC541-7B7A-43D3-8B79-37D633B846F1}">
                <asvg:svgBlip xmlns:asvg="http://schemas.microsoft.com/office/drawing/2016/SVG/main" r:embed="R6a9f175b930a4b1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d9e91844b4813">
            <a:extLst>
              <a:ext uri="{96DAC541-7B7A-43D3-8B79-37D633B846F1}">
                <asvg:svgBlip xmlns:asvg="http://schemas.microsoft.com/office/drawing/2016/SVG/main" r:embed="Ree510ccec71c4e5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260" y="1392874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r>
              <a:rPr sz="1600">
                <a:latin typeface="Nunito"/>
                <a:ea typeface="Nunito"/>
                <a:cs typeface="Nunito"/>
              </a:rPr>
              <a:t>Одинаковые ситуации требуют одинаковой реакции: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одинаковые требования к срокам и качеству;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одинаковая реакция на опоздание или нарушение;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одинаковые правила для опытного рабочего и новичка;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одинаковые требования к бывшему другу и остальным сотрудникам.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Обстоятельства могут различаться. Личные отношения не должны определять решение мастера.</a:t>
            </a:r>
          </a:p>
        </p:txBody>
      </p:sp>
    </p:spTree>
    <p:extLst>
      <p:ext uri="{BB962C8B-B14F-4D97-AF65-F5344CB8AC3E}">
        <p14:creationId xmlns:p14="http://schemas.microsoft.com/office/powerpoint/2010/main" val="214741985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f38fd79f341a6">
            <a:extLst>
              <a:ext uri="{96DAC541-7B7A-43D3-8B79-37D633B846F1}">
                <asvg:svgBlip xmlns:asvg="http://schemas.microsoft.com/office/drawing/2016/SVG/main" r:embed="R8a4ec97100e74d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47550" y="5622792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EXAMPLE_LABEL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F5340B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ПРИМЕР: ИСКЛЮЧЕНИЕ ДЛЯ БЫВШЕГО КОЛЛЕГИ</a:t>
            </a:r>
            <a:endParaRPr sz="3000">
              <a:solidFill>
                <a:srgbClr val="F5340B"/>
              </a:solidFill>
            </a:endParaRP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D8C4BD2-B03D-49DB-B935-7060B646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40" y="1020528"/>
            <a:ext cx="7598050" cy="516925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Игорь опоздал на смену на двадцать минут. Раньше они с Алексеем работали в одной бригаде и хорошо общались.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Алексей промолчал, хотя другим рабочим за опоздание делал замечания.</a:t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>Люди заметили исключение. После этого требования Алексея стали связывать с его личным отношением к рабочим.</a:t>
            </a:r>
            <a:endParaRPr sz="16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3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e7a0cba064ae3">
            <a:extLst>
              <a:ext uri="{96DAC541-7B7A-43D3-8B79-37D633B846F1}">
                <asvg:svgBlip xmlns:asvg="http://schemas.microsoft.com/office/drawing/2016/SVG/main" r:embed="R4c660e47f56949a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27247" y="431006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4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e5a92c21d4e0c">
            <a:extLst>
              <a:ext uri="{96DAC541-7B7A-43D3-8B79-37D633B846F1}">
                <asvg:svgBlip xmlns:asvg="http://schemas.microsoft.com/office/drawing/2016/SVG/main" r:embed="R9aa241519e7e48d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6259" y="4523230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41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a52a4b1ae4b26">
            <a:extLst>
              <a:ext uri="{96DAC541-7B7A-43D3-8B79-37D633B846F1}">
                <asvg:svgBlip xmlns:asvg="http://schemas.microsoft.com/office/drawing/2016/SVG/main" r:embed="R701bf2264d9b424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1156" y="-262824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42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a38bde70c4b50">
            <a:extLst>
              <a:ext uri="{96DAC541-7B7A-43D3-8B79-37D633B846F1}">
                <asvg:svgBlip xmlns:asvg="http://schemas.microsoft.com/office/drawing/2016/SVG/main" r:embed="Rbfa5e07e0a15486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0195" y="2434736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43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1c3e55469441a">
            <a:extLst>
              <a:ext uri="{96DAC541-7B7A-43D3-8B79-37D633B846F1}">
                <asvg:svgBlip xmlns:asvg="http://schemas.microsoft.com/office/drawing/2016/SVG/main" r:embed="R9f66392a41da4d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87007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4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8cfb53f5f400a">
            <a:extLst>
              <a:ext uri="{96DAC541-7B7A-43D3-8B79-37D633B846F1}">
                <asvg:svgBlip xmlns:asvg="http://schemas.microsoft.com/office/drawing/2016/SVG/main" r:embed="Rbadf64a03923410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4351" y="-2813049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45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40b5bf8044214">
            <a:extLst>
              <a:ext uri="{96DAC541-7B7A-43D3-8B79-37D633B846F1}">
                <asvg:svgBlip xmlns:asvg="http://schemas.microsoft.com/office/drawing/2016/SVG/main" r:embed="Rb407cb48dd97401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46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3a70bc4834e3d">
            <a:extLst>
              <a:ext uri="{96DAC541-7B7A-43D3-8B79-37D633B846F1}">
                <asvg:svgBlip xmlns:asvg="http://schemas.microsoft.com/office/drawing/2016/SVG/main" r:embed="Radc3b37ebe8d443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47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56df3fabf4f00">
            <a:extLst>
              <a:ext uri="{96DAC541-7B7A-43D3-8B79-37D633B846F1}">
                <asvg:svgBlip xmlns:asvg="http://schemas.microsoft.com/office/drawing/2016/SVG/main" r:embed="Rfa4ab5e47d0640d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5745" y="2937636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48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efd7b60a44f22">
            <a:extLst>
              <a:ext uri="{96DAC541-7B7A-43D3-8B79-37D633B846F1}">
                <asvg:svgBlip xmlns:asvg="http://schemas.microsoft.com/office/drawing/2016/SVG/main" r:embed="R6146737c6845450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0595" y="1815611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49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fffb3da67499e">
            <a:extLst>
              <a:ext uri="{96DAC541-7B7A-43D3-8B79-37D633B846F1}">
                <asvg:svgBlip xmlns:asvg="http://schemas.microsoft.com/office/drawing/2016/SVG/main" r:embed="Rdf580d84ef3c482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50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dc28dbf9b4fed">
            <a:extLst>
              <a:ext uri="{96DAC541-7B7A-43D3-8B79-37D633B846F1}">
                <asvg:svgBlip xmlns:asvg="http://schemas.microsoft.com/office/drawing/2016/SVG/main" r:embed="Ra9c45e0cfa1b48d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1719" y="5891722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51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0c9ade0ef64779">
            <a:extLst>
              <a:ext uri="{96DAC541-7B7A-43D3-8B79-37D633B846F1}">
                <asvg:svgBlip xmlns:asvg="http://schemas.microsoft.com/office/drawing/2016/SVG/main" r:embed="Rea2cc7b414d744e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52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ccc96e2144475a">
            <a:extLst>
              <a:ext uri="{96DAC541-7B7A-43D3-8B79-37D633B846F1}">
                <asvg:svgBlip xmlns:asvg="http://schemas.microsoft.com/office/drawing/2016/SVG/main" r:embed="R6397336068264f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310746" y="2917328"/>
            <a:ext cx="3676709" cy="36767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45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363373" y="1574123"/>
            <a:ext cx="4116740" cy="37942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3F454F"/>
                </a:solidFill>
                <a:latin typeface="Nunito"/>
                <a:ea typeface="Nunito"/>
                <a:cs typeface="Nunito"/>
              </a:rPr>
              <a:t/>
            </a: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613" y="309159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КАК ОШИБКИ ВЛИЯЮТ НА УЧАСТОК</a:t>
            </a:r>
            <a:endParaRPr sz="3000">
              <a:solidFill>
                <a:srgbClr val="3F454F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7904" y="867959"/>
            <a:ext cx="31229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785941" y="1346108"/>
            <a:ext cx="0" cy="482020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7e6a8c8f34b9e">
            <a:extLst>
              <a:ext uri="{96DAC541-7B7A-43D3-8B79-37D633B846F1}">
                <asvg:svgBlip xmlns:asvg="http://schemas.microsoft.com/office/drawing/2016/SVG/main" r:embed="Rc3a3f130817349c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5927" y="8462397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0537c21ce4181">
            <a:extLst>
              <a:ext uri="{96DAC541-7B7A-43D3-8B79-37D633B846F1}">
                <asvg:svgBlip xmlns:asvg="http://schemas.microsoft.com/office/drawing/2016/SVG/main" r:embed="Rf06c6616eaa7410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b6661afce49ec">
            <a:extLst>
              <a:ext uri="{96DAC541-7B7A-43D3-8B79-37D633B846F1}">
                <asvg:svgBlip xmlns:asvg="http://schemas.microsoft.com/office/drawing/2016/SVG/main" r:embed="R4575b4645bd34f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1146040794fe2">
            <a:extLst>
              <a:ext uri="{96DAC541-7B7A-43D3-8B79-37D633B846F1}">
                <asvg:svgBlip xmlns:asvg="http://schemas.microsoft.com/office/drawing/2016/SVG/main" r:embed="Rea12f9e1766c42b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e37db525e4d14">
            <a:extLst>
              <a:ext uri="{96DAC541-7B7A-43D3-8B79-37D633B846F1}">
                <asvg:svgBlip xmlns:asvg="http://schemas.microsoft.com/office/drawing/2016/SVG/main" r:embed="R86300bbb8fd748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3ad0053574984">
            <a:extLst>
              <a:ext uri="{96DAC541-7B7A-43D3-8B79-37D633B846F1}">
                <asvg:svgBlip xmlns:asvg="http://schemas.microsoft.com/office/drawing/2016/SVG/main" r:embed="R43213a4c11e44c7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c02a6ebf642b0">
            <a:extLst>
              <a:ext uri="{96DAC541-7B7A-43D3-8B79-37D633B846F1}">
                <asvg:svgBlip xmlns:asvg="http://schemas.microsoft.com/office/drawing/2016/SVG/main" r:embed="Rcf39a592e0f946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03443" y="627850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bb4ee00d94c79">
            <a:extLst>
              <a:ext uri="{96DAC541-7B7A-43D3-8B79-37D633B846F1}">
                <asvg:svgBlip xmlns:asvg="http://schemas.microsoft.com/office/drawing/2016/SVG/main" r:embed="Rbf43ea78dd724e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c12b990384161">
            <a:extLst>
              <a:ext uri="{96DAC541-7B7A-43D3-8B79-37D633B846F1}">
                <asvg:svgBlip xmlns:asvg="http://schemas.microsoft.com/office/drawing/2016/SVG/main" r:embed="Rc040cc5d26a44ac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115f64e3a4c39">
            <a:extLst>
              <a:ext uri="{96DAC541-7B7A-43D3-8B79-37D633B846F1}">
                <asvg:svgBlip xmlns:asvg="http://schemas.microsoft.com/office/drawing/2016/SVG/main" r:embed="Rfa34139a961741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7565" y="-960701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95f6a664049a9">
            <a:extLst>
              <a:ext uri="{96DAC541-7B7A-43D3-8B79-37D633B846F1}">
                <asvg:svgBlip xmlns:asvg="http://schemas.microsoft.com/office/drawing/2016/SVG/main" r:embed="R47362f0b0b1f4c1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685854" y="7927664"/>
            <a:ext cx="2200915" cy="2200915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009da0c59436b">
            <a:extLst>
              <a:ext uri="{96DAC541-7B7A-43D3-8B79-37D633B846F1}">
                <asvg:svgBlip xmlns:asvg="http://schemas.microsoft.com/office/drawing/2016/SVG/main" r:embed="Rb9bda19e938c482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1c245668b4a52">
            <a:extLst>
              <a:ext uri="{96DAC541-7B7A-43D3-8B79-37D633B846F1}">
                <asvg:svgBlip xmlns:asvg="http://schemas.microsoft.com/office/drawing/2016/SVG/main" r:embed="R12f58aa651f04c8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0085aa8114b19">
            <a:extLst>
              <a:ext uri="{96DAC541-7B7A-43D3-8B79-37D633B846F1}">
                <asvg:svgBlip xmlns:asvg="http://schemas.microsoft.com/office/drawing/2016/SVG/main" r:embed="Rf436c7a3773d469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dd81a23104941">
            <a:extLst>
              <a:ext uri="{96DAC541-7B7A-43D3-8B79-37D633B846F1}">
                <asvg:svgBlip xmlns:asvg="http://schemas.microsoft.com/office/drawing/2016/SVG/main" r:embed="R1f40488083fe46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797425" y="5632017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50" name="Shape 3">
            <a:extLst xmlns:a="http://schemas.openxmlformats.org/drawingml/2006/main">
              <a:ext uri="{FF2B5EF4-FFF2-40B4-BE49-F238E27FC236}">
                <a16:creationId xmlns:a16="http://schemas.microsoft.com/office/drawing/2014/main" id="{EACD7373-E84D-4834-AABB-A78BDE8C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90" y="4333942"/>
            <a:ext cx="874729" cy="8255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FFB219"/>
          </a:solidFill>
        </p:spPr>
      </p:sp>
      <p:sp>
        <p:nvSpPr>
          <p:cNvPr id="51" name="Shape 3">
            <a:extLst xmlns:a="http://schemas.openxmlformats.org/drawingml/2006/main">
              <a:ext uri="{FF2B5EF4-FFF2-40B4-BE49-F238E27FC236}">
                <a16:creationId xmlns:a16="http://schemas.microsoft.com/office/drawing/2014/main" id="{EC000AED-7D2D-450B-9159-370E3A65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47188" y="1803920"/>
            <a:ext cx="874729" cy="825499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1C535"/>
          </a:solidFill>
        </p:spPr>
      </p:sp>
      <p:sp>
        <p:nvSpPr>
          <p:cNvPr id="52" name="COMPARE_BOTTOM_BODY">
            <a:extLst xmlns:a="http://schemas.openxmlformats.org/drawingml/2006/main">
              <a:ext uri="{FF2B5EF4-FFF2-40B4-BE49-F238E27FC236}">
                <a16:creationId xmlns:a16="http://schemas.microsoft.com/office/drawing/2014/main" id="{48F1698D-BF5F-4580-8C39-00DEFF34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7" y="4403570"/>
            <a:ext cx="5177503" cy="16749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«Самостоятельные решения ему не нужны»</a:t>
            </a:r>
            <a:br/>
            <a:r>
              <a:rPr sz="1600">
                <a:latin typeface="Nunito"/>
                <a:ea typeface="Nunito"/>
                <a:cs typeface="Nunito"/>
              </a:rPr>
              <a:t>«Условия можно понять по-своему»</a:t>
            </a:r>
            <a:br/>
            <a:r>
              <a:rPr sz="1600">
                <a:latin typeface="Nunito"/>
                <a:ea typeface="Nunito"/>
                <a:cs typeface="Nunito"/>
              </a:rPr>
              <a:t>«Непонятно, чего он от нас ждёт»</a:t>
            </a:r>
            <a:br/>
            <a:r>
              <a:rPr sz="1600">
                <a:latin typeface="Nunito"/>
                <a:ea typeface="Nunito"/>
                <a:cs typeface="Nunito"/>
              </a:rPr>
              <a:t>«О проблемах говорить бесполезно»</a:t>
            </a:r>
            <a:br/>
            <a:r>
              <a:rPr sz="1600">
                <a:latin typeface="Nunito"/>
                <a:ea typeface="Nunito"/>
                <a:cs typeface="Nunito"/>
              </a:rPr>
              <a:t>«Требование можно не выполнять»</a:t>
            </a:r>
            <a:br/>
            <a:r>
              <a:rPr sz="1600">
                <a:latin typeface="Nunito"/>
                <a:ea typeface="Nunito"/>
                <a:cs typeface="Nunito"/>
              </a:rPr>
              <a:t>«Правила зависят от отношений»</a:t>
            </a:r>
          </a:p>
        </p:txBody>
      </p:sp>
      <p:sp>
        <p:nvSpPr>
          <p:cNvPr id="53" name="COMPARE_TOP_BODY">
            <a:extLst xmlns:a="http://schemas.openxmlformats.org/drawingml/2006/main">
              <a:ext uri="{FF2B5EF4-FFF2-40B4-BE49-F238E27FC236}">
                <a16:creationId xmlns:a16="http://schemas.microsoft.com/office/drawing/2014/main" id="{DB930535-AFE8-4031-8E0D-ACC949F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756" y="1857077"/>
            <a:ext cx="5038625" cy="174188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latin typeface="Nunito"/>
                <a:ea typeface="Nunito"/>
                <a:cs typeface="Nunito"/>
              </a:rPr>
              <a:t>Стоит над душой</a:t>
            </a:r>
            <a:br/>
            <a:r>
              <a:rPr sz="1600">
                <a:latin typeface="Nunito"/>
                <a:ea typeface="Nunito"/>
                <a:cs typeface="Nunito"/>
              </a:rPr>
              <a:t>Ставит задачу неясно</a:t>
            </a:r>
            <a:br/>
            <a:r>
              <a:rPr sz="1600">
                <a:latin typeface="Nunito"/>
                <a:ea typeface="Nunito"/>
                <a:cs typeface="Nunito"/>
              </a:rPr>
              <a:t>Не даёт обратную связь</a:t>
            </a:r>
            <a:br/>
            <a:r>
              <a:rPr sz="1600">
                <a:latin typeface="Nunito"/>
                <a:ea typeface="Nunito"/>
                <a:cs typeface="Nunito"/>
              </a:rPr>
              <a:t>Отмахивается от сигналов</a:t>
            </a:r>
            <a:br/>
            <a:r>
              <a:rPr sz="1600">
                <a:latin typeface="Nunito"/>
                <a:ea typeface="Nunito"/>
                <a:cs typeface="Nunito"/>
              </a:rPr>
              <a:t>Не доводит требование до результата</a:t>
            </a:r>
            <a:br/>
            <a:r>
              <a:rPr sz="1600">
                <a:latin typeface="Nunito"/>
                <a:ea typeface="Nunito"/>
                <a:cs typeface="Nunito"/>
              </a:rPr>
              <a:t>Делает исключения для своих</a:t>
            </a:r>
          </a:p>
        </p:txBody>
      </p:sp>
      <p:sp>
        <p:nvSpPr>
          <p:cNvPr id="54" name="COMPARE_TOP_LABEL">
            <a:extLst xmlns:a="http://schemas.openxmlformats.org/drawingml/2006/main">
              <a:ext uri="{FF2B5EF4-FFF2-40B4-BE49-F238E27FC236}">
                <a16:creationId xmlns:a16="http://schemas.microsoft.com/office/drawing/2014/main" id="{A0DC0A8F-8693-4879-8FAB-D728522C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27" y="1450640"/>
            <a:ext cx="216410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ОШИБКА МАСТЕРА</a:t>
            </a:r>
          </a:p>
        </p:txBody>
      </p:sp>
      <p:sp>
        <p:nvSpPr>
          <p:cNvPr id="55" name="COMPARE_BOTTOM_LABEL">
            <a:extLst xmlns:a="http://schemas.openxmlformats.org/drawingml/2006/main">
              <a:ext uri="{FF2B5EF4-FFF2-40B4-BE49-F238E27FC236}">
                <a16:creationId xmlns:a16="http://schemas.microsoft.com/office/drawing/2014/main" id="{A266F069-417F-493A-A5E0-76A4D05C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8008" y="4004399"/>
            <a:ext cx="294512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>
                <a:latin typeface="Bahnschrift SemiBold Condensed"/>
                <a:ea typeface="Bahnschrift SemiBold Condensed"/>
                <a:cs typeface="Bahnschrift SemiBold Condensed"/>
              </a:rPr>
              <a:t>ЧТО РЕШАТ РАБОЧИЕ</a:t>
            </a:r>
          </a:p>
        </p:txBody>
      </p:sp>
    </p:spTree>
    <p:extLst>
      <p:ext uri="{BB962C8B-B14F-4D97-AF65-F5344CB8AC3E}">
        <p14:creationId xmlns:p14="http://schemas.microsoft.com/office/powerpoint/2010/main" val="245045937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TAGING_BODY">
            <a:extLst xmlns:a="http://schemas.openxmlformats.org/drawingml/2006/main">
              <a:ext uri="{FF2B5EF4-FFF2-40B4-BE49-F238E27FC236}">
                <a16:creationId xmlns:a16="http://schemas.microsoft.com/office/drawing/2014/main" id="{04339CCF-1739-4652-8D30-E19D0584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81000"/>
            <a:ext cx="11430000" cy="6210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>
                <a:latin typeface="Nunito"/>
                <a:ea typeface="Nunito"/>
                <a:cs typeface="Nunito"/>
              </a:rPr>
              <a:t>Задание: где мастер теряет авторитет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Определите ошибку мастера в каждой ситуации.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Ошибки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стоит над душой;</a:t>
            </a:r>
            <a:br/>
            <a:r>
              <a:rPr sz="1600">
                <a:latin typeface="Nunito"/>
                <a:ea typeface="Nunito"/>
                <a:cs typeface="Nunito"/>
              </a:rPr>
              <a:t>ставит задачу неясно;</a:t>
            </a:r>
            <a:br/>
            <a:r>
              <a:rPr sz="1600">
                <a:latin typeface="Nunito"/>
                <a:ea typeface="Nunito"/>
                <a:cs typeface="Nunito"/>
              </a:rPr>
              <a:t>не даёт обратную связь;</a:t>
            </a:r>
            <a:br/>
            <a:r>
              <a:rPr sz="1600">
                <a:latin typeface="Nunito"/>
                <a:ea typeface="Nunito"/>
                <a:cs typeface="Nunito"/>
              </a:rPr>
              <a:t>отмахивается от сигнала рабочего;</a:t>
            </a:r>
            <a:br/>
            <a:r>
              <a:rPr sz="1600">
                <a:latin typeface="Nunito"/>
                <a:ea typeface="Nunito"/>
                <a:cs typeface="Nunito"/>
              </a:rPr>
              <a:t>не доводит требование до результата;</a:t>
            </a:r>
            <a:br/>
            <a:r>
              <a:rPr sz="1600">
                <a:latin typeface="Nunito"/>
                <a:ea typeface="Nunito"/>
                <a:cs typeface="Nunito"/>
              </a:rPr>
              <a:t>делает исключения для своих.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Ситуации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1. Мастер сказал: «Сделайте срочное до обеда», но не назначил ответственного и не указал приоритет.</a:t>
            </a:r>
            <a:br/>
            <a:r>
              <a:rPr sz="1600">
                <a:latin typeface="Nunito"/>
                <a:ea typeface="Nunito"/>
                <a:cs typeface="Nunito"/>
              </a:rPr>
              <a:t>2. Опытный рабочий сообщил, что после переналадки изменился звук станка. Мастер попросил не отвлекать его мелочами.</a:t>
            </a:r>
            <a:br/>
            <a:r>
              <a:rPr sz="1600">
                <a:latin typeface="Nunito"/>
                <a:ea typeface="Nunito"/>
                <a:cs typeface="Nunito"/>
              </a:rPr>
              <a:t>3. Мастер стоял рядом с сильным сборщиком и поправлял каждое движение.</a:t>
            </a:r>
            <a:br/>
            <a:r>
              <a:rPr sz="1600">
                <a:latin typeface="Nunito"/>
                <a:ea typeface="Nunito"/>
                <a:cs typeface="Nunito"/>
              </a:rPr>
              <a:t>4. Бывший коллега опоздал на смену. Мастер промолчал, хотя другим делал замечания.</a:t>
            </a:r>
            <a:br/>
            <a:r>
              <a:rPr sz="1600">
                <a:latin typeface="Nunito"/>
                <a:ea typeface="Nunito"/>
                <a:cs typeface="Nunito"/>
              </a:rPr>
              <a:t>5. Рабочий третий день собирал с ошибками. Мастер не обсуждал с ним результат.</a:t>
            </a:r>
            <a:br/>
            <a:r>
              <a:rPr sz="1600">
                <a:latin typeface="Nunito"/>
                <a:ea typeface="Nunito"/>
                <a:cs typeface="Nunito"/>
              </a:rPr>
              <a:t>6. Рабочий снова не выполнил договорённость. Мастер принял объяснение и не определил, что делать дальше.</a:t>
            </a:r>
          </a:p>
        </p:txBody>
      </p:sp>
    </p:spTree>
    <p:extLst>
      <p:ext uri="{BB962C8B-B14F-4D97-AF65-F5344CB8AC3E}">
        <p14:creationId xmlns:p14="http://schemas.microsoft.com/office/powerpoint/2010/main" val="182933786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624206" y="1392874"/>
            <a:ext cx="2683470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/>
            </a:r>
            <a:endParaRPr sz="2000">
              <a:solidFill>
                <a:srgbClr val="21C535"/>
              </a:solidFill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РАЗБОР ЗАДАНИЯ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927" y="1364971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ef0e6d0d444c2">
            <a:extLst>
              <a:ext uri="{96DAC541-7B7A-43D3-8B79-37D633B846F1}">
                <asvg:svgBlip xmlns:asvg="http://schemas.microsoft.com/office/drawing/2016/SVG/main" r:embed="R12ab80b47f4d4d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8e324501f54bb2">
            <a:extLst>
              <a:ext uri="{96DAC541-7B7A-43D3-8B79-37D633B846F1}">
                <asvg:svgBlip xmlns:asvg="http://schemas.microsoft.com/office/drawing/2016/SVG/main" r:embed="R69b8db2d0d9e41a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278cccf83428e">
            <a:extLst>
              <a:ext uri="{96DAC541-7B7A-43D3-8B79-37D633B846F1}">
                <asvg:svgBlip xmlns:asvg="http://schemas.microsoft.com/office/drawing/2016/SVG/main" r:embed="R30dff94a8db64a0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a7fe86c3d42de">
            <a:extLst>
              <a:ext uri="{96DAC541-7B7A-43D3-8B79-37D633B846F1}">
                <asvg:svgBlip xmlns:asvg="http://schemas.microsoft.com/office/drawing/2016/SVG/main" r:embed="R563b67a0f8a641e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be32c10df4781">
            <a:extLst>
              <a:ext uri="{96DAC541-7B7A-43D3-8B79-37D633B846F1}">
                <asvg:svgBlip xmlns:asvg="http://schemas.microsoft.com/office/drawing/2016/SVG/main" r:embed="R4b62b7a8c57345a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1b08a8da34d92">
            <a:extLst>
              <a:ext uri="{96DAC541-7B7A-43D3-8B79-37D633B846F1}">
                <asvg:svgBlip xmlns:asvg="http://schemas.microsoft.com/office/drawing/2016/SVG/main" r:embed="R1e032e76f7124c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cf4a9a017410b">
            <a:extLst>
              <a:ext uri="{96DAC541-7B7A-43D3-8B79-37D633B846F1}">
                <asvg:svgBlip xmlns:asvg="http://schemas.microsoft.com/office/drawing/2016/SVG/main" r:embed="Rf5a6f2bc00504bf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6180734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28bbbc0334c94">
            <a:extLst>
              <a:ext uri="{96DAC541-7B7A-43D3-8B79-37D633B846F1}">
                <asvg:svgBlip xmlns:asvg="http://schemas.microsoft.com/office/drawing/2016/SVG/main" r:embed="R56bc0ed10c0640c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849c5d2ea4a12">
            <a:extLst>
              <a:ext uri="{96DAC541-7B7A-43D3-8B79-37D633B846F1}">
                <asvg:svgBlip xmlns:asvg="http://schemas.microsoft.com/office/drawing/2016/SVG/main" r:embed="Ra019bb26667b45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62dcbdfe524fdf">
            <a:extLst>
              <a:ext uri="{96DAC541-7B7A-43D3-8B79-37D633B846F1}">
                <asvg:svgBlip xmlns:asvg="http://schemas.microsoft.com/office/drawing/2016/SVG/main" r:embed="Rccbe7493dfbe4b8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91fd91feb4b87">
            <a:extLst>
              <a:ext uri="{96DAC541-7B7A-43D3-8B79-37D633B846F1}">
                <asvg:svgBlip xmlns:asvg="http://schemas.microsoft.com/office/drawing/2016/SVG/main" r:embed="R3af0269be36748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4cb13d8744551">
            <a:extLst>
              <a:ext uri="{96DAC541-7B7A-43D3-8B79-37D633B846F1}">
                <asvg:svgBlip xmlns:asvg="http://schemas.microsoft.com/office/drawing/2016/SVG/main" r:embed="R722f405963f045e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ac7439d3b41d1">
            <a:extLst>
              <a:ext uri="{96DAC541-7B7A-43D3-8B79-37D633B846F1}">
                <asvg:svgBlip xmlns:asvg="http://schemas.microsoft.com/office/drawing/2016/SVG/main" r:embed="R095ef993a95c4d9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8b616017442eb">
            <a:extLst>
              <a:ext uri="{96DAC541-7B7A-43D3-8B79-37D633B846F1}">
                <asvg:svgBlip xmlns:asvg="http://schemas.microsoft.com/office/drawing/2016/SVG/main" r:embed="R9a4439e92f55449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547adaabd4d1b">
            <a:extLst>
              <a:ext uri="{96DAC541-7B7A-43D3-8B79-37D633B846F1}">
                <asvg:svgBlip xmlns:asvg="http://schemas.microsoft.com/office/drawing/2016/SVG/main" r:embed="Re605f1b9e7cd4f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260" y="1392874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r>
              <a:rPr sz="1600">
                <a:latin typeface="Nunito"/>
                <a:ea typeface="Nunito"/>
                <a:cs typeface="Nunito"/>
              </a:rPr>
              <a:t>Нет ответственного и приоритета — задача дана неясно.</a:t>
            </a:r>
            <a:br/>
            <a:r>
              <a:rPr sz="1600">
                <a:latin typeface="Nunito"/>
                <a:ea typeface="Nunito"/>
                <a:cs typeface="Nunito"/>
              </a:rPr>
              <a:t>Сигнал о работе станка оставили без проверки — мастер отмахнулся от информации рабочего.</a:t>
            </a:r>
            <a:br/>
            <a:r>
              <a:rPr sz="1600">
                <a:latin typeface="Nunito"/>
                <a:ea typeface="Nunito"/>
                <a:cs typeface="Nunito"/>
              </a:rPr>
              <a:t>Мастер поправлял каждое движение — стоял над душой.</a:t>
            </a:r>
            <a:br/>
            <a:r>
              <a:rPr sz="1600">
                <a:latin typeface="Nunito"/>
                <a:ea typeface="Nunito"/>
                <a:cs typeface="Nunito"/>
              </a:rPr>
              <a:t>Мастер промолчал об опоздании бывшего коллеги — сделал исключение для своего.</a:t>
            </a:r>
            <a:br/>
            <a:r>
              <a:rPr sz="1600">
                <a:latin typeface="Nunito"/>
                <a:ea typeface="Nunito"/>
                <a:cs typeface="Nunito"/>
              </a:rPr>
              <a:t>Мастер не обсудил повторяющуюся ошибку — не дал обратную связь.</a:t>
            </a:r>
            <a:br/>
            <a:r>
              <a:rPr sz="1600">
                <a:latin typeface="Nunito"/>
                <a:ea typeface="Nunito"/>
                <a:cs typeface="Nunito"/>
              </a:rPr>
              <a:t>Мастер не определил действие и срок проверки — не довёл требование до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2147419856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6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129b8e8024c45">
            <a:extLst>
              <a:ext uri="{96DAC541-7B7A-43D3-8B79-37D633B846F1}">
                <asvg:svgBlip xmlns:asvg="http://schemas.microsoft.com/office/drawing/2016/SVG/main" r:embed="Rddc79759191b435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9219" y="7363290"/>
            <a:ext cx="3061710" cy="3061710"/>
          </a:xfrm>
          <a:prstGeom xmlns:a="http://schemas.openxmlformats.org/drawingml/2006/main" prst="rect">
            <a:avLst/>
          </a:prstGeom>
        </p:spPr>
      </p:pic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C0F2C8-A228-4DBB-844B-7206414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37" y="353126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3F454F"/>
                </a:solidFill>
                <a:latin typeface="Bahnschrift SemiBold Condensed"/>
                <a:ea typeface="Bahnschrift SemiBold Condensed"/>
                <a:cs typeface="Bahnschrift SemiBold Condensed"/>
              </a:rPr>
              <a:t>ПРОВЕРКА ПОСЛЕ СМЕНЫ</a:t>
            </a:r>
            <a:endParaRPr sz="3000">
              <a:solidFill>
                <a:srgbClr val="3F454F"/>
              </a:solidFill>
            </a:endParaRPr>
          </a:p>
        </p:txBody>
      </p:sp>
      <p:pic>
        <p:nvPicPr>
          <p:cNvPr id="6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d147bcc024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70916" y="609600"/>
            <a:ext cx="922279" cy="292100"/>
          </a:xfrm>
          <a:prstGeom xmlns:a="http://schemas.openxmlformats.org/drawingml/2006/main" prst="rect">
            <a:avLst/>
          </a:prstGeom>
        </p:spPr>
      </p:pic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D458483C-5EEF-4FB8-A2B6-29631F42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98805" y="1"/>
            <a:ext cx="235" cy="90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70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8d95382514a53">
            <a:extLst>
              <a:ext uri="{96DAC541-7B7A-43D3-8B79-37D633B846F1}">
                <asvg:svgBlip xmlns:asvg="http://schemas.microsoft.com/office/drawing/2016/SVG/main" r:embed="Rf1463f7049c144d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71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d64710b3a4b20">
            <a:extLst>
              <a:ext uri="{96DAC541-7B7A-43D3-8B79-37D633B846F1}">
                <asvg:svgBlip xmlns:asvg="http://schemas.microsoft.com/office/drawing/2016/SVG/main" r:embed="R00263382fdba46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59113" y="-130969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72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d147bcc024352">
            <a:extLst>
              <a:ext uri="{96DAC541-7B7A-43D3-8B79-37D633B846F1}">
                <asvg:svgBlip xmlns:asvg="http://schemas.microsoft.com/office/drawing/2016/SVG/main" r:embed="Rb56e5713694b4f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411145" y="517590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73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64491d92b4f1c">
            <a:extLst>
              <a:ext uri="{96DAC541-7B7A-43D3-8B79-37D633B846F1}">
                <asvg:svgBlip xmlns:asvg="http://schemas.microsoft.com/office/drawing/2016/SVG/main" r:embed="R8e2ec1c3e3544ff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74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6cd56c863440c">
            <a:extLst>
              <a:ext uri="{96DAC541-7B7A-43D3-8B79-37D633B846F1}">
                <asvg:svgBlip xmlns:asvg="http://schemas.microsoft.com/office/drawing/2016/SVG/main" r:embed="Re71cbffc5b9d44d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75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88fac473d44ed">
            <a:extLst>
              <a:ext uri="{96DAC541-7B7A-43D3-8B79-37D633B846F1}">
                <asvg:svgBlip xmlns:asvg="http://schemas.microsoft.com/office/drawing/2016/SVG/main" r:embed="R7f225ba6b9384be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770484" y="7163152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76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8479b325f04a73">
            <a:extLst>
              <a:ext uri="{96DAC541-7B7A-43D3-8B79-37D633B846F1}">
                <asvg:svgBlip xmlns:asvg="http://schemas.microsoft.com/office/drawing/2016/SVG/main" r:embed="Rb0e05097d18b48c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2644507" y="2827269"/>
            <a:ext cx="2257425" cy="2257425"/>
          </a:xfrm>
          <a:prstGeom xmlns:a="http://schemas.openxmlformats.org/drawingml/2006/main" prst="rect">
            <a:avLst/>
          </a:prstGeom>
        </p:spPr>
      </p:pic>
      <p:pic>
        <p:nvPicPr>
          <p:cNvPr id="77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5dab3a4874b20">
            <a:extLst>
              <a:ext uri="{96DAC541-7B7A-43D3-8B79-37D633B846F1}">
                <asvg:svgBlip xmlns:asvg="http://schemas.microsoft.com/office/drawing/2016/SVG/main" r:embed="Rf054bef465b042e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454" y="-330279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78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92808552e40da">
            <a:extLst>
              <a:ext uri="{96DAC541-7B7A-43D3-8B79-37D633B846F1}">
                <asvg:svgBlip xmlns:asvg="http://schemas.microsoft.com/office/drawing/2016/SVG/main" r:embed="R179fb9fba02b465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79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e91042e8e4a40">
            <a:extLst>
              <a:ext uri="{96DAC541-7B7A-43D3-8B79-37D633B846F1}">
                <asvg:svgBlip xmlns:asvg="http://schemas.microsoft.com/office/drawing/2016/SVG/main" r:embed="Rcba1606f2b64467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80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3b60a5d414107">
            <a:extLst>
              <a:ext uri="{96DAC541-7B7A-43D3-8B79-37D633B846F1}">
                <asvg:svgBlip xmlns:asvg="http://schemas.microsoft.com/office/drawing/2016/SVG/main" r:embed="R85b2250763974a1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81" name="Рисунок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1545fe45149c3">
            <a:extLst>
              <a:ext uri="{96DAC541-7B7A-43D3-8B79-37D633B846F1}">
                <asvg:svgBlip xmlns:asvg="http://schemas.microsoft.com/office/drawing/2016/SVG/main" r:embed="R4e4445a8bc784cd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82" name="Рисунок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3ac974734459b">
            <a:extLst>
              <a:ext uri="{96DAC541-7B7A-43D3-8B79-37D633B846F1}">
                <asvg:svgBlip xmlns:asvg="http://schemas.microsoft.com/office/drawing/2016/SVG/main" r:embed="Ra36ae57d27e14d3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83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6348700044dc4">
            <a:extLst>
              <a:ext uri="{96DAC541-7B7A-43D3-8B79-37D633B846F1}">
                <asvg:svgBlip xmlns:asvg="http://schemas.microsoft.com/office/drawing/2016/SVG/main" r:embed="Rb864e0b38ae941f7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0814981" y="5817541"/>
            <a:ext cx="3676709" cy="3676709"/>
          </a:xfrm>
          <a:prstGeom xmlns:a="http://schemas.openxmlformats.org/drawingml/2006/main" prst="rect">
            <a:avLst/>
          </a:prstGeom>
        </p:spPr>
      </p:pic>
      <p:pic>
        <p:nvPicPr>
          <p:cNvPr id="84" name="Google Shape;2443;p7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d11fa3a87e408c">
            <a:alphaModFix/>
          </a:blip>
          <a:srcRect xmlns:a="http://schemas.openxmlformats.org/drawingml/2006/main" l="0" t="0" r="0" b="13801"/>
          <a:stretch xmlns:a="http://schemas.openxmlformats.org/drawingml/2006/main"/>
        </p:blipFill>
        <p:spPr>
          <a:xfrm xmlns:a="http://schemas.openxmlformats.org/drawingml/2006/main" rot="5400000">
            <a:off x="8199591" y="2651324"/>
            <a:ext cx="4994552" cy="2019300"/>
          </a:xfrm>
          <a:prstGeom xmlns:a="http://schemas.openxmlformats.org/drawingml/2006/main" prst="triangle">
            <a:avLst>
              <a:gd name="adj" fmla="val 50053"/>
            </a:avLst>
          </a:prstGeom>
          <a:ln xmlns:a="http://schemas.openxmlformats.org/drawingml/2006/main">
            <a:noFill/>
          </a:ln>
        </p:spPr>
      </p:pic>
      <p:sp>
        <p:nvSpPr>
          <p:cNvPr id="28" name="CHECK_1">
            <a:extLst xmlns:a="http://schemas.openxmlformats.org/drawingml/2006/main">
              <a:ext uri="{FF2B5EF4-FFF2-40B4-BE49-F238E27FC236}">
                <a16:creationId xmlns:a16="http://schemas.microsoft.com/office/drawing/2014/main" id="{28F6DACD-3EC6-46C0-A013-B48F0896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835" y="1697305"/>
            <a:ext cx="3078521" cy="971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Где я поставил задачу так, что её можно было понять по-разному?</a:t>
            </a: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0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AC659AF-069D-4D09-92B8-07304117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790" y="1602399"/>
            <a:ext cx="511492" cy="511492"/>
          </a:xfrm>
          <a:custGeom xmlns:a="http://schemas.openxmlformats.org/drawingml/2006/main">
            <a:gdLst>
              <a:gd name="T0" fmla="*/ 2044 w 2060"/>
              <a:gd name="T1" fmla="*/ 952 h 2059"/>
              <a:gd name="T2" fmla="*/ 1476 w 2060"/>
              <a:gd name="T3" fmla="*/ 106 h 2059"/>
              <a:gd name="T4" fmla="*/ 1110 w 2060"/>
              <a:gd name="T5" fmla="*/ 4 h 2059"/>
              <a:gd name="T6" fmla="*/ 1100 w 2060"/>
              <a:gd name="T7" fmla="*/ 0 h 2059"/>
              <a:gd name="T8" fmla="*/ 944 w 2060"/>
              <a:gd name="T9" fmla="*/ 0 h 2059"/>
              <a:gd name="T10" fmla="*/ 878 w 2060"/>
              <a:gd name="T11" fmla="*/ 10 h 2059"/>
              <a:gd name="T12" fmla="*/ 84 w 2060"/>
              <a:gd name="T13" fmla="*/ 617 h 2059"/>
              <a:gd name="T14" fmla="*/ 4 w 2060"/>
              <a:gd name="T15" fmla="*/ 926 h 2059"/>
              <a:gd name="T16" fmla="*/ 0 w 2060"/>
              <a:gd name="T17" fmla="*/ 940 h 2059"/>
              <a:gd name="T18" fmla="*/ 0 w 2060"/>
              <a:gd name="T19" fmla="*/ 1104 h 2059"/>
              <a:gd name="T20" fmla="*/ 10 w 2060"/>
              <a:gd name="T21" fmla="*/ 1169 h 2059"/>
              <a:gd name="T22" fmla="*/ 617 w 2060"/>
              <a:gd name="T23" fmla="*/ 1963 h 2059"/>
              <a:gd name="T24" fmla="*/ 1096 w 2060"/>
              <a:gd name="T25" fmla="*/ 2044 h 2059"/>
              <a:gd name="T26" fmla="*/ 1942 w 2060"/>
              <a:gd name="T27" fmla="*/ 1474 h 2059"/>
              <a:gd name="T28" fmla="*/ 2044 w 2060"/>
              <a:gd name="T29" fmla="*/ 952 h 2059"/>
              <a:gd name="T30" fmla="*/ 1023 w 2060"/>
              <a:gd name="T31" fmla="*/ 1888 h 2059"/>
              <a:gd name="T32" fmla="*/ 160 w 2060"/>
              <a:gd name="T33" fmla="*/ 1023 h 2059"/>
              <a:gd name="T34" fmla="*/ 1024 w 2060"/>
              <a:gd name="T35" fmla="*/ 160 h 2059"/>
              <a:gd name="T36" fmla="*/ 1888 w 2060"/>
              <a:gd name="T37" fmla="*/ 1024 h 2059"/>
              <a:gd name="T38" fmla="*/ 1023 w 2060"/>
              <a:gd name="T39" fmla="*/ 1888 h 2059"/>
              <a:gd name="T40" fmla="*/ 1444 w 2060"/>
              <a:gd name="T41" fmla="*/ 680 h 2059"/>
              <a:gd name="T42" fmla="*/ 1356 w 2060"/>
              <a:gd name="T43" fmla="*/ 706 h 2059"/>
              <a:gd name="T44" fmla="*/ 898 w 2060"/>
              <a:gd name="T45" fmla="*/ 1165 h 2059"/>
              <a:gd name="T46" fmla="*/ 868 w 2060"/>
              <a:gd name="T47" fmla="*/ 1164 h 2059"/>
              <a:gd name="T48" fmla="*/ 763 w 2060"/>
              <a:gd name="T49" fmla="*/ 1059 h 2059"/>
              <a:gd name="T50" fmla="*/ 684 w 2060"/>
              <a:gd name="T51" fmla="*/ 980 h 2059"/>
              <a:gd name="T52" fmla="*/ 571 w 2060"/>
              <a:gd name="T53" fmla="*/ 981 h 2059"/>
              <a:gd name="T54" fmla="*/ 576 w 2060"/>
              <a:gd name="T55" fmla="*/ 1098 h 2059"/>
              <a:gd name="T56" fmla="*/ 816 w 2060"/>
              <a:gd name="T57" fmla="*/ 1338 h 2059"/>
              <a:gd name="T58" fmla="*/ 951 w 2060"/>
              <a:gd name="T59" fmla="*/ 1338 h 2059"/>
              <a:gd name="T60" fmla="*/ 1216 w 2060"/>
              <a:gd name="T61" fmla="*/ 1072 h 2059"/>
              <a:gd name="T62" fmla="*/ 1468 w 2060"/>
              <a:gd name="T63" fmla="*/ 821 h 2059"/>
              <a:gd name="T64" fmla="*/ 1500 w 2060"/>
              <a:gd name="T65" fmla="*/ 757 h 2059"/>
              <a:gd name="T66" fmla="*/ 1444 w 2060"/>
              <a:gd name="T67" fmla="*/ 680 h 2059"/>
            </a:gdLst>
            <a:rect l="0" t="0" r="r" b="b"/>
            <a:pathLst>
              <a:path w="2060" h="2059">
                <a:moveTo>
                  <a:pt x="2044" y="952"/>
                </a:moveTo>
                <a:cubicBezTo>
                  <a:pt x="2010" y="567"/>
                  <a:pt x="1818" y="285"/>
                  <a:pt x="1476" y="106"/>
                </a:cubicBezTo>
                <a:cubicBezTo>
                  <a:pt x="1362" y="46"/>
                  <a:pt x="1238" y="14"/>
                  <a:pt x="1110" y="4"/>
                </a:cubicBezTo>
                <a:cubicBezTo>
                  <a:pt x="1106" y="4"/>
                  <a:pt x="1101" y="6"/>
                  <a:pt x="1100" y="0"/>
                </a:cubicBezTo>
                <a:cubicBezTo>
                  <a:pt x="944" y="0"/>
                  <a:pt x="944" y="0"/>
                  <a:pt x="944" y="0"/>
                </a:cubicBezTo>
                <a:cubicBezTo>
                  <a:pt x="923" y="9"/>
                  <a:pt x="900" y="7"/>
                  <a:pt x="878" y="10"/>
                </a:cubicBezTo>
                <a:cubicBezTo>
                  <a:pt x="507" y="73"/>
                  <a:pt x="242" y="275"/>
                  <a:pt x="84" y="617"/>
                </a:cubicBezTo>
                <a:cubicBezTo>
                  <a:pt x="39" y="715"/>
                  <a:pt x="15" y="819"/>
                  <a:pt x="4" y="926"/>
                </a:cubicBezTo>
                <a:cubicBezTo>
                  <a:pt x="4" y="931"/>
                  <a:pt x="7" y="937"/>
                  <a:pt x="0" y="940"/>
                </a:cubicBezTo>
                <a:cubicBezTo>
                  <a:pt x="0" y="1104"/>
                  <a:pt x="0" y="1104"/>
                  <a:pt x="0" y="1104"/>
                </a:cubicBezTo>
                <a:cubicBezTo>
                  <a:pt x="9" y="1125"/>
                  <a:pt x="7" y="1148"/>
                  <a:pt x="10" y="1169"/>
                </a:cubicBezTo>
                <a:cubicBezTo>
                  <a:pt x="73" y="1541"/>
                  <a:pt x="275" y="1806"/>
                  <a:pt x="617" y="1963"/>
                </a:cubicBezTo>
                <a:cubicBezTo>
                  <a:pt x="768" y="2032"/>
                  <a:pt x="929" y="2059"/>
                  <a:pt x="1096" y="2044"/>
                </a:cubicBezTo>
                <a:cubicBezTo>
                  <a:pt x="1482" y="2009"/>
                  <a:pt x="1765" y="1818"/>
                  <a:pt x="1942" y="1474"/>
                </a:cubicBezTo>
                <a:cubicBezTo>
                  <a:pt x="2027" y="1311"/>
                  <a:pt x="2060" y="1135"/>
                  <a:pt x="2044" y="952"/>
                </a:cubicBezTo>
                <a:close/>
                <a:moveTo>
                  <a:pt x="1023" y="1888"/>
                </a:moveTo>
                <a:cubicBezTo>
                  <a:pt x="546" y="1887"/>
                  <a:pt x="159" y="1500"/>
                  <a:pt x="160" y="1023"/>
                </a:cubicBezTo>
                <a:cubicBezTo>
                  <a:pt x="160" y="546"/>
                  <a:pt x="548" y="160"/>
                  <a:pt x="1024" y="160"/>
                </a:cubicBezTo>
                <a:cubicBezTo>
                  <a:pt x="1501" y="160"/>
                  <a:pt x="1888" y="548"/>
                  <a:pt x="1888" y="1024"/>
                </a:cubicBezTo>
                <a:cubicBezTo>
                  <a:pt x="1887" y="1501"/>
                  <a:pt x="1500" y="1888"/>
                  <a:pt x="1023" y="1888"/>
                </a:cubicBezTo>
                <a:close/>
                <a:moveTo>
                  <a:pt x="1444" y="680"/>
                </a:moveTo>
                <a:cubicBezTo>
                  <a:pt x="1408" y="669"/>
                  <a:pt x="1380" y="681"/>
                  <a:pt x="1356" y="706"/>
                </a:cubicBezTo>
                <a:cubicBezTo>
                  <a:pt x="1203" y="859"/>
                  <a:pt x="1050" y="1011"/>
                  <a:pt x="898" y="1165"/>
                </a:cubicBezTo>
                <a:cubicBezTo>
                  <a:pt x="885" y="1178"/>
                  <a:pt x="879" y="1176"/>
                  <a:pt x="868" y="1164"/>
                </a:cubicBezTo>
                <a:cubicBezTo>
                  <a:pt x="834" y="1129"/>
                  <a:pt x="798" y="1094"/>
                  <a:pt x="763" y="1059"/>
                </a:cubicBezTo>
                <a:cubicBezTo>
                  <a:pt x="737" y="1033"/>
                  <a:pt x="711" y="1006"/>
                  <a:pt x="684" y="980"/>
                </a:cubicBezTo>
                <a:cubicBezTo>
                  <a:pt x="650" y="948"/>
                  <a:pt x="602" y="949"/>
                  <a:pt x="571" y="981"/>
                </a:cubicBezTo>
                <a:cubicBezTo>
                  <a:pt x="538" y="1014"/>
                  <a:pt x="540" y="1062"/>
                  <a:pt x="576" y="1098"/>
                </a:cubicBezTo>
                <a:cubicBezTo>
                  <a:pt x="656" y="1178"/>
                  <a:pt x="736" y="1258"/>
                  <a:pt x="816" y="1338"/>
                </a:cubicBezTo>
                <a:cubicBezTo>
                  <a:pt x="862" y="1384"/>
                  <a:pt x="905" y="1384"/>
                  <a:pt x="951" y="1338"/>
                </a:cubicBezTo>
                <a:cubicBezTo>
                  <a:pt x="1039" y="1249"/>
                  <a:pt x="1128" y="1161"/>
                  <a:pt x="1216" y="1072"/>
                </a:cubicBezTo>
                <a:cubicBezTo>
                  <a:pt x="1300" y="988"/>
                  <a:pt x="1384" y="904"/>
                  <a:pt x="1468" y="821"/>
                </a:cubicBezTo>
                <a:cubicBezTo>
                  <a:pt x="1486" y="803"/>
                  <a:pt x="1499" y="783"/>
                  <a:pt x="1500" y="757"/>
                </a:cubicBezTo>
                <a:cubicBezTo>
                  <a:pt x="1500" y="722"/>
                  <a:pt x="1477" y="690"/>
                  <a:pt x="1444" y="680"/>
                </a:cubicBez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30" name="CHECK_2">
            <a:extLst xmlns:a="http://schemas.openxmlformats.org/drawingml/2006/main">
              <a:ext uri="{FF2B5EF4-FFF2-40B4-BE49-F238E27FC236}">
                <a16:creationId xmlns:a16="http://schemas.microsoft.com/office/drawing/2014/main" id="{BC20EE50-EE6B-4FFC-9744-14685988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835" y="3276073"/>
            <a:ext cx="3078521" cy="971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Где я вмешивался в действия опытного рабочего больше, чем требовалось?</a:t>
            </a: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1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E331264-5BEE-45B5-BCEB-51BE6680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790" y="3192274"/>
            <a:ext cx="511492" cy="511492"/>
          </a:xfrm>
          <a:custGeom xmlns:a="http://schemas.openxmlformats.org/drawingml/2006/main">
            <a:gdLst>
              <a:gd name="T0" fmla="*/ 2044 w 2060"/>
              <a:gd name="T1" fmla="*/ 952 h 2059"/>
              <a:gd name="T2" fmla="*/ 1476 w 2060"/>
              <a:gd name="T3" fmla="*/ 106 h 2059"/>
              <a:gd name="T4" fmla="*/ 1110 w 2060"/>
              <a:gd name="T5" fmla="*/ 4 h 2059"/>
              <a:gd name="T6" fmla="*/ 1100 w 2060"/>
              <a:gd name="T7" fmla="*/ 0 h 2059"/>
              <a:gd name="T8" fmla="*/ 944 w 2060"/>
              <a:gd name="T9" fmla="*/ 0 h 2059"/>
              <a:gd name="T10" fmla="*/ 878 w 2060"/>
              <a:gd name="T11" fmla="*/ 10 h 2059"/>
              <a:gd name="T12" fmla="*/ 84 w 2060"/>
              <a:gd name="T13" fmla="*/ 617 h 2059"/>
              <a:gd name="T14" fmla="*/ 4 w 2060"/>
              <a:gd name="T15" fmla="*/ 926 h 2059"/>
              <a:gd name="T16" fmla="*/ 0 w 2060"/>
              <a:gd name="T17" fmla="*/ 940 h 2059"/>
              <a:gd name="T18" fmla="*/ 0 w 2060"/>
              <a:gd name="T19" fmla="*/ 1104 h 2059"/>
              <a:gd name="T20" fmla="*/ 10 w 2060"/>
              <a:gd name="T21" fmla="*/ 1169 h 2059"/>
              <a:gd name="T22" fmla="*/ 617 w 2060"/>
              <a:gd name="T23" fmla="*/ 1963 h 2059"/>
              <a:gd name="T24" fmla="*/ 1096 w 2060"/>
              <a:gd name="T25" fmla="*/ 2044 h 2059"/>
              <a:gd name="T26" fmla="*/ 1942 w 2060"/>
              <a:gd name="T27" fmla="*/ 1474 h 2059"/>
              <a:gd name="T28" fmla="*/ 2044 w 2060"/>
              <a:gd name="T29" fmla="*/ 952 h 2059"/>
              <a:gd name="T30" fmla="*/ 1023 w 2060"/>
              <a:gd name="T31" fmla="*/ 1888 h 2059"/>
              <a:gd name="T32" fmla="*/ 160 w 2060"/>
              <a:gd name="T33" fmla="*/ 1023 h 2059"/>
              <a:gd name="T34" fmla="*/ 1024 w 2060"/>
              <a:gd name="T35" fmla="*/ 160 h 2059"/>
              <a:gd name="T36" fmla="*/ 1888 w 2060"/>
              <a:gd name="T37" fmla="*/ 1024 h 2059"/>
              <a:gd name="T38" fmla="*/ 1023 w 2060"/>
              <a:gd name="T39" fmla="*/ 1888 h 2059"/>
              <a:gd name="T40" fmla="*/ 1444 w 2060"/>
              <a:gd name="T41" fmla="*/ 680 h 2059"/>
              <a:gd name="T42" fmla="*/ 1356 w 2060"/>
              <a:gd name="T43" fmla="*/ 706 h 2059"/>
              <a:gd name="T44" fmla="*/ 898 w 2060"/>
              <a:gd name="T45" fmla="*/ 1165 h 2059"/>
              <a:gd name="T46" fmla="*/ 868 w 2060"/>
              <a:gd name="T47" fmla="*/ 1164 h 2059"/>
              <a:gd name="T48" fmla="*/ 763 w 2060"/>
              <a:gd name="T49" fmla="*/ 1059 h 2059"/>
              <a:gd name="T50" fmla="*/ 684 w 2060"/>
              <a:gd name="T51" fmla="*/ 980 h 2059"/>
              <a:gd name="T52" fmla="*/ 571 w 2060"/>
              <a:gd name="T53" fmla="*/ 981 h 2059"/>
              <a:gd name="T54" fmla="*/ 576 w 2060"/>
              <a:gd name="T55" fmla="*/ 1098 h 2059"/>
              <a:gd name="T56" fmla="*/ 816 w 2060"/>
              <a:gd name="T57" fmla="*/ 1338 h 2059"/>
              <a:gd name="T58" fmla="*/ 951 w 2060"/>
              <a:gd name="T59" fmla="*/ 1338 h 2059"/>
              <a:gd name="T60" fmla="*/ 1216 w 2060"/>
              <a:gd name="T61" fmla="*/ 1072 h 2059"/>
              <a:gd name="T62" fmla="*/ 1468 w 2060"/>
              <a:gd name="T63" fmla="*/ 821 h 2059"/>
              <a:gd name="T64" fmla="*/ 1500 w 2060"/>
              <a:gd name="T65" fmla="*/ 757 h 2059"/>
              <a:gd name="T66" fmla="*/ 1444 w 2060"/>
              <a:gd name="T67" fmla="*/ 680 h 2059"/>
            </a:gdLst>
            <a:rect l="0" t="0" r="r" b="b"/>
            <a:pathLst>
              <a:path w="2060" h="2059">
                <a:moveTo>
                  <a:pt x="2044" y="952"/>
                </a:moveTo>
                <a:cubicBezTo>
                  <a:pt x="2010" y="567"/>
                  <a:pt x="1818" y="285"/>
                  <a:pt x="1476" y="106"/>
                </a:cubicBezTo>
                <a:cubicBezTo>
                  <a:pt x="1362" y="46"/>
                  <a:pt x="1238" y="14"/>
                  <a:pt x="1110" y="4"/>
                </a:cubicBezTo>
                <a:cubicBezTo>
                  <a:pt x="1106" y="4"/>
                  <a:pt x="1101" y="6"/>
                  <a:pt x="1100" y="0"/>
                </a:cubicBezTo>
                <a:cubicBezTo>
                  <a:pt x="944" y="0"/>
                  <a:pt x="944" y="0"/>
                  <a:pt x="944" y="0"/>
                </a:cubicBezTo>
                <a:cubicBezTo>
                  <a:pt x="923" y="9"/>
                  <a:pt x="900" y="7"/>
                  <a:pt x="878" y="10"/>
                </a:cubicBezTo>
                <a:cubicBezTo>
                  <a:pt x="507" y="73"/>
                  <a:pt x="242" y="275"/>
                  <a:pt x="84" y="617"/>
                </a:cubicBezTo>
                <a:cubicBezTo>
                  <a:pt x="39" y="715"/>
                  <a:pt x="15" y="819"/>
                  <a:pt x="4" y="926"/>
                </a:cubicBezTo>
                <a:cubicBezTo>
                  <a:pt x="4" y="931"/>
                  <a:pt x="7" y="937"/>
                  <a:pt x="0" y="940"/>
                </a:cubicBezTo>
                <a:cubicBezTo>
                  <a:pt x="0" y="1104"/>
                  <a:pt x="0" y="1104"/>
                  <a:pt x="0" y="1104"/>
                </a:cubicBezTo>
                <a:cubicBezTo>
                  <a:pt x="9" y="1125"/>
                  <a:pt x="7" y="1148"/>
                  <a:pt x="10" y="1169"/>
                </a:cubicBezTo>
                <a:cubicBezTo>
                  <a:pt x="73" y="1541"/>
                  <a:pt x="275" y="1806"/>
                  <a:pt x="617" y="1963"/>
                </a:cubicBezTo>
                <a:cubicBezTo>
                  <a:pt x="768" y="2032"/>
                  <a:pt x="929" y="2059"/>
                  <a:pt x="1096" y="2044"/>
                </a:cubicBezTo>
                <a:cubicBezTo>
                  <a:pt x="1482" y="2009"/>
                  <a:pt x="1765" y="1818"/>
                  <a:pt x="1942" y="1474"/>
                </a:cubicBezTo>
                <a:cubicBezTo>
                  <a:pt x="2027" y="1311"/>
                  <a:pt x="2060" y="1135"/>
                  <a:pt x="2044" y="952"/>
                </a:cubicBezTo>
                <a:close/>
                <a:moveTo>
                  <a:pt x="1023" y="1888"/>
                </a:moveTo>
                <a:cubicBezTo>
                  <a:pt x="546" y="1887"/>
                  <a:pt x="159" y="1500"/>
                  <a:pt x="160" y="1023"/>
                </a:cubicBezTo>
                <a:cubicBezTo>
                  <a:pt x="160" y="546"/>
                  <a:pt x="548" y="160"/>
                  <a:pt x="1024" y="160"/>
                </a:cubicBezTo>
                <a:cubicBezTo>
                  <a:pt x="1501" y="160"/>
                  <a:pt x="1888" y="548"/>
                  <a:pt x="1888" y="1024"/>
                </a:cubicBezTo>
                <a:cubicBezTo>
                  <a:pt x="1887" y="1501"/>
                  <a:pt x="1500" y="1888"/>
                  <a:pt x="1023" y="1888"/>
                </a:cubicBezTo>
                <a:close/>
                <a:moveTo>
                  <a:pt x="1444" y="680"/>
                </a:moveTo>
                <a:cubicBezTo>
                  <a:pt x="1408" y="669"/>
                  <a:pt x="1380" y="681"/>
                  <a:pt x="1356" y="706"/>
                </a:cubicBezTo>
                <a:cubicBezTo>
                  <a:pt x="1203" y="859"/>
                  <a:pt x="1050" y="1011"/>
                  <a:pt x="898" y="1165"/>
                </a:cubicBezTo>
                <a:cubicBezTo>
                  <a:pt x="885" y="1178"/>
                  <a:pt x="879" y="1176"/>
                  <a:pt x="868" y="1164"/>
                </a:cubicBezTo>
                <a:cubicBezTo>
                  <a:pt x="834" y="1129"/>
                  <a:pt x="798" y="1094"/>
                  <a:pt x="763" y="1059"/>
                </a:cubicBezTo>
                <a:cubicBezTo>
                  <a:pt x="737" y="1033"/>
                  <a:pt x="711" y="1006"/>
                  <a:pt x="684" y="980"/>
                </a:cubicBezTo>
                <a:cubicBezTo>
                  <a:pt x="650" y="948"/>
                  <a:pt x="602" y="949"/>
                  <a:pt x="571" y="981"/>
                </a:cubicBezTo>
                <a:cubicBezTo>
                  <a:pt x="538" y="1014"/>
                  <a:pt x="540" y="1062"/>
                  <a:pt x="576" y="1098"/>
                </a:cubicBezTo>
                <a:cubicBezTo>
                  <a:pt x="656" y="1178"/>
                  <a:pt x="736" y="1258"/>
                  <a:pt x="816" y="1338"/>
                </a:cubicBezTo>
                <a:cubicBezTo>
                  <a:pt x="862" y="1384"/>
                  <a:pt x="905" y="1384"/>
                  <a:pt x="951" y="1338"/>
                </a:cubicBezTo>
                <a:cubicBezTo>
                  <a:pt x="1039" y="1249"/>
                  <a:pt x="1128" y="1161"/>
                  <a:pt x="1216" y="1072"/>
                </a:cubicBezTo>
                <a:cubicBezTo>
                  <a:pt x="1300" y="988"/>
                  <a:pt x="1384" y="904"/>
                  <a:pt x="1468" y="821"/>
                </a:cubicBezTo>
                <a:cubicBezTo>
                  <a:pt x="1486" y="803"/>
                  <a:pt x="1499" y="783"/>
                  <a:pt x="1500" y="757"/>
                </a:cubicBezTo>
                <a:cubicBezTo>
                  <a:pt x="1500" y="722"/>
                  <a:pt x="1477" y="690"/>
                  <a:pt x="1444" y="680"/>
                </a:cubicBez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38" name="CHECK_3">
            <a:extLst xmlns:a="http://schemas.openxmlformats.org/drawingml/2006/main">
              <a:ext uri="{FF2B5EF4-FFF2-40B4-BE49-F238E27FC236}">
                <a16:creationId xmlns:a16="http://schemas.microsoft.com/office/drawing/2014/main" id="{3F5E6E13-AD0E-45F9-8437-2B2ECB52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61835" y="5048311"/>
            <a:ext cx="3078521" cy="971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Кому я не сказал, что получилось хорошо или что нужно исправить?</a:t>
            </a: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2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9D3FA11-9DB3-466B-95C3-8970B55B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8790" y="4885611"/>
            <a:ext cx="511492" cy="511492"/>
          </a:xfrm>
          <a:custGeom xmlns:a="http://schemas.openxmlformats.org/drawingml/2006/main">
            <a:gdLst>
              <a:gd name="T0" fmla="*/ 2044 w 2060"/>
              <a:gd name="T1" fmla="*/ 952 h 2059"/>
              <a:gd name="T2" fmla="*/ 1476 w 2060"/>
              <a:gd name="T3" fmla="*/ 106 h 2059"/>
              <a:gd name="T4" fmla="*/ 1110 w 2060"/>
              <a:gd name="T5" fmla="*/ 4 h 2059"/>
              <a:gd name="T6" fmla="*/ 1100 w 2060"/>
              <a:gd name="T7" fmla="*/ 0 h 2059"/>
              <a:gd name="T8" fmla="*/ 944 w 2060"/>
              <a:gd name="T9" fmla="*/ 0 h 2059"/>
              <a:gd name="T10" fmla="*/ 878 w 2060"/>
              <a:gd name="T11" fmla="*/ 10 h 2059"/>
              <a:gd name="T12" fmla="*/ 84 w 2060"/>
              <a:gd name="T13" fmla="*/ 617 h 2059"/>
              <a:gd name="T14" fmla="*/ 4 w 2060"/>
              <a:gd name="T15" fmla="*/ 926 h 2059"/>
              <a:gd name="T16" fmla="*/ 0 w 2060"/>
              <a:gd name="T17" fmla="*/ 940 h 2059"/>
              <a:gd name="T18" fmla="*/ 0 w 2060"/>
              <a:gd name="T19" fmla="*/ 1104 h 2059"/>
              <a:gd name="T20" fmla="*/ 10 w 2060"/>
              <a:gd name="T21" fmla="*/ 1169 h 2059"/>
              <a:gd name="T22" fmla="*/ 617 w 2060"/>
              <a:gd name="T23" fmla="*/ 1963 h 2059"/>
              <a:gd name="T24" fmla="*/ 1096 w 2060"/>
              <a:gd name="T25" fmla="*/ 2044 h 2059"/>
              <a:gd name="T26" fmla="*/ 1942 w 2060"/>
              <a:gd name="T27" fmla="*/ 1474 h 2059"/>
              <a:gd name="T28" fmla="*/ 2044 w 2060"/>
              <a:gd name="T29" fmla="*/ 952 h 2059"/>
              <a:gd name="T30" fmla="*/ 1023 w 2060"/>
              <a:gd name="T31" fmla="*/ 1888 h 2059"/>
              <a:gd name="T32" fmla="*/ 160 w 2060"/>
              <a:gd name="T33" fmla="*/ 1023 h 2059"/>
              <a:gd name="T34" fmla="*/ 1024 w 2060"/>
              <a:gd name="T35" fmla="*/ 160 h 2059"/>
              <a:gd name="T36" fmla="*/ 1888 w 2060"/>
              <a:gd name="T37" fmla="*/ 1024 h 2059"/>
              <a:gd name="T38" fmla="*/ 1023 w 2060"/>
              <a:gd name="T39" fmla="*/ 1888 h 2059"/>
              <a:gd name="T40" fmla="*/ 1444 w 2060"/>
              <a:gd name="T41" fmla="*/ 680 h 2059"/>
              <a:gd name="T42" fmla="*/ 1356 w 2060"/>
              <a:gd name="T43" fmla="*/ 706 h 2059"/>
              <a:gd name="T44" fmla="*/ 898 w 2060"/>
              <a:gd name="T45" fmla="*/ 1165 h 2059"/>
              <a:gd name="T46" fmla="*/ 868 w 2060"/>
              <a:gd name="T47" fmla="*/ 1164 h 2059"/>
              <a:gd name="T48" fmla="*/ 763 w 2060"/>
              <a:gd name="T49" fmla="*/ 1059 h 2059"/>
              <a:gd name="T50" fmla="*/ 684 w 2060"/>
              <a:gd name="T51" fmla="*/ 980 h 2059"/>
              <a:gd name="T52" fmla="*/ 571 w 2060"/>
              <a:gd name="T53" fmla="*/ 981 h 2059"/>
              <a:gd name="T54" fmla="*/ 576 w 2060"/>
              <a:gd name="T55" fmla="*/ 1098 h 2059"/>
              <a:gd name="T56" fmla="*/ 816 w 2060"/>
              <a:gd name="T57" fmla="*/ 1338 h 2059"/>
              <a:gd name="T58" fmla="*/ 951 w 2060"/>
              <a:gd name="T59" fmla="*/ 1338 h 2059"/>
              <a:gd name="T60" fmla="*/ 1216 w 2060"/>
              <a:gd name="T61" fmla="*/ 1072 h 2059"/>
              <a:gd name="T62" fmla="*/ 1468 w 2060"/>
              <a:gd name="T63" fmla="*/ 821 h 2059"/>
              <a:gd name="T64" fmla="*/ 1500 w 2060"/>
              <a:gd name="T65" fmla="*/ 757 h 2059"/>
              <a:gd name="T66" fmla="*/ 1444 w 2060"/>
              <a:gd name="T67" fmla="*/ 680 h 2059"/>
            </a:gdLst>
            <a:rect l="0" t="0" r="r" b="b"/>
            <a:pathLst>
              <a:path w="2060" h="2059">
                <a:moveTo>
                  <a:pt x="2044" y="952"/>
                </a:moveTo>
                <a:cubicBezTo>
                  <a:pt x="2010" y="567"/>
                  <a:pt x="1818" y="285"/>
                  <a:pt x="1476" y="106"/>
                </a:cubicBezTo>
                <a:cubicBezTo>
                  <a:pt x="1362" y="46"/>
                  <a:pt x="1238" y="14"/>
                  <a:pt x="1110" y="4"/>
                </a:cubicBezTo>
                <a:cubicBezTo>
                  <a:pt x="1106" y="4"/>
                  <a:pt x="1101" y="6"/>
                  <a:pt x="1100" y="0"/>
                </a:cubicBezTo>
                <a:cubicBezTo>
                  <a:pt x="944" y="0"/>
                  <a:pt x="944" y="0"/>
                  <a:pt x="944" y="0"/>
                </a:cubicBezTo>
                <a:cubicBezTo>
                  <a:pt x="923" y="9"/>
                  <a:pt x="900" y="7"/>
                  <a:pt x="878" y="10"/>
                </a:cubicBezTo>
                <a:cubicBezTo>
                  <a:pt x="507" y="73"/>
                  <a:pt x="242" y="275"/>
                  <a:pt x="84" y="617"/>
                </a:cubicBezTo>
                <a:cubicBezTo>
                  <a:pt x="39" y="715"/>
                  <a:pt x="15" y="819"/>
                  <a:pt x="4" y="926"/>
                </a:cubicBezTo>
                <a:cubicBezTo>
                  <a:pt x="4" y="931"/>
                  <a:pt x="7" y="937"/>
                  <a:pt x="0" y="940"/>
                </a:cubicBezTo>
                <a:cubicBezTo>
                  <a:pt x="0" y="1104"/>
                  <a:pt x="0" y="1104"/>
                  <a:pt x="0" y="1104"/>
                </a:cubicBezTo>
                <a:cubicBezTo>
                  <a:pt x="9" y="1125"/>
                  <a:pt x="7" y="1148"/>
                  <a:pt x="10" y="1169"/>
                </a:cubicBezTo>
                <a:cubicBezTo>
                  <a:pt x="73" y="1541"/>
                  <a:pt x="275" y="1806"/>
                  <a:pt x="617" y="1963"/>
                </a:cubicBezTo>
                <a:cubicBezTo>
                  <a:pt x="768" y="2032"/>
                  <a:pt x="929" y="2059"/>
                  <a:pt x="1096" y="2044"/>
                </a:cubicBezTo>
                <a:cubicBezTo>
                  <a:pt x="1482" y="2009"/>
                  <a:pt x="1765" y="1818"/>
                  <a:pt x="1942" y="1474"/>
                </a:cubicBezTo>
                <a:cubicBezTo>
                  <a:pt x="2027" y="1311"/>
                  <a:pt x="2060" y="1135"/>
                  <a:pt x="2044" y="952"/>
                </a:cubicBezTo>
                <a:close/>
                <a:moveTo>
                  <a:pt x="1023" y="1888"/>
                </a:moveTo>
                <a:cubicBezTo>
                  <a:pt x="546" y="1887"/>
                  <a:pt x="159" y="1500"/>
                  <a:pt x="160" y="1023"/>
                </a:cubicBezTo>
                <a:cubicBezTo>
                  <a:pt x="160" y="546"/>
                  <a:pt x="548" y="160"/>
                  <a:pt x="1024" y="160"/>
                </a:cubicBezTo>
                <a:cubicBezTo>
                  <a:pt x="1501" y="160"/>
                  <a:pt x="1888" y="548"/>
                  <a:pt x="1888" y="1024"/>
                </a:cubicBezTo>
                <a:cubicBezTo>
                  <a:pt x="1887" y="1501"/>
                  <a:pt x="1500" y="1888"/>
                  <a:pt x="1023" y="1888"/>
                </a:cubicBezTo>
                <a:close/>
                <a:moveTo>
                  <a:pt x="1444" y="680"/>
                </a:moveTo>
                <a:cubicBezTo>
                  <a:pt x="1408" y="669"/>
                  <a:pt x="1380" y="681"/>
                  <a:pt x="1356" y="706"/>
                </a:cubicBezTo>
                <a:cubicBezTo>
                  <a:pt x="1203" y="859"/>
                  <a:pt x="1050" y="1011"/>
                  <a:pt x="898" y="1165"/>
                </a:cubicBezTo>
                <a:cubicBezTo>
                  <a:pt x="885" y="1178"/>
                  <a:pt x="879" y="1176"/>
                  <a:pt x="868" y="1164"/>
                </a:cubicBezTo>
                <a:cubicBezTo>
                  <a:pt x="834" y="1129"/>
                  <a:pt x="798" y="1094"/>
                  <a:pt x="763" y="1059"/>
                </a:cubicBezTo>
                <a:cubicBezTo>
                  <a:pt x="737" y="1033"/>
                  <a:pt x="711" y="1006"/>
                  <a:pt x="684" y="980"/>
                </a:cubicBezTo>
                <a:cubicBezTo>
                  <a:pt x="650" y="948"/>
                  <a:pt x="602" y="949"/>
                  <a:pt x="571" y="981"/>
                </a:cubicBezTo>
                <a:cubicBezTo>
                  <a:pt x="538" y="1014"/>
                  <a:pt x="540" y="1062"/>
                  <a:pt x="576" y="1098"/>
                </a:cubicBezTo>
                <a:cubicBezTo>
                  <a:pt x="656" y="1178"/>
                  <a:pt x="736" y="1258"/>
                  <a:pt x="816" y="1338"/>
                </a:cubicBezTo>
                <a:cubicBezTo>
                  <a:pt x="862" y="1384"/>
                  <a:pt x="905" y="1384"/>
                  <a:pt x="951" y="1338"/>
                </a:cubicBezTo>
                <a:cubicBezTo>
                  <a:pt x="1039" y="1249"/>
                  <a:pt x="1128" y="1161"/>
                  <a:pt x="1216" y="1072"/>
                </a:cubicBezTo>
                <a:cubicBezTo>
                  <a:pt x="1300" y="988"/>
                  <a:pt x="1384" y="904"/>
                  <a:pt x="1468" y="821"/>
                </a:cubicBezTo>
                <a:cubicBezTo>
                  <a:pt x="1486" y="803"/>
                  <a:pt x="1499" y="783"/>
                  <a:pt x="1500" y="757"/>
                </a:cubicBezTo>
                <a:cubicBezTo>
                  <a:pt x="1500" y="722"/>
                  <a:pt x="1477" y="690"/>
                  <a:pt x="1444" y="680"/>
                </a:cubicBez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43" name="CHECK_4">
            <a:extLst xmlns:a="http://schemas.openxmlformats.org/drawingml/2006/main">
              <a:ext uri="{FF2B5EF4-FFF2-40B4-BE49-F238E27FC236}">
                <a16:creationId xmlns:a16="http://schemas.microsoft.com/office/drawing/2014/main" id="{8AFF4064-B656-4C0E-99F9-B7DE13C7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99467" y="1697305"/>
            <a:ext cx="3078521" cy="971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Какой сигнал рабочего я не проверил?</a:t>
            </a: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9D0706C-5304-45B1-94E8-ABFE3F595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6422" y="1602399"/>
            <a:ext cx="511492" cy="511492"/>
          </a:xfrm>
          <a:custGeom xmlns:a="http://schemas.openxmlformats.org/drawingml/2006/main">
            <a:gdLst>
              <a:gd name="T0" fmla="*/ 2044 w 2060"/>
              <a:gd name="T1" fmla="*/ 952 h 2059"/>
              <a:gd name="T2" fmla="*/ 1476 w 2060"/>
              <a:gd name="T3" fmla="*/ 106 h 2059"/>
              <a:gd name="T4" fmla="*/ 1110 w 2060"/>
              <a:gd name="T5" fmla="*/ 4 h 2059"/>
              <a:gd name="T6" fmla="*/ 1100 w 2060"/>
              <a:gd name="T7" fmla="*/ 0 h 2059"/>
              <a:gd name="T8" fmla="*/ 944 w 2060"/>
              <a:gd name="T9" fmla="*/ 0 h 2059"/>
              <a:gd name="T10" fmla="*/ 878 w 2060"/>
              <a:gd name="T11" fmla="*/ 10 h 2059"/>
              <a:gd name="T12" fmla="*/ 84 w 2060"/>
              <a:gd name="T13" fmla="*/ 617 h 2059"/>
              <a:gd name="T14" fmla="*/ 4 w 2060"/>
              <a:gd name="T15" fmla="*/ 926 h 2059"/>
              <a:gd name="T16" fmla="*/ 0 w 2060"/>
              <a:gd name="T17" fmla="*/ 940 h 2059"/>
              <a:gd name="T18" fmla="*/ 0 w 2060"/>
              <a:gd name="T19" fmla="*/ 1104 h 2059"/>
              <a:gd name="T20" fmla="*/ 10 w 2060"/>
              <a:gd name="T21" fmla="*/ 1169 h 2059"/>
              <a:gd name="T22" fmla="*/ 617 w 2060"/>
              <a:gd name="T23" fmla="*/ 1963 h 2059"/>
              <a:gd name="T24" fmla="*/ 1096 w 2060"/>
              <a:gd name="T25" fmla="*/ 2044 h 2059"/>
              <a:gd name="T26" fmla="*/ 1942 w 2060"/>
              <a:gd name="T27" fmla="*/ 1474 h 2059"/>
              <a:gd name="T28" fmla="*/ 2044 w 2060"/>
              <a:gd name="T29" fmla="*/ 952 h 2059"/>
              <a:gd name="T30" fmla="*/ 1023 w 2060"/>
              <a:gd name="T31" fmla="*/ 1888 h 2059"/>
              <a:gd name="T32" fmla="*/ 160 w 2060"/>
              <a:gd name="T33" fmla="*/ 1023 h 2059"/>
              <a:gd name="T34" fmla="*/ 1024 w 2060"/>
              <a:gd name="T35" fmla="*/ 160 h 2059"/>
              <a:gd name="T36" fmla="*/ 1888 w 2060"/>
              <a:gd name="T37" fmla="*/ 1024 h 2059"/>
              <a:gd name="T38" fmla="*/ 1023 w 2060"/>
              <a:gd name="T39" fmla="*/ 1888 h 2059"/>
              <a:gd name="T40" fmla="*/ 1444 w 2060"/>
              <a:gd name="T41" fmla="*/ 680 h 2059"/>
              <a:gd name="T42" fmla="*/ 1356 w 2060"/>
              <a:gd name="T43" fmla="*/ 706 h 2059"/>
              <a:gd name="T44" fmla="*/ 898 w 2060"/>
              <a:gd name="T45" fmla="*/ 1165 h 2059"/>
              <a:gd name="T46" fmla="*/ 868 w 2060"/>
              <a:gd name="T47" fmla="*/ 1164 h 2059"/>
              <a:gd name="T48" fmla="*/ 763 w 2060"/>
              <a:gd name="T49" fmla="*/ 1059 h 2059"/>
              <a:gd name="T50" fmla="*/ 684 w 2060"/>
              <a:gd name="T51" fmla="*/ 980 h 2059"/>
              <a:gd name="T52" fmla="*/ 571 w 2060"/>
              <a:gd name="T53" fmla="*/ 981 h 2059"/>
              <a:gd name="T54" fmla="*/ 576 w 2060"/>
              <a:gd name="T55" fmla="*/ 1098 h 2059"/>
              <a:gd name="T56" fmla="*/ 816 w 2060"/>
              <a:gd name="T57" fmla="*/ 1338 h 2059"/>
              <a:gd name="T58" fmla="*/ 951 w 2060"/>
              <a:gd name="T59" fmla="*/ 1338 h 2059"/>
              <a:gd name="T60" fmla="*/ 1216 w 2060"/>
              <a:gd name="T61" fmla="*/ 1072 h 2059"/>
              <a:gd name="T62" fmla="*/ 1468 w 2060"/>
              <a:gd name="T63" fmla="*/ 821 h 2059"/>
              <a:gd name="T64" fmla="*/ 1500 w 2060"/>
              <a:gd name="T65" fmla="*/ 757 h 2059"/>
              <a:gd name="T66" fmla="*/ 1444 w 2060"/>
              <a:gd name="T67" fmla="*/ 680 h 2059"/>
            </a:gdLst>
            <a:rect l="0" t="0" r="r" b="b"/>
            <a:pathLst>
              <a:path w="2060" h="2059">
                <a:moveTo>
                  <a:pt x="2044" y="952"/>
                </a:moveTo>
                <a:cubicBezTo>
                  <a:pt x="2010" y="567"/>
                  <a:pt x="1818" y="285"/>
                  <a:pt x="1476" y="106"/>
                </a:cubicBezTo>
                <a:cubicBezTo>
                  <a:pt x="1362" y="46"/>
                  <a:pt x="1238" y="14"/>
                  <a:pt x="1110" y="4"/>
                </a:cubicBezTo>
                <a:cubicBezTo>
                  <a:pt x="1106" y="4"/>
                  <a:pt x="1101" y="6"/>
                  <a:pt x="1100" y="0"/>
                </a:cubicBezTo>
                <a:cubicBezTo>
                  <a:pt x="944" y="0"/>
                  <a:pt x="944" y="0"/>
                  <a:pt x="944" y="0"/>
                </a:cubicBezTo>
                <a:cubicBezTo>
                  <a:pt x="923" y="9"/>
                  <a:pt x="900" y="7"/>
                  <a:pt x="878" y="10"/>
                </a:cubicBezTo>
                <a:cubicBezTo>
                  <a:pt x="507" y="73"/>
                  <a:pt x="242" y="275"/>
                  <a:pt x="84" y="617"/>
                </a:cubicBezTo>
                <a:cubicBezTo>
                  <a:pt x="39" y="715"/>
                  <a:pt x="15" y="819"/>
                  <a:pt x="4" y="926"/>
                </a:cubicBezTo>
                <a:cubicBezTo>
                  <a:pt x="4" y="931"/>
                  <a:pt x="7" y="937"/>
                  <a:pt x="0" y="940"/>
                </a:cubicBezTo>
                <a:cubicBezTo>
                  <a:pt x="0" y="1104"/>
                  <a:pt x="0" y="1104"/>
                  <a:pt x="0" y="1104"/>
                </a:cubicBezTo>
                <a:cubicBezTo>
                  <a:pt x="9" y="1125"/>
                  <a:pt x="7" y="1148"/>
                  <a:pt x="10" y="1169"/>
                </a:cubicBezTo>
                <a:cubicBezTo>
                  <a:pt x="73" y="1541"/>
                  <a:pt x="275" y="1806"/>
                  <a:pt x="617" y="1963"/>
                </a:cubicBezTo>
                <a:cubicBezTo>
                  <a:pt x="768" y="2032"/>
                  <a:pt x="929" y="2059"/>
                  <a:pt x="1096" y="2044"/>
                </a:cubicBezTo>
                <a:cubicBezTo>
                  <a:pt x="1482" y="2009"/>
                  <a:pt x="1765" y="1818"/>
                  <a:pt x="1942" y="1474"/>
                </a:cubicBezTo>
                <a:cubicBezTo>
                  <a:pt x="2027" y="1311"/>
                  <a:pt x="2060" y="1135"/>
                  <a:pt x="2044" y="952"/>
                </a:cubicBezTo>
                <a:close/>
                <a:moveTo>
                  <a:pt x="1023" y="1888"/>
                </a:moveTo>
                <a:cubicBezTo>
                  <a:pt x="546" y="1887"/>
                  <a:pt x="159" y="1500"/>
                  <a:pt x="160" y="1023"/>
                </a:cubicBezTo>
                <a:cubicBezTo>
                  <a:pt x="160" y="546"/>
                  <a:pt x="548" y="160"/>
                  <a:pt x="1024" y="160"/>
                </a:cubicBezTo>
                <a:cubicBezTo>
                  <a:pt x="1501" y="160"/>
                  <a:pt x="1888" y="548"/>
                  <a:pt x="1888" y="1024"/>
                </a:cubicBezTo>
                <a:cubicBezTo>
                  <a:pt x="1887" y="1501"/>
                  <a:pt x="1500" y="1888"/>
                  <a:pt x="1023" y="1888"/>
                </a:cubicBezTo>
                <a:close/>
                <a:moveTo>
                  <a:pt x="1444" y="680"/>
                </a:moveTo>
                <a:cubicBezTo>
                  <a:pt x="1408" y="669"/>
                  <a:pt x="1380" y="681"/>
                  <a:pt x="1356" y="706"/>
                </a:cubicBezTo>
                <a:cubicBezTo>
                  <a:pt x="1203" y="859"/>
                  <a:pt x="1050" y="1011"/>
                  <a:pt x="898" y="1165"/>
                </a:cubicBezTo>
                <a:cubicBezTo>
                  <a:pt x="885" y="1178"/>
                  <a:pt x="879" y="1176"/>
                  <a:pt x="868" y="1164"/>
                </a:cubicBezTo>
                <a:cubicBezTo>
                  <a:pt x="834" y="1129"/>
                  <a:pt x="798" y="1094"/>
                  <a:pt x="763" y="1059"/>
                </a:cubicBezTo>
                <a:cubicBezTo>
                  <a:pt x="737" y="1033"/>
                  <a:pt x="711" y="1006"/>
                  <a:pt x="684" y="980"/>
                </a:cubicBezTo>
                <a:cubicBezTo>
                  <a:pt x="650" y="948"/>
                  <a:pt x="602" y="949"/>
                  <a:pt x="571" y="981"/>
                </a:cubicBezTo>
                <a:cubicBezTo>
                  <a:pt x="538" y="1014"/>
                  <a:pt x="540" y="1062"/>
                  <a:pt x="576" y="1098"/>
                </a:cubicBezTo>
                <a:cubicBezTo>
                  <a:pt x="656" y="1178"/>
                  <a:pt x="736" y="1258"/>
                  <a:pt x="816" y="1338"/>
                </a:cubicBezTo>
                <a:cubicBezTo>
                  <a:pt x="862" y="1384"/>
                  <a:pt x="905" y="1384"/>
                  <a:pt x="951" y="1338"/>
                </a:cubicBezTo>
                <a:cubicBezTo>
                  <a:pt x="1039" y="1249"/>
                  <a:pt x="1128" y="1161"/>
                  <a:pt x="1216" y="1072"/>
                </a:cubicBezTo>
                <a:cubicBezTo>
                  <a:pt x="1300" y="988"/>
                  <a:pt x="1384" y="904"/>
                  <a:pt x="1468" y="821"/>
                </a:cubicBezTo>
                <a:cubicBezTo>
                  <a:pt x="1486" y="803"/>
                  <a:pt x="1499" y="783"/>
                  <a:pt x="1500" y="757"/>
                </a:cubicBezTo>
                <a:cubicBezTo>
                  <a:pt x="1500" y="722"/>
                  <a:pt x="1477" y="690"/>
                  <a:pt x="1444" y="680"/>
                </a:cubicBez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44" name="CHECK_5">
            <a:extLst xmlns:a="http://schemas.openxmlformats.org/drawingml/2006/main">
              <a:ext uri="{FF2B5EF4-FFF2-40B4-BE49-F238E27FC236}">
                <a16:creationId xmlns:a16="http://schemas.microsoft.com/office/drawing/2014/main" id="{F39D3E43-9053-400D-86C3-B078B51A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99467" y="3276073"/>
            <a:ext cx="3078521" cy="971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Где разговор закончился объяснением, но не решением?</a:t>
            </a: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7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33C7E69-39A9-4334-BAE0-FA1BD0F6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6422" y="3192274"/>
            <a:ext cx="511492" cy="511492"/>
          </a:xfrm>
          <a:custGeom xmlns:a="http://schemas.openxmlformats.org/drawingml/2006/main">
            <a:gdLst>
              <a:gd name="T0" fmla="*/ 2044 w 2060"/>
              <a:gd name="T1" fmla="*/ 952 h 2059"/>
              <a:gd name="T2" fmla="*/ 1476 w 2060"/>
              <a:gd name="T3" fmla="*/ 106 h 2059"/>
              <a:gd name="T4" fmla="*/ 1110 w 2060"/>
              <a:gd name="T5" fmla="*/ 4 h 2059"/>
              <a:gd name="T6" fmla="*/ 1100 w 2060"/>
              <a:gd name="T7" fmla="*/ 0 h 2059"/>
              <a:gd name="T8" fmla="*/ 944 w 2060"/>
              <a:gd name="T9" fmla="*/ 0 h 2059"/>
              <a:gd name="T10" fmla="*/ 878 w 2060"/>
              <a:gd name="T11" fmla="*/ 10 h 2059"/>
              <a:gd name="T12" fmla="*/ 84 w 2060"/>
              <a:gd name="T13" fmla="*/ 617 h 2059"/>
              <a:gd name="T14" fmla="*/ 4 w 2060"/>
              <a:gd name="T15" fmla="*/ 926 h 2059"/>
              <a:gd name="T16" fmla="*/ 0 w 2060"/>
              <a:gd name="T17" fmla="*/ 940 h 2059"/>
              <a:gd name="T18" fmla="*/ 0 w 2060"/>
              <a:gd name="T19" fmla="*/ 1104 h 2059"/>
              <a:gd name="T20" fmla="*/ 10 w 2060"/>
              <a:gd name="T21" fmla="*/ 1169 h 2059"/>
              <a:gd name="T22" fmla="*/ 617 w 2060"/>
              <a:gd name="T23" fmla="*/ 1963 h 2059"/>
              <a:gd name="T24" fmla="*/ 1096 w 2060"/>
              <a:gd name="T25" fmla="*/ 2044 h 2059"/>
              <a:gd name="T26" fmla="*/ 1942 w 2060"/>
              <a:gd name="T27" fmla="*/ 1474 h 2059"/>
              <a:gd name="T28" fmla="*/ 2044 w 2060"/>
              <a:gd name="T29" fmla="*/ 952 h 2059"/>
              <a:gd name="T30" fmla="*/ 1023 w 2060"/>
              <a:gd name="T31" fmla="*/ 1888 h 2059"/>
              <a:gd name="T32" fmla="*/ 160 w 2060"/>
              <a:gd name="T33" fmla="*/ 1023 h 2059"/>
              <a:gd name="T34" fmla="*/ 1024 w 2060"/>
              <a:gd name="T35" fmla="*/ 160 h 2059"/>
              <a:gd name="T36" fmla="*/ 1888 w 2060"/>
              <a:gd name="T37" fmla="*/ 1024 h 2059"/>
              <a:gd name="T38" fmla="*/ 1023 w 2060"/>
              <a:gd name="T39" fmla="*/ 1888 h 2059"/>
              <a:gd name="T40" fmla="*/ 1444 w 2060"/>
              <a:gd name="T41" fmla="*/ 680 h 2059"/>
              <a:gd name="T42" fmla="*/ 1356 w 2060"/>
              <a:gd name="T43" fmla="*/ 706 h 2059"/>
              <a:gd name="T44" fmla="*/ 898 w 2060"/>
              <a:gd name="T45" fmla="*/ 1165 h 2059"/>
              <a:gd name="T46" fmla="*/ 868 w 2060"/>
              <a:gd name="T47" fmla="*/ 1164 h 2059"/>
              <a:gd name="T48" fmla="*/ 763 w 2060"/>
              <a:gd name="T49" fmla="*/ 1059 h 2059"/>
              <a:gd name="T50" fmla="*/ 684 w 2060"/>
              <a:gd name="T51" fmla="*/ 980 h 2059"/>
              <a:gd name="T52" fmla="*/ 571 w 2060"/>
              <a:gd name="T53" fmla="*/ 981 h 2059"/>
              <a:gd name="T54" fmla="*/ 576 w 2060"/>
              <a:gd name="T55" fmla="*/ 1098 h 2059"/>
              <a:gd name="T56" fmla="*/ 816 w 2060"/>
              <a:gd name="T57" fmla="*/ 1338 h 2059"/>
              <a:gd name="T58" fmla="*/ 951 w 2060"/>
              <a:gd name="T59" fmla="*/ 1338 h 2059"/>
              <a:gd name="T60" fmla="*/ 1216 w 2060"/>
              <a:gd name="T61" fmla="*/ 1072 h 2059"/>
              <a:gd name="T62" fmla="*/ 1468 w 2060"/>
              <a:gd name="T63" fmla="*/ 821 h 2059"/>
              <a:gd name="T64" fmla="*/ 1500 w 2060"/>
              <a:gd name="T65" fmla="*/ 757 h 2059"/>
              <a:gd name="T66" fmla="*/ 1444 w 2060"/>
              <a:gd name="T67" fmla="*/ 680 h 2059"/>
            </a:gdLst>
            <a:rect l="0" t="0" r="r" b="b"/>
            <a:pathLst>
              <a:path w="2060" h="2059">
                <a:moveTo>
                  <a:pt x="2044" y="952"/>
                </a:moveTo>
                <a:cubicBezTo>
                  <a:pt x="2010" y="567"/>
                  <a:pt x="1818" y="285"/>
                  <a:pt x="1476" y="106"/>
                </a:cubicBezTo>
                <a:cubicBezTo>
                  <a:pt x="1362" y="46"/>
                  <a:pt x="1238" y="14"/>
                  <a:pt x="1110" y="4"/>
                </a:cubicBezTo>
                <a:cubicBezTo>
                  <a:pt x="1106" y="4"/>
                  <a:pt x="1101" y="6"/>
                  <a:pt x="1100" y="0"/>
                </a:cubicBezTo>
                <a:cubicBezTo>
                  <a:pt x="944" y="0"/>
                  <a:pt x="944" y="0"/>
                  <a:pt x="944" y="0"/>
                </a:cubicBezTo>
                <a:cubicBezTo>
                  <a:pt x="923" y="9"/>
                  <a:pt x="900" y="7"/>
                  <a:pt x="878" y="10"/>
                </a:cubicBezTo>
                <a:cubicBezTo>
                  <a:pt x="507" y="73"/>
                  <a:pt x="242" y="275"/>
                  <a:pt x="84" y="617"/>
                </a:cubicBezTo>
                <a:cubicBezTo>
                  <a:pt x="39" y="715"/>
                  <a:pt x="15" y="819"/>
                  <a:pt x="4" y="926"/>
                </a:cubicBezTo>
                <a:cubicBezTo>
                  <a:pt x="4" y="931"/>
                  <a:pt x="7" y="937"/>
                  <a:pt x="0" y="940"/>
                </a:cubicBezTo>
                <a:cubicBezTo>
                  <a:pt x="0" y="1104"/>
                  <a:pt x="0" y="1104"/>
                  <a:pt x="0" y="1104"/>
                </a:cubicBezTo>
                <a:cubicBezTo>
                  <a:pt x="9" y="1125"/>
                  <a:pt x="7" y="1148"/>
                  <a:pt x="10" y="1169"/>
                </a:cubicBezTo>
                <a:cubicBezTo>
                  <a:pt x="73" y="1541"/>
                  <a:pt x="275" y="1806"/>
                  <a:pt x="617" y="1963"/>
                </a:cubicBezTo>
                <a:cubicBezTo>
                  <a:pt x="768" y="2032"/>
                  <a:pt x="929" y="2059"/>
                  <a:pt x="1096" y="2044"/>
                </a:cubicBezTo>
                <a:cubicBezTo>
                  <a:pt x="1482" y="2009"/>
                  <a:pt x="1765" y="1818"/>
                  <a:pt x="1942" y="1474"/>
                </a:cubicBezTo>
                <a:cubicBezTo>
                  <a:pt x="2027" y="1311"/>
                  <a:pt x="2060" y="1135"/>
                  <a:pt x="2044" y="952"/>
                </a:cubicBezTo>
                <a:close/>
                <a:moveTo>
                  <a:pt x="1023" y="1888"/>
                </a:moveTo>
                <a:cubicBezTo>
                  <a:pt x="546" y="1887"/>
                  <a:pt x="159" y="1500"/>
                  <a:pt x="160" y="1023"/>
                </a:cubicBezTo>
                <a:cubicBezTo>
                  <a:pt x="160" y="546"/>
                  <a:pt x="548" y="160"/>
                  <a:pt x="1024" y="160"/>
                </a:cubicBezTo>
                <a:cubicBezTo>
                  <a:pt x="1501" y="160"/>
                  <a:pt x="1888" y="548"/>
                  <a:pt x="1888" y="1024"/>
                </a:cubicBezTo>
                <a:cubicBezTo>
                  <a:pt x="1887" y="1501"/>
                  <a:pt x="1500" y="1888"/>
                  <a:pt x="1023" y="1888"/>
                </a:cubicBezTo>
                <a:close/>
                <a:moveTo>
                  <a:pt x="1444" y="680"/>
                </a:moveTo>
                <a:cubicBezTo>
                  <a:pt x="1408" y="669"/>
                  <a:pt x="1380" y="681"/>
                  <a:pt x="1356" y="706"/>
                </a:cubicBezTo>
                <a:cubicBezTo>
                  <a:pt x="1203" y="859"/>
                  <a:pt x="1050" y="1011"/>
                  <a:pt x="898" y="1165"/>
                </a:cubicBezTo>
                <a:cubicBezTo>
                  <a:pt x="885" y="1178"/>
                  <a:pt x="879" y="1176"/>
                  <a:pt x="868" y="1164"/>
                </a:cubicBezTo>
                <a:cubicBezTo>
                  <a:pt x="834" y="1129"/>
                  <a:pt x="798" y="1094"/>
                  <a:pt x="763" y="1059"/>
                </a:cubicBezTo>
                <a:cubicBezTo>
                  <a:pt x="737" y="1033"/>
                  <a:pt x="711" y="1006"/>
                  <a:pt x="684" y="980"/>
                </a:cubicBezTo>
                <a:cubicBezTo>
                  <a:pt x="650" y="948"/>
                  <a:pt x="602" y="949"/>
                  <a:pt x="571" y="981"/>
                </a:cubicBezTo>
                <a:cubicBezTo>
                  <a:pt x="538" y="1014"/>
                  <a:pt x="540" y="1062"/>
                  <a:pt x="576" y="1098"/>
                </a:cubicBezTo>
                <a:cubicBezTo>
                  <a:pt x="656" y="1178"/>
                  <a:pt x="736" y="1258"/>
                  <a:pt x="816" y="1338"/>
                </a:cubicBezTo>
                <a:cubicBezTo>
                  <a:pt x="862" y="1384"/>
                  <a:pt x="905" y="1384"/>
                  <a:pt x="951" y="1338"/>
                </a:cubicBezTo>
                <a:cubicBezTo>
                  <a:pt x="1039" y="1249"/>
                  <a:pt x="1128" y="1161"/>
                  <a:pt x="1216" y="1072"/>
                </a:cubicBezTo>
                <a:cubicBezTo>
                  <a:pt x="1300" y="988"/>
                  <a:pt x="1384" y="904"/>
                  <a:pt x="1468" y="821"/>
                </a:cubicBezTo>
                <a:cubicBezTo>
                  <a:pt x="1486" y="803"/>
                  <a:pt x="1499" y="783"/>
                  <a:pt x="1500" y="757"/>
                </a:cubicBezTo>
                <a:cubicBezTo>
                  <a:pt x="1500" y="722"/>
                  <a:pt x="1477" y="690"/>
                  <a:pt x="1444" y="680"/>
                </a:cubicBez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  <p:sp>
        <p:nvSpPr>
          <p:cNvPr id="45" name="CHECK_6">
            <a:extLst xmlns:a="http://schemas.openxmlformats.org/drawingml/2006/main">
              <a:ext uri="{FF2B5EF4-FFF2-40B4-BE49-F238E27FC236}">
                <a16:creationId xmlns:a16="http://schemas.microsoft.com/office/drawing/2014/main" id="{5E96F739-5365-41A6-87B6-C02944C6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599467" y="5048311"/>
            <a:ext cx="3078521" cy="971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1700"/>
              </a:lnSpc>
              <a:buNone/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Nunito"/>
                <a:ea typeface="Nunito"/>
                <a:cs typeface="Nunito"/>
              </a:rPr>
              <a:t>Где личные отношения повлияли на мою реакцию?</a:t>
            </a:r>
            <a:endParaRPr sz="1600">
              <a:solidFill>
                <a:schemeClr val="tx1">
                  <a:lumMod val="50000"/>
                  <a:lumOff val="50000"/>
                </a:schemeClr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48" name="Freeform 16">
            <a:extLst xmlns:a="http://schemas.openxmlformats.org/drawingml/2006/main">
              <a:ext uri="{FF2B5EF4-FFF2-40B4-BE49-F238E27FC236}">
                <a16:creationId xmlns:a16="http://schemas.microsoft.com/office/drawing/2014/main" id="{76E6D070-07C6-4441-911D-09DF0D89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56422" y="4885611"/>
            <a:ext cx="511492" cy="511492"/>
          </a:xfrm>
          <a:custGeom xmlns:a="http://schemas.openxmlformats.org/drawingml/2006/main">
            <a:gdLst>
              <a:gd name="T0" fmla="*/ 2044 w 2060"/>
              <a:gd name="T1" fmla="*/ 952 h 2059"/>
              <a:gd name="T2" fmla="*/ 1476 w 2060"/>
              <a:gd name="T3" fmla="*/ 106 h 2059"/>
              <a:gd name="T4" fmla="*/ 1110 w 2060"/>
              <a:gd name="T5" fmla="*/ 4 h 2059"/>
              <a:gd name="T6" fmla="*/ 1100 w 2060"/>
              <a:gd name="T7" fmla="*/ 0 h 2059"/>
              <a:gd name="T8" fmla="*/ 944 w 2060"/>
              <a:gd name="T9" fmla="*/ 0 h 2059"/>
              <a:gd name="T10" fmla="*/ 878 w 2060"/>
              <a:gd name="T11" fmla="*/ 10 h 2059"/>
              <a:gd name="T12" fmla="*/ 84 w 2060"/>
              <a:gd name="T13" fmla="*/ 617 h 2059"/>
              <a:gd name="T14" fmla="*/ 4 w 2060"/>
              <a:gd name="T15" fmla="*/ 926 h 2059"/>
              <a:gd name="T16" fmla="*/ 0 w 2060"/>
              <a:gd name="T17" fmla="*/ 940 h 2059"/>
              <a:gd name="T18" fmla="*/ 0 w 2060"/>
              <a:gd name="T19" fmla="*/ 1104 h 2059"/>
              <a:gd name="T20" fmla="*/ 10 w 2060"/>
              <a:gd name="T21" fmla="*/ 1169 h 2059"/>
              <a:gd name="T22" fmla="*/ 617 w 2060"/>
              <a:gd name="T23" fmla="*/ 1963 h 2059"/>
              <a:gd name="T24" fmla="*/ 1096 w 2060"/>
              <a:gd name="T25" fmla="*/ 2044 h 2059"/>
              <a:gd name="T26" fmla="*/ 1942 w 2060"/>
              <a:gd name="T27" fmla="*/ 1474 h 2059"/>
              <a:gd name="T28" fmla="*/ 2044 w 2060"/>
              <a:gd name="T29" fmla="*/ 952 h 2059"/>
              <a:gd name="T30" fmla="*/ 1023 w 2060"/>
              <a:gd name="T31" fmla="*/ 1888 h 2059"/>
              <a:gd name="T32" fmla="*/ 160 w 2060"/>
              <a:gd name="T33" fmla="*/ 1023 h 2059"/>
              <a:gd name="T34" fmla="*/ 1024 w 2060"/>
              <a:gd name="T35" fmla="*/ 160 h 2059"/>
              <a:gd name="T36" fmla="*/ 1888 w 2060"/>
              <a:gd name="T37" fmla="*/ 1024 h 2059"/>
              <a:gd name="T38" fmla="*/ 1023 w 2060"/>
              <a:gd name="T39" fmla="*/ 1888 h 2059"/>
              <a:gd name="T40" fmla="*/ 1444 w 2060"/>
              <a:gd name="T41" fmla="*/ 680 h 2059"/>
              <a:gd name="T42" fmla="*/ 1356 w 2060"/>
              <a:gd name="T43" fmla="*/ 706 h 2059"/>
              <a:gd name="T44" fmla="*/ 898 w 2060"/>
              <a:gd name="T45" fmla="*/ 1165 h 2059"/>
              <a:gd name="T46" fmla="*/ 868 w 2060"/>
              <a:gd name="T47" fmla="*/ 1164 h 2059"/>
              <a:gd name="T48" fmla="*/ 763 w 2060"/>
              <a:gd name="T49" fmla="*/ 1059 h 2059"/>
              <a:gd name="T50" fmla="*/ 684 w 2060"/>
              <a:gd name="T51" fmla="*/ 980 h 2059"/>
              <a:gd name="T52" fmla="*/ 571 w 2060"/>
              <a:gd name="T53" fmla="*/ 981 h 2059"/>
              <a:gd name="T54" fmla="*/ 576 w 2060"/>
              <a:gd name="T55" fmla="*/ 1098 h 2059"/>
              <a:gd name="T56" fmla="*/ 816 w 2060"/>
              <a:gd name="T57" fmla="*/ 1338 h 2059"/>
              <a:gd name="T58" fmla="*/ 951 w 2060"/>
              <a:gd name="T59" fmla="*/ 1338 h 2059"/>
              <a:gd name="T60" fmla="*/ 1216 w 2060"/>
              <a:gd name="T61" fmla="*/ 1072 h 2059"/>
              <a:gd name="T62" fmla="*/ 1468 w 2060"/>
              <a:gd name="T63" fmla="*/ 821 h 2059"/>
              <a:gd name="T64" fmla="*/ 1500 w 2060"/>
              <a:gd name="T65" fmla="*/ 757 h 2059"/>
              <a:gd name="T66" fmla="*/ 1444 w 2060"/>
              <a:gd name="T67" fmla="*/ 680 h 2059"/>
            </a:gdLst>
            <a:rect l="0" t="0" r="r" b="b"/>
            <a:pathLst>
              <a:path w="2060" h="2059">
                <a:moveTo>
                  <a:pt x="2044" y="952"/>
                </a:moveTo>
                <a:cubicBezTo>
                  <a:pt x="2010" y="567"/>
                  <a:pt x="1818" y="285"/>
                  <a:pt x="1476" y="106"/>
                </a:cubicBezTo>
                <a:cubicBezTo>
                  <a:pt x="1362" y="46"/>
                  <a:pt x="1238" y="14"/>
                  <a:pt x="1110" y="4"/>
                </a:cubicBezTo>
                <a:cubicBezTo>
                  <a:pt x="1106" y="4"/>
                  <a:pt x="1101" y="6"/>
                  <a:pt x="1100" y="0"/>
                </a:cubicBezTo>
                <a:cubicBezTo>
                  <a:pt x="944" y="0"/>
                  <a:pt x="944" y="0"/>
                  <a:pt x="944" y="0"/>
                </a:cubicBezTo>
                <a:cubicBezTo>
                  <a:pt x="923" y="9"/>
                  <a:pt x="900" y="7"/>
                  <a:pt x="878" y="10"/>
                </a:cubicBezTo>
                <a:cubicBezTo>
                  <a:pt x="507" y="73"/>
                  <a:pt x="242" y="275"/>
                  <a:pt x="84" y="617"/>
                </a:cubicBezTo>
                <a:cubicBezTo>
                  <a:pt x="39" y="715"/>
                  <a:pt x="15" y="819"/>
                  <a:pt x="4" y="926"/>
                </a:cubicBezTo>
                <a:cubicBezTo>
                  <a:pt x="4" y="931"/>
                  <a:pt x="7" y="937"/>
                  <a:pt x="0" y="940"/>
                </a:cubicBezTo>
                <a:cubicBezTo>
                  <a:pt x="0" y="1104"/>
                  <a:pt x="0" y="1104"/>
                  <a:pt x="0" y="1104"/>
                </a:cubicBezTo>
                <a:cubicBezTo>
                  <a:pt x="9" y="1125"/>
                  <a:pt x="7" y="1148"/>
                  <a:pt x="10" y="1169"/>
                </a:cubicBezTo>
                <a:cubicBezTo>
                  <a:pt x="73" y="1541"/>
                  <a:pt x="275" y="1806"/>
                  <a:pt x="617" y="1963"/>
                </a:cubicBezTo>
                <a:cubicBezTo>
                  <a:pt x="768" y="2032"/>
                  <a:pt x="929" y="2059"/>
                  <a:pt x="1096" y="2044"/>
                </a:cubicBezTo>
                <a:cubicBezTo>
                  <a:pt x="1482" y="2009"/>
                  <a:pt x="1765" y="1818"/>
                  <a:pt x="1942" y="1474"/>
                </a:cubicBezTo>
                <a:cubicBezTo>
                  <a:pt x="2027" y="1311"/>
                  <a:pt x="2060" y="1135"/>
                  <a:pt x="2044" y="952"/>
                </a:cubicBezTo>
                <a:close/>
                <a:moveTo>
                  <a:pt x="1023" y="1888"/>
                </a:moveTo>
                <a:cubicBezTo>
                  <a:pt x="546" y="1887"/>
                  <a:pt x="159" y="1500"/>
                  <a:pt x="160" y="1023"/>
                </a:cubicBezTo>
                <a:cubicBezTo>
                  <a:pt x="160" y="546"/>
                  <a:pt x="548" y="160"/>
                  <a:pt x="1024" y="160"/>
                </a:cubicBezTo>
                <a:cubicBezTo>
                  <a:pt x="1501" y="160"/>
                  <a:pt x="1888" y="548"/>
                  <a:pt x="1888" y="1024"/>
                </a:cubicBezTo>
                <a:cubicBezTo>
                  <a:pt x="1887" y="1501"/>
                  <a:pt x="1500" y="1888"/>
                  <a:pt x="1023" y="1888"/>
                </a:cubicBezTo>
                <a:close/>
                <a:moveTo>
                  <a:pt x="1444" y="680"/>
                </a:moveTo>
                <a:cubicBezTo>
                  <a:pt x="1408" y="669"/>
                  <a:pt x="1380" y="681"/>
                  <a:pt x="1356" y="706"/>
                </a:cubicBezTo>
                <a:cubicBezTo>
                  <a:pt x="1203" y="859"/>
                  <a:pt x="1050" y="1011"/>
                  <a:pt x="898" y="1165"/>
                </a:cubicBezTo>
                <a:cubicBezTo>
                  <a:pt x="885" y="1178"/>
                  <a:pt x="879" y="1176"/>
                  <a:pt x="868" y="1164"/>
                </a:cubicBezTo>
                <a:cubicBezTo>
                  <a:pt x="834" y="1129"/>
                  <a:pt x="798" y="1094"/>
                  <a:pt x="763" y="1059"/>
                </a:cubicBezTo>
                <a:cubicBezTo>
                  <a:pt x="737" y="1033"/>
                  <a:pt x="711" y="1006"/>
                  <a:pt x="684" y="980"/>
                </a:cubicBezTo>
                <a:cubicBezTo>
                  <a:pt x="650" y="948"/>
                  <a:pt x="602" y="949"/>
                  <a:pt x="571" y="981"/>
                </a:cubicBezTo>
                <a:cubicBezTo>
                  <a:pt x="538" y="1014"/>
                  <a:pt x="540" y="1062"/>
                  <a:pt x="576" y="1098"/>
                </a:cubicBezTo>
                <a:cubicBezTo>
                  <a:pt x="656" y="1178"/>
                  <a:pt x="736" y="1258"/>
                  <a:pt x="816" y="1338"/>
                </a:cubicBezTo>
                <a:cubicBezTo>
                  <a:pt x="862" y="1384"/>
                  <a:pt x="905" y="1384"/>
                  <a:pt x="951" y="1338"/>
                </a:cubicBezTo>
                <a:cubicBezTo>
                  <a:pt x="1039" y="1249"/>
                  <a:pt x="1128" y="1161"/>
                  <a:pt x="1216" y="1072"/>
                </a:cubicBezTo>
                <a:cubicBezTo>
                  <a:pt x="1300" y="988"/>
                  <a:pt x="1384" y="904"/>
                  <a:pt x="1468" y="821"/>
                </a:cubicBezTo>
                <a:cubicBezTo>
                  <a:pt x="1486" y="803"/>
                  <a:pt x="1499" y="783"/>
                  <a:pt x="1500" y="757"/>
                </a:cubicBezTo>
                <a:cubicBezTo>
                  <a:pt x="1500" y="722"/>
                  <a:pt x="1477" y="690"/>
                  <a:pt x="1444" y="680"/>
                </a:cubicBezTo>
                <a:close/>
              </a:path>
            </a:pathLst>
          </a:custGeom>
          <a:solidFill xmlns:a="http://schemas.openxmlformats.org/drawingml/2006/main">
            <a:srgbClr val="1CAA2D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algn="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97574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0" name="INTRO">
            <a:extLst xmlns:a="http://schemas.openxmlformats.org/drawingml/2006/main">
              <a:ext uri="{FF2B5EF4-FFF2-40B4-BE49-F238E27FC236}">
                <a16:creationId xmlns:a16="http://schemas.microsoft.com/office/drawing/2014/main" id="{F4EDCBB8-9E39-4D9C-9161-D655F3A3B5FD}"/>
              </a:ext>
            </a:extLst>
          </p:cNvPr>
          <p:cNvSpPr>
            <a:spLocks xmlns:a="http://schemas.openxmlformats.org/drawingml/2006/main" noGrp="1"/>
          </p:cNvSpPr>
          <p:nvPr>
            <p:ph type="title" idx="4294967295"/>
          </p:nvPr>
        </p:nvSpPr>
        <p:spPr>
          <a:xfrm xmlns:a="http://schemas.openxmlformats.org/drawingml/2006/main">
            <a:off x="624206" y="1392874"/>
            <a:ext cx="2683470" cy="48856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121900" tIns="121900" rIns="12190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21C535"/>
                </a:solidFill>
                <a:latin typeface="Nunito"/>
                <a:ea typeface="Nunito"/>
                <a:cs typeface="Nunito"/>
              </a:rPr>
              <a:t>Должность даёт мастеру право управлять участком с первого рабочего дня. Авторитет складывается постепенно.</a:t>
            </a:r>
            <a:endParaRPr sz="2000">
              <a:solidFill>
                <a:srgbClr val="21C535"/>
              </a:solidFill>
            </a:endParaRPr>
          </a:p>
        </p:txBody>
      </p:sp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DE9FFAD6-D19D-4DE3-84D2-D1239F49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44" y="409733"/>
            <a:ext cx="952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000" b="1" spc="100">
                <a:solidFill>
                  <a:srgbClr val="676C74"/>
                </a:solidFill>
                <a:latin typeface="Bahnschrift SemiBold Condensed"/>
                <a:ea typeface="Bahnschrift SemiBold Condensed"/>
                <a:cs typeface="Bahnschrift SemiBold Condensed"/>
              </a:rPr>
              <a:t>ИТОГ</a:t>
            </a:r>
            <a:endParaRPr sz="3000">
              <a:solidFill>
                <a:srgbClr val="676C74"/>
              </a:solidFill>
            </a:endParaRPr>
          </a:p>
        </p:txBody>
      </p:sp>
      <p:sp>
        <p:nvSpPr>
          <p:cNvPr id="19" name="Shape 0">
            <a:extLst xmlns:a="http://schemas.openxmlformats.org/drawingml/2006/main">
              <a:ext uri="{FF2B5EF4-FFF2-40B4-BE49-F238E27FC236}">
                <a16:creationId xmlns:a16="http://schemas.microsoft.com/office/drawing/2014/main" id="{3CF217C3-EE9A-4E5F-82EE-391792AB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" y="955932"/>
            <a:ext cx="156210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sp>
        <p:nvSpPr>
          <p:cNvPr id="23" name="Shape 0">
            <a:extLst xmlns:a="http://schemas.openxmlformats.org/drawingml/2006/main">
              <a:ext uri="{FF2B5EF4-FFF2-40B4-BE49-F238E27FC236}">
                <a16:creationId xmlns:a16="http://schemas.microsoft.com/office/drawing/2014/main" id="{CF1C0928-29D6-4443-8F3D-12777E4F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927" y="1364971"/>
            <a:ext cx="0" cy="51820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340B"/>
            </a:solidFill>
            <a:prstDash val="solid"/>
          </a:ln>
        </p:spPr>
      </p:sp>
      <p:pic>
        <p:nvPicPr>
          <p:cNvPr id="2120" name="Рисунок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5c865145f4ae6">
            <a:extLst>
              <a:ext uri="{96DAC541-7B7A-43D3-8B79-37D633B846F1}">
                <asvg:svgBlip xmlns:asvg="http://schemas.microsoft.com/office/drawing/2016/SVG/main" r:embed="Rb577db90cba6422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344642" y="7753815"/>
            <a:ext cx="3061710" cy="3061710"/>
          </a:xfrm>
          <a:prstGeom xmlns:a="http://schemas.openxmlformats.org/drawingml/2006/main" prst="rect">
            <a:avLst/>
          </a:prstGeom>
        </p:spPr>
      </p:pic>
      <p:pic>
        <p:nvPicPr>
          <p:cNvPr id="2121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330a6882e46c4">
            <a:extLst>
              <a:ext uri="{96DAC541-7B7A-43D3-8B79-37D633B846F1}">
                <asvg:svgBlip xmlns:asvg="http://schemas.microsoft.com/office/drawing/2016/SVG/main" r:embed="Ra2a9f9525ac144f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7427295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2122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96ce51d95412c">
            <a:extLst>
              <a:ext uri="{96DAC541-7B7A-43D3-8B79-37D633B846F1}">
                <asvg:svgBlip xmlns:asvg="http://schemas.microsoft.com/office/drawing/2016/SVG/main" r:embed="Rfcbbea16d5eb482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9737" y="-481251"/>
            <a:ext cx="2419350" cy="2419350"/>
          </a:xfrm>
          <a:prstGeom xmlns:a="http://schemas.openxmlformats.org/drawingml/2006/main" prst="rect">
            <a:avLst/>
          </a:prstGeom>
        </p:spPr>
      </p:pic>
      <p:pic>
        <p:nvPicPr>
          <p:cNvPr id="2123" name="Рисунок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ed30c7b054445">
            <a:extLst>
              <a:ext uri="{96DAC541-7B7A-43D3-8B79-37D633B846F1}">
                <asvg:svgBlip xmlns:asvg="http://schemas.microsoft.com/office/drawing/2016/SVG/main" r:embed="R5bb4fd5dcd07468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4234763" y="5011377"/>
            <a:ext cx="1790700" cy="1790700"/>
          </a:xfrm>
          <a:prstGeom xmlns:a="http://schemas.openxmlformats.org/drawingml/2006/main" prst="rect">
            <a:avLst/>
          </a:prstGeom>
        </p:spPr>
      </p:pic>
      <p:pic>
        <p:nvPicPr>
          <p:cNvPr id="2124" name="Рисунок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340506a9e34680">
            <a:extLst>
              <a:ext uri="{96DAC541-7B7A-43D3-8B79-37D633B846F1}">
                <asvg:svgBlip xmlns:asvg="http://schemas.microsoft.com/office/drawing/2016/SVG/main" r:embed="R1682ee68c0b54ea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4702539"/>
            <a:ext cx="1257300" cy="1257300"/>
          </a:xfrm>
          <a:prstGeom xmlns:a="http://schemas.openxmlformats.org/drawingml/2006/main" prst="rect">
            <a:avLst/>
          </a:prstGeom>
        </p:spPr>
      </p:pic>
      <p:pic>
        <p:nvPicPr>
          <p:cNvPr id="2125" name="Рисунок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dd01d502944ef">
            <a:extLst>
              <a:ext uri="{96DAC541-7B7A-43D3-8B79-37D633B846F1}">
                <asvg:svgBlip xmlns:asvg="http://schemas.microsoft.com/office/drawing/2016/SVG/main" r:embed="Re6fcb2867fcc4c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58378" y="7265370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26" name="Рисунок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ce45ae82d464e">
            <a:extLst>
              <a:ext uri="{96DAC541-7B7A-43D3-8B79-37D633B846F1}">
                <asvg:svgBlip xmlns:asvg="http://schemas.microsoft.com/office/drawing/2016/SVG/main" r:embed="Rbb4e225e8a864f5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6180734"/>
            <a:ext cx="3714750" cy="3714750"/>
          </a:xfrm>
          <a:prstGeom xmlns:a="http://schemas.openxmlformats.org/drawingml/2006/main" prst="rect">
            <a:avLst/>
          </a:prstGeom>
        </p:spPr>
      </p:pic>
      <p:pic>
        <p:nvPicPr>
          <p:cNvPr id="2127" name="Рисунок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901e37d1f45dc">
            <a:extLst>
              <a:ext uri="{96DAC541-7B7A-43D3-8B79-37D633B846F1}">
                <asvg:svgBlip xmlns:asvg="http://schemas.microsoft.com/office/drawing/2016/SVG/main" r:embed="Ra50c413f436544a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241457" y="4909520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28" name="Рисунок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c26371a304584">
            <a:extLst>
              <a:ext uri="{96DAC541-7B7A-43D3-8B79-37D633B846F1}">
                <asvg:svgBlip xmlns:asvg="http://schemas.microsoft.com/office/drawing/2016/SVG/main" r:embed="R947b81a3c9164dd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4806" y="-2140744"/>
            <a:ext cx="3124200" cy="3124200"/>
          </a:xfrm>
          <a:prstGeom xmlns:a="http://schemas.openxmlformats.org/drawingml/2006/main" prst="rect">
            <a:avLst/>
          </a:prstGeom>
        </p:spPr>
      </p:pic>
      <p:pic>
        <p:nvPicPr>
          <p:cNvPr id="2129" name="Рисунок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f2d519c174220">
            <a:extLst>
              <a:ext uri="{96DAC541-7B7A-43D3-8B79-37D633B846F1}">
                <asvg:svgBlip xmlns:asvg="http://schemas.microsoft.com/office/drawing/2016/SVG/main" r:embed="Rd11d65e3079c48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653336" y="2232234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0" name="Рисунок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e636dd4ba4dbb">
            <a:extLst>
              <a:ext uri="{96DAC541-7B7A-43D3-8B79-37D633B846F1}">
                <asvg:svgBlip xmlns:asvg="http://schemas.microsoft.com/office/drawing/2016/SVG/main" r:embed="R25c870f73640451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6002" y="7655895"/>
            <a:ext cx="1238250" cy="1238250"/>
          </a:xfrm>
          <a:prstGeom xmlns:a="http://schemas.openxmlformats.org/drawingml/2006/main" prst="rect">
            <a:avLst/>
          </a:prstGeom>
        </p:spPr>
      </p:pic>
      <p:pic>
        <p:nvPicPr>
          <p:cNvPr id="2131" name="Рисунок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4f37c1ab1405c">
            <a:extLst>
              <a:ext uri="{96DAC541-7B7A-43D3-8B79-37D633B846F1}">
                <asvg:svgBlip xmlns:asvg="http://schemas.microsoft.com/office/drawing/2016/SVG/main" r:embed="R7dfadab76ef8457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210225" y="-578644"/>
            <a:ext cx="3314700" cy="3314700"/>
          </a:xfrm>
          <a:prstGeom xmlns:a="http://schemas.openxmlformats.org/drawingml/2006/main" prst="rect">
            <a:avLst/>
          </a:prstGeom>
        </p:spPr>
      </p:pic>
      <p:pic>
        <p:nvPicPr>
          <p:cNvPr id="2132" name="Рисунок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c07da80124375">
            <a:extLst>
              <a:ext uri="{96DAC541-7B7A-43D3-8B79-37D633B846F1}">
                <asvg:svgBlip xmlns:asvg="http://schemas.microsoft.com/office/drawing/2016/SVG/main" r:embed="Re7f8b1a261c94e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66599" y="-2170509"/>
            <a:ext cx="1609725" cy="1609725"/>
          </a:xfrm>
          <a:prstGeom xmlns:a="http://schemas.openxmlformats.org/drawingml/2006/main" prst="rect">
            <a:avLst/>
          </a:prstGeom>
        </p:spPr>
      </p:pic>
      <p:pic>
        <p:nvPicPr>
          <p:cNvPr id="2133" name="Рисунок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b83b1beac4df4">
            <a:extLst>
              <a:ext uri="{96DAC541-7B7A-43D3-8B79-37D633B846F1}">
                <asvg:svgBlip xmlns:asvg="http://schemas.microsoft.com/office/drawing/2016/SVG/main" r:embed="R770d697eee9a46d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22118" y="-2162237"/>
            <a:ext cx="2019300" cy="2019300"/>
          </a:xfrm>
          <a:prstGeom xmlns:a="http://schemas.openxmlformats.org/drawingml/2006/main" prst="rect">
            <a:avLst/>
          </a:prstGeom>
        </p:spPr>
      </p:pic>
      <p:pic>
        <p:nvPicPr>
          <p:cNvPr id="2134" name="!!gear-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9a29b2ac7468c">
            <a:extLst>
              <a:ext uri="{96DAC541-7B7A-43D3-8B79-37D633B846F1}">
                <asvg:svgBlip xmlns:asvg="http://schemas.microsoft.com/office/drawing/2016/SVG/main" r:embed="Raa41a1a8cb66496c"/>
              </a:ext>
            </a:extLst>
          </a:blip>
          <a:stretch xmlns:a="http://schemas.openxmlformats.org/drawingml/2006/main"/>
        </p:blipFill>
        <p:spPr>
          <a:xfrm xmlns:a="http://schemas.openxmlformats.org/drawingml/2006/main" rot="13438421">
            <a:off x="11331971" y="6982892"/>
            <a:ext cx="3676709" cy="3676709"/>
          </a:xfrm>
          <a:prstGeom xmlns:a="http://schemas.openxmlformats.org/drawingml/2006/main" prst="rect">
            <a:avLst/>
          </a:prstGeom>
        </p:spPr>
      </p:pic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7B73D9-7FC8-4ACA-9149-BA360964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260" y="1392874"/>
            <a:ext cx="6958530" cy="49542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285750" indent="-285750" algn="l">
              <a:buClr>
                <a:srgbClr val="F5340B"/>
              </a:buClr>
              <a:buSzPct val="150000"/>
              <a:buFont typeface="Arial"/>
              <a:buChar char="•"/>
            </a:pPr>
            <a:r>
              <a:rPr sz="1600">
                <a:latin typeface="Nunito"/>
                <a:ea typeface="Nunito"/>
                <a:cs typeface="Nunito"/>
              </a:rPr>
              <a:t>Авторитет растёт, когда мастер:</a:t>
            </a:r>
            <a:br/>
            <a:r>
              <a:rPr sz="1600">
                <a:latin typeface="Nunito"/>
                <a:ea typeface="Nunito"/>
                <a:cs typeface="Nunito"/>
              </a:rPr>
              <a:t>разбирается в фактах;</a:t>
            </a:r>
            <a:br/>
            <a:r>
              <a:rPr sz="1600">
                <a:latin typeface="Nunito"/>
                <a:ea typeface="Nunito"/>
                <a:cs typeface="Nunito"/>
              </a:rPr>
              <a:t>одинаково применяет правила;</a:t>
            </a:r>
            <a:br/>
            <a:r>
              <a:rPr sz="1600">
                <a:latin typeface="Nunito"/>
                <a:ea typeface="Nunito"/>
                <a:cs typeface="Nunito"/>
              </a:rPr>
              <a:t>уважает опыт рабочих;</a:t>
            </a:r>
            <a:br/>
            <a:r>
              <a:rPr sz="1600">
                <a:latin typeface="Nunito"/>
                <a:ea typeface="Nunito"/>
                <a:cs typeface="Nunito"/>
              </a:rPr>
              <a:t>сохраняет рабочую дистанцию.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Авторитет ослабевает, когда требования мастера становятся непонятными, необязательными или зависят от личных отношений.</a:t>
            </a:r>
            <a:br/>
            <a:r>
              <a:rPr sz="1600">
                <a:latin typeface="Nunito"/>
                <a:ea typeface="Nunito"/>
                <a:cs typeface="Nunito"/>
              </a:rPr>
              <a:t/>
            </a:r>
            <a:br/>
            <a:r>
              <a:rPr sz="1600">
                <a:latin typeface="Nunito"/>
                <a:ea typeface="Nunito"/>
                <a:cs typeface="Nunito"/>
              </a:rPr>
              <a:t>Дальше курс подробно разберёт постановку задач, обратную связь, контроль, дисциплину и рабочие конфликты.</a:t>
            </a:r>
          </a:p>
        </p:txBody>
      </p:sp>
    </p:spTree>
    <p:extLst>
      <p:ext uri="{BB962C8B-B14F-4D97-AF65-F5344CB8AC3E}">
        <p14:creationId xmlns:p14="http://schemas.microsoft.com/office/powerpoint/2010/main" val="2147419856"/>
      </p:ext>
    </p:extLst>
  </p:cSld>
</p:sld>
</file>

<file path=ppt/theme/theme1.xml><?xml version="1.0" encoding="utf-8"?>
<a:theme xmlns:a="http://schemas.openxmlformats.org/drawingml/2006/main" name="Office Theme">
  <a:themeElements>
    <a:clrScheme name="Другая 4">
      <a:dk1>
        <a:srgbClr val="3F454F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Другая 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2026-08-31T08:24:21.4750000Z</dcterms:created>
  <dcterms:modified xsi:type="dcterms:W3CDTF">2026-08-31T08:24:21.4750000Z</dcterms:modified>
</coreProperties>
</file>