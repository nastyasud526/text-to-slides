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85f4ffab204285" /><Relationship Type="http://schemas.openxmlformats.org/officeDocument/2006/relationships/extended-properties" Target="/docProps/app.xml" Id="Rf68e9ce8fce44e61" /><Relationship Type="http://schemas.openxmlformats.org/officeDocument/2006/relationships/officeDocument" Target="/ppt/presentation.xml" Id="R112caa1c63b945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39f77904164bae"/>
    <p:sldMasterId xmlns:r="http://schemas.openxmlformats.org/officeDocument/2006/relationships" id="2147483655" r:id="R6ab7161feac24b3b"/>
  </p:sldMasterIdLst>
  <p:notesMasterIdLst>
    <p:notesMasterId xmlns:r="http://schemas.openxmlformats.org/officeDocument/2006/relationships" r:id="R52c7258ed3fd42d4"/>
  </p:notesMasterIdLst>
  <p:sldIdLst>
    <p:sldId xmlns:r="http://schemas.openxmlformats.org/officeDocument/2006/relationships" id="256" r:id="R7ed7c65f893f4a8f"/>
    <p:sldId xmlns:r="http://schemas.openxmlformats.org/officeDocument/2006/relationships" id="257" r:id="R9f4549bb3acb4a84"/>
    <p:sldId xmlns:r="http://schemas.openxmlformats.org/officeDocument/2006/relationships" id="258" r:id="Rb1c08d9783444dd8"/>
    <p:sldId xmlns:r="http://schemas.openxmlformats.org/officeDocument/2006/relationships" id="259" r:id="R0c197b78e11e4213"/>
    <p:sldId xmlns:r="http://schemas.openxmlformats.org/officeDocument/2006/relationships" id="260" r:id="R400c6ef7cbcb4e62"/>
    <p:sldId xmlns:r="http://schemas.openxmlformats.org/officeDocument/2006/relationships" id="261" r:id="Rbcfa5f4ae443435d"/>
    <p:sldId xmlns:r="http://schemas.openxmlformats.org/officeDocument/2006/relationships" id="262" r:id="R6cc2ed1b5bf34706"/>
    <p:sldId xmlns:r="http://schemas.openxmlformats.org/officeDocument/2006/relationships" id="263" r:id="R74f67ae95877413c"/>
    <p:sldId xmlns:r="http://schemas.openxmlformats.org/officeDocument/2006/relationships" id="264" r:id="Ra92c8323c2ef42d3"/>
    <p:sldId xmlns:r="http://schemas.openxmlformats.org/officeDocument/2006/relationships" id="265" r:id="R00ce92dd71014ca3"/>
    <p:sldId xmlns:r="http://schemas.openxmlformats.org/officeDocument/2006/relationships" id="266" r:id="R42af76e2108d4e3c"/>
    <p:sldId xmlns:r="http://schemas.openxmlformats.org/officeDocument/2006/relationships" id="267" r:id="R309276c103b24297"/>
    <p:sldId xmlns:r="http://schemas.openxmlformats.org/officeDocument/2006/relationships" id="268" r:id="R23c12869a01c4ec1"/>
    <p:sldId xmlns:r="http://schemas.openxmlformats.org/officeDocument/2006/relationships" id="269" r:id="R411a9cd50ba548da"/>
    <p:sldId xmlns:r="http://schemas.openxmlformats.org/officeDocument/2006/relationships" id="270" r:id="R3ff0b93d353e48e4"/>
    <p:sldId xmlns:r="http://schemas.openxmlformats.org/officeDocument/2006/relationships" id="271" r:id="R56f06f2a27584cd8"/>
    <p:sldId xmlns:r="http://schemas.openxmlformats.org/officeDocument/2006/relationships" id="272" r:id="R38c354b9750546b4"/>
    <p:sldId xmlns:r="http://schemas.openxmlformats.org/officeDocument/2006/relationships" id="273" r:id="R40ff465fa6e04f3f"/>
    <p:sldId xmlns:r="http://schemas.openxmlformats.org/officeDocument/2006/relationships" id="274" r:id="R11a98f1a51954477"/>
    <p:sldId xmlns:r="http://schemas.openxmlformats.org/officeDocument/2006/relationships" id="275" r:id="Ra98ae3c71eda44be"/>
    <p:sldId xmlns:r="http://schemas.openxmlformats.org/officeDocument/2006/relationships" id="276" r:id="R840b3420d992486d"/>
    <p:sldId xmlns:r="http://schemas.openxmlformats.org/officeDocument/2006/relationships" id="277" r:id="Rc8d78b08e56d4a09"/>
    <p:sldId xmlns:r="http://schemas.openxmlformats.org/officeDocument/2006/relationships" id="278" r:id="R006ce6e6c1534706"/>
    <p:sldId xmlns:r="http://schemas.openxmlformats.org/officeDocument/2006/relationships" id="279" r:id="Re47e5183efa44735"/>
    <p:sldId xmlns:r="http://schemas.openxmlformats.org/officeDocument/2006/relationships" id="280" r:id="R85c49250439942d9"/>
    <p:sldId xmlns:r="http://schemas.openxmlformats.org/officeDocument/2006/relationships" id="281" r:id="R4a63360bff9341be"/>
    <p:sldId xmlns:r="http://schemas.openxmlformats.org/officeDocument/2006/relationships" id="282" r:id="R4e56b14e1b8848f9"/>
    <p:sldId xmlns:r="http://schemas.openxmlformats.org/officeDocument/2006/relationships" id="283" r:id="Rc4052bc7fa914e25"/>
    <p:sldId xmlns:r="http://schemas.openxmlformats.org/officeDocument/2006/relationships" id="284" r:id="R82ddd8ec0621478f"/>
    <p:sldId xmlns:r="http://schemas.openxmlformats.org/officeDocument/2006/relationships" id="285" r:id="Rffe0e2ea90e34a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17e03ed5284045" /><Relationship Type="http://schemas.openxmlformats.org/officeDocument/2006/relationships/slideMaster" Target="/ppt/slideMasters/slideMaster1.xml" Id="Re239f77904164bae" /><Relationship Type="http://schemas.openxmlformats.org/officeDocument/2006/relationships/slideMaster" Target="/ppt/slideMasters/slideMaster2.xml" Id="R6ab7161feac24b3b" /><Relationship Type="http://schemas.openxmlformats.org/officeDocument/2006/relationships/notesMaster" Target="/ppt/notesMasters/notesMaster1.xml" Id="R52c7258ed3fd42d4" /><Relationship Type="http://schemas.openxmlformats.org/officeDocument/2006/relationships/presProps" Target="/ppt/presProps.xml" Id="R8682b603e17b49f2" /><Relationship Type="http://schemas.openxmlformats.org/officeDocument/2006/relationships/viewProps" Target="/ppt/viewProps.xml" Id="R3e37e4f51fab4bda" /><Relationship Type="http://schemas.openxmlformats.org/officeDocument/2006/relationships/tableStyles" Target="/ppt/tableStyles.xml" Id="R1ce29647c65c4431" /><Relationship Type="http://schemas.openxmlformats.org/officeDocument/2006/relationships/slide" Target="/ppt/slides/slide1.xml" Id="R7ed7c65f893f4a8f" /><Relationship Type="http://schemas.openxmlformats.org/officeDocument/2006/relationships/slide" Target="/ppt/slides/slide2.xml" Id="R9f4549bb3acb4a84" /><Relationship Type="http://schemas.openxmlformats.org/officeDocument/2006/relationships/slide" Target="/ppt/slides/slide3.xml" Id="Rb1c08d9783444dd8" /><Relationship Type="http://schemas.openxmlformats.org/officeDocument/2006/relationships/slide" Target="/ppt/slides/slide4.xml" Id="R0c197b78e11e4213" /><Relationship Type="http://schemas.openxmlformats.org/officeDocument/2006/relationships/slide" Target="/ppt/slides/slide5.xml" Id="R400c6ef7cbcb4e62" /><Relationship Type="http://schemas.openxmlformats.org/officeDocument/2006/relationships/slide" Target="/ppt/slides/slide6.xml" Id="Rbcfa5f4ae443435d" /><Relationship Type="http://schemas.openxmlformats.org/officeDocument/2006/relationships/slide" Target="/ppt/slides/slide7.xml" Id="R6cc2ed1b5bf34706" /><Relationship Type="http://schemas.openxmlformats.org/officeDocument/2006/relationships/slide" Target="/ppt/slides/slide8.xml" Id="R74f67ae95877413c" /><Relationship Type="http://schemas.openxmlformats.org/officeDocument/2006/relationships/slide" Target="/ppt/slides/slide9.xml" Id="Ra92c8323c2ef42d3" /><Relationship Type="http://schemas.openxmlformats.org/officeDocument/2006/relationships/slide" Target="/ppt/slides/slide10.xml" Id="R00ce92dd71014ca3" /><Relationship Type="http://schemas.openxmlformats.org/officeDocument/2006/relationships/slide" Target="/ppt/slides/slide11.xml" Id="R42af76e2108d4e3c" /><Relationship Type="http://schemas.openxmlformats.org/officeDocument/2006/relationships/slide" Target="/ppt/slides/slide12.xml" Id="R309276c103b24297" /><Relationship Type="http://schemas.openxmlformats.org/officeDocument/2006/relationships/slide" Target="/ppt/slides/slide13.xml" Id="R23c12869a01c4ec1" /><Relationship Type="http://schemas.openxmlformats.org/officeDocument/2006/relationships/slide" Target="/ppt/slides/slide14.xml" Id="R411a9cd50ba548da" /><Relationship Type="http://schemas.openxmlformats.org/officeDocument/2006/relationships/slide" Target="/ppt/slides/slide15.xml" Id="R3ff0b93d353e48e4" /><Relationship Type="http://schemas.openxmlformats.org/officeDocument/2006/relationships/slide" Target="/ppt/slides/slide16.xml" Id="R56f06f2a27584cd8" /><Relationship Type="http://schemas.openxmlformats.org/officeDocument/2006/relationships/slide" Target="/ppt/slides/slide17.xml" Id="R38c354b9750546b4" /><Relationship Type="http://schemas.openxmlformats.org/officeDocument/2006/relationships/slide" Target="/ppt/slides/slide18.xml" Id="R40ff465fa6e04f3f" /><Relationship Type="http://schemas.openxmlformats.org/officeDocument/2006/relationships/slide" Target="/ppt/slides/slide19.xml" Id="R11a98f1a51954477" /><Relationship Type="http://schemas.openxmlformats.org/officeDocument/2006/relationships/slide" Target="/ppt/slides/slide20.xml" Id="Ra98ae3c71eda44be" /><Relationship Type="http://schemas.openxmlformats.org/officeDocument/2006/relationships/slide" Target="/ppt/slides/slide21.xml" Id="R840b3420d992486d" /><Relationship Type="http://schemas.openxmlformats.org/officeDocument/2006/relationships/slide" Target="/ppt/slides/slide22.xml" Id="Rc8d78b08e56d4a09" /><Relationship Type="http://schemas.openxmlformats.org/officeDocument/2006/relationships/slide" Target="/ppt/slides/slide23.xml" Id="R006ce6e6c1534706" /><Relationship Type="http://schemas.openxmlformats.org/officeDocument/2006/relationships/slide" Target="/ppt/slides/slide24.xml" Id="Re47e5183efa44735" /><Relationship Type="http://schemas.openxmlformats.org/officeDocument/2006/relationships/slide" Target="/ppt/slides/slide25.xml" Id="R85c49250439942d9" /><Relationship Type="http://schemas.openxmlformats.org/officeDocument/2006/relationships/slide" Target="/ppt/slides/slide26.xml" Id="R4a63360bff9341be" /><Relationship Type="http://schemas.openxmlformats.org/officeDocument/2006/relationships/slide" Target="/ppt/slides/slide27.xml" Id="R4e56b14e1b8848f9" /><Relationship Type="http://schemas.openxmlformats.org/officeDocument/2006/relationships/slide" Target="/ppt/slides/slide28.xml" Id="Rc4052bc7fa914e25" /><Relationship Type="http://schemas.openxmlformats.org/officeDocument/2006/relationships/slide" Target="/ppt/slides/slide29.xml" Id="R82ddd8ec0621478f" /><Relationship Type="http://schemas.openxmlformats.org/officeDocument/2006/relationships/slide" Target="/ppt/slides/slide30.xml" Id="Rffe0e2ea90e34a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c572e69307749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Другая 4">
      <a:dk1>
        <a:srgbClr val="3F454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Другая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d918232bca4622" /><Relationship Type="http://schemas.openxmlformats.org/officeDocument/2006/relationships/notesMaster" Target="/ppt/notesMasters/notesMaster1.xml" Id="R092dd968015249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d85b85d83c4bcd" /><Relationship Type="http://schemas.openxmlformats.org/officeDocument/2006/relationships/notesMaster" Target="/ppt/notesMasters/notesMaster1.xml" Id="Rcf5617f72aef45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0e036919d342ba" /><Relationship Type="http://schemas.openxmlformats.org/officeDocument/2006/relationships/notesMaster" Target="/ppt/notesMasters/notesMaster1.xml" Id="R3fd4e3420c564a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cc4ac8cb8b4c5b" /><Relationship Type="http://schemas.openxmlformats.org/officeDocument/2006/relationships/notesMaster" Target="/ppt/notesMasters/notesMaster1.xml" Id="Re8afc57443ea49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09d02079b44a7b" /><Relationship Type="http://schemas.openxmlformats.org/officeDocument/2006/relationships/notesMaster" Target="/ppt/notesMasters/notesMaster1.xml" Id="Rbccc2c9caa1947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399339bd024a89" /><Relationship Type="http://schemas.openxmlformats.org/officeDocument/2006/relationships/notesMaster" Target="/ppt/notesMasters/notesMaster1.xml" Id="R764030c2385544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1caa05dab14347" /><Relationship Type="http://schemas.openxmlformats.org/officeDocument/2006/relationships/notesMaster" Target="/ppt/notesMasters/notesMaster1.xml" Id="Rd004a7470f6f47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dff183e6684351" /><Relationship Type="http://schemas.openxmlformats.org/officeDocument/2006/relationships/notesMaster" Target="/ppt/notesMasters/notesMaster1.xml" Id="R04a84aca06864a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954aff3f744fa8" /><Relationship Type="http://schemas.openxmlformats.org/officeDocument/2006/relationships/notesMaster" Target="/ppt/notesMasters/notesMaster1.xml" Id="Rc14c481f4bdb4e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3095f5816c49db" /><Relationship Type="http://schemas.openxmlformats.org/officeDocument/2006/relationships/notesMaster" Target="/ppt/notesMasters/notesMaster1.xml" Id="R986c406d0d654a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d63b255f714f1a" /><Relationship Type="http://schemas.openxmlformats.org/officeDocument/2006/relationships/notesMaster" Target="/ppt/notesMasters/notesMaster1.xml" Id="Rd9697c9b45b242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e718752dcf437f" /><Relationship Type="http://schemas.openxmlformats.org/officeDocument/2006/relationships/notesMaster" Target="/ppt/notesMasters/notesMaster1.xml" Id="R0baf26e9f27a48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d2d6eb278649cd" /><Relationship Type="http://schemas.openxmlformats.org/officeDocument/2006/relationships/notesMaster" Target="/ppt/notesMasters/notesMaster1.xml" Id="R50df1b3522ea4c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c9f94a0af44fb4" /><Relationship Type="http://schemas.openxmlformats.org/officeDocument/2006/relationships/notesMaster" Target="/ppt/notesMasters/notesMaster1.xml" Id="Rd531324b86ea4a7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1ca2122d4a4dbe" /><Relationship Type="http://schemas.openxmlformats.org/officeDocument/2006/relationships/notesMaster" Target="/ppt/notesMasters/notesMaster1.xml" Id="R791dc315845d4b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061f60106d140cc" /><Relationship Type="http://schemas.openxmlformats.org/officeDocument/2006/relationships/notesMaster" Target="/ppt/notesMasters/notesMaster1.xml" Id="R14b61c20b2fc43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607380ac5a34066" /><Relationship Type="http://schemas.openxmlformats.org/officeDocument/2006/relationships/notesMaster" Target="/ppt/notesMasters/notesMaster1.xml" Id="R4320490d6fce471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a7a7662d27342ce" /><Relationship Type="http://schemas.openxmlformats.org/officeDocument/2006/relationships/notesMaster" Target="/ppt/notesMasters/notesMaster1.xml" Id="R2f58db2e701a4a8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08ee449f79e467b" /><Relationship Type="http://schemas.openxmlformats.org/officeDocument/2006/relationships/notesMaster" Target="/ppt/notesMasters/notesMaster1.xml" Id="Rab38dd2a829649c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063a953ac1e4d0e" /><Relationship Type="http://schemas.openxmlformats.org/officeDocument/2006/relationships/notesMaster" Target="/ppt/notesMasters/notesMaster1.xml" Id="Rbaec03981f4c433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330672ef2174523" /><Relationship Type="http://schemas.openxmlformats.org/officeDocument/2006/relationships/notesMaster" Target="/ppt/notesMasters/notesMaster1.xml" Id="R1bc4eb3af298457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fcdf1c2280a47bc" /><Relationship Type="http://schemas.openxmlformats.org/officeDocument/2006/relationships/notesMaster" Target="/ppt/notesMasters/notesMaster1.xml" Id="R2020e7b435df412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48ccb632bfa44a2" /><Relationship Type="http://schemas.openxmlformats.org/officeDocument/2006/relationships/notesMaster" Target="/ppt/notesMasters/notesMaster1.xml" Id="Rfeb07605121f4b6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d06d3584d894860" /><Relationship Type="http://schemas.openxmlformats.org/officeDocument/2006/relationships/notesMaster" Target="/ppt/notesMasters/notesMaster1.xml" Id="R66df0b97ab3e425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dd9b74f958e48b9" /><Relationship Type="http://schemas.openxmlformats.org/officeDocument/2006/relationships/notesMaster" Target="/ppt/notesMasters/notesMaster1.xml" Id="R71756fecfba8447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a36849c60aa4d41" /><Relationship Type="http://schemas.openxmlformats.org/officeDocument/2006/relationships/notesMaster" Target="/ppt/notesMasters/notesMaster1.xml" Id="R17f480620dfd487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358e42c30344094" /><Relationship Type="http://schemas.openxmlformats.org/officeDocument/2006/relationships/notesMaster" Target="/ppt/notesMasters/notesMaster1.xml" Id="R6c572fb4696c4e4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e11a86b53a440ff" /><Relationship Type="http://schemas.openxmlformats.org/officeDocument/2006/relationships/notesMaster" Target="/ppt/notesMasters/notesMaster1.xml" Id="Rd8d796bcfc5542b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a0643caf22142dd" /><Relationship Type="http://schemas.openxmlformats.org/officeDocument/2006/relationships/notesMaster" Target="/ppt/notesMasters/notesMaster1.xml" Id="Rf7ccdf7b8d064ca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97da51538f348df" /><Relationship Type="http://schemas.openxmlformats.org/officeDocument/2006/relationships/notesMaster" Target="/ppt/notesMasters/notesMaster1.xml" Id="Red34ec9d42bc4a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template_id: lesson.title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Титульный слайд отдельного урока с номером, названием и обозначением модуля.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Пример: Урок 1.4. Первые решения мастера.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template_id: staging.blank</a:t>
            </a:r>
          </a:p>
          <a:p xmlns:a="http://schemas.openxmlformats.org/drawingml/2006/main">
            <a:r>
              <a:t>Пустая техническая основа для диалога: сборщик вставляет сцену с Алексеем и Денисом и сохраняет реплики в служебном поле.</a:t>
            </a:r>
          </a:p>
          <a:p xmlns:a="http://schemas.openxmlformats.org/drawingml/2006/main">
            <a:r>
              <a:t>Пример: Алексей задаёт вопрос о постановке задачи, Денис отвечает на производственном участке.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template_id: compare.two.intro.detailed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Вступление и два вместительных столбца для подробного сопоставления двух объектов, подходов или состояний.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Пример: Сравнение работы мастера на конвейерном и мелкосерийном производстве с несколькими предложениями на каждую сторону.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template_id: cards.3</a:t>
            </a:r>
            <a:endParaRPr/>
          </a:p>
          <a:p xmlns:a="http://schemas.openxmlformats.org/drawingml/2006/main">
            <a:r>
              <a:t>Три самостоятельные карточки для трёх равнозначных идей, действий или признаков.</a:t>
            </a:r>
            <a:endParaRPr/>
          </a:p>
          <a:p xmlns:a="http://schemas.openxmlformats.org/drawingml/2006/main">
            <a:r>
              <a:t>Пример: Три уровня реакции мастера на отклонение.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template_id: compare.two.intro.detailed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Вступление и два вместительных столбца для подробного сопоставления двух объектов, подходов или состояний.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Пример: Сравнение работы мастера на конвейерном и мелкосерийном производстве с несколькими предложениями на каждую сторону.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template_id: context.definition.explanation</a:t>
            </a:r>
            <a:endParaRPr/>
          </a:p>
          <a:p xmlns:a="http://schemas.openxmlformats.org/drawingml/2006/main">
            <a:r>
              <a:t>Вводный контекст, определение и пояснение образуют последовательное знакомство с новым понятием.</a:t>
            </a:r>
            <a:endParaRPr/>
          </a:p>
          <a:p xmlns:a="http://schemas.openxmlformats.org/drawingml/2006/main">
            <a:r>
              <a:t>Пример: Почему возникает отклонение, что такое обратная связь и как она влияет на повторение результата.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template_id: staging.interaction</a:t>
            </a:r>
          </a:p>
          <a:p xmlns:a="http://schemas.openxmlformats.org/drawingml/2006/main">
            <a:r>
              <a:t>Пустая техническая основа для будущей интерактивности; полный исходный блок сохраняется для последующей авторской разработки.</a:t>
            </a:r>
          </a:p>
          <a:p xmlns:a="http://schemas.openxmlformats.org/drawingml/2006/main">
            <a:r>
              <a:t>Пример: Задание на сопоставление действий мастера и возможных последствий.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template_id: staging.interaction</a:t>
            </a:r>
          </a:p>
          <a:p xmlns:a="http://schemas.openxmlformats.org/drawingml/2006/main">
            <a:r>
              <a:t>Пустая техническая основа для будущей интерактивности; полный исходный блок сохраняется для последующей авторской разработки.</a:t>
            </a:r>
          </a:p>
          <a:p xmlns:a="http://schemas.openxmlformats.org/drawingml/2006/main">
            <a:r>
              <a:t>Пример: Задание на сопоставление действий мастера и возможных последствий.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template_id: text.key-idea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Связное объяснение и отдельно подчеркнутая основная мысль, которую обучающийся должен запомнить.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Пример: Пояснение последствий исключений для друзей и итог о единых правилах для всей бригады.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template_id: cards.3</a:t>
            </a:r>
            <a:endParaRPr/>
          </a:p>
          <a:p xmlns:a="http://schemas.openxmlformats.org/drawingml/2006/main">
            <a:r>
              <a:t>Три самостоятельные карточки для трёх равнозначных идей, действий или признаков.</a:t>
            </a:r>
            <a:endParaRPr/>
          </a:p>
          <a:p xmlns:a="http://schemas.openxmlformats.org/drawingml/2006/main">
            <a:r>
              <a:t>Пример: Три уровня реакции мастера на отклонение.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template_id: cards.6</a:t>
            </a:r>
            <a:endParaRPr/>
          </a:p>
          <a:p xmlns:a="http://schemas.openxmlformats.org/drawingml/2006/main">
            <a:r>
              <a:t>Шесть самостоятельных карточек для компактных однородных элементов, которые полезно видеть одновременно.</a:t>
            </a:r>
            <a:endParaRPr/>
          </a:p>
          <a:p xmlns:a="http://schemas.openxmlformats.org/drawingml/2006/main">
            <a:r>
              <a:t>Пример: Шесть типичных сигналов о риске брака или простоя.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template_id: text.plain</a:t>
            </a:r>
            <a:endParaRPr/>
          </a:p>
          <a:p xmlns:a="http://schemas.openxmlformats.org/drawingml/2006/main">
            <a:r>
              <a:t>Один связный текст на плашке, когда логика последовательно раскрывается внутри нескольких абзацев и не требует отдельной схемы.</a:t>
            </a:r>
            <a:endParaRPr/>
          </a:p>
          <a:p xmlns:a="http://schemas.openxmlformats.org/drawingml/2006/main">
            <a:r>
              <a:t>Пример: Объяснение роли мастера в начале смены и влияния его решений на работу участка.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template_id: intro.body.conclusion</a:t>
            </a:r>
            <a:endParaRPr/>
          </a:p>
          <a:p xmlns:a="http://schemas.openxmlformats.org/drawingml/2006/main">
            <a:r>
              <a:t>Вступление, основное объяснение и отдельный вывод сохраняют ход рассуждения и позволяют выделить итог для обучающегося.</a:t>
            </a:r>
            <a:endParaRPr/>
          </a:p>
          <a:p xmlns:a="http://schemas.openxmlformats.org/drawingml/2006/main">
            <a:r>
              <a:t>Пример: Общее изменение отношений после назначения, объяснение рабочей дистанции со списком и итог о сохранении авторитета.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template_id: example.full</a:t>
            </a:r>
            <a:endParaRPr/>
          </a:p>
          <a:p xmlns:a="http://schemas.openxmlformats.org/drawingml/2006/main">
            <a:r>
              <a:t>Один развёрнутый пример или производственная история занимает основное пространство слайда.</a:t>
            </a:r>
            <a:endParaRPr/>
          </a:p>
          <a:p xmlns:a="http://schemas.openxmlformats.org/drawingml/2006/main">
            <a:r>
              <a:t>Пример: Диалог о срочном заказе и объяснение, почему рабочий воспринял задачу как необязательную просьбу.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template_id: text.key-idea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Связное объяснение и отдельно подчеркнутая основная мысль, которую обучающийся должен запомнить.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Пример: Пояснение последствий исключений для друзей и итог о единых правилах для всей бригады.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template_id: compare.two.intro.detailed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Вступление и два вместительных столбца для подробного сопоставления двух объектов, подходов или состояний.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Пример: Сравнение работы мастера на конвейерном и мелкосерийном производстве с несколькими предложениями на каждую сторону.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template_id: example.full</a:t>
            </a:r>
            <a:endParaRPr/>
          </a:p>
          <a:p xmlns:a="http://schemas.openxmlformats.org/drawingml/2006/main">
            <a:r>
              <a:t>Один развёрнутый пример или производственная история занимает основное пространство слайда.</a:t>
            </a:r>
            <a:endParaRPr/>
          </a:p>
          <a:p xmlns:a="http://schemas.openxmlformats.org/drawingml/2006/main">
            <a:r>
              <a:t>Пример: Диалог о срочном заказе и объяснение, почему рабочий воспринял задачу как необязательную просьбу.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template_id: compare.two.intro.detailed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Вступление и два вместительных столбца для подробного сопоставления двух объектов, подходов или состояний.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Пример: Сравнение работы мастера на конвейерном и мелкосерийном производстве с несколькими предложениями на каждую сторону.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template_id: example.full</a:t>
            </a:r>
            <a:endParaRPr/>
          </a:p>
          <a:p xmlns:a="http://schemas.openxmlformats.org/drawingml/2006/main">
            <a:r>
              <a:t>Один развёрнутый пример или производственная история занимает основное пространство слайда.</a:t>
            </a:r>
            <a:endParaRPr/>
          </a:p>
          <a:p xmlns:a="http://schemas.openxmlformats.org/drawingml/2006/main">
            <a:r>
              <a:t>Пример: Диалог о срочном заказе и объяснение, почему рабочий воспринял задачу как необязательную просьбу.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template_id: text.plain</a:t>
            </a:r>
            <a:endParaRPr/>
          </a:p>
          <a:p xmlns:a="http://schemas.openxmlformats.org/drawingml/2006/main">
            <a:r>
              <a:t>Один связный текст на плашке, когда логика последовательно раскрывается внутри нескольких абзацев и не требует отдельной схемы.</a:t>
            </a:r>
            <a:endParaRPr/>
          </a:p>
          <a:p xmlns:a="http://schemas.openxmlformats.org/drawingml/2006/main">
            <a:r>
              <a:t>Пример: Объяснение роли мастера в начале смены и влияния его решений на работу участка.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template_id: example.full</a:t>
            </a:r>
            <a:endParaRPr/>
          </a:p>
          <a:p xmlns:a="http://schemas.openxmlformats.org/drawingml/2006/main">
            <a:r>
              <a:t>Один развёрнутый пример или производственная история занимает основное пространство слайда.</a:t>
            </a:r>
            <a:endParaRPr/>
          </a:p>
          <a:p xmlns:a="http://schemas.openxmlformats.org/drawingml/2006/main">
            <a:r>
              <a:t>Пример: Диалог о срочном заказе и объяснение, почему рабочий воспринял задачу как необязательную просьбу.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template_id: text.key-idea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Связное объяснение и отдельно подчеркнутая основная мысль, которую обучающийся должен запомнить.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Пример: Пояснение последствий исключений для друзей и итог о единых правилах для всей бригады.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template_id: example.full</a:t>
            </a:r>
            <a:endParaRPr/>
          </a:p>
          <a:p xmlns:a="http://schemas.openxmlformats.org/drawingml/2006/main">
            <a:r>
              <a:t>Один развёрнутый пример или производственная история занимает основное пространство слайда.</a:t>
            </a:r>
            <a:endParaRPr/>
          </a:p>
          <a:p xmlns:a="http://schemas.openxmlformats.org/drawingml/2006/main">
            <a:r>
              <a:t>Пример: Диалог о срочном заказе и объяснение, почему рабочий воспринял задачу как необязательную просьбу.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template_id: text.key-idea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Связное объяснение и отдельно подчеркнутая основная мысль, которую обучающийся должен запомнить.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Пример: Пояснение последствий исключений для друзей и итог о единых правилах для всей бригады.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template_id: example.full</a:t>
            </a:r>
            <a:endParaRPr/>
          </a:p>
          <a:p xmlns:a="http://schemas.openxmlformats.org/drawingml/2006/main">
            <a:r>
              <a:t>Один развёрнутый пример или производственная история занимает основное пространство слайда.</a:t>
            </a:r>
            <a:endParaRPr/>
          </a:p>
          <a:p xmlns:a="http://schemas.openxmlformats.org/drawingml/2006/main">
            <a:r>
              <a:t>Пример: Диалог о срочном заказе и объяснение, почему рабочий воспринял задачу как необязательную просьбу.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template_id: compare.two.intro.detailed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Вступление и два вместительных столбца для подробного сопоставления двух объектов, подходов или состояний.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Пример: Сравнение работы мастера на конвейерном и мелкосерийном производстве с несколькими предложениями на каждую сторону.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template_id: staging.interaction</a:t>
            </a:r>
          </a:p>
          <a:p xmlns:a="http://schemas.openxmlformats.org/drawingml/2006/main">
            <a:r>
              <a:t>Пустая техническая основа для будущей интерактивности; полный исходный блок сохраняется для последующей авторской разработки.</a:t>
            </a:r>
          </a:p>
          <a:p xmlns:a="http://schemas.openxmlformats.org/drawingml/2006/main">
            <a:r>
              <a:t>Пример: Задание на сопоставление действий мастера и возможных последствий.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template_id: text.plain</a:t>
            </a:r>
            <a:endParaRPr/>
          </a:p>
          <a:p xmlns:a="http://schemas.openxmlformats.org/drawingml/2006/main">
            <a:r>
              <a:t>Один связный текст на плашке, когда логика последовательно раскрывается внутри нескольких абзацев и не требует отдельной схемы.</a:t>
            </a:r>
            <a:endParaRPr/>
          </a:p>
          <a:p xmlns:a="http://schemas.openxmlformats.org/drawingml/2006/main">
            <a:r>
              <a:t>Пример: Объяснение роли мастера в начале смены и влияния его решений на работу участка.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template_id: list.6.center-message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Шесть коротких элементов окружают общую центральную мысль и показывают их связь с единым принципом.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Пример: Шесть ежедневных действий мастера вокруг центральной цели — стабильного результата смены.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template_id: text.key-idea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Связное объяснение и отдельно подчеркнутая основная мысль, которую обучающийся должен запомнить.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Пример: Пояснение последствий исключений для друзей и итог о единых правилах для всей бригады.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41f23377954b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81b07a590a4f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e504eafd44499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414f885ce4a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64e26033c641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c6f5535d3b484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6452f707c6f46e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5beae714f943a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0c98f748d12443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1a9fbf7fc6048d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f27a78b642c420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682326f07b495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8b18d67abd1403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687190df5fa43c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1578be528c4ed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5b0cb0e7184077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7e9af54ff34457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9e4ea415a6451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e355d79e7934cbc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f98cc8fa6044e60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ed55395ca2499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64c04d5dcaf483c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587a651b1d94f11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f89c6c037674539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a0669affbdb457e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644d7cfb7d4a53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734f34285f4907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5e7317d60b74a0e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2cc7c87150d4097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cd138f426f144fb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f3e44d3c1b047d7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e55b55d9c794dda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874a55dd2e14e33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898b62e7d4f40f1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3f233beec8481c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716a107d154423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571aaeb55d54cac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b684a52c67c4ba5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6a2c4218d64292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f7591f64095484c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d305dcb63d0402a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9c61fa9f9634bf0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7e35d74dc5422f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6dc9a4e0854c7b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2bbd7297c2b4137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278fca0e8f94a7d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e859250aba3411b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b2f0658dba1493f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db65cc252784cdf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c006a5975fe4e28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d19c7edf02344bf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774c36d378244ee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daa39a5075b400d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f5cba0551f4649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7f249525434254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4a496b1cc814187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a82d4131ee4cb2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ace40aefd304abf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f36881405114060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6bc8156c5ab41f9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b45c4f5aaab4165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43ba25b53b44d2c" /></Relationships>
</file>

<file path=ppt/slideLayouts/_rels/slideLayout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c10d8823d3e46ca" /></Relationships>
</file>

<file path=ppt/slideLayouts/_rels/slideLayout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9ecdb362ed9447c" /></Relationships>
</file>

<file path=ppt/slideLayouts/_rels/slideLayout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21c3e17fa245bc" /></Relationships>
</file>

<file path=ppt/slideLayouts/_rels/slideLayout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f3953a157114986" /></Relationships>
</file>

<file path=ppt/slideLayouts/_rels/slideLayout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dcf5a616b454014" /></Relationships>
</file>

<file path=ppt/slideLayouts/_rels/slideLayout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facb5a22fa481a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6cdabec44574eeb" /></Relationships>
</file>

<file path=ppt/slideLayouts/_rels/slideLayout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f5edf28f98240cf" /></Relationships>
</file>

<file path=ppt/slideLayouts/_rels/slideLayout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605761344054ef7" /></Relationships>
</file>

<file path=ppt/slideLayouts/_rels/slideLayout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346070151144bd4" /></Relationships>
</file>

<file path=ppt/slideLayouts/_rels/slideLayout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1d8f03fa73441c3" /></Relationships>
</file>

<file path=ppt/slideLayouts/_rels/slideLayout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267ee5a36f84acc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bec160fc5114fae" /></Relationships>
</file>

<file path=ppt/slideLayouts/_rels/slideLayout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203a09f38a4d4f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b2dc24a3f9f46d1" /></Relationships>
</file>

<file path=ppt/slideLayouts/_rels/slideLayout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6b0df9be2e94519" /></Relationships>
</file>

<file path=ppt/slideLayouts/_rels/slideLayout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3768dc1a4074279" /></Relationships>
</file>

<file path=ppt/slideLayouts/_rels/slideLayout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d808e59403141cc" /></Relationships>
</file>

<file path=ppt/slideLayouts/_rels/slideLayout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cdb705feeb4991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72d7e76654e4bbb" /></Relationships>
</file>

<file path=ppt/slideLayouts/_rels/slideLayout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8cf7931ccc04973" /></Relationships>
</file>

<file path=ppt/slideLayouts/_rels/slideLayout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716a411f07d4050" /></Relationships>
</file>

<file path=ppt/slideLayouts/_rels/slideLayout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6d12b8174841db" /></Relationships>
</file>

<file path=ppt/slideLayouts/_rels/slideLayout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1dc6d808b054945" /></Relationships>
</file>

<file path=ppt/slideLayouts/_rels/slideLayout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52069f12224b6e" /></Relationships>
</file>

<file path=ppt/slideLayouts/_rels/slideLayout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04942a314c44cb" /></Relationships>
</file>

<file path=ppt/slideLayouts/_rels/slideLayout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e48a6f8f2fd4a5d" /></Relationships>
</file>

<file path=ppt/slideLayouts/_rels/slideLayout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d0f6a3974f4409e" /></Relationships>
</file>

<file path=ppt/slideLayouts/_rels/slideLayout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664a9d2fef54cfd" /></Relationships>
</file>

<file path=ppt/slideLayouts/_rels/slideLayout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00a5ef8e1314431" /></Relationships>
</file>

<file path=ppt/slideLayouts/_rels/slideLayout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e59382afa3541cd" /></Relationships>
</file>

<file path=ppt/slideLayouts/_rels/slideLayout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945c4bcef646b0" /></Relationships>
</file>

<file path=ppt/slideLayouts/_rels/slideLayout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d4fa0df8a2a4c15" /></Relationships>
</file>

<file path=ppt/slideLayouts/_rels/slideLayout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6e6028fa19d49a4" /></Relationships>
</file>

<file path=ppt/slideLayouts/_rels/slideLayout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ae73b743f640dc" /></Relationships>
</file>

<file path=ppt/slideLayouts/_rels/slideLayout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09311841f7b4241" /></Relationships>
</file>

<file path=ppt/slideLayouts/_rels/slideLayout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f8e502933b44c36" /></Relationships>
</file>

<file path=ppt/slideLayouts/_rels/slideLayout1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ba2c9c34aa34668" /></Relationships>
</file>

<file path=ppt/slideLayouts/_rels/slideLayout1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2144e8db44f46d7" /></Relationships>
</file>

<file path=ppt/slideLayouts/_rels/slideLayout1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4fe5ee4b8c74ecb" /></Relationships>
</file>

<file path=ppt/slideLayouts/_rels/slideLayout1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12b71e520814f47" /></Relationships>
</file>

<file path=ppt/slideLayouts/_rels/slideLayout1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f410a0014924c91" /></Relationships>
</file>

<file path=ppt/slideLayouts/_rels/slideLayout1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7ffa0e944049c5" /></Relationships>
</file>

<file path=ppt/slideLayouts/_rels/slideLayout1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5f5ac73bc4344d3" /></Relationships>
</file>

<file path=ppt/slideLayouts/_rels/slideLayout1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7266ab793ef40e7" /></Relationships>
</file>

<file path=ppt/slideLayouts/_rels/slideLayout1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ae5297cb384e2a" /></Relationships>
</file>

<file path=ppt/slideLayouts/_rels/slideLayout1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3c3145c86ae4b9c" /></Relationships>
</file>

<file path=ppt/slideLayouts/_rels/slideLayout1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866e03c82664110" /></Relationships>
</file>

<file path=ppt/slideLayouts/_rels/slideLayout1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022cd3dc604e44" /></Relationships>
</file>

<file path=ppt/slideLayouts/_rels/slideLayout1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428e2093d442da" /></Relationships>
</file>

<file path=ppt/slideLayouts/_rels/slideLayout1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ab50d51ab8c4fef" /></Relationships>
</file>

<file path=ppt/slideLayouts/_rels/slideLayout1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599f9b78a2b4f17" /></Relationships>
</file>

<file path=ppt/slideLayouts/_rels/slideLayout1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5661e001ac0466d" /></Relationships>
</file>

<file path=ppt/slideLayouts/_rels/slideLayout1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f071fbc6f1049aa" /></Relationships>
</file>

<file path=ppt/slideLayouts/_rels/slideLayout1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026b03247014dd5" /></Relationships>
</file>

<file path=ppt/slideLayouts/_rels/slideLayout1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437163b83974135" /></Relationships>
</file>

<file path=ppt/slideLayouts/_rels/slideLayout1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50277abe6974fca" /></Relationships>
</file>

<file path=ppt/slideLayouts/_rels/slideLayout1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14cc08ab76246f3" /></Relationships>
</file>

<file path=ppt/slideLayouts/_rels/slideLayout1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155ac0774dc4fc4" /></Relationships>
</file>

<file path=ppt/slideLayouts/_rels/slideLayout1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c64ac5ab47f48eb" /></Relationships>
</file>

<file path=ppt/slideLayouts/_rels/slideLayout1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a3d8b1f98614c21" /></Relationships>
</file>

<file path=ppt/slideLayouts/_rels/slideLayout1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35e6adce4224dc1" /></Relationships>
</file>

<file path=ppt/slideLayouts/_rels/slideLayout1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986942227484921" /></Relationships>
</file>

<file path=ppt/slideLayouts/_rels/slideLayout1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092c36293234a11" /></Relationships>
</file>

<file path=ppt/slideLayouts/_rels/slideLayout1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9bef50100f34a4d" /></Relationships>
</file>

<file path=ppt/slideLayouts/_rels/slideLayout1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5f7352a232b481e" /></Relationships>
</file>

<file path=ppt/slideLayouts/_rels/slideLayout1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aec2e8158d4cf0" /></Relationships>
</file>

<file path=ppt/slideLayouts/_rels/slideLayout1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935b8b3c23a413f" /></Relationships>
</file>

<file path=ppt/slideLayouts/_rels/slideLayout1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3ea25277c04e3f" /></Relationships>
</file>

<file path=ppt/slideLayouts/_rels/slideLayout1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27cdbbafbc4593" /></Relationships>
</file>

<file path=ppt/slideLayouts/_rels/slideLayout1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6f1f3ee744c43e1" /></Relationships>
</file>

<file path=ppt/slideLayouts/_rels/slideLayout1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f70189d32e746e8" /></Relationships>
</file>

<file path=ppt/slideLayouts/_rels/slideLayout1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bbc03fcb9914bf7" /></Relationships>
</file>

<file path=ppt/slideLayouts/_rels/slideLayout1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ede97328134161" /></Relationships>
</file>

<file path=ppt/slideLayouts/_rels/slideLayout1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97b83f9a5b412c" /></Relationships>
</file>

<file path=ppt/slideLayouts/_rels/slideLayout1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4f879f0692849c3" /></Relationships>
</file>

<file path=ppt/slideLayouts/_rels/slideLayout1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308647a613b4699" /></Relationships>
</file>

<file path=ppt/slideLayouts/_rels/slideLayout1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e7f23c53ed34e5f" /></Relationships>
</file>

<file path=ppt/slideLayouts/_rels/slideLayout1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765465633a74f32" /></Relationships>
</file>

<file path=ppt/slideLayouts/_rels/slideLayout1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5db1c347679403b" /></Relationships>
</file>

<file path=ppt/slideLayouts/_rels/slideLayout1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bf41377dec4c36" /></Relationships>
</file>

<file path=ppt/slideLayouts/_rels/slideLayout1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3a8364eb0b94125" /></Relationships>
</file>

<file path=ppt/slideLayouts/_rels/slideLayout1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11db1dc8f3d4ff9" /></Relationships>
</file>

<file path=ppt/slideLayouts/_rels/slideLayout1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f810fae9574813" /></Relationships>
</file>

<file path=ppt/slideLayouts/_rels/slideLayout1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33befb2ad774769" /></Relationships>
</file>

<file path=ppt/slideLayouts/_rels/slideLayout1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65ef46f48d448d5" /></Relationships>
</file>

<file path=ppt/slideLayouts/_rels/slideLayout1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ec5e44a60664b0a" /></Relationships>
</file>

<file path=ppt/slideLayouts/_rels/slideLayout1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a0231cb24ad4434" /></Relationships>
</file>

<file path=ppt/slideLayouts/_rels/slideLayout1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ef02a122b644ffe" /></Relationships>
</file>

<file path=ppt/slideLayouts/_rels/slideLayout1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20225248692488d" /></Relationships>
</file>

<file path=ppt/slideLayouts/_rels/slideLayout1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efdd92ce85b4bf5" /></Relationships>
</file>

<file path=ppt/slideLayouts/_rels/slideLayout1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36cec8c90994e58" /></Relationships>
</file>

<file path=ppt/slideLayouts/_rels/slideLayout1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58386e7eebf4573" /></Relationships>
</file>

<file path=ppt/slideLayouts/_rels/slideLayout1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3f0e3697d024eca" /></Relationships>
</file>

<file path=ppt/slideLayouts/_rels/slideLayout1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0e21aba80d54998" /></Relationships>
</file>

<file path=ppt/slideLayouts/_rels/slideLayout1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28096bb3b124ec0" /></Relationships>
</file>

<file path=ppt/slideLayouts/_rels/slideLayout1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5607d83c2604031" /></Relationships>
</file>

<file path=ppt/slideLayouts/_rels/slideLayout1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fb792049f13405d" /></Relationships>
</file>

<file path=ppt/slideLayouts/_rels/slideLayout1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7bd058cdfe640f1" /></Relationships>
</file>

<file path=ppt/slideLayouts/_rels/slideLayout1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43b96cb965b4ea0" /></Relationships>
</file>

<file path=ppt/slideLayouts/_rels/slideLayout1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65f3a172a0b43d2" /></Relationships>
</file>

<file path=ppt/slideLayouts/_rels/slideLayout1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ec149e6561442ed" /></Relationships>
</file>

<file path=ppt/slideLayouts/_rels/slideLayout1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0b3a3c559147d9" /></Relationships>
</file>

<file path=ppt/slideLayouts/_rels/slideLayout1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38f7adb4f2498f" /></Relationships>
</file>

<file path=ppt/slideLayouts/_rels/slideLayout1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5985a956a124020" /></Relationships>
</file>

<file path=ppt/slideLayouts/_rels/slideLayout1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bbb8c1ff1c4637" /></Relationships>
</file>

<file path=ppt/slideLayouts/_rels/slideLayout1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3f4dc1fc5254131" /></Relationships>
</file>

<file path=ppt/slideLayouts/_rels/slideLayout1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8a4218b04d46b1" /></Relationships>
</file>

<file path=ppt/slideLayouts/_rels/slideLayout1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531b50d9f324772" /></Relationships>
</file>

<file path=ppt/slideLayouts/_rels/slideLayout1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bfc93e427564857" /></Relationships>
</file>

<file path=ppt/slideLayouts/_rels/slideLayout1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4118eafc4fe439f" /></Relationships>
</file>

<file path=ppt/slideLayouts/_rels/slideLayout1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7b3c7bd99744a6" /></Relationships>
</file>

<file path=ppt/slideLayouts/_rels/slideLayout1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9af54c01c38403e" /></Relationships>
</file>

<file path=ppt/slideLayouts/_rels/slideLayout1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41e9e6605254451" /></Relationships>
</file>

<file path=ppt/slideLayouts/_rels/slideLayout1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bdd8132afe74882" /></Relationships>
</file>

<file path=ppt/slideLayouts/_rels/slideLayout1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c9b5527e70f45df" /></Relationships>
</file>

<file path=ppt/slideLayouts/_rels/slideLayout1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fc3d69472da4b83" /></Relationships>
</file>

<file path=ppt/slideLayouts/_rels/slideLayout1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d5310922c6c4507" /></Relationships>
</file>

<file path=ppt/slideLayouts/_rels/slideLayout1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cc26da76ab24033" /></Relationships>
</file>

<file path=ppt/slideLayouts/_rels/slideLayout1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3858f5fa4b044f0" /></Relationships>
</file>

<file path=ppt/slideLayouts/_rels/slideLayout1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b54123f828a4fe7" /></Relationships>
</file>

<file path=ppt/slideLayouts/_rels/slideLayout1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578e7fb3bee482b" /></Relationships>
</file>

<file path=ppt/slideLayouts/_rels/slideLayout1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5b3364cabb4d09" /></Relationships>
</file>

<file path=ppt/slideLayouts/_rels/slideLayout1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b6bcb4ccb7140c6" /></Relationships>
</file>

<file path=ppt/slideLayouts/_rels/slideLayout1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6683a65d7bf459c" /></Relationships>
</file>

<file path=ppt/slideLayouts/_rels/slideLayout1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65e25f783f241f6" /></Relationships>
</file>

<file path=ppt/slideLayouts/_rels/slideLayout1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645e4c921da4f89" /></Relationships>
</file>

<file path=ppt/slideLayouts/_rels/slideLayout1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ce2dc6520b4e19" /></Relationships>
</file>

<file path=ppt/slideLayouts/_rels/slideLayout1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6c7f6da65214be0" /></Relationships>
</file>

<file path=ppt/slideLayouts/_rels/slideLayout1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fc28b6303964c69" /></Relationships>
</file>

<file path=ppt/slideLayouts/_rels/slideLayout1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e4ea9e2828a4d9e" /></Relationships>
</file>

<file path=ppt/slideLayouts/_rels/slideLayout1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a0c3c9ec5344044" /></Relationships>
</file>

<file path=ppt/slideLayouts/_rels/slideLayout1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ae894a9df9141e8" /></Relationships>
</file>

<file path=ppt/slideLayouts/_rels/slideLayout1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67d17a2bce04300" /></Relationships>
</file>

<file path=ppt/slideLayouts/_rels/slideLayout1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4f10674be414ac5" /></Relationships>
</file>

<file path=ppt/slideLayouts/_rels/slideLayout1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3d1de76d5ce43de" /></Relationships>
</file>

<file path=ppt/slideLayouts/_rels/slideLayout1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9236c2369ca485d" /></Relationships>
</file>

<file path=ppt/slideLayouts/_rels/slideLayout2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a675fecb80d45ee" /></Relationships>
</file>

<file path=ppt/slideLayouts/_rels/slideLayout2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d08041ff754f45" /></Relationships>
</file>

<file path=ppt/slideLayouts/_rels/slideLayout2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b6274da67d14c58" /></Relationships>
</file>

<file path=ppt/slideLayouts/_rels/slideLayout2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83355344dbd4495" /></Relationships>
</file>

<file path=ppt/slideLayouts/_rels/slideLayout2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8c151a4ea3a4a4f" /></Relationships>
</file>

<file path=ppt/slideLayouts/_rels/slideLayout2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397162091547c4" /></Relationships>
</file>

<file path=ppt/slideLayouts/_rels/slideLayout2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e2da76f7d4c4433" /></Relationships>
</file>

<file path=ppt/slideLayouts/_rels/slideLayout2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f21d858adf74fe2" /></Relationships>
</file>

<file path=ppt/slideLayouts/_rels/slideLayout2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4aabb6480bd490a" /></Relationships>
</file>

<file path=ppt/slideLayouts/_rels/slideLayout2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e77e0f0c55481f" /></Relationships>
</file>

<file path=ppt/slideLayouts/_rels/slideLayout2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31d61df8e044006" /></Relationships>
</file>

<file path=ppt/slideLayouts/_rels/slideLayout2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1ec08d49cac4129" /></Relationships>
</file>

<file path=ppt/slideLayouts/_rels/slideLayout2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9fe3a54ca5b41ca" /></Relationships>
</file>

<file path=ppt/slideLayouts/_rels/slideLayout2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c1eea70c4a94a45" /></Relationships>
</file>

<file path=ppt/slideLayouts/_rels/slideLayout2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53d1696c513404c" /></Relationships>
</file>

<file path=ppt/slideLayouts/_rels/slideLayout2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d26734edcc94368" /></Relationships>
</file>

<file path=ppt/slideLayouts/_rels/slideLayout2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221770d20c476e" /></Relationships>
</file>

<file path=ppt/slideLayouts/_rels/slideLayout2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93c58689204260" /></Relationships>
</file>

<file path=ppt/slideLayouts/_rels/slideLayout2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42ba12ff1904c21" /></Relationships>
</file>

<file path=ppt/slideLayouts/_rels/slideLayout2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9f025dcebb4482c" /></Relationships>
</file>

<file path=ppt/slideLayouts/_rels/slideLayout2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94e7e1fac645ea" /></Relationships>
</file>

<file path=ppt/slideLayouts/_rels/slideLayout2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792dd9487cd4ab7" /></Relationships>
</file>

<file path=ppt/slideLayouts/_rels/slideLayout2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81d9a6c2934865" /></Relationships>
</file>

<file path=ppt/slideLayouts/_rels/slideLayout2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e1c660cfd2841a8" /></Relationships>
</file>

<file path=ppt/slideLayouts/_rels/slideLayout2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f356f0bca064860" /></Relationships>
</file>

<file path=ppt/slideLayouts/_rels/slideLayout2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623273841b4343" /></Relationships>
</file>

<file path=ppt/slideLayouts/_rels/slideLayout2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d5cf5a9cf454ec8" /></Relationships>
</file>

<file path=ppt/slideLayouts/_rels/slideLayout2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7032a65bc1c4487" /></Relationships>
</file>

<file path=ppt/slideLayouts/_rels/slideLayout2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ce7f493d5b24629" /></Relationships>
</file>

<file path=ppt/slideLayouts/_rels/slideLayout2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cc2667248784ae8" /></Relationships>
</file>

<file path=ppt/slideLayouts/_rels/slideLayout2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3cfa3786bda4f2f" /></Relationships>
</file>

<file path=ppt/slideLayouts/_rels/slideLayout2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f3d48d448d04b69" /></Relationships>
</file>

<file path=ppt/slideLayouts/_rels/slideLayout2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7f2d9c1e464c0c" /></Relationships>
</file>

<file path=ppt/slideLayouts/_rels/slideLayout2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b23b1026c54e3b" /></Relationships>
</file>

<file path=ppt/slideLayouts/_rels/slideLayout2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981c08af83d488d" /></Relationships>
</file>

<file path=ppt/slideLayouts/slideLayout1.xml><?xml version="1.0" encoding="utf-8"?>
<p:sldLayout xmlns:p="http://schemas.openxmlformats.org/presentationml/2006/main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matchingName="Blank slide" type="blank">
  <p:cSld name="Blank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matchingName="Section header 1">
  <p:cSld name="Section header 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7" name="Google Shape;1257;p33">
            <a:extLst xmlns:a="http://schemas.openxmlformats.org/drawingml/2006/main">
              <a:ext uri="{FF2B5EF4-FFF2-40B4-BE49-F238E27FC236}">
                <a16:creationId xmlns:a16="http://schemas.microsoft.com/office/drawing/2014/main" id="{2F96415F-CD0A-41D0-AB9C-C53C7E33F3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39449" y="3002440"/>
            <a:ext cx="4702800" cy="17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58" name="Google Shape;1258;p33">
            <a:extLst xmlns:a="http://schemas.openxmlformats.org/drawingml/2006/main">
              <a:ext uri="{FF2B5EF4-FFF2-40B4-BE49-F238E27FC236}">
                <a16:creationId xmlns:a16="http://schemas.microsoft.com/office/drawing/2014/main" id="{EBE21DC3-D87D-451E-908A-0F4326EDB55C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3839433" y="1323640"/>
            <a:ext cx="2088800" cy="144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rgbClr val="3F454F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259" name="Google Shape;1259;p33">
            <a:extLst xmlns:a="http://schemas.openxmlformats.org/drawingml/2006/main">
              <a:ext uri="{FF2B5EF4-FFF2-40B4-BE49-F238E27FC236}">
                <a16:creationId xmlns:a16="http://schemas.microsoft.com/office/drawing/2014/main" id="{3D5E204D-A166-400D-A049-2F32C40D37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39449" y="5019631"/>
            <a:ext cx="3185600" cy="77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9pPr>
          </a:lstStyle>
          <a:p xmlns:a="http://schemas.openxmlformats.org/drawingml/2006/main">
            <a:endParaRPr/>
          </a:p>
        </p:txBody>
      </p:sp>
      <p:cxnSp>
        <p:nvCxnSpPr>
          <p:cNvPr id="1276" name="Google Shape;1260;p33"/>
          <p:cNvCxnSpPr/>
          <p:nvPr/>
        </p:nvCxnSpPr>
        <p:spPr>
          <a:xfrm xmlns:a="http://schemas.openxmlformats.org/drawingml/2006/main" rot="10800000">
            <a:off x="3971184" y="2820651"/>
            <a:ext cx="8220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4.xml><?xml version="1.0" encoding="utf-8"?>
<p:sldLayout xmlns:p="http://schemas.openxmlformats.org/presentationml/2006/main" matchingName="Title slide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 Shape;9;p2">
            <a:extLst xmlns:a="http://schemas.openxmlformats.org/drawingml/2006/main">
              <a:ext uri="{FF2B5EF4-FFF2-40B4-BE49-F238E27FC236}">
                <a16:creationId xmlns:a16="http://schemas.microsoft.com/office/drawing/2014/main" id="{90FD6B1D-6012-41D5-A54B-6645C215508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926600" y="1658100"/>
            <a:ext cx="6328400" cy="273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latin typeface="Bahnschrift SemiBold Condensed"/>
                <a:ea typeface="Bahnschrift SemiBold Condensed"/>
                <a:cs typeface="Bahnschrift SemiBold Condense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 xmlns:a="http://schemas.openxmlformats.org/drawingml/2006/main">
            <a:endParaRPr/>
          </a:p>
        </p:txBody>
      </p:sp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0A1F4081-0714-4830-AB4A-1AD9C186E1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01267" y="4394900"/>
            <a:ext cx="4389600" cy="105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latin typeface="Nunito"/>
                <a:ea typeface="Nunito"/>
                <a:cs typeface="Nunito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and text 3">
  <p:cSld name="Title and text 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1" name="Google Shape;1161;p30">
            <a:extLst xmlns:a="http://schemas.openxmlformats.org/drawingml/2006/main">
              <a:ext uri="{FF2B5EF4-FFF2-40B4-BE49-F238E27FC236}">
                <a16:creationId xmlns:a16="http://schemas.microsoft.com/office/drawing/2014/main" id="{D6EA95A7-FB20-48A4-A769-D0B455FB18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2522580"/>
            <a:ext cx="4553520" cy="218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9466">
                <a:latin typeface="Bahnschrift SemiBold Condensed"/>
                <a:ea typeface="Bahnschrift SemiBold Condensed"/>
                <a:cs typeface="Bahnschrift SemiBold Condensed"/>
              </a:defRPr>
            </a:lvl1pPr>
            <a:lvl2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 xmlns:a="http://schemas.openxmlformats.org/drawingml/2006/main">
            <a:endParaRPr/>
          </a:p>
        </p:txBody>
      </p:sp>
      <p:sp>
        <p:nvSpPr>
          <p:cNvPr id="1162" name="Google Shape;1162;p30">
            <a:extLst xmlns:a="http://schemas.openxmlformats.org/drawingml/2006/main">
              <a:ext uri="{FF2B5EF4-FFF2-40B4-BE49-F238E27FC236}">
                <a16:creationId xmlns:a16="http://schemas.microsoft.com/office/drawing/2014/main" id="{199B9BF5-5D93-417D-ABAC-C996820800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539433" y="2586565"/>
            <a:ext cx="4701600" cy="218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Nunito"/>
                <a:ea typeface="Nunito"/>
                <a:cs typeface="Nunito"/>
              </a:defRPr>
            </a:lvl1pPr>
            <a:lvl2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cxnSp>
        <p:nvCxnSpPr>
          <p:cNvPr id="1175" name="Google Shape;1163;p30"/>
          <p:cNvCxnSpPr/>
          <p:nvPr/>
        </p:nvCxnSpPr>
        <p:spPr>
          <a:xfrm xmlns:a="http://schemas.openxmlformats.org/drawingml/2006/main">
            <a:off x="6096000" y="-162400"/>
            <a:ext cx="0" cy="50140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6.xml><?xml version="1.0" encoding="utf-8"?>
<p:sldLayout xmlns:p="http://schemas.openxmlformats.org/presentationml/2006/main" userDrawn="1">
  <p:cSld name="1_Financial Tab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05C30B42-31EB-4799-AC3E-CBB9D97151D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ull Backgour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ADCFAF8D-3DB7-4A27-B9E7-E57885B1D56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Cover Page_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29086015-4857-44A6-BF76-194CF6EC5C5A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7472362" y="1784350"/>
            <a:ext cx="3321050" cy="3311526"/>
          </a:xfrm>
          <a:custGeom xmlns:a="http://schemas.openxmlformats.org/drawingml/2006/main">
            <a:gdLst>
              <a:gd name="connsiteX0" fmla="*/ 1660525 w 3321050"/>
              <a:gd name="connsiteY0" fmla="*/ 0 h 3311526"/>
              <a:gd name="connsiteX1" fmla="*/ 3321050 w 3321050"/>
              <a:gd name="connsiteY1" fmla="*/ 1655763 h 3311526"/>
              <a:gd name="connsiteX2" fmla="*/ 1660525 w 3321050"/>
              <a:gd name="connsiteY2" fmla="*/ 3311526 h 3311526"/>
              <a:gd name="connsiteX3" fmla="*/ 0 w 3321050"/>
              <a:gd name="connsiteY3" fmla="*/ 1655763 h 3311526"/>
              <a:gd name="connsiteX4" fmla="*/ 1660525 w 3321050"/>
              <a:gd name="connsiteY4" fmla="*/ 0 h 3311526"/>
            </a:gdLst>
            <a:rect l="l" t="t" r="r" b="b"/>
            <a:pathLst>
              <a:path w="3321050" h="3311526">
                <a:moveTo>
                  <a:pt x="1660525" y="0"/>
                </a:moveTo>
                <a:cubicBezTo>
                  <a:pt x="2577608" y="0"/>
                  <a:pt x="3321050" y="741310"/>
                  <a:pt x="3321050" y="1655763"/>
                </a:cubicBezTo>
                <a:cubicBezTo>
                  <a:pt x="3321050" y="2570216"/>
                  <a:pt x="2577608" y="3311526"/>
                  <a:pt x="1660525" y="3311526"/>
                </a:cubicBezTo>
                <a:cubicBezTo>
                  <a:pt x="743442" y="3311526"/>
                  <a:pt x="0" y="2570216"/>
                  <a:pt x="0" y="1655763"/>
                </a:cubicBezTo>
                <a:cubicBezTo>
                  <a:pt x="0" y="741310"/>
                  <a:pt x="743442" y="0"/>
                  <a:pt x="166052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>
              <a:buNone/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 xmlns:a="http://schemas.openxmlformats.org/drawingml/2006/main">
            <a:pPr marL="0" lvl="0" indent="0" algn="ctr">
              <a:buNone/>
            </a:pPr>
            <a:r>
              <a:t>Image placholder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Welcome Massage_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A6F19C91-6B85-40AB-8650-E069A7788EA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Welcome Massage_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67BB1EF-1330-478E-A8C1-AE1A6159C80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16725" y="781050"/>
            <a:ext cx="4543560" cy="5270530"/>
          </a:xfrm>
          <a:custGeom xmlns:a="http://schemas.openxmlformats.org/drawingml/2006/main">
            <a:gdLst>
              <a:gd name="connsiteX0" fmla="*/ 0 w 4543560"/>
              <a:gd name="connsiteY0" fmla="*/ 0 h 5270530"/>
              <a:gd name="connsiteX1" fmla="*/ 4543560 w 4543560"/>
              <a:gd name="connsiteY1" fmla="*/ 2635265 h 5270530"/>
              <a:gd name="connsiteX2" fmla="*/ 0 w 4543560"/>
              <a:gd name="connsiteY2" fmla="*/ 5270530 h 5270530"/>
            </a:gdLst>
            <a:rect l="l" t="t" r="r" b="b"/>
            <a:pathLst>
              <a:path w="4543560" h="5270530">
                <a:moveTo>
                  <a:pt x="0" y="0"/>
                </a:moveTo>
                <a:lnTo>
                  <a:pt x="4543560" y="2635265"/>
                </a:lnTo>
                <a:lnTo>
                  <a:pt x="0" y="527053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Cover Page_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1EFFA0AB-A2A2-4D2D-9E13-225D66D1818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213725" y="1508126"/>
            <a:ext cx="3727450" cy="3711575"/>
          </a:xfrm>
          <a:custGeom xmlns:a="http://schemas.openxmlformats.org/drawingml/2006/main">
            <a:gdLst>
              <a:gd name="connsiteX0" fmla="*/ 12700 w 3727450"/>
              <a:gd name="connsiteY0" fmla="*/ 0 h 3711575"/>
              <a:gd name="connsiteX1" fmla="*/ 1873250 w 3727450"/>
              <a:gd name="connsiteY1" fmla="*/ 0 h 3711575"/>
              <a:gd name="connsiteX2" fmla="*/ 3727450 w 3727450"/>
              <a:gd name="connsiteY2" fmla="*/ 1849438 h 3711575"/>
              <a:gd name="connsiteX3" fmla="*/ 1860550 w 3727450"/>
              <a:gd name="connsiteY3" fmla="*/ 3711575 h 3711575"/>
              <a:gd name="connsiteX4" fmla="*/ 0 w 3727450"/>
              <a:gd name="connsiteY4" fmla="*/ 3711575 h 3711575"/>
              <a:gd name="connsiteX5" fmla="*/ 1866900 w 3727450"/>
              <a:gd name="connsiteY5" fmla="*/ 1849438 h 3711575"/>
            </a:gdLst>
            <a:rect l="l" t="t" r="r" b="b"/>
            <a:pathLst>
              <a:path w="3727450" h="3711575">
                <a:moveTo>
                  <a:pt x="12700" y="0"/>
                </a:moveTo>
                <a:lnTo>
                  <a:pt x="1873250" y="0"/>
                </a:lnTo>
                <a:lnTo>
                  <a:pt x="3727450" y="1849438"/>
                </a:lnTo>
                <a:lnTo>
                  <a:pt x="1860550" y="3711575"/>
                </a:lnTo>
                <a:lnTo>
                  <a:pt x="0" y="3711575"/>
                </a:lnTo>
                <a:lnTo>
                  <a:pt x="1866900" y="184943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Logo Page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30DE225-C75E-4229-8C15-BF8E5AC51A9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userDrawn="1">
  <p:cSld name="Cover Page-1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6EC19B0-A034-4D9A-8F56-E5749CD103E4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userDrawn="1">
  <p:cSld name="Cover Page-2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B5DBD09-BD5D-432F-AA4D-68F3A65FC55A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Welcome Massage_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27D97614-7458-415A-9C5F-F91FEE35F003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017588" y="1082675"/>
            <a:ext cx="4705350" cy="4692650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Welcome Massage_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7F94BC39-3699-416B-953F-57E04CAC8609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353050" y="0"/>
            <a:ext cx="6870700" cy="4113212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Welcome Massage_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7BEC15D8-B874-4970-829C-412D611AC521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4846638" y="1081088"/>
            <a:ext cx="4916488" cy="5776912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Welcome Massage_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59ACD7D3-FA24-4BDE-A6C7-91C0B42E0E59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622425" y="2098675"/>
            <a:ext cx="1924050" cy="2181225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Welcome Massage_0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325E3E4C-92F2-4995-B7B2-96413311684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8174" y="1654175"/>
            <a:ext cx="3559175" cy="5205413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Welcome Massage_0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9504A68D-DAF0-4D7A-8373-3FB85116C8F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588125" y="646113"/>
            <a:ext cx="4716463" cy="6196013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0F07B64D-E830-4303-9420-E669E331FDD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userDrawn="1">
  <p:cSld name="01_ Cover Slide">
    <p:bg>
      <p:bgPr>
        <a:solidFill xmlns:a="http://schemas.openxmlformats.org/drawingml/2006/main"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3.xml><?xml version="1.0" encoding="utf-8"?>
<p:sldLayout xmlns:p="http://schemas.openxmlformats.org/presentationml/2006/main" userDrawn="1">
  <p:cSld name="About Us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F49C688-5C4E-4BF2-8C26-CCE9C3709B0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920260" y="1"/>
            <a:ext cx="6271741" cy="2271713"/>
          </a:xfrm>
          <a:custGeom xmlns:a="http://schemas.openxmlformats.org/drawingml/2006/main">
            <a:gdLst>
              <a:gd name="connsiteX0" fmla="*/ 0 w 6271741"/>
              <a:gd name="connsiteY0" fmla="*/ 0 h 2271713"/>
              <a:gd name="connsiteX1" fmla="*/ 6271741 w 6271741"/>
              <a:gd name="connsiteY1" fmla="*/ 0 h 2271713"/>
              <a:gd name="connsiteX2" fmla="*/ 6271741 w 6271741"/>
              <a:gd name="connsiteY2" fmla="*/ 2271713 h 2271713"/>
              <a:gd name="connsiteX3" fmla="*/ 1438520 w 6271741"/>
              <a:gd name="connsiteY3" fmla="*/ 2271713 h 2271713"/>
            </a:gdLst>
            <a:rect l="l" t="t" r="r" b="b"/>
            <a:pathLst>
              <a:path w="6271741" h="2271713">
                <a:moveTo>
                  <a:pt x="0" y="0"/>
                </a:moveTo>
                <a:lnTo>
                  <a:pt x="6271741" y="0"/>
                </a:lnTo>
                <a:lnTo>
                  <a:pt x="6271741" y="2271713"/>
                </a:lnTo>
                <a:lnTo>
                  <a:pt x="1438520" y="227171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4.xml><?xml version="1.0" encoding="utf-8"?>
<p:sldLayout xmlns:p="http://schemas.openxmlformats.org/presentationml/2006/main" userDrawn="1">
  <p:cSld name="About Us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D7D141B-757B-42B0-853B-30151342DF4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837113" y="0"/>
            <a:ext cx="7354888" cy="6858000"/>
          </a:xfrm>
          <a:custGeom xmlns:a="http://schemas.openxmlformats.org/drawingml/2006/main">
            <a:gdLst>
              <a:gd name="connsiteX0" fmla="*/ 0 w 7354888"/>
              <a:gd name="connsiteY0" fmla="*/ 0 h 6858000"/>
              <a:gd name="connsiteX1" fmla="*/ 7354888 w 7354888"/>
              <a:gd name="connsiteY1" fmla="*/ 0 h 6858000"/>
              <a:gd name="connsiteX2" fmla="*/ 7354888 w 7354888"/>
              <a:gd name="connsiteY2" fmla="*/ 6858000 h 6858000"/>
              <a:gd name="connsiteX3" fmla="*/ 5605463 w 7354888"/>
              <a:gd name="connsiteY3" fmla="*/ 6858000 h 6858000"/>
              <a:gd name="connsiteX4" fmla="*/ 3611563 w 7354888"/>
              <a:gd name="connsiteY4" fmla="*/ 4418013 h 6858000"/>
              <a:gd name="connsiteX5" fmla="*/ 2830513 w 7354888"/>
              <a:gd name="connsiteY5" fmla="*/ 3455988 h 6858000"/>
            </a:gdLst>
            <a:rect l="l" t="t" r="r" b="b"/>
            <a:pathLst>
              <a:path w="7354888" h="6858000">
                <a:moveTo>
                  <a:pt x="0" y="0"/>
                </a:moveTo>
                <a:lnTo>
                  <a:pt x="7354888" y="0"/>
                </a:lnTo>
                <a:lnTo>
                  <a:pt x="7354888" y="6858000"/>
                </a:lnTo>
                <a:lnTo>
                  <a:pt x="5605463" y="6858000"/>
                </a:lnTo>
                <a:lnTo>
                  <a:pt x="3611563" y="4418013"/>
                </a:lnTo>
                <a:lnTo>
                  <a:pt x="2830513" y="345598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5.xml><?xml version="1.0" encoding="utf-8"?>
<p:sldLayout xmlns:p="http://schemas.openxmlformats.org/presentationml/2006/main" userDrawn="1">
  <p:cSld name="About Us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2DCCE71A-D3EB-47FB-A4DF-ABEC6A9E992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1" y="850899"/>
            <a:ext cx="6829736" cy="5156200"/>
          </a:xfrm>
          <a:custGeom xmlns:a="http://schemas.openxmlformats.org/drawingml/2006/main">
            <a:gdLst>
              <a:gd name="connsiteX0" fmla="*/ 0 w 6829736"/>
              <a:gd name="connsiteY0" fmla="*/ 0 h 5156200"/>
              <a:gd name="connsiteX1" fmla="*/ 4255168 w 6829736"/>
              <a:gd name="connsiteY1" fmla="*/ 0 h 5156200"/>
              <a:gd name="connsiteX2" fmla="*/ 6829736 w 6829736"/>
              <a:gd name="connsiteY2" fmla="*/ 2578100 h 5156200"/>
              <a:gd name="connsiteX3" fmla="*/ 4255168 w 6829736"/>
              <a:gd name="connsiteY3" fmla="*/ 5156200 h 5156200"/>
              <a:gd name="connsiteX4" fmla="*/ 0 w 6829736"/>
              <a:gd name="connsiteY4" fmla="*/ 5156200 h 5156200"/>
              <a:gd name="connsiteX5" fmla="*/ 0 w 6829736"/>
              <a:gd name="connsiteY5" fmla="*/ 4309133 h 5156200"/>
              <a:gd name="connsiteX6" fmla="*/ 4110979 w 6829736"/>
              <a:gd name="connsiteY6" fmla="*/ 4309133 h 5156200"/>
              <a:gd name="connsiteX7" fmla="*/ 4244904 w 6829736"/>
              <a:gd name="connsiteY7" fmla="*/ 4301564 h 5156200"/>
              <a:gd name="connsiteX8" fmla="*/ 4289047 w 6829736"/>
              <a:gd name="connsiteY8" fmla="*/ 4299346 h 5156200"/>
              <a:gd name="connsiteX9" fmla="*/ 4291992 w 6829736"/>
              <a:gd name="connsiteY9" fmla="*/ 4298903 h 5156200"/>
              <a:gd name="connsiteX10" fmla="*/ 4310679 w 6829736"/>
              <a:gd name="connsiteY10" fmla="*/ 4297847 h 5156200"/>
              <a:gd name="connsiteX11" fmla="*/ 4403839 w 6829736"/>
              <a:gd name="connsiteY11" fmla="*/ 4282083 h 5156200"/>
              <a:gd name="connsiteX12" fmla="*/ 4463363 w 6829736"/>
              <a:gd name="connsiteY12" fmla="*/ 4273132 h 5156200"/>
              <a:gd name="connsiteX13" fmla="*/ 4477059 w 6829736"/>
              <a:gd name="connsiteY13" fmla="*/ 4269693 h 5156200"/>
              <a:gd name="connsiteX14" fmla="*/ 4505897 w 6829736"/>
              <a:gd name="connsiteY14" fmla="*/ 4264814 h 5156200"/>
              <a:gd name="connsiteX15" fmla="*/ 4579601 w 6829736"/>
              <a:gd name="connsiteY15" fmla="*/ 4243950 h 5156200"/>
              <a:gd name="connsiteX16" fmla="*/ 4633163 w 6829736"/>
              <a:gd name="connsiteY16" fmla="*/ 4230504 h 5156200"/>
              <a:gd name="connsiteX17" fmla="*/ 4657225 w 6829736"/>
              <a:gd name="connsiteY17" fmla="*/ 4221978 h 5156200"/>
              <a:gd name="connsiteX18" fmla="*/ 4695048 w 6829736"/>
              <a:gd name="connsiteY18" fmla="*/ 4211271 h 5156200"/>
              <a:gd name="connsiteX19" fmla="*/ 4752610 w 6829736"/>
              <a:gd name="connsiteY19" fmla="*/ 4188179 h 5156200"/>
              <a:gd name="connsiteX20" fmla="*/ 4797335 w 6829736"/>
              <a:gd name="connsiteY20" fmla="*/ 4172331 h 5156200"/>
              <a:gd name="connsiteX21" fmla="*/ 4831361 w 6829736"/>
              <a:gd name="connsiteY21" fmla="*/ 4156586 h 5156200"/>
              <a:gd name="connsiteX22" fmla="*/ 4876548 w 6829736"/>
              <a:gd name="connsiteY22" fmla="*/ 4138458 h 5156200"/>
              <a:gd name="connsiteX23" fmla="*/ 4919589 w 6829736"/>
              <a:gd name="connsiteY23" fmla="*/ 4115759 h 5156200"/>
              <a:gd name="connsiteX24" fmla="*/ 4954766 w 6829736"/>
              <a:gd name="connsiteY24" fmla="*/ 4099482 h 5156200"/>
              <a:gd name="connsiteX25" fmla="*/ 4998509 w 6829736"/>
              <a:gd name="connsiteY25" fmla="*/ 4074140 h 5156200"/>
              <a:gd name="connsiteX26" fmla="*/ 5048814 w 6829736"/>
              <a:gd name="connsiteY26" fmla="*/ 4047611 h 5156200"/>
              <a:gd name="connsiteX27" fmla="*/ 5078729 w 6829736"/>
              <a:gd name="connsiteY27" fmla="*/ 4027666 h 5156200"/>
              <a:gd name="connsiteX28" fmla="*/ 5104344 w 6829736"/>
              <a:gd name="connsiteY28" fmla="*/ 4012826 h 5156200"/>
              <a:gd name="connsiteX29" fmla="*/ 5158212 w 6829736"/>
              <a:gd name="connsiteY29" fmla="*/ 3974672 h 5156200"/>
              <a:gd name="connsiteX30" fmla="*/ 5210261 w 6829736"/>
              <a:gd name="connsiteY30" fmla="*/ 3939970 h 5156200"/>
              <a:gd name="connsiteX31" fmla="*/ 5228544 w 6829736"/>
              <a:gd name="connsiteY31" fmla="*/ 3924857 h 5156200"/>
              <a:gd name="connsiteX32" fmla="*/ 5244956 w 6829736"/>
              <a:gd name="connsiteY32" fmla="*/ 3913233 h 5156200"/>
              <a:gd name="connsiteX33" fmla="*/ 5312277 w 6829736"/>
              <a:gd name="connsiteY33" fmla="*/ 3855646 h 5156200"/>
              <a:gd name="connsiteX34" fmla="*/ 5359307 w 6829736"/>
              <a:gd name="connsiteY34" fmla="*/ 3816771 h 5156200"/>
              <a:gd name="connsiteX35" fmla="*/ 5367639 w 6829736"/>
              <a:gd name="connsiteY35" fmla="*/ 3808287 h 5156200"/>
              <a:gd name="connsiteX36" fmla="*/ 5375490 w 6829736"/>
              <a:gd name="connsiteY36" fmla="*/ 3801571 h 5156200"/>
              <a:gd name="connsiteX37" fmla="*/ 5488762 w 6829736"/>
              <a:gd name="connsiteY37" fmla="*/ 3684960 h 5156200"/>
              <a:gd name="connsiteX38" fmla="*/ 5494366 w 6829736"/>
              <a:gd name="connsiteY38" fmla="*/ 3679254 h 5156200"/>
              <a:gd name="connsiteX39" fmla="*/ 5494661 w 6829736"/>
              <a:gd name="connsiteY39" fmla="*/ 3678887 h 5156200"/>
              <a:gd name="connsiteX40" fmla="*/ 5488762 w 6829736"/>
              <a:gd name="connsiteY40" fmla="*/ 3684960 h 5156200"/>
              <a:gd name="connsiteX41" fmla="*/ 5367639 w 6829736"/>
              <a:gd name="connsiteY41" fmla="*/ 3808287 h 5156200"/>
              <a:gd name="connsiteX42" fmla="*/ 5312277 w 6829736"/>
              <a:gd name="connsiteY42" fmla="*/ 3855646 h 5156200"/>
              <a:gd name="connsiteX43" fmla="*/ 5228544 w 6829736"/>
              <a:gd name="connsiteY43" fmla="*/ 3924857 h 5156200"/>
              <a:gd name="connsiteX44" fmla="*/ 5158212 w 6829736"/>
              <a:gd name="connsiteY44" fmla="*/ 3974672 h 5156200"/>
              <a:gd name="connsiteX45" fmla="*/ 5078729 w 6829736"/>
              <a:gd name="connsiteY45" fmla="*/ 4027666 h 5156200"/>
              <a:gd name="connsiteX46" fmla="*/ 4998509 w 6829736"/>
              <a:gd name="connsiteY46" fmla="*/ 4074140 h 5156200"/>
              <a:gd name="connsiteX47" fmla="*/ 4919589 w 6829736"/>
              <a:gd name="connsiteY47" fmla="*/ 4115759 h 5156200"/>
              <a:gd name="connsiteX48" fmla="*/ 4831361 w 6829736"/>
              <a:gd name="connsiteY48" fmla="*/ 4156586 h 5156200"/>
              <a:gd name="connsiteX49" fmla="*/ 4752610 w 6829736"/>
              <a:gd name="connsiteY49" fmla="*/ 4188179 h 5156200"/>
              <a:gd name="connsiteX50" fmla="*/ 4657225 w 6829736"/>
              <a:gd name="connsiteY50" fmla="*/ 4221978 h 5156200"/>
              <a:gd name="connsiteX51" fmla="*/ 4579601 w 6829736"/>
              <a:gd name="connsiteY51" fmla="*/ 4243950 h 5156200"/>
              <a:gd name="connsiteX52" fmla="*/ 4477059 w 6829736"/>
              <a:gd name="connsiteY52" fmla="*/ 4269693 h 5156200"/>
              <a:gd name="connsiteX53" fmla="*/ 4403839 w 6829736"/>
              <a:gd name="connsiteY53" fmla="*/ 4282083 h 5156200"/>
              <a:gd name="connsiteX54" fmla="*/ 4291992 w 6829736"/>
              <a:gd name="connsiteY54" fmla="*/ 4298903 h 5156200"/>
              <a:gd name="connsiteX55" fmla="*/ 4244904 w 6829736"/>
              <a:gd name="connsiteY55" fmla="*/ 4301564 h 5156200"/>
              <a:gd name="connsiteX56" fmla="*/ 4111328 w 6829736"/>
              <a:gd name="connsiteY56" fmla="*/ 4308277 h 5156200"/>
              <a:gd name="connsiteX57" fmla="*/ 0 w 6829736"/>
              <a:gd name="connsiteY57" fmla="*/ 4308277 h 5156200"/>
              <a:gd name="connsiteX58" fmla="*/ 0 w 6829736"/>
              <a:gd name="connsiteY58" fmla="*/ 847924 h 5156200"/>
              <a:gd name="connsiteX59" fmla="*/ 4194645 w 6829736"/>
              <a:gd name="connsiteY59" fmla="*/ 847924 h 5156200"/>
              <a:gd name="connsiteX60" fmla="*/ 4326816 w 6829736"/>
              <a:gd name="connsiteY60" fmla="*/ 854602 h 5156200"/>
              <a:gd name="connsiteX61" fmla="*/ 4374375 w 6829736"/>
              <a:gd name="connsiteY61" fmla="*/ 857305 h 5156200"/>
              <a:gd name="connsiteX62" fmla="*/ 4483788 w 6829736"/>
              <a:gd name="connsiteY62" fmla="*/ 874013 h 5156200"/>
              <a:gd name="connsiteX63" fmla="*/ 4556629 w 6829736"/>
              <a:gd name="connsiteY63" fmla="*/ 886550 h 5156200"/>
              <a:gd name="connsiteX64" fmla="*/ 4655935 w 6829736"/>
              <a:gd name="connsiteY64" fmla="*/ 912099 h 5156200"/>
              <a:gd name="connsiteX65" fmla="*/ 4732358 w 6829736"/>
              <a:gd name="connsiteY65" fmla="*/ 934329 h 5156200"/>
              <a:gd name="connsiteX66" fmla="*/ 4823878 w 6829736"/>
              <a:gd name="connsiteY66" fmla="*/ 967847 h 5156200"/>
              <a:gd name="connsiteX67" fmla="*/ 4900712 w 6829736"/>
              <a:gd name="connsiteY67" fmla="*/ 999817 h 5156200"/>
              <a:gd name="connsiteX68" fmla="*/ 4984607 w 6829736"/>
              <a:gd name="connsiteY68" fmla="*/ 1040258 h 5156200"/>
              <a:gd name="connsiteX69" fmla="*/ 5061003 w 6829736"/>
              <a:gd name="connsiteY69" fmla="*/ 1082402 h 5156200"/>
              <a:gd name="connsiteX70" fmla="*/ 5136588 w 6829736"/>
              <a:gd name="connsiteY70" fmla="*/ 1128353 h 5156200"/>
              <a:gd name="connsiteX71" fmla="*/ 5213040 w 6829736"/>
              <a:gd name="connsiteY71" fmla="*/ 1182096 h 5156200"/>
              <a:gd name="connsiteX72" fmla="*/ 5278610 w 6829736"/>
              <a:gd name="connsiteY72" fmla="*/ 1231164 h 5156200"/>
              <a:gd name="connsiteX73" fmla="*/ 5358847 w 6829736"/>
              <a:gd name="connsiteY73" fmla="*/ 1301601 h 5156200"/>
              <a:gd name="connsiteX74" fmla="*/ 5409562 w 6829736"/>
              <a:gd name="connsiteY74" fmla="*/ 1347730 h 5156200"/>
              <a:gd name="connsiteX75" fmla="*/ 5526074 w 6829736"/>
              <a:gd name="connsiteY75" fmla="*/ 1474576 h 5156200"/>
              <a:gd name="connsiteX76" fmla="*/ 5528368 w 6829736"/>
              <a:gd name="connsiteY76" fmla="*/ 1477102 h 5156200"/>
              <a:gd name="connsiteX77" fmla="*/ 5528251 w 6829736"/>
              <a:gd name="connsiteY77" fmla="*/ 1476946 h 5156200"/>
              <a:gd name="connsiteX78" fmla="*/ 5526074 w 6829736"/>
              <a:gd name="connsiteY78" fmla="*/ 1474576 h 5156200"/>
              <a:gd name="connsiteX79" fmla="*/ 5417148 w 6829736"/>
              <a:gd name="connsiteY79" fmla="*/ 1354630 h 5156200"/>
              <a:gd name="connsiteX80" fmla="*/ 5409562 w 6829736"/>
              <a:gd name="connsiteY80" fmla="*/ 1347730 h 5156200"/>
              <a:gd name="connsiteX81" fmla="*/ 5401937 w 6829736"/>
              <a:gd name="connsiteY81" fmla="*/ 1339429 h 5156200"/>
              <a:gd name="connsiteX82" fmla="*/ 5358847 w 6829736"/>
              <a:gd name="connsiteY82" fmla="*/ 1301601 h 5156200"/>
              <a:gd name="connsiteX83" fmla="*/ 5294384 w 6829736"/>
              <a:gd name="connsiteY83" fmla="*/ 1242969 h 5156200"/>
              <a:gd name="connsiteX84" fmla="*/ 5278610 w 6829736"/>
              <a:gd name="connsiteY84" fmla="*/ 1231164 h 5156200"/>
              <a:gd name="connsiteX85" fmla="*/ 5261599 w 6829736"/>
              <a:gd name="connsiteY85" fmla="*/ 1216231 h 5156200"/>
              <a:gd name="connsiteX86" fmla="*/ 5213040 w 6829736"/>
              <a:gd name="connsiteY86" fmla="*/ 1182096 h 5156200"/>
              <a:gd name="connsiteX87" fmla="*/ 5161298 w 6829736"/>
              <a:gd name="connsiteY87" fmla="*/ 1143375 h 5156200"/>
              <a:gd name="connsiteX88" fmla="*/ 5136588 w 6829736"/>
              <a:gd name="connsiteY88" fmla="*/ 1128353 h 5156200"/>
              <a:gd name="connsiteX89" fmla="*/ 5108472 w 6829736"/>
              <a:gd name="connsiteY89" fmla="*/ 1108589 h 5156200"/>
              <a:gd name="connsiteX90" fmla="*/ 5061003 w 6829736"/>
              <a:gd name="connsiteY90" fmla="*/ 1082402 h 5156200"/>
              <a:gd name="connsiteX91" fmla="*/ 5018758 w 6829736"/>
              <a:gd name="connsiteY91" fmla="*/ 1056720 h 5156200"/>
              <a:gd name="connsiteX92" fmla="*/ 4984607 w 6829736"/>
              <a:gd name="connsiteY92" fmla="*/ 1040258 h 5156200"/>
              <a:gd name="connsiteX93" fmla="*/ 4943794 w 6829736"/>
              <a:gd name="connsiteY93" fmla="*/ 1017743 h 5156200"/>
              <a:gd name="connsiteX94" fmla="*/ 4900712 w 6829736"/>
              <a:gd name="connsiteY94" fmla="*/ 999817 h 5156200"/>
              <a:gd name="connsiteX95" fmla="*/ 4867633 w 6829736"/>
              <a:gd name="connsiteY95" fmla="*/ 983871 h 5156200"/>
              <a:gd name="connsiteX96" fmla="*/ 4823878 w 6829736"/>
              <a:gd name="connsiteY96" fmla="*/ 967847 h 5156200"/>
              <a:gd name="connsiteX97" fmla="*/ 4768800 w 6829736"/>
              <a:gd name="connsiteY97" fmla="*/ 944929 h 5156200"/>
              <a:gd name="connsiteX98" fmla="*/ 4732358 w 6829736"/>
              <a:gd name="connsiteY98" fmla="*/ 934329 h 5156200"/>
              <a:gd name="connsiteX99" fmla="*/ 4708790 w 6829736"/>
              <a:gd name="connsiteY99" fmla="*/ 925698 h 5156200"/>
              <a:gd name="connsiteX100" fmla="*/ 4655935 w 6829736"/>
              <a:gd name="connsiteY100" fmla="*/ 912099 h 5156200"/>
              <a:gd name="connsiteX101" fmla="*/ 4584727 w 6829736"/>
              <a:gd name="connsiteY101" fmla="*/ 891387 h 5156200"/>
              <a:gd name="connsiteX102" fmla="*/ 4556629 w 6829736"/>
              <a:gd name="connsiteY102" fmla="*/ 886550 h 5156200"/>
              <a:gd name="connsiteX103" fmla="*/ 4543099 w 6829736"/>
              <a:gd name="connsiteY103" fmla="*/ 883070 h 5156200"/>
              <a:gd name="connsiteX104" fmla="*/ 4483788 w 6829736"/>
              <a:gd name="connsiteY104" fmla="*/ 874013 h 5156200"/>
              <a:gd name="connsiteX105" fmla="*/ 4392811 w 6829736"/>
              <a:gd name="connsiteY105" fmla="*/ 858353 h 5156200"/>
              <a:gd name="connsiteX106" fmla="*/ 4374375 w 6829736"/>
              <a:gd name="connsiteY106" fmla="*/ 857305 h 5156200"/>
              <a:gd name="connsiteX107" fmla="*/ 4371428 w 6829736"/>
              <a:gd name="connsiteY107" fmla="*/ 856855 h 5156200"/>
              <a:gd name="connsiteX108" fmla="*/ 4326816 w 6829736"/>
              <a:gd name="connsiteY108" fmla="*/ 854602 h 5156200"/>
              <a:gd name="connsiteX109" fmla="*/ 4194288 w 6829736"/>
              <a:gd name="connsiteY109" fmla="*/ 847067 h 5156200"/>
              <a:gd name="connsiteX110" fmla="*/ 0 w 6829736"/>
              <a:gd name="connsiteY110" fmla="*/ 847067 h 5156200"/>
              <a:gd name="connsiteX111" fmla="*/ 0 w 6829736"/>
              <a:gd name="connsiteY111" fmla="*/ 0 h 5156200"/>
            </a:gdLst>
            <a:rect l="l" t="t" r="r" b="b"/>
            <a:pathLst>
              <a:path w="6829736" h="5156200">
                <a:moveTo>
                  <a:pt x="0" y="0"/>
                </a:moveTo>
                <a:cubicBezTo>
                  <a:pt x="0" y="0"/>
                  <a:pt x="0" y="0"/>
                  <a:pt x="4255168" y="0"/>
                </a:cubicBezTo>
                <a:cubicBezTo>
                  <a:pt x="5676227" y="0"/>
                  <a:pt x="6829736" y="1153487"/>
                  <a:pt x="6829736" y="2578100"/>
                </a:cubicBezTo>
                <a:cubicBezTo>
                  <a:pt x="6829736" y="4002713"/>
                  <a:pt x="5676227" y="5156200"/>
                  <a:pt x="4255168" y="5156200"/>
                </a:cubicBezTo>
                <a:cubicBezTo>
                  <a:pt x="4255168" y="5156200"/>
                  <a:pt x="4255168" y="5156200"/>
                  <a:pt x="0" y="5156200"/>
                </a:cubicBezTo>
                <a:cubicBezTo>
                  <a:pt x="0" y="5156200"/>
                  <a:pt x="0" y="5156200"/>
                  <a:pt x="0" y="4309133"/>
                </a:cubicBezTo>
                <a:cubicBezTo>
                  <a:pt x="0" y="4309133"/>
                  <a:pt x="0" y="4309133"/>
                  <a:pt x="4110979" y="4309133"/>
                </a:cubicBezTo>
                <a:lnTo>
                  <a:pt x="4244904" y="4301564"/>
                </a:lnTo>
                <a:lnTo>
                  <a:pt x="4289047" y="4299346"/>
                </a:lnTo>
                <a:lnTo>
                  <a:pt x="4291992" y="4298903"/>
                </a:lnTo>
                <a:lnTo>
                  <a:pt x="4310679" y="4297847"/>
                </a:lnTo>
                <a:lnTo>
                  <a:pt x="4403839" y="4282083"/>
                </a:lnTo>
                <a:lnTo>
                  <a:pt x="4463363" y="4273132"/>
                </a:lnTo>
                <a:lnTo>
                  <a:pt x="4477059" y="4269693"/>
                </a:lnTo>
                <a:lnTo>
                  <a:pt x="4505897" y="4264814"/>
                </a:lnTo>
                <a:lnTo>
                  <a:pt x="4579601" y="4243950"/>
                </a:lnTo>
                <a:lnTo>
                  <a:pt x="4633163" y="4230504"/>
                </a:lnTo>
                <a:lnTo>
                  <a:pt x="4657225" y="4221978"/>
                </a:lnTo>
                <a:lnTo>
                  <a:pt x="4695048" y="4211271"/>
                </a:lnTo>
                <a:lnTo>
                  <a:pt x="4752610" y="4188179"/>
                </a:lnTo>
                <a:lnTo>
                  <a:pt x="4797335" y="4172331"/>
                </a:lnTo>
                <a:lnTo>
                  <a:pt x="4831361" y="4156586"/>
                </a:lnTo>
                <a:lnTo>
                  <a:pt x="4876548" y="4138458"/>
                </a:lnTo>
                <a:lnTo>
                  <a:pt x="4919589" y="4115759"/>
                </a:lnTo>
                <a:lnTo>
                  <a:pt x="4954766" y="4099482"/>
                </a:lnTo>
                <a:lnTo>
                  <a:pt x="4998509" y="4074140"/>
                </a:lnTo>
                <a:lnTo>
                  <a:pt x="5048814" y="4047611"/>
                </a:lnTo>
                <a:lnTo>
                  <a:pt x="5078729" y="4027666"/>
                </a:lnTo>
                <a:lnTo>
                  <a:pt x="5104344" y="4012826"/>
                </a:lnTo>
                <a:lnTo>
                  <a:pt x="5158212" y="3974672"/>
                </a:lnTo>
                <a:lnTo>
                  <a:pt x="5210261" y="3939970"/>
                </a:lnTo>
                <a:lnTo>
                  <a:pt x="5228544" y="3924857"/>
                </a:lnTo>
                <a:lnTo>
                  <a:pt x="5244956" y="3913233"/>
                </a:lnTo>
                <a:lnTo>
                  <a:pt x="5312277" y="3855646"/>
                </a:lnTo>
                <a:lnTo>
                  <a:pt x="5359307" y="3816771"/>
                </a:lnTo>
                <a:lnTo>
                  <a:pt x="5367639" y="3808287"/>
                </a:lnTo>
                <a:lnTo>
                  <a:pt x="5375490" y="3801571"/>
                </a:lnTo>
                <a:lnTo>
                  <a:pt x="5488762" y="3684960"/>
                </a:lnTo>
                <a:lnTo>
                  <a:pt x="5494366" y="3679254"/>
                </a:lnTo>
                <a:lnTo>
                  <a:pt x="5494661" y="3678887"/>
                </a:lnTo>
                <a:lnTo>
                  <a:pt x="5488762" y="3684960"/>
                </a:lnTo>
                <a:lnTo>
                  <a:pt x="5367639" y="3808287"/>
                </a:lnTo>
                <a:lnTo>
                  <a:pt x="5312277" y="3855646"/>
                </a:lnTo>
                <a:lnTo>
                  <a:pt x="5228544" y="3924857"/>
                </a:lnTo>
                <a:lnTo>
                  <a:pt x="5158212" y="3974672"/>
                </a:lnTo>
                <a:lnTo>
                  <a:pt x="5078729" y="4027666"/>
                </a:lnTo>
                <a:lnTo>
                  <a:pt x="4998509" y="4074140"/>
                </a:lnTo>
                <a:lnTo>
                  <a:pt x="4919589" y="4115759"/>
                </a:lnTo>
                <a:lnTo>
                  <a:pt x="4831361" y="4156586"/>
                </a:lnTo>
                <a:lnTo>
                  <a:pt x="4752610" y="4188179"/>
                </a:lnTo>
                <a:lnTo>
                  <a:pt x="4657225" y="4221978"/>
                </a:lnTo>
                <a:lnTo>
                  <a:pt x="4579601" y="4243950"/>
                </a:lnTo>
                <a:lnTo>
                  <a:pt x="4477059" y="4269693"/>
                </a:lnTo>
                <a:lnTo>
                  <a:pt x="4403839" y="4282083"/>
                </a:lnTo>
                <a:lnTo>
                  <a:pt x="4291992" y="4298903"/>
                </a:lnTo>
                <a:lnTo>
                  <a:pt x="4244904" y="4301564"/>
                </a:lnTo>
                <a:lnTo>
                  <a:pt x="4111328" y="4308277"/>
                </a:lnTo>
                <a:cubicBezTo>
                  <a:pt x="4111328" y="4308277"/>
                  <a:pt x="4111328" y="4308277"/>
                  <a:pt x="0" y="4308277"/>
                </a:cubicBezTo>
                <a:cubicBezTo>
                  <a:pt x="0" y="4308277"/>
                  <a:pt x="0" y="4308277"/>
                  <a:pt x="0" y="847924"/>
                </a:cubicBezTo>
                <a:cubicBezTo>
                  <a:pt x="0" y="847924"/>
                  <a:pt x="0" y="847924"/>
                  <a:pt x="4194645" y="847924"/>
                </a:cubicBezTo>
                <a:lnTo>
                  <a:pt x="4326816" y="854602"/>
                </a:lnTo>
                <a:lnTo>
                  <a:pt x="4374375" y="857305"/>
                </a:lnTo>
                <a:lnTo>
                  <a:pt x="4483788" y="874013"/>
                </a:lnTo>
                <a:lnTo>
                  <a:pt x="4556629" y="886550"/>
                </a:lnTo>
                <a:lnTo>
                  <a:pt x="4655935" y="912099"/>
                </a:lnTo>
                <a:lnTo>
                  <a:pt x="4732358" y="934329"/>
                </a:lnTo>
                <a:lnTo>
                  <a:pt x="4823878" y="967847"/>
                </a:lnTo>
                <a:lnTo>
                  <a:pt x="4900712" y="999817"/>
                </a:lnTo>
                <a:lnTo>
                  <a:pt x="4984607" y="1040258"/>
                </a:lnTo>
                <a:lnTo>
                  <a:pt x="5061003" y="1082402"/>
                </a:lnTo>
                <a:lnTo>
                  <a:pt x="5136588" y="1128353"/>
                </a:lnTo>
                <a:lnTo>
                  <a:pt x="5213040" y="1182096"/>
                </a:lnTo>
                <a:lnTo>
                  <a:pt x="5278610" y="1231164"/>
                </a:lnTo>
                <a:lnTo>
                  <a:pt x="5358847" y="1301601"/>
                </a:lnTo>
                <a:lnTo>
                  <a:pt x="5409562" y="1347730"/>
                </a:lnTo>
                <a:lnTo>
                  <a:pt x="5526074" y="1474576"/>
                </a:lnTo>
                <a:lnTo>
                  <a:pt x="5528368" y="1477102"/>
                </a:lnTo>
                <a:lnTo>
                  <a:pt x="5528251" y="1476946"/>
                </a:lnTo>
                <a:lnTo>
                  <a:pt x="5526074" y="1474576"/>
                </a:lnTo>
                <a:lnTo>
                  <a:pt x="5417148" y="1354630"/>
                </a:lnTo>
                <a:lnTo>
                  <a:pt x="5409562" y="1347730"/>
                </a:lnTo>
                <a:lnTo>
                  <a:pt x="5401937" y="1339429"/>
                </a:lnTo>
                <a:lnTo>
                  <a:pt x="5358847" y="1301601"/>
                </a:lnTo>
                <a:lnTo>
                  <a:pt x="5294384" y="1242969"/>
                </a:lnTo>
                <a:lnTo>
                  <a:pt x="5278610" y="1231164"/>
                </a:lnTo>
                <a:lnTo>
                  <a:pt x="5261599" y="1216231"/>
                </a:lnTo>
                <a:lnTo>
                  <a:pt x="5213040" y="1182096"/>
                </a:lnTo>
                <a:lnTo>
                  <a:pt x="5161298" y="1143375"/>
                </a:lnTo>
                <a:lnTo>
                  <a:pt x="5136588" y="1128353"/>
                </a:lnTo>
                <a:lnTo>
                  <a:pt x="5108472" y="1108589"/>
                </a:lnTo>
                <a:lnTo>
                  <a:pt x="5061003" y="1082402"/>
                </a:lnTo>
                <a:lnTo>
                  <a:pt x="5018758" y="1056720"/>
                </a:lnTo>
                <a:lnTo>
                  <a:pt x="4984607" y="1040258"/>
                </a:lnTo>
                <a:lnTo>
                  <a:pt x="4943794" y="1017743"/>
                </a:lnTo>
                <a:lnTo>
                  <a:pt x="4900712" y="999817"/>
                </a:lnTo>
                <a:lnTo>
                  <a:pt x="4867633" y="983871"/>
                </a:lnTo>
                <a:lnTo>
                  <a:pt x="4823878" y="967847"/>
                </a:lnTo>
                <a:lnTo>
                  <a:pt x="4768800" y="944929"/>
                </a:lnTo>
                <a:lnTo>
                  <a:pt x="4732358" y="934329"/>
                </a:lnTo>
                <a:lnTo>
                  <a:pt x="4708790" y="925698"/>
                </a:lnTo>
                <a:lnTo>
                  <a:pt x="4655935" y="912099"/>
                </a:lnTo>
                <a:lnTo>
                  <a:pt x="4584727" y="891387"/>
                </a:lnTo>
                <a:lnTo>
                  <a:pt x="4556629" y="886550"/>
                </a:lnTo>
                <a:lnTo>
                  <a:pt x="4543099" y="883070"/>
                </a:lnTo>
                <a:lnTo>
                  <a:pt x="4483788" y="874013"/>
                </a:lnTo>
                <a:lnTo>
                  <a:pt x="4392811" y="858353"/>
                </a:lnTo>
                <a:lnTo>
                  <a:pt x="4374375" y="857305"/>
                </a:lnTo>
                <a:lnTo>
                  <a:pt x="4371428" y="856855"/>
                </a:lnTo>
                <a:lnTo>
                  <a:pt x="4326816" y="854602"/>
                </a:lnTo>
                <a:lnTo>
                  <a:pt x="4194288" y="847067"/>
                </a:lnTo>
                <a:cubicBezTo>
                  <a:pt x="4194288" y="847067"/>
                  <a:pt x="4194288" y="847067"/>
                  <a:pt x="0" y="847067"/>
                </a:cubicBezTo>
                <a:cubicBezTo>
                  <a:pt x="0" y="847067"/>
                  <a:pt x="0" y="847067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 userDrawn="1">
  <p:cSld name="About Us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85C3D5FF-602C-4B79-AC47-34DAA83881B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336040" y="2369820"/>
            <a:ext cx="3286760" cy="3286760"/>
          </a:xfrm>
          <a:custGeom xmlns:a="http://schemas.openxmlformats.org/drawingml/2006/main">
            <a:gdLst>
              <a:gd name="connsiteX0" fmla="*/ 1643380 w 3286760"/>
              <a:gd name="connsiteY0" fmla="*/ 0 h 3286760"/>
              <a:gd name="connsiteX1" fmla="*/ 3286760 w 3286760"/>
              <a:gd name="connsiteY1" fmla="*/ 1643380 h 3286760"/>
              <a:gd name="connsiteX2" fmla="*/ 1643380 w 3286760"/>
              <a:gd name="connsiteY2" fmla="*/ 3286760 h 3286760"/>
              <a:gd name="connsiteX3" fmla="*/ 0 w 3286760"/>
              <a:gd name="connsiteY3" fmla="*/ 1643380 h 3286760"/>
              <a:gd name="connsiteX4" fmla="*/ 1643380 w 3286760"/>
              <a:gd name="connsiteY4" fmla="*/ 0 h 3286760"/>
            </a:gdLst>
            <a:rect l="l" t="t" r="r" b="b"/>
            <a:pathLst>
              <a:path w="3286760" h="3286760">
                <a:moveTo>
                  <a:pt x="1643380" y="0"/>
                </a:moveTo>
                <a:cubicBezTo>
                  <a:pt x="2550994" y="0"/>
                  <a:pt x="3286760" y="735766"/>
                  <a:pt x="3286760" y="1643380"/>
                </a:cubicBezTo>
                <a:cubicBezTo>
                  <a:pt x="3286760" y="2550994"/>
                  <a:pt x="2550994" y="3286760"/>
                  <a:pt x="1643380" y="3286760"/>
                </a:cubicBezTo>
                <a:cubicBezTo>
                  <a:pt x="735766" y="3286760"/>
                  <a:pt x="0" y="2550994"/>
                  <a:pt x="0" y="1643380"/>
                </a:cubicBezTo>
                <a:cubicBezTo>
                  <a:pt x="0" y="735766"/>
                  <a:pt x="735766" y="0"/>
                  <a:pt x="1643380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 userDrawn="1">
  <p:cSld name="2_ Cover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031DF70-CA89-444B-980F-A27D75331D4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0"/>
            <a:ext cx="6066971" cy="6858000"/>
          </a:xfrm>
          <a:custGeom xmlns:a="http://schemas.openxmlformats.org/drawingml/2006/main">
            <a:gdLst>
              <a:gd name="connsiteX0" fmla="*/ 0 w 6066971"/>
              <a:gd name="connsiteY0" fmla="*/ 0 h 6858000"/>
              <a:gd name="connsiteX1" fmla="*/ 6066971 w 6066971"/>
              <a:gd name="connsiteY1" fmla="*/ 0 h 6858000"/>
              <a:gd name="connsiteX2" fmla="*/ 6066971 w 6066971"/>
              <a:gd name="connsiteY2" fmla="*/ 6858000 h 6858000"/>
              <a:gd name="connsiteX3" fmla="*/ 0 w 6066971"/>
              <a:gd name="connsiteY3" fmla="*/ 6858000 h 6858000"/>
            </a:gdLst>
            <a:rect l="l" t="t" r="r" b="b"/>
            <a:pathLst>
              <a:path w="6066971" h="6858000">
                <a:moveTo>
                  <a:pt x="0" y="0"/>
                </a:moveTo>
                <a:lnTo>
                  <a:pt x="6066971" y="0"/>
                </a:lnTo>
                <a:lnTo>
                  <a:pt x="6066971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8.xml><?xml version="1.0" encoding="utf-8"?>
<p:sldLayout xmlns:p="http://schemas.openxmlformats.org/presentationml/2006/main" userDrawn="1">
  <p:cSld name="Experience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A77F995-881A-437F-9FFC-EE39A2E4BE1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625962" y="1627086"/>
            <a:ext cx="3598818" cy="3603828"/>
          </a:xfrm>
          <a:custGeom xmlns:a="http://schemas.openxmlformats.org/drawingml/2006/main">
            <a:gdLst>
              <a:gd name="connsiteX0" fmla="*/ 1799409 w 3598818"/>
              <a:gd name="connsiteY0" fmla="*/ 0 h 3603828"/>
              <a:gd name="connsiteX1" fmla="*/ 3598818 w 3598818"/>
              <a:gd name="connsiteY1" fmla="*/ 1801914 h 3603828"/>
              <a:gd name="connsiteX2" fmla="*/ 1799409 w 3598818"/>
              <a:gd name="connsiteY2" fmla="*/ 3603828 h 3603828"/>
              <a:gd name="connsiteX3" fmla="*/ 0 w 3598818"/>
              <a:gd name="connsiteY3" fmla="*/ 1801914 h 3603828"/>
              <a:gd name="connsiteX4" fmla="*/ 1799409 w 3598818"/>
              <a:gd name="connsiteY4" fmla="*/ 0 h 3603828"/>
            </a:gdLst>
            <a:rect l="l" t="t" r="r" b="b"/>
            <a:pathLst>
              <a:path w="3598818" h="3603828">
                <a:moveTo>
                  <a:pt x="1799409" y="0"/>
                </a:moveTo>
                <a:cubicBezTo>
                  <a:pt x="2793195" y="0"/>
                  <a:pt x="3598818" y="806744"/>
                  <a:pt x="3598818" y="1801914"/>
                </a:cubicBezTo>
                <a:cubicBezTo>
                  <a:pt x="3598818" y="2797084"/>
                  <a:pt x="2793195" y="3603828"/>
                  <a:pt x="1799409" y="3603828"/>
                </a:cubicBezTo>
                <a:cubicBezTo>
                  <a:pt x="805623" y="3603828"/>
                  <a:pt x="0" y="2797084"/>
                  <a:pt x="0" y="1801914"/>
                </a:cubicBezTo>
                <a:cubicBezTo>
                  <a:pt x="0" y="806744"/>
                  <a:pt x="805623" y="0"/>
                  <a:pt x="179940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9.xml><?xml version="1.0" encoding="utf-8"?>
<p:sldLayout xmlns:p="http://schemas.openxmlformats.org/presentationml/2006/main" userDrawn="1">
  <p:cSld name="Experience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80F389F-C2A0-47DA-ABE0-41332322E73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56400" y="2311400"/>
            <a:ext cx="5435600" cy="4546600"/>
          </a:xfrm>
          <a:custGeom xmlns:a="http://schemas.openxmlformats.org/drawingml/2006/main">
            <a:gdLst>
              <a:gd name="connsiteX0" fmla="*/ 0 w 5435600"/>
              <a:gd name="connsiteY0" fmla="*/ 0 h 4546600"/>
              <a:gd name="connsiteX1" fmla="*/ 5435600 w 5435600"/>
              <a:gd name="connsiteY1" fmla="*/ 0 h 4546600"/>
              <a:gd name="connsiteX2" fmla="*/ 5435600 w 5435600"/>
              <a:gd name="connsiteY2" fmla="*/ 4546600 h 4546600"/>
              <a:gd name="connsiteX3" fmla="*/ 0 w 5435600"/>
              <a:gd name="connsiteY3" fmla="*/ 4546600 h 4546600"/>
            </a:gdLst>
            <a:rect l="l" t="t" r="r" b="b"/>
            <a:pathLst>
              <a:path w="5435600" h="4546600">
                <a:moveTo>
                  <a:pt x="0" y="0"/>
                </a:moveTo>
                <a:lnTo>
                  <a:pt x="5435600" y="0"/>
                </a:lnTo>
                <a:lnTo>
                  <a:pt x="5435600" y="4546600"/>
                </a:lnTo>
                <a:lnTo>
                  <a:pt x="0" y="4546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0.xml><?xml version="1.0" encoding="utf-8"?>
<p:sldLayout xmlns:p="http://schemas.openxmlformats.org/presentationml/2006/main" userDrawn="1">
  <p:cSld name="Experience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2614317B-9B4A-40BA-8CD0-A93590E849F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105418" y="2217261"/>
            <a:ext cx="1118648" cy="1118646"/>
          </a:xfrm>
          <a:custGeom xmlns:a="http://schemas.openxmlformats.org/drawingml/2006/main">
            <a:gdLst>
              <a:gd name="connsiteX0" fmla="*/ 559324 w 1118648"/>
              <a:gd name="connsiteY0" fmla="*/ 0 h 1118646"/>
              <a:gd name="connsiteX1" fmla="*/ 1118648 w 1118648"/>
              <a:gd name="connsiteY1" fmla="*/ 559323 h 1118646"/>
              <a:gd name="connsiteX2" fmla="*/ 559324 w 1118648"/>
              <a:gd name="connsiteY2" fmla="*/ 1118646 h 1118646"/>
              <a:gd name="connsiteX3" fmla="*/ 0 w 1118648"/>
              <a:gd name="connsiteY3" fmla="*/ 559323 h 1118646"/>
              <a:gd name="connsiteX4" fmla="*/ 559324 w 1118648"/>
              <a:gd name="connsiteY4" fmla="*/ 0 h 1118646"/>
            </a:gdLst>
            <a:rect l="l" t="t" r="r" b="b"/>
            <a:pathLst>
              <a:path w="1118648" h="1118646">
                <a:moveTo>
                  <a:pt x="559324" y="0"/>
                </a:moveTo>
                <a:cubicBezTo>
                  <a:pt x="868230" y="0"/>
                  <a:pt x="1118648" y="250417"/>
                  <a:pt x="1118648" y="559323"/>
                </a:cubicBezTo>
                <a:cubicBezTo>
                  <a:pt x="1118648" y="868229"/>
                  <a:pt x="868230" y="1118646"/>
                  <a:pt x="559324" y="1118646"/>
                </a:cubicBezTo>
                <a:cubicBezTo>
                  <a:pt x="250418" y="1118646"/>
                  <a:pt x="0" y="868229"/>
                  <a:pt x="0" y="559323"/>
                </a:cubicBezTo>
                <a:cubicBezTo>
                  <a:pt x="0" y="250417"/>
                  <a:pt x="250418" y="0"/>
                  <a:pt x="55932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1B590799-7815-4B5D-8A5A-3273C42AB3E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105418" y="4448260"/>
            <a:ext cx="1118648" cy="1118646"/>
          </a:xfrm>
          <a:custGeom xmlns:a="http://schemas.openxmlformats.org/drawingml/2006/main">
            <a:gdLst>
              <a:gd name="connsiteX0" fmla="*/ 559324 w 1118648"/>
              <a:gd name="connsiteY0" fmla="*/ 0 h 1118646"/>
              <a:gd name="connsiteX1" fmla="*/ 1118648 w 1118648"/>
              <a:gd name="connsiteY1" fmla="*/ 559323 h 1118646"/>
              <a:gd name="connsiteX2" fmla="*/ 559324 w 1118648"/>
              <a:gd name="connsiteY2" fmla="*/ 1118646 h 1118646"/>
              <a:gd name="connsiteX3" fmla="*/ 0 w 1118648"/>
              <a:gd name="connsiteY3" fmla="*/ 559323 h 1118646"/>
              <a:gd name="connsiteX4" fmla="*/ 559324 w 1118648"/>
              <a:gd name="connsiteY4" fmla="*/ 0 h 1118646"/>
            </a:gdLst>
            <a:rect l="l" t="t" r="r" b="b"/>
            <a:pathLst>
              <a:path w="1118648" h="1118646">
                <a:moveTo>
                  <a:pt x="559324" y="0"/>
                </a:moveTo>
                <a:cubicBezTo>
                  <a:pt x="868230" y="0"/>
                  <a:pt x="1118648" y="250417"/>
                  <a:pt x="1118648" y="559323"/>
                </a:cubicBezTo>
                <a:cubicBezTo>
                  <a:pt x="1118648" y="868229"/>
                  <a:pt x="868230" y="1118646"/>
                  <a:pt x="559324" y="1118646"/>
                </a:cubicBezTo>
                <a:cubicBezTo>
                  <a:pt x="250418" y="1118646"/>
                  <a:pt x="0" y="868229"/>
                  <a:pt x="0" y="559323"/>
                </a:cubicBezTo>
                <a:cubicBezTo>
                  <a:pt x="0" y="250417"/>
                  <a:pt x="250418" y="0"/>
                  <a:pt x="55932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1.xml><?xml version="1.0" encoding="utf-8"?>
<p:sldLayout xmlns:p="http://schemas.openxmlformats.org/presentationml/2006/main" userDrawn="1">
  <p:cSld name="Experience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2B27C8E8-63B5-4047-9C58-7FC235CDBD7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105418" y="1036220"/>
            <a:ext cx="1230512" cy="1230510"/>
          </a:xfrm>
          <a:custGeom xmlns:a="http://schemas.openxmlformats.org/drawingml/2006/main">
            <a:gdLst>
              <a:gd name="connsiteX0" fmla="*/ 615256 w 1230512"/>
              <a:gd name="connsiteY0" fmla="*/ 0 h 1230510"/>
              <a:gd name="connsiteX1" fmla="*/ 1230512 w 1230512"/>
              <a:gd name="connsiteY1" fmla="*/ 615255 h 1230510"/>
              <a:gd name="connsiteX2" fmla="*/ 615256 w 1230512"/>
              <a:gd name="connsiteY2" fmla="*/ 1230510 h 1230510"/>
              <a:gd name="connsiteX3" fmla="*/ 0 w 1230512"/>
              <a:gd name="connsiteY3" fmla="*/ 615255 h 1230510"/>
              <a:gd name="connsiteX4" fmla="*/ 615256 w 1230512"/>
              <a:gd name="connsiteY4" fmla="*/ 0 h 1230510"/>
            </a:gdLst>
            <a:rect l="l" t="t" r="r" b="b"/>
            <a:pathLst>
              <a:path w="1230512" h="1230510">
                <a:moveTo>
                  <a:pt x="615256" y="0"/>
                </a:moveTo>
                <a:cubicBezTo>
                  <a:pt x="955053" y="0"/>
                  <a:pt x="1230512" y="275459"/>
                  <a:pt x="1230512" y="615255"/>
                </a:cubicBezTo>
                <a:cubicBezTo>
                  <a:pt x="1230512" y="955051"/>
                  <a:pt x="955053" y="1230510"/>
                  <a:pt x="615256" y="1230510"/>
                </a:cubicBezTo>
                <a:cubicBezTo>
                  <a:pt x="275459" y="1230510"/>
                  <a:pt x="0" y="955051"/>
                  <a:pt x="0" y="615255"/>
                </a:cubicBezTo>
                <a:cubicBezTo>
                  <a:pt x="0" y="275459"/>
                  <a:pt x="275459" y="0"/>
                  <a:pt x="61525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F6990565-44AB-4717-A1BA-5AD61E80CBC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105418" y="3267219"/>
            <a:ext cx="1230512" cy="1230510"/>
          </a:xfrm>
          <a:custGeom xmlns:a="http://schemas.openxmlformats.org/drawingml/2006/main">
            <a:gdLst>
              <a:gd name="connsiteX0" fmla="*/ 615256 w 1230512"/>
              <a:gd name="connsiteY0" fmla="*/ 0 h 1230510"/>
              <a:gd name="connsiteX1" fmla="*/ 1230512 w 1230512"/>
              <a:gd name="connsiteY1" fmla="*/ 615255 h 1230510"/>
              <a:gd name="connsiteX2" fmla="*/ 615256 w 1230512"/>
              <a:gd name="connsiteY2" fmla="*/ 1230510 h 1230510"/>
              <a:gd name="connsiteX3" fmla="*/ 0 w 1230512"/>
              <a:gd name="connsiteY3" fmla="*/ 615255 h 1230510"/>
              <a:gd name="connsiteX4" fmla="*/ 615256 w 1230512"/>
              <a:gd name="connsiteY4" fmla="*/ 0 h 1230510"/>
            </a:gdLst>
            <a:rect l="l" t="t" r="r" b="b"/>
            <a:pathLst>
              <a:path w="1230512" h="1230510">
                <a:moveTo>
                  <a:pt x="615256" y="0"/>
                </a:moveTo>
                <a:cubicBezTo>
                  <a:pt x="955053" y="0"/>
                  <a:pt x="1230512" y="275459"/>
                  <a:pt x="1230512" y="615255"/>
                </a:cubicBezTo>
                <a:cubicBezTo>
                  <a:pt x="1230512" y="955051"/>
                  <a:pt x="955053" y="1230510"/>
                  <a:pt x="615256" y="1230510"/>
                </a:cubicBezTo>
                <a:cubicBezTo>
                  <a:pt x="275459" y="1230510"/>
                  <a:pt x="0" y="955051"/>
                  <a:pt x="0" y="615255"/>
                </a:cubicBezTo>
                <a:cubicBezTo>
                  <a:pt x="0" y="275459"/>
                  <a:pt x="275459" y="0"/>
                  <a:pt x="61525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2.xml><?xml version="1.0" encoding="utf-8"?>
<p:sldLayout xmlns:p="http://schemas.openxmlformats.org/presentationml/2006/main" userDrawn="1">
  <p:cSld name="Experience 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F956BE5-56C3-494B-9D4B-CF7E815A842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7518400" y="0"/>
            <a:ext cx="4673600" cy="6858000"/>
          </a:xfrm>
          <a:custGeom xmlns:a="http://schemas.openxmlformats.org/drawingml/2006/main">
            <a:gdLst>
              <a:gd name="connsiteX0" fmla="*/ 0 w 4673600"/>
              <a:gd name="connsiteY0" fmla="*/ 0 h 6858000"/>
              <a:gd name="connsiteX1" fmla="*/ 4673600 w 4673600"/>
              <a:gd name="connsiteY1" fmla="*/ 0 h 6858000"/>
              <a:gd name="connsiteX2" fmla="*/ 4673600 w 4673600"/>
              <a:gd name="connsiteY2" fmla="*/ 6858000 h 6858000"/>
              <a:gd name="connsiteX3" fmla="*/ 0 w 4673600"/>
              <a:gd name="connsiteY3" fmla="*/ 6858000 h 6858000"/>
            </a:gdLst>
            <a:rect l="l" t="t" r="r" b="b"/>
            <a:pathLst>
              <a:path w="4673600" h="6858000">
                <a:moveTo>
                  <a:pt x="0" y="0"/>
                </a:moveTo>
                <a:lnTo>
                  <a:pt x="4673600" y="0"/>
                </a:lnTo>
                <a:lnTo>
                  <a:pt x="4673600" y="6858000"/>
                </a:lnTo>
                <a:lnTo>
                  <a:pt x="0" y="685800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3.xml><?xml version="1.0" encoding="utf-8"?>
<p:sldLayout xmlns:p="http://schemas.openxmlformats.org/presentationml/2006/main" userDrawn="1">
  <p:cSld name="Experience 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04C5C37-5AD1-448A-B20F-619CE637876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3811470" y="4847772"/>
            <a:ext cx="4570648" cy="2010229"/>
          </a:xfrm>
          <a:custGeom xmlns:a="http://schemas.openxmlformats.org/drawingml/2006/main">
            <a:gdLst>
              <a:gd name="connsiteX0" fmla="*/ 2285324 w 4570648"/>
              <a:gd name="connsiteY0" fmla="*/ 0 h 2010229"/>
              <a:gd name="connsiteX1" fmla="*/ 4545104 w 4570648"/>
              <a:gd name="connsiteY1" fmla="*/ 1842767 h 2010229"/>
              <a:gd name="connsiteX2" fmla="*/ 4570648 w 4570648"/>
              <a:gd name="connsiteY2" fmla="*/ 2010229 h 2010229"/>
              <a:gd name="connsiteX3" fmla="*/ 0 w 4570648"/>
              <a:gd name="connsiteY3" fmla="*/ 2010229 h 2010229"/>
              <a:gd name="connsiteX4" fmla="*/ 25544 w 4570648"/>
              <a:gd name="connsiteY4" fmla="*/ 1842767 h 2010229"/>
              <a:gd name="connsiteX5" fmla="*/ 2285324 w 4570648"/>
              <a:gd name="connsiteY5" fmla="*/ 0 h 2010229"/>
            </a:gdLst>
            <a:rect l="l" t="t" r="r" b="b"/>
            <a:pathLst>
              <a:path w="4570648" h="2010229">
                <a:moveTo>
                  <a:pt x="2285324" y="0"/>
                </a:moveTo>
                <a:cubicBezTo>
                  <a:pt x="3400008" y="0"/>
                  <a:pt x="4330019" y="791102"/>
                  <a:pt x="4545104" y="1842767"/>
                </a:cubicBezTo>
                <a:lnTo>
                  <a:pt x="4570648" y="2010229"/>
                </a:lnTo>
                <a:lnTo>
                  <a:pt x="0" y="2010229"/>
                </a:lnTo>
                <a:lnTo>
                  <a:pt x="25544" y="1842767"/>
                </a:lnTo>
                <a:cubicBezTo>
                  <a:pt x="240630" y="791102"/>
                  <a:pt x="1170641" y="0"/>
                  <a:pt x="2285324" y="0"/>
                </a:cubicBez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4.xml><?xml version="1.0" encoding="utf-8"?>
<p:sldLayout xmlns:p="http://schemas.openxmlformats.org/presentationml/2006/main" userDrawn="1">
  <p:cSld name="What we do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FAA140C-94E6-4EA2-9B69-2EB1E614DB5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3192464" y="-422275"/>
            <a:ext cx="7559675" cy="7702550"/>
          </a:xfrm>
          <a:custGeom xmlns:a="http://schemas.openxmlformats.org/drawingml/2006/main">
            <a:gdLst>
              <a:gd name="connsiteX0" fmla="*/ 3847269 w 7559675"/>
              <a:gd name="connsiteY0" fmla="*/ 0 h 7702550"/>
              <a:gd name="connsiteX1" fmla="*/ 5345569 w 7559675"/>
              <a:gd name="connsiteY1" fmla="*/ 302584 h 7702550"/>
              <a:gd name="connsiteX2" fmla="*/ 6568218 w 7559675"/>
              <a:gd name="connsiteY2" fmla="*/ 1127275 h 7702550"/>
              <a:gd name="connsiteX3" fmla="*/ 7392209 w 7559675"/>
              <a:gd name="connsiteY3" fmla="*/ 2352445 h 7702550"/>
              <a:gd name="connsiteX4" fmla="*/ 7559675 w 7559675"/>
              <a:gd name="connsiteY4" fmla="*/ 2831536 h 7702550"/>
              <a:gd name="connsiteX5" fmla="*/ 6375558 w 7559675"/>
              <a:gd name="connsiteY5" fmla="*/ 2831536 h 7702550"/>
              <a:gd name="connsiteX6" fmla="*/ 6571182 w 7559675"/>
              <a:gd name="connsiteY6" fmla="*/ 3849050 h 7702550"/>
              <a:gd name="connsiteX7" fmla="*/ 6374076 w 7559675"/>
              <a:gd name="connsiteY7" fmla="*/ 4869531 h 7702550"/>
              <a:gd name="connsiteX8" fmla="*/ 7559675 w 7559675"/>
              <a:gd name="connsiteY8" fmla="*/ 4869531 h 7702550"/>
              <a:gd name="connsiteX9" fmla="*/ 7392209 w 7559675"/>
              <a:gd name="connsiteY9" fmla="*/ 5350106 h 7702550"/>
              <a:gd name="connsiteX10" fmla="*/ 6568218 w 7559675"/>
              <a:gd name="connsiteY10" fmla="*/ 6573792 h 7702550"/>
              <a:gd name="connsiteX11" fmla="*/ 5345569 w 7559675"/>
              <a:gd name="connsiteY11" fmla="*/ 7399966 h 7702550"/>
              <a:gd name="connsiteX12" fmla="*/ 3847269 w 7559675"/>
              <a:gd name="connsiteY12" fmla="*/ 7702550 h 7702550"/>
              <a:gd name="connsiteX13" fmla="*/ 2348968 w 7559675"/>
              <a:gd name="connsiteY13" fmla="*/ 7399966 h 7702550"/>
              <a:gd name="connsiteX14" fmla="*/ 1126319 w 7559675"/>
              <a:gd name="connsiteY14" fmla="*/ 6573792 h 7702550"/>
              <a:gd name="connsiteX15" fmla="*/ 302328 w 7559675"/>
              <a:gd name="connsiteY15" fmla="*/ 5350106 h 7702550"/>
              <a:gd name="connsiteX16" fmla="*/ 0 w 7559675"/>
              <a:gd name="connsiteY16" fmla="*/ 3850533 h 7702550"/>
              <a:gd name="connsiteX17" fmla="*/ 302328 w 7559675"/>
              <a:gd name="connsiteY17" fmla="*/ 2352445 h 7702550"/>
              <a:gd name="connsiteX18" fmla="*/ 1126319 w 7559675"/>
              <a:gd name="connsiteY18" fmla="*/ 1127275 h 7702550"/>
              <a:gd name="connsiteX19" fmla="*/ 2348968 w 7559675"/>
              <a:gd name="connsiteY19" fmla="*/ 302584 h 7702550"/>
              <a:gd name="connsiteX20" fmla="*/ 3847269 w 7559675"/>
              <a:gd name="connsiteY20" fmla="*/ 0 h 7702550"/>
            </a:gdLst>
            <a:rect l="l" t="t" r="r" b="b"/>
            <a:pathLst>
              <a:path w="7559675" h="7702550">
                <a:moveTo>
                  <a:pt x="3847269" y="0"/>
                </a:moveTo>
                <a:cubicBezTo>
                  <a:pt x="4365968" y="0"/>
                  <a:pt x="4869848" y="102345"/>
                  <a:pt x="5345569" y="302584"/>
                </a:cubicBezTo>
                <a:cubicBezTo>
                  <a:pt x="5803507" y="496891"/>
                  <a:pt x="6215502" y="774260"/>
                  <a:pt x="6568218" y="1127275"/>
                </a:cubicBezTo>
                <a:cubicBezTo>
                  <a:pt x="6920933" y="1481773"/>
                  <a:pt x="7199549" y="1892635"/>
                  <a:pt x="7392209" y="2352445"/>
                </a:cubicBezTo>
                <a:cubicBezTo>
                  <a:pt x="7458899" y="2509670"/>
                  <a:pt x="7515215" y="2669862"/>
                  <a:pt x="7559675" y="2831536"/>
                </a:cubicBezTo>
                <a:cubicBezTo>
                  <a:pt x="7559675" y="2831536"/>
                  <a:pt x="7559675" y="2831536"/>
                  <a:pt x="6375558" y="2831536"/>
                </a:cubicBezTo>
                <a:cubicBezTo>
                  <a:pt x="6501528" y="3145987"/>
                  <a:pt x="6571182" y="3490102"/>
                  <a:pt x="6571182" y="3849050"/>
                </a:cubicBezTo>
                <a:cubicBezTo>
                  <a:pt x="6571182" y="4209482"/>
                  <a:pt x="6501528" y="4555080"/>
                  <a:pt x="6374076" y="4869531"/>
                </a:cubicBezTo>
                <a:lnTo>
                  <a:pt x="7559675" y="4869531"/>
                </a:lnTo>
                <a:cubicBezTo>
                  <a:pt x="7515215" y="5032689"/>
                  <a:pt x="7458899" y="5192881"/>
                  <a:pt x="7392209" y="5350106"/>
                </a:cubicBezTo>
                <a:cubicBezTo>
                  <a:pt x="7199549" y="5808432"/>
                  <a:pt x="6920933" y="6220777"/>
                  <a:pt x="6568218" y="6573792"/>
                </a:cubicBezTo>
                <a:cubicBezTo>
                  <a:pt x="6215502" y="6928290"/>
                  <a:pt x="5803507" y="7205659"/>
                  <a:pt x="5345569" y="7399966"/>
                </a:cubicBezTo>
                <a:cubicBezTo>
                  <a:pt x="4869848" y="7600206"/>
                  <a:pt x="4365968" y="7702550"/>
                  <a:pt x="3847269" y="7702550"/>
                </a:cubicBezTo>
                <a:cubicBezTo>
                  <a:pt x="3328569" y="7702550"/>
                  <a:pt x="2824690" y="7600206"/>
                  <a:pt x="2348968" y="7399966"/>
                </a:cubicBezTo>
                <a:cubicBezTo>
                  <a:pt x="1891030" y="7205659"/>
                  <a:pt x="1479035" y="6928290"/>
                  <a:pt x="1126319" y="6573792"/>
                </a:cubicBezTo>
                <a:cubicBezTo>
                  <a:pt x="773603" y="6220777"/>
                  <a:pt x="496470" y="5808432"/>
                  <a:pt x="302328" y="5350106"/>
                </a:cubicBezTo>
                <a:cubicBezTo>
                  <a:pt x="100776" y="4875464"/>
                  <a:pt x="0" y="4371157"/>
                  <a:pt x="0" y="3850533"/>
                </a:cubicBezTo>
                <a:cubicBezTo>
                  <a:pt x="0" y="3331394"/>
                  <a:pt x="100776" y="2827087"/>
                  <a:pt x="302328" y="2352445"/>
                </a:cubicBezTo>
                <a:cubicBezTo>
                  <a:pt x="496470" y="1892635"/>
                  <a:pt x="773603" y="1481773"/>
                  <a:pt x="1126319" y="1127275"/>
                </a:cubicBezTo>
                <a:cubicBezTo>
                  <a:pt x="1479035" y="774260"/>
                  <a:pt x="1891030" y="496891"/>
                  <a:pt x="2348968" y="302584"/>
                </a:cubicBezTo>
                <a:cubicBezTo>
                  <a:pt x="2824690" y="102345"/>
                  <a:pt x="3328569" y="0"/>
                  <a:pt x="384726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BC6C9C49-4956-454B-98A5-DFEC320A95D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624174" y="3770789"/>
            <a:ext cx="2211976" cy="2211978"/>
          </a:xfrm>
          <a:custGeom xmlns:a="http://schemas.openxmlformats.org/drawingml/2006/main">
            <a:gdLst>
              <a:gd name="connsiteX0" fmla="*/ 1105988 w 2211976"/>
              <a:gd name="connsiteY0" fmla="*/ 0 h 2211978"/>
              <a:gd name="connsiteX1" fmla="*/ 2211976 w 2211976"/>
              <a:gd name="connsiteY1" fmla="*/ 1105989 h 2211978"/>
              <a:gd name="connsiteX2" fmla="*/ 1105988 w 2211976"/>
              <a:gd name="connsiteY2" fmla="*/ 2211978 h 2211978"/>
              <a:gd name="connsiteX3" fmla="*/ 0 w 2211976"/>
              <a:gd name="connsiteY3" fmla="*/ 1105989 h 2211978"/>
              <a:gd name="connsiteX4" fmla="*/ 1105988 w 2211976"/>
              <a:gd name="connsiteY4" fmla="*/ 0 h 2211978"/>
            </a:gdLst>
            <a:rect l="l" t="t" r="r" b="b"/>
            <a:pathLst>
              <a:path w="2211976" h="2211978">
                <a:moveTo>
                  <a:pt x="1105988" y="0"/>
                </a:moveTo>
                <a:cubicBezTo>
                  <a:pt x="1716808" y="0"/>
                  <a:pt x="2211976" y="495168"/>
                  <a:pt x="2211976" y="1105989"/>
                </a:cubicBezTo>
                <a:cubicBezTo>
                  <a:pt x="2211976" y="1716810"/>
                  <a:pt x="1716808" y="2211978"/>
                  <a:pt x="1105988" y="2211978"/>
                </a:cubicBezTo>
                <a:cubicBezTo>
                  <a:pt x="495168" y="2211978"/>
                  <a:pt x="0" y="1716810"/>
                  <a:pt x="0" y="1105989"/>
                </a:cubicBezTo>
                <a:cubicBezTo>
                  <a:pt x="0" y="495168"/>
                  <a:pt x="495168" y="0"/>
                  <a:pt x="11059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5.xml><?xml version="1.0" encoding="utf-8"?>
<p:sldLayout xmlns:p="http://schemas.openxmlformats.org/presentationml/2006/main" userDrawn="1">
  <p:cSld name="What we do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E98229D-8A18-4ABA-B274-3C63A5ADD1D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7124700" y="0"/>
            <a:ext cx="5067300" cy="6858000"/>
          </a:xfrm>
          <a:custGeom xmlns:a="http://schemas.openxmlformats.org/drawingml/2006/main">
            <a:gdLst>
              <a:gd name="connsiteX0" fmla="*/ 0 w 4673600"/>
              <a:gd name="connsiteY0" fmla="*/ 0 h 6858000"/>
              <a:gd name="connsiteX1" fmla="*/ 4673600 w 4673600"/>
              <a:gd name="connsiteY1" fmla="*/ 0 h 6858000"/>
              <a:gd name="connsiteX2" fmla="*/ 4673600 w 4673600"/>
              <a:gd name="connsiteY2" fmla="*/ 6858000 h 6858000"/>
              <a:gd name="connsiteX3" fmla="*/ 0 w 4673600"/>
              <a:gd name="connsiteY3" fmla="*/ 6858000 h 6858000"/>
            </a:gdLst>
            <a:rect l="l" t="t" r="r" b="b"/>
            <a:pathLst>
              <a:path w="4673600" h="6858000">
                <a:moveTo>
                  <a:pt x="0" y="0"/>
                </a:moveTo>
                <a:lnTo>
                  <a:pt x="4673600" y="0"/>
                </a:lnTo>
                <a:lnTo>
                  <a:pt x="46736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6.xml><?xml version="1.0" encoding="utf-8"?>
<p:sldLayout xmlns:p="http://schemas.openxmlformats.org/presentationml/2006/main" userDrawn="1">
  <p:cSld name="What we do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33F4682C-4055-4B7C-BEB0-0E6AE58F706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270500" y="1143000"/>
            <a:ext cx="2616200" cy="1595438"/>
          </a:xfrm>
          <a:custGeom xmlns:a="http://schemas.openxmlformats.org/drawingml/2006/main"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8665BAE6-9C50-4473-A321-8E5B79416538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5270500" y="4729162"/>
            <a:ext cx="2616200" cy="1595438"/>
          </a:xfrm>
          <a:custGeom xmlns:a="http://schemas.openxmlformats.org/drawingml/2006/main"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EB76536C-C97A-4E8B-85E6-0608E72B5E5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470400" y="2936081"/>
            <a:ext cx="2616200" cy="1595438"/>
          </a:xfrm>
          <a:custGeom xmlns:a="http://schemas.openxmlformats.org/drawingml/2006/main"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7.xml><?xml version="1.0" encoding="utf-8"?>
<p:sldLayout xmlns:p="http://schemas.openxmlformats.org/presentationml/2006/main" userDrawn="1">
  <p:cSld name="What we do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7E256117-F792-479D-B71C-C25A15AB497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207204" y="2405130"/>
            <a:ext cx="1878896" cy="1878896"/>
          </a:xfrm>
          <a:custGeom xmlns:a="http://schemas.openxmlformats.org/drawingml/2006/main"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347A10E9-38EB-4276-A9C2-E761866C14F5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836104" y="2405130"/>
            <a:ext cx="1878896" cy="1878896"/>
          </a:xfrm>
          <a:custGeom xmlns:a="http://schemas.openxmlformats.org/drawingml/2006/main"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CC6B4712-0E95-4B8D-B659-1B0AAD13A238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465004" y="2405130"/>
            <a:ext cx="1878896" cy="1878896"/>
          </a:xfrm>
          <a:custGeom xmlns:a="http://schemas.openxmlformats.org/drawingml/2006/main"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E0A1004B-84CC-4C62-9B29-B42DD8DE81F6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093904" y="2405130"/>
            <a:ext cx="1878896" cy="1878896"/>
          </a:xfrm>
          <a:custGeom xmlns:a="http://schemas.openxmlformats.org/drawingml/2006/main"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8.xml><?xml version="1.0" encoding="utf-8"?>
<p:sldLayout xmlns:p="http://schemas.openxmlformats.org/presentationml/2006/main" userDrawn="1">
  <p:cSld name="What we do 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2DE7ABD-A3FF-415B-B58C-C2ABD4A3793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2743199"/>
            <a:ext cx="10058400" cy="3340099"/>
          </a:xfrm>
          <a:custGeom xmlns:a="http://schemas.openxmlformats.org/drawingml/2006/main"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9.xml><?xml version="1.0" encoding="utf-8"?>
<p:sldLayout xmlns:p="http://schemas.openxmlformats.org/presentationml/2006/main" userDrawn="1">
  <p:cSld name="Company Overview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3DC67C1-BA3D-4579-AA26-283ED18DB72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71500" y="2578100"/>
            <a:ext cx="11049000" cy="3746500"/>
          </a:xfrm>
          <a:custGeom xmlns:a="http://schemas.openxmlformats.org/drawingml/2006/main">
            <a:gdLst>
              <a:gd name="connsiteX0" fmla="*/ 0 w 11049000"/>
              <a:gd name="connsiteY0" fmla="*/ 0 h 3746500"/>
              <a:gd name="connsiteX1" fmla="*/ 11049000 w 11049000"/>
              <a:gd name="connsiteY1" fmla="*/ 0 h 3746500"/>
              <a:gd name="connsiteX2" fmla="*/ 11049000 w 11049000"/>
              <a:gd name="connsiteY2" fmla="*/ 3746500 h 3746500"/>
              <a:gd name="connsiteX3" fmla="*/ 0 w 11049000"/>
              <a:gd name="connsiteY3" fmla="*/ 3746500 h 3746500"/>
            </a:gdLst>
            <a:rect l="l" t="t" r="r" b="b"/>
            <a:pathLst>
              <a:path w="11049000" h="3746500">
                <a:moveTo>
                  <a:pt x="0" y="0"/>
                </a:moveTo>
                <a:lnTo>
                  <a:pt x="11049000" y="0"/>
                </a:lnTo>
                <a:lnTo>
                  <a:pt x="11049000" y="3746500"/>
                </a:lnTo>
                <a:lnTo>
                  <a:pt x="0" y="37465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0.xml><?xml version="1.0" encoding="utf-8"?>
<p:sldLayout xmlns:p="http://schemas.openxmlformats.org/presentationml/2006/main" userDrawn="1">
  <p:cSld name="3_ Cover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FF424C5-59AB-457E-AF43-B7EC3105D54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626459" y="2761782"/>
            <a:ext cx="2937458" cy="2939082"/>
          </a:xfrm>
          <a:custGeom xmlns:a="http://schemas.openxmlformats.org/drawingml/2006/main">
            <a:gdLst>
              <a:gd name="connsiteX0" fmla="*/ 1468729 w 2937458"/>
              <a:gd name="connsiteY0" fmla="*/ 0 h 2939082"/>
              <a:gd name="connsiteX1" fmla="*/ 2937458 w 2937458"/>
              <a:gd name="connsiteY1" fmla="*/ 1469541 h 2939082"/>
              <a:gd name="connsiteX2" fmla="*/ 1468729 w 2937458"/>
              <a:gd name="connsiteY2" fmla="*/ 2939082 h 2939082"/>
              <a:gd name="connsiteX3" fmla="*/ 0 w 2937458"/>
              <a:gd name="connsiteY3" fmla="*/ 1469541 h 2939082"/>
              <a:gd name="connsiteX4" fmla="*/ 1468729 w 2937458"/>
              <a:gd name="connsiteY4" fmla="*/ 0 h 2939082"/>
            </a:gdLst>
            <a:rect l="l" t="t" r="r" b="b"/>
            <a:pathLst>
              <a:path w="2937458" h="2939082">
                <a:moveTo>
                  <a:pt x="1468729" y="0"/>
                </a:moveTo>
                <a:cubicBezTo>
                  <a:pt x="2279886" y="0"/>
                  <a:pt x="2937458" y="657936"/>
                  <a:pt x="2937458" y="1469541"/>
                </a:cubicBezTo>
                <a:cubicBezTo>
                  <a:pt x="2937458" y="2281146"/>
                  <a:pt x="2279886" y="2939082"/>
                  <a:pt x="1468729" y="2939082"/>
                </a:cubicBezTo>
                <a:cubicBezTo>
                  <a:pt x="657572" y="2939082"/>
                  <a:pt x="0" y="2281146"/>
                  <a:pt x="0" y="1469541"/>
                </a:cubicBezTo>
                <a:cubicBezTo>
                  <a:pt x="0" y="657936"/>
                  <a:pt x="657572" y="0"/>
                  <a:pt x="146872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1.xml><?xml version="1.0" encoding="utf-8"?>
<p:sldLayout xmlns:p="http://schemas.openxmlformats.org/presentationml/2006/main" userDrawn="1">
  <p:cSld name="Business Objective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DBD6791-EB9E-4DBA-B684-A0CADA31E72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184832" y="1456775"/>
            <a:ext cx="3986772" cy="3457663"/>
          </a:xfrm>
          <a:custGeom xmlns:a="http://schemas.openxmlformats.org/drawingml/2006/main">
            <a:gdLst>
              <a:gd name="connsiteX0" fmla="*/ 992079 w 3986772"/>
              <a:gd name="connsiteY0" fmla="*/ 0 h 3457663"/>
              <a:gd name="connsiteX1" fmla="*/ 2988541 w 3986772"/>
              <a:gd name="connsiteY1" fmla="*/ 0 h 3457663"/>
              <a:gd name="connsiteX2" fmla="*/ 3986772 w 3986772"/>
              <a:gd name="connsiteY2" fmla="*/ 1728832 h 3457663"/>
              <a:gd name="connsiteX3" fmla="*/ 2988541 w 3986772"/>
              <a:gd name="connsiteY3" fmla="*/ 3457663 h 3457663"/>
              <a:gd name="connsiteX4" fmla="*/ 992079 w 3986772"/>
              <a:gd name="connsiteY4" fmla="*/ 3457663 h 3457663"/>
              <a:gd name="connsiteX5" fmla="*/ 0 w 3986772"/>
              <a:gd name="connsiteY5" fmla="*/ 1728832 h 3457663"/>
            </a:gdLst>
            <a:rect l="l" t="t" r="r" b="b"/>
            <a:pathLst>
              <a:path w="3986772" h="3457663">
                <a:moveTo>
                  <a:pt x="992079" y="0"/>
                </a:moveTo>
                <a:lnTo>
                  <a:pt x="2988541" y="0"/>
                </a:lnTo>
                <a:lnTo>
                  <a:pt x="3986772" y="1728832"/>
                </a:lnTo>
                <a:lnTo>
                  <a:pt x="2988541" y="3457663"/>
                </a:lnTo>
                <a:lnTo>
                  <a:pt x="992079" y="3457663"/>
                </a:lnTo>
                <a:lnTo>
                  <a:pt x="0" y="172883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2.xml><?xml version="1.0" encoding="utf-8"?>
<p:sldLayout xmlns:p="http://schemas.openxmlformats.org/presentationml/2006/main" userDrawn="1">
  <p:cSld name="Business Objective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A02C38C-12F5-4970-819E-B95A96C3F66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726907" y="0"/>
            <a:ext cx="3465095" cy="6858000"/>
          </a:xfrm>
          <a:custGeom xmlns:a="http://schemas.openxmlformats.org/drawingml/2006/main">
            <a:gdLst>
              <a:gd name="connsiteX0" fmla="*/ 3465095 w 3465095"/>
              <a:gd name="connsiteY0" fmla="*/ 0 h 6858000"/>
              <a:gd name="connsiteX1" fmla="*/ 3465095 w 3465095"/>
              <a:gd name="connsiteY1" fmla="*/ 6858000 h 6858000"/>
              <a:gd name="connsiteX2" fmla="*/ 0 w 3465095"/>
              <a:gd name="connsiteY2" fmla="*/ 3435370 h 6858000"/>
            </a:gdLst>
            <a:rect l="l" t="t" r="r" b="b"/>
            <a:pathLst>
              <a:path w="3465095" h="6858000">
                <a:moveTo>
                  <a:pt x="3465095" y="0"/>
                </a:moveTo>
                <a:lnTo>
                  <a:pt x="3465095" y="6858000"/>
                </a:lnTo>
                <a:lnTo>
                  <a:pt x="0" y="343537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3.xml><?xml version="1.0" encoding="utf-8"?>
<p:sldLayout xmlns:p="http://schemas.openxmlformats.org/presentationml/2006/main" userDrawn="1">
  <p:cSld name="Business Objective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5B7024A-3941-4045-AC6E-28567E6FA48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044950" y="2097965"/>
            <a:ext cx="3835400" cy="3846514"/>
          </a:xfrm>
          <a:custGeom xmlns:a="http://schemas.openxmlformats.org/drawingml/2006/main">
            <a:gdLst>
              <a:gd name="connsiteX0" fmla="*/ 1917700 w 3835400"/>
              <a:gd name="connsiteY0" fmla="*/ 0 h 3846514"/>
              <a:gd name="connsiteX1" fmla="*/ 3835400 w 3835400"/>
              <a:gd name="connsiteY1" fmla="*/ 1923257 h 3846514"/>
              <a:gd name="connsiteX2" fmla="*/ 1917700 w 3835400"/>
              <a:gd name="connsiteY2" fmla="*/ 3846514 h 3846514"/>
              <a:gd name="connsiteX3" fmla="*/ 0 w 3835400"/>
              <a:gd name="connsiteY3" fmla="*/ 1923257 h 3846514"/>
              <a:gd name="connsiteX4" fmla="*/ 1917700 w 3835400"/>
              <a:gd name="connsiteY4" fmla="*/ 0 h 3846514"/>
            </a:gdLst>
            <a:rect l="l" t="t" r="r" b="b"/>
            <a:pathLst>
              <a:path w="3835400" h="3846514">
                <a:moveTo>
                  <a:pt x="1917700" y="0"/>
                </a:moveTo>
                <a:cubicBezTo>
                  <a:pt x="2976816" y="0"/>
                  <a:pt x="3835400" y="861071"/>
                  <a:pt x="3835400" y="1923257"/>
                </a:cubicBezTo>
                <a:cubicBezTo>
                  <a:pt x="3835400" y="2985443"/>
                  <a:pt x="2976816" y="3846514"/>
                  <a:pt x="1917700" y="3846514"/>
                </a:cubicBezTo>
                <a:cubicBezTo>
                  <a:pt x="858584" y="3846514"/>
                  <a:pt x="0" y="2985443"/>
                  <a:pt x="0" y="1923257"/>
                </a:cubicBezTo>
                <a:cubicBezTo>
                  <a:pt x="0" y="861071"/>
                  <a:pt x="858584" y="0"/>
                  <a:pt x="191770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4.xml><?xml version="1.0" encoding="utf-8"?>
<p:sldLayout xmlns:p="http://schemas.openxmlformats.org/presentationml/2006/main" userDrawn="1">
  <p:cSld name="Our Key to Succes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43F8B61-4167-4D2E-BDFD-DAF0E032C77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989409" y="2730116"/>
            <a:ext cx="2981326" cy="2989264"/>
          </a:xfrm>
          <a:custGeom xmlns:a="http://schemas.openxmlformats.org/drawingml/2006/main">
            <a:gdLst>
              <a:gd name="connsiteX0" fmla="*/ 1490663 w 2981326"/>
              <a:gd name="connsiteY0" fmla="*/ 0 h 2989264"/>
              <a:gd name="connsiteX1" fmla="*/ 2981326 w 2981326"/>
              <a:gd name="connsiteY1" fmla="*/ 1494632 h 2989264"/>
              <a:gd name="connsiteX2" fmla="*/ 1490663 w 2981326"/>
              <a:gd name="connsiteY2" fmla="*/ 2989264 h 2989264"/>
              <a:gd name="connsiteX3" fmla="*/ 0 w 2981326"/>
              <a:gd name="connsiteY3" fmla="*/ 1494632 h 2989264"/>
              <a:gd name="connsiteX4" fmla="*/ 1490663 w 2981326"/>
              <a:gd name="connsiteY4" fmla="*/ 0 h 2989264"/>
            </a:gdLst>
            <a:rect l="l" t="t" r="r" b="b"/>
            <a:pathLst>
              <a:path w="2981326" h="2989264">
                <a:moveTo>
                  <a:pt x="1490663" y="0"/>
                </a:moveTo>
                <a:cubicBezTo>
                  <a:pt x="2313933" y="0"/>
                  <a:pt x="2981326" y="669170"/>
                  <a:pt x="2981326" y="1494632"/>
                </a:cubicBezTo>
                <a:cubicBezTo>
                  <a:pt x="2981326" y="2320094"/>
                  <a:pt x="2313933" y="2989264"/>
                  <a:pt x="1490663" y="2989264"/>
                </a:cubicBezTo>
                <a:cubicBezTo>
                  <a:pt x="667393" y="2989264"/>
                  <a:pt x="0" y="2320094"/>
                  <a:pt x="0" y="1494632"/>
                </a:cubicBezTo>
                <a:cubicBezTo>
                  <a:pt x="0" y="669170"/>
                  <a:pt x="667393" y="0"/>
                  <a:pt x="149066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5.xml><?xml version="1.0" encoding="utf-8"?>
<p:sldLayout xmlns:p="http://schemas.openxmlformats.org/presentationml/2006/main" userDrawn="1">
  <p:cSld name="Company Miss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AC46EAF-0E90-49C7-A9D3-D6436500FF3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3721100"/>
            <a:ext cx="10553700" cy="2603500"/>
          </a:xfrm>
          <a:custGeom xmlns:a="http://schemas.openxmlformats.org/drawingml/2006/main">
            <a:gdLst>
              <a:gd name="connsiteX0" fmla="*/ 0 w 10553700"/>
              <a:gd name="connsiteY0" fmla="*/ 0 h 2603500"/>
              <a:gd name="connsiteX1" fmla="*/ 10553700 w 10553700"/>
              <a:gd name="connsiteY1" fmla="*/ 0 h 2603500"/>
              <a:gd name="connsiteX2" fmla="*/ 10553700 w 10553700"/>
              <a:gd name="connsiteY2" fmla="*/ 2603500 h 2603500"/>
              <a:gd name="connsiteX3" fmla="*/ 0 w 10553700"/>
              <a:gd name="connsiteY3" fmla="*/ 2603500 h 2603500"/>
            </a:gdLst>
            <a:rect l="l" t="t" r="r" b="b"/>
            <a:pathLst>
              <a:path w="10553700" h="2603500">
                <a:moveTo>
                  <a:pt x="0" y="0"/>
                </a:moveTo>
                <a:lnTo>
                  <a:pt x="10553700" y="0"/>
                </a:lnTo>
                <a:lnTo>
                  <a:pt x="10553700" y="2603500"/>
                </a:lnTo>
                <a:lnTo>
                  <a:pt x="0" y="26035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6.xml><?xml version="1.0" encoding="utf-8"?>
<p:sldLayout xmlns:p="http://schemas.openxmlformats.org/presentationml/2006/main" userDrawn="1">
  <p:cSld name="Company Mission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0CFB7F6-2A51-43EC-B3E9-3076F6A09AC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3165723"/>
          </a:xfrm>
          <a:custGeom xmlns:a="http://schemas.openxmlformats.org/drawingml/2006/main">
            <a:gdLst>
              <a:gd name="connsiteX0" fmla="*/ 0 w 12192000"/>
              <a:gd name="connsiteY0" fmla="*/ 0 h 3165723"/>
              <a:gd name="connsiteX1" fmla="*/ 12192000 w 12192000"/>
              <a:gd name="connsiteY1" fmla="*/ 0 h 3165723"/>
              <a:gd name="connsiteX2" fmla="*/ 12192000 w 12192000"/>
              <a:gd name="connsiteY2" fmla="*/ 3165723 h 3165723"/>
              <a:gd name="connsiteX3" fmla="*/ 0 w 12192000"/>
              <a:gd name="connsiteY3" fmla="*/ 3165723 h 3165723"/>
            </a:gdLst>
            <a:rect l="l" t="t" r="r" b="b"/>
            <a:pathLst>
              <a:path w="12192000" h="3165723">
                <a:moveTo>
                  <a:pt x="0" y="0"/>
                </a:moveTo>
                <a:lnTo>
                  <a:pt x="12192000" y="0"/>
                </a:lnTo>
                <a:lnTo>
                  <a:pt x="12192000" y="3165723"/>
                </a:lnTo>
                <a:lnTo>
                  <a:pt x="0" y="316572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7.xml><?xml version="1.0" encoding="utf-8"?>
<p:sldLayout xmlns:p="http://schemas.openxmlformats.org/presentationml/2006/main" userDrawn="1">
  <p:cSld name="Company Vis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92EF0EF-B444-4848-941D-A6AD293C579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289850"/>
            <a:ext cx="5981700" cy="4568150"/>
          </a:xfrm>
          <a:custGeom xmlns:a="http://schemas.openxmlformats.org/drawingml/2006/main">
            <a:gdLst>
              <a:gd name="connsiteX0" fmla="*/ 0 w 5981700"/>
              <a:gd name="connsiteY0" fmla="*/ 0 h 4568150"/>
              <a:gd name="connsiteX1" fmla="*/ 5981700 w 5981700"/>
              <a:gd name="connsiteY1" fmla="*/ 0 h 4568150"/>
              <a:gd name="connsiteX2" fmla="*/ 5981700 w 5981700"/>
              <a:gd name="connsiteY2" fmla="*/ 4568150 h 4568150"/>
              <a:gd name="connsiteX3" fmla="*/ 0 w 5981700"/>
              <a:gd name="connsiteY3" fmla="*/ 4568150 h 4568150"/>
            </a:gdLst>
            <a:rect l="l" t="t" r="r" b="b"/>
            <a:pathLst>
              <a:path w="5981700" h="4568150">
                <a:moveTo>
                  <a:pt x="0" y="0"/>
                </a:moveTo>
                <a:lnTo>
                  <a:pt x="5981700" y="0"/>
                </a:lnTo>
                <a:lnTo>
                  <a:pt x="5981700" y="4568150"/>
                </a:lnTo>
                <a:lnTo>
                  <a:pt x="0" y="45681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8.xml><?xml version="1.0" encoding="utf-8"?>
<p:sldLayout xmlns:p="http://schemas.openxmlformats.org/presentationml/2006/main" userDrawn="1">
  <p:cSld name="4_ Cover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C19A459-8533-4AE8-81C0-54E2FA500F6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36230" y="0"/>
            <a:ext cx="4250871" cy="6858000"/>
          </a:xfrm>
          <a:custGeom xmlns:a="http://schemas.openxmlformats.org/drawingml/2006/main">
            <a:gdLst>
              <a:gd name="connsiteX0" fmla="*/ 0 w 4250871"/>
              <a:gd name="connsiteY0" fmla="*/ 0 h 6858000"/>
              <a:gd name="connsiteX1" fmla="*/ 4250871 w 4250871"/>
              <a:gd name="connsiteY1" fmla="*/ 0 h 6858000"/>
              <a:gd name="connsiteX2" fmla="*/ 4250871 w 4250871"/>
              <a:gd name="connsiteY2" fmla="*/ 6858000 h 6858000"/>
              <a:gd name="connsiteX3" fmla="*/ 0 w 4250871"/>
              <a:gd name="connsiteY3" fmla="*/ 6858000 h 6858000"/>
            </a:gdLst>
            <a:rect l="l" t="t" r="r" b="b"/>
            <a:pathLst>
              <a:path w="4250871" h="6858000">
                <a:moveTo>
                  <a:pt x="0" y="0"/>
                </a:moveTo>
                <a:lnTo>
                  <a:pt x="4250871" y="0"/>
                </a:lnTo>
                <a:lnTo>
                  <a:pt x="4250871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9.xml><?xml version="1.0" encoding="utf-8"?>
<p:sldLayout xmlns:p="http://schemas.openxmlformats.org/presentationml/2006/main" userDrawn="1">
  <p:cSld name="0_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D6F495FC-1742-4231-8AC5-573409F34AE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0.xml><?xml version="1.0" encoding="utf-8"?>
<p:sldLayout xmlns:p="http://schemas.openxmlformats.org/presentationml/2006/main" userDrawn="1">
  <p:cSld name="01_Company Valu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5BC0908B-A88F-6ABE-4227-A99582A2B85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600825" y="1673762"/>
            <a:ext cx="3571205" cy="3260994"/>
          </a:xfrm>
          <a:custGeom xmlns:a="http://schemas.openxmlformats.org/drawingml/2006/main">
            <a:gdLst>
              <a:gd name="connsiteX0" fmla="*/ 0 w 3571205"/>
              <a:gd name="connsiteY0" fmla="*/ 0 h 3260994"/>
              <a:gd name="connsiteX1" fmla="*/ 3571205 w 3571205"/>
              <a:gd name="connsiteY1" fmla="*/ 0 h 3260994"/>
              <a:gd name="connsiteX2" fmla="*/ 3571205 w 3571205"/>
              <a:gd name="connsiteY2" fmla="*/ 3260994 h 3260994"/>
              <a:gd name="connsiteX3" fmla="*/ 0 w 3571205"/>
              <a:gd name="connsiteY3" fmla="*/ 3260994 h 3260994"/>
            </a:gdLst>
            <a:rect l="l" t="t" r="r" b="b"/>
            <a:pathLst>
              <a:path w="3571205" h="3260994">
                <a:moveTo>
                  <a:pt x="0" y="0"/>
                </a:moveTo>
                <a:lnTo>
                  <a:pt x="3571205" y="0"/>
                </a:lnTo>
                <a:lnTo>
                  <a:pt x="3571205" y="3260994"/>
                </a:lnTo>
                <a:lnTo>
                  <a:pt x="0" y="326099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1.xml><?xml version="1.0" encoding="utf-8"?>
<p:sldLayout xmlns:p="http://schemas.openxmlformats.org/presentationml/2006/main" userDrawn="1">
  <p:cSld name="0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2.xml><?xml version="1.0" encoding="utf-8"?>
<p:sldLayout xmlns:p="http://schemas.openxmlformats.org/presentationml/2006/main" userDrawn="1">
  <p:cSld name="02_Company Co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117B3B4-17B4-353A-47DE-B9BE457C4B8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33400" y="533400"/>
            <a:ext cx="11106150" cy="2971800"/>
          </a:xfrm>
          <a:custGeom xmlns:a="http://schemas.openxmlformats.org/drawingml/2006/main">
            <a:gdLst>
              <a:gd name="connsiteX0" fmla="*/ 0 w 11106150"/>
              <a:gd name="connsiteY0" fmla="*/ 0 h 2971800"/>
              <a:gd name="connsiteX1" fmla="*/ 11106150 w 11106150"/>
              <a:gd name="connsiteY1" fmla="*/ 0 h 2971800"/>
              <a:gd name="connsiteX2" fmla="*/ 11106150 w 11106150"/>
              <a:gd name="connsiteY2" fmla="*/ 2971800 h 2971800"/>
              <a:gd name="connsiteX3" fmla="*/ 0 w 11106150"/>
              <a:gd name="connsiteY3" fmla="*/ 2971800 h 2971800"/>
            </a:gdLst>
            <a:rect l="l" t="t" r="r" b="b"/>
            <a:pathLst>
              <a:path w="11106150" h="2971800">
                <a:moveTo>
                  <a:pt x="0" y="0"/>
                </a:moveTo>
                <a:lnTo>
                  <a:pt x="11106150" y="0"/>
                </a:lnTo>
                <a:lnTo>
                  <a:pt x="11106150" y="2971800"/>
                </a:lnTo>
                <a:lnTo>
                  <a:pt x="0" y="29718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3.xml><?xml version="1.0" encoding="utf-8"?>
<p:sldLayout xmlns:p="http://schemas.openxmlformats.org/presentationml/2006/main" userDrawn="1">
  <p:cSld name="03_Company Proposi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B80BD46-6651-03C3-0186-FE05661F08A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4.xml><?xml version="1.0" encoding="utf-8"?>
<p:sldLayout xmlns:p="http://schemas.openxmlformats.org/presentationml/2006/main" userDrawn="1">
  <p:cSld name="4_Company Proposi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reeform: Shape 9">
            <a:extLst xmlns:a="http://schemas.openxmlformats.org/drawingml/2006/main">
              <a:ext uri="{FF2B5EF4-FFF2-40B4-BE49-F238E27FC236}">
                <a16:creationId xmlns:a16="http://schemas.microsoft.com/office/drawing/2014/main" id="{69D91A94-5198-7CEC-11C5-1E2261A505E1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10999557" y="2482239"/>
            <a:ext cx="1113372" cy="1113371"/>
          </a:xfrm>
          <a:custGeom xmlns:a="http://schemas.openxmlformats.org/drawingml/2006/main">
            <a:gdLst>
              <a:gd name="connsiteX0" fmla="*/ 556686 w 1113372"/>
              <a:gd name="connsiteY0" fmla="*/ 0 h 1113371"/>
              <a:gd name="connsiteX1" fmla="*/ 950323 w 1113372"/>
              <a:gd name="connsiteY1" fmla="*/ 163049 h 1113371"/>
              <a:gd name="connsiteX2" fmla="*/ 950323 w 1113372"/>
              <a:gd name="connsiteY2" fmla="*/ 950322 h 1113371"/>
              <a:gd name="connsiteX3" fmla="*/ 163050 w 1113372"/>
              <a:gd name="connsiteY3" fmla="*/ 950322 h 1113371"/>
              <a:gd name="connsiteX4" fmla="*/ 163050 w 1113372"/>
              <a:gd name="connsiteY4" fmla="*/ 163049 h 1113371"/>
              <a:gd name="connsiteX5" fmla="*/ 556686 w 1113372"/>
              <a:gd name="connsiteY5" fmla="*/ 0 h 1113371"/>
            </a:gdLst>
            <a:rect l="l" t="t" r="r" b="b"/>
            <a:pathLst>
              <a:path w="1113372" h="1113371">
                <a:moveTo>
                  <a:pt x="556686" y="0"/>
                </a:moveTo>
                <a:cubicBezTo>
                  <a:pt x="699154" y="0"/>
                  <a:pt x="841623" y="54350"/>
                  <a:pt x="950323" y="163049"/>
                </a:cubicBezTo>
                <a:cubicBezTo>
                  <a:pt x="1167722" y="380448"/>
                  <a:pt x="1167722" y="732923"/>
                  <a:pt x="950323" y="950322"/>
                </a:cubicBezTo>
                <a:cubicBezTo>
                  <a:pt x="732923" y="1167721"/>
                  <a:pt x="380449" y="1167721"/>
                  <a:pt x="163050" y="950322"/>
                </a:cubicBezTo>
                <a:cubicBezTo>
                  <a:pt x="-54350" y="732923"/>
                  <a:pt x="-54350" y="380448"/>
                  <a:pt x="163050" y="163049"/>
                </a:cubicBezTo>
                <a:cubicBezTo>
                  <a:pt x="271750" y="54350"/>
                  <a:pt x="414218" y="0"/>
                  <a:pt x="556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8" name="Freeform: Shape 7">
            <a:extLst xmlns:a="http://schemas.openxmlformats.org/drawingml/2006/main">
              <a:ext uri="{FF2B5EF4-FFF2-40B4-BE49-F238E27FC236}">
                <a16:creationId xmlns:a16="http://schemas.microsoft.com/office/drawing/2014/main" id="{DAE858B9-7256-D584-0C43-05BC7ABAACAE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678711" y="2712488"/>
            <a:ext cx="952119" cy="955110"/>
          </a:xfrm>
          <a:custGeom xmlns:a="http://schemas.openxmlformats.org/drawingml/2006/main">
            <a:gdLst>
              <a:gd name="connsiteX0" fmla="*/ 507577 w 952119"/>
              <a:gd name="connsiteY0" fmla="*/ 1096 h 955110"/>
              <a:gd name="connsiteX1" fmla="*/ 947826 w 952119"/>
              <a:gd name="connsiteY1" fmla="*/ 413105 h 955110"/>
              <a:gd name="connsiteX2" fmla="*/ 539683 w 952119"/>
              <a:gd name="connsiteY2" fmla="*/ 950810 h 955110"/>
              <a:gd name="connsiteX3" fmla="*/ 4684 w 952119"/>
              <a:gd name="connsiteY3" fmla="*/ 542007 h 955110"/>
              <a:gd name="connsiteX4" fmla="*/ 410989 w 952119"/>
              <a:gd name="connsiteY4" fmla="*/ 4301 h 955110"/>
              <a:gd name="connsiteX5" fmla="*/ 507577 w 952119"/>
              <a:gd name="connsiteY5" fmla="*/ 1096 h 955110"/>
            </a:gdLst>
            <a:rect l="l" t="t" r="r" b="b"/>
            <a:pathLst>
              <a:path w="952119" h="955110">
                <a:moveTo>
                  <a:pt x="507577" y="1096"/>
                </a:moveTo>
                <a:cubicBezTo>
                  <a:pt x="729046" y="16127"/>
                  <a:pt x="917261" y="184304"/>
                  <a:pt x="947826" y="413105"/>
                </a:cubicBezTo>
                <a:cubicBezTo>
                  <a:pt x="982757" y="674592"/>
                  <a:pt x="800747" y="915823"/>
                  <a:pt x="539683" y="950810"/>
                </a:cubicBezTo>
                <a:cubicBezTo>
                  <a:pt x="278618" y="985798"/>
                  <a:pt x="39615" y="803494"/>
                  <a:pt x="4684" y="542007"/>
                </a:cubicBezTo>
                <a:cubicBezTo>
                  <a:pt x="-32086" y="280520"/>
                  <a:pt x="151763" y="39289"/>
                  <a:pt x="410989" y="4301"/>
                </a:cubicBezTo>
                <a:cubicBezTo>
                  <a:pt x="443622" y="-73"/>
                  <a:pt x="475939" y="-1051"/>
                  <a:pt x="507577" y="1096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Freeform: Shape 5">
            <a:extLst xmlns:a="http://schemas.openxmlformats.org/drawingml/2006/main">
              <a:ext uri="{FF2B5EF4-FFF2-40B4-BE49-F238E27FC236}">
                <a16:creationId xmlns:a16="http://schemas.microsoft.com/office/drawing/2014/main" id="{BEEEE2AC-CD36-4D5B-72AD-F5057241790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304056" y="2503614"/>
            <a:ext cx="947624" cy="949199"/>
          </a:xfrm>
          <a:custGeom xmlns:a="http://schemas.openxmlformats.org/drawingml/2006/main">
            <a:gdLst>
              <a:gd name="connsiteX0" fmla="*/ 438872 w 947624"/>
              <a:gd name="connsiteY0" fmla="*/ 1193 h 949199"/>
              <a:gd name="connsiteX1" fmla="*/ 946423 w 947624"/>
              <a:gd name="connsiteY1" fmla="*/ 441438 h 949199"/>
              <a:gd name="connsiteX2" fmla="*/ 508752 w 947624"/>
              <a:gd name="connsiteY2" fmla="*/ 947996 h 949199"/>
              <a:gd name="connsiteX3" fmla="*/ 1202 w 947624"/>
              <a:gd name="connsiteY3" fmla="*/ 509593 h 949199"/>
              <a:gd name="connsiteX4" fmla="*/ 438872 w 947624"/>
              <a:gd name="connsiteY4" fmla="*/ 1193 h 949199"/>
            </a:gdLst>
            <a:rect l="l" t="t" r="r" b="b"/>
            <a:pathLst>
              <a:path w="947624" h="949199">
                <a:moveTo>
                  <a:pt x="438872" y="1193"/>
                </a:moveTo>
                <a:cubicBezTo>
                  <a:pt x="700003" y="-17227"/>
                  <a:pt x="928034" y="179870"/>
                  <a:pt x="946423" y="441438"/>
                </a:cubicBezTo>
                <a:cubicBezTo>
                  <a:pt x="964813" y="701164"/>
                  <a:pt x="769883" y="929576"/>
                  <a:pt x="508752" y="947996"/>
                </a:cubicBezTo>
                <a:cubicBezTo>
                  <a:pt x="247621" y="966416"/>
                  <a:pt x="19591" y="771161"/>
                  <a:pt x="1202" y="509593"/>
                </a:cubicBezTo>
                <a:cubicBezTo>
                  <a:pt x="-17188" y="248025"/>
                  <a:pt x="177741" y="19614"/>
                  <a:pt x="438872" y="119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5.xml><?xml version="1.0" encoding="utf-8"?>
<p:sldLayout xmlns:p="http://schemas.openxmlformats.org/presentationml/2006/main" userDrawn="1">
  <p:cSld name="04_ Company Proposi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CFB53C9-472B-5B7A-935B-3CC4F90B9DE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941836" y="1811178"/>
            <a:ext cx="3920338" cy="3920338"/>
          </a:xfrm>
          <a:custGeom xmlns:a="http://schemas.openxmlformats.org/drawingml/2006/main">
            <a:gdLst>
              <a:gd name="connsiteX0" fmla="*/ 1960169 w 3920338"/>
              <a:gd name="connsiteY0" fmla="*/ 0 h 3920338"/>
              <a:gd name="connsiteX1" fmla="*/ 3920338 w 3920338"/>
              <a:gd name="connsiteY1" fmla="*/ 1960169 h 3920338"/>
              <a:gd name="connsiteX2" fmla="*/ 1960169 w 3920338"/>
              <a:gd name="connsiteY2" fmla="*/ 3920338 h 3920338"/>
              <a:gd name="connsiteX3" fmla="*/ 0 w 3920338"/>
              <a:gd name="connsiteY3" fmla="*/ 1960169 h 3920338"/>
              <a:gd name="connsiteX4" fmla="*/ 1960169 w 3920338"/>
              <a:gd name="connsiteY4" fmla="*/ 0 h 3920338"/>
            </a:gdLst>
            <a:rect l="l" t="t" r="r" b="b"/>
            <a:pathLst>
              <a:path w="3920338" h="3920338">
                <a:moveTo>
                  <a:pt x="1960169" y="0"/>
                </a:moveTo>
                <a:cubicBezTo>
                  <a:pt x="3042740" y="0"/>
                  <a:pt x="3920338" y="877598"/>
                  <a:pt x="3920338" y="1960169"/>
                </a:cubicBezTo>
                <a:cubicBezTo>
                  <a:pt x="3920338" y="3042740"/>
                  <a:pt x="3042740" y="3920338"/>
                  <a:pt x="1960169" y="3920338"/>
                </a:cubicBezTo>
                <a:cubicBezTo>
                  <a:pt x="877599" y="3920338"/>
                  <a:pt x="0" y="3042740"/>
                  <a:pt x="0" y="1960169"/>
                </a:cubicBezTo>
                <a:cubicBezTo>
                  <a:pt x="0" y="877598"/>
                  <a:pt x="877599" y="0"/>
                  <a:pt x="196016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6.xml><?xml version="1.0" encoding="utf-8"?>
<p:sldLayout xmlns:p="http://schemas.openxmlformats.org/presentationml/2006/main" userDrawn="1">
  <p:cSld name="5_ Company Proposi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EE3E7125-7E1A-19BE-38EE-8E066750525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652838" y="3576620"/>
            <a:ext cx="2586038" cy="2433620"/>
          </a:xfrm>
          <a:custGeom xmlns:a="http://schemas.openxmlformats.org/drawingml/2006/main">
            <a:gdLst>
              <a:gd name="connsiteX0" fmla="*/ 116011 w 2586038"/>
              <a:gd name="connsiteY0" fmla="*/ 0 h 2433620"/>
              <a:gd name="connsiteX1" fmla="*/ 2470027 w 2586038"/>
              <a:gd name="connsiteY1" fmla="*/ 0 h 2433620"/>
              <a:gd name="connsiteX2" fmla="*/ 2586038 w 2586038"/>
              <a:gd name="connsiteY2" fmla="*/ 116011 h 2433620"/>
              <a:gd name="connsiteX3" fmla="*/ 2586038 w 2586038"/>
              <a:gd name="connsiteY3" fmla="*/ 2317609 h 2433620"/>
              <a:gd name="connsiteX4" fmla="*/ 2470027 w 2586038"/>
              <a:gd name="connsiteY4" fmla="*/ 2433620 h 2433620"/>
              <a:gd name="connsiteX5" fmla="*/ 116011 w 2586038"/>
              <a:gd name="connsiteY5" fmla="*/ 2433620 h 2433620"/>
              <a:gd name="connsiteX6" fmla="*/ 0 w 2586038"/>
              <a:gd name="connsiteY6" fmla="*/ 2317609 h 2433620"/>
              <a:gd name="connsiteX7" fmla="*/ 0 w 2586038"/>
              <a:gd name="connsiteY7" fmla="*/ 116011 h 2433620"/>
              <a:gd name="connsiteX8" fmla="*/ 116011 w 2586038"/>
              <a:gd name="connsiteY8" fmla="*/ 0 h 2433620"/>
            </a:gdLst>
            <a:rect l="l" t="t" r="r" b="b"/>
            <a:pathLst>
              <a:path w="2586038" h="2433620">
                <a:moveTo>
                  <a:pt x="116011" y="0"/>
                </a:moveTo>
                <a:lnTo>
                  <a:pt x="2470027" y="0"/>
                </a:lnTo>
                <a:cubicBezTo>
                  <a:pt x="2534098" y="0"/>
                  <a:pt x="2586038" y="51940"/>
                  <a:pt x="2586038" y="116011"/>
                </a:cubicBezTo>
                <a:lnTo>
                  <a:pt x="2586038" y="2317609"/>
                </a:lnTo>
                <a:cubicBezTo>
                  <a:pt x="2586038" y="2381680"/>
                  <a:pt x="2534098" y="2433620"/>
                  <a:pt x="2470027" y="2433620"/>
                </a:cubicBezTo>
                <a:lnTo>
                  <a:pt x="116011" y="2433620"/>
                </a:lnTo>
                <a:cubicBezTo>
                  <a:pt x="51940" y="2433620"/>
                  <a:pt x="0" y="2381680"/>
                  <a:pt x="0" y="2317609"/>
                </a:cubicBezTo>
                <a:lnTo>
                  <a:pt x="0" y="116011"/>
                </a:lnTo>
                <a:cubicBezTo>
                  <a:pt x="0" y="51940"/>
                  <a:pt x="51940" y="0"/>
                  <a:pt x="11601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D2F7C4A-F2A9-A1C2-7C50-8C250A3F9D1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1143000"/>
            <a:ext cx="2586038" cy="2433620"/>
          </a:xfrm>
          <a:custGeom xmlns:a="http://schemas.openxmlformats.org/drawingml/2006/main">
            <a:gdLst>
              <a:gd name="connsiteX0" fmla="*/ 116011 w 2586038"/>
              <a:gd name="connsiteY0" fmla="*/ 0 h 2433620"/>
              <a:gd name="connsiteX1" fmla="*/ 2470027 w 2586038"/>
              <a:gd name="connsiteY1" fmla="*/ 0 h 2433620"/>
              <a:gd name="connsiteX2" fmla="*/ 2586038 w 2586038"/>
              <a:gd name="connsiteY2" fmla="*/ 116011 h 2433620"/>
              <a:gd name="connsiteX3" fmla="*/ 2586038 w 2586038"/>
              <a:gd name="connsiteY3" fmla="*/ 2317609 h 2433620"/>
              <a:gd name="connsiteX4" fmla="*/ 2470027 w 2586038"/>
              <a:gd name="connsiteY4" fmla="*/ 2433620 h 2433620"/>
              <a:gd name="connsiteX5" fmla="*/ 116011 w 2586038"/>
              <a:gd name="connsiteY5" fmla="*/ 2433620 h 2433620"/>
              <a:gd name="connsiteX6" fmla="*/ 0 w 2586038"/>
              <a:gd name="connsiteY6" fmla="*/ 2317609 h 2433620"/>
              <a:gd name="connsiteX7" fmla="*/ 0 w 2586038"/>
              <a:gd name="connsiteY7" fmla="*/ 116011 h 2433620"/>
              <a:gd name="connsiteX8" fmla="*/ 116011 w 2586038"/>
              <a:gd name="connsiteY8" fmla="*/ 0 h 2433620"/>
            </a:gdLst>
            <a:rect l="l" t="t" r="r" b="b"/>
            <a:pathLst>
              <a:path w="2586038" h="2433620">
                <a:moveTo>
                  <a:pt x="116011" y="0"/>
                </a:moveTo>
                <a:lnTo>
                  <a:pt x="2470027" y="0"/>
                </a:lnTo>
                <a:cubicBezTo>
                  <a:pt x="2534098" y="0"/>
                  <a:pt x="2586038" y="51940"/>
                  <a:pt x="2586038" y="116011"/>
                </a:cubicBezTo>
                <a:lnTo>
                  <a:pt x="2586038" y="2317609"/>
                </a:lnTo>
                <a:cubicBezTo>
                  <a:pt x="2586038" y="2381680"/>
                  <a:pt x="2534098" y="2433620"/>
                  <a:pt x="2470027" y="2433620"/>
                </a:cubicBezTo>
                <a:lnTo>
                  <a:pt x="116011" y="2433620"/>
                </a:lnTo>
                <a:cubicBezTo>
                  <a:pt x="51940" y="2433620"/>
                  <a:pt x="0" y="2381680"/>
                  <a:pt x="0" y="2317609"/>
                </a:cubicBezTo>
                <a:lnTo>
                  <a:pt x="0" y="116011"/>
                </a:lnTo>
                <a:cubicBezTo>
                  <a:pt x="0" y="51940"/>
                  <a:pt x="51940" y="0"/>
                  <a:pt x="11601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7.xml><?xml version="1.0" encoding="utf-8"?>
<p:sldLayout xmlns:p="http://schemas.openxmlformats.org/presentationml/2006/main" userDrawn="1">
  <p:cSld name="6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F8852CC-962F-6896-E2EA-EE205415803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096001" y="1143000"/>
            <a:ext cx="2496979" cy="5181600"/>
          </a:xfrm>
          <a:custGeom xmlns:a="http://schemas.openxmlformats.org/drawingml/2006/main">
            <a:gdLst>
              <a:gd name="connsiteX0" fmla="*/ 0 w 2496979"/>
              <a:gd name="connsiteY0" fmla="*/ 0 h 5181600"/>
              <a:gd name="connsiteX1" fmla="*/ 2496979 w 2496979"/>
              <a:gd name="connsiteY1" fmla="*/ 0 h 5181600"/>
              <a:gd name="connsiteX2" fmla="*/ 2496979 w 2496979"/>
              <a:gd name="connsiteY2" fmla="*/ 5181600 h 5181600"/>
              <a:gd name="connsiteX3" fmla="*/ 0 w 2496979"/>
              <a:gd name="connsiteY3" fmla="*/ 5181600 h 5181600"/>
            </a:gdLst>
            <a:rect l="l" t="t" r="r" b="b"/>
            <a:pathLst>
              <a:path w="2496979" h="5181600">
                <a:moveTo>
                  <a:pt x="0" y="0"/>
                </a:moveTo>
                <a:lnTo>
                  <a:pt x="2496979" y="0"/>
                </a:lnTo>
                <a:lnTo>
                  <a:pt x="2496979" y="5181600"/>
                </a:lnTo>
                <a:lnTo>
                  <a:pt x="0" y="5181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CC266283-3B07-C3B8-5C2D-1A7AB124B1B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590122" y="1143000"/>
            <a:ext cx="2496979" cy="5181600"/>
          </a:xfrm>
          <a:custGeom xmlns:a="http://schemas.openxmlformats.org/drawingml/2006/main">
            <a:gdLst>
              <a:gd name="connsiteX0" fmla="*/ 0 w 2496979"/>
              <a:gd name="connsiteY0" fmla="*/ 0 h 5181600"/>
              <a:gd name="connsiteX1" fmla="*/ 2496979 w 2496979"/>
              <a:gd name="connsiteY1" fmla="*/ 0 h 5181600"/>
              <a:gd name="connsiteX2" fmla="*/ 2496979 w 2496979"/>
              <a:gd name="connsiteY2" fmla="*/ 5181600 h 5181600"/>
              <a:gd name="connsiteX3" fmla="*/ 0 w 2496979"/>
              <a:gd name="connsiteY3" fmla="*/ 5181600 h 5181600"/>
            </a:gdLst>
            <a:rect l="l" t="t" r="r" b="b"/>
            <a:pathLst>
              <a:path w="2496979" h="5181600">
                <a:moveTo>
                  <a:pt x="0" y="0"/>
                </a:moveTo>
                <a:lnTo>
                  <a:pt x="2496979" y="0"/>
                </a:lnTo>
                <a:lnTo>
                  <a:pt x="2496979" y="5181600"/>
                </a:lnTo>
                <a:lnTo>
                  <a:pt x="0" y="5181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8.xml><?xml version="1.0" encoding="utf-8"?>
<p:sldLayout xmlns:p="http://schemas.openxmlformats.org/presentationml/2006/main" userDrawn="1">
  <p:cSld name="7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0BA022A-6A31-2CA0-052D-434D1B65F715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71500" y="533401"/>
            <a:ext cx="11049000" cy="3228975"/>
          </a:xfrm>
          <a:custGeom xmlns:a="http://schemas.openxmlformats.org/drawingml/2006/main">
            <a:gdLst>
              <a:gd name="connsiteX0" fmla="*/ 97386 w 11049000"/>
              <a:gd name="connsiteY0" fmla="*/ 0 h 3228975"/>
              <a:gd name="connsiteX1" fmla="*/ 10951614 w 11049000"/>
              <a:gd name="connsiteY1" fmla="*/ 0 h 3228975"/>
              <a:gd name="connsiteX2" fmla="*/ 11049000 w 11049000"/>
              <a:gd name="connsiteY2" fmla="*/ 97386 h 3228975"/>
              <a:gd name="connsiteX3" fmla="*/ 11049000 w 11049000"/>
              <a:gd name="connsiteY3" fmla="*/ 3131589 h 3228975"/>
              <a:gd name="connsiteX4" fmla="*/ 10951614 w 11049000"/>
              <a:gd name="connsiteY4" fmla="*/ 3228975 h 3228975"/>
              <a:gd name="connsiteX5" fmla="*/ 97386 w 11049000"/>
              <a:gd name="connsiteY5" fmla="*/ 3228975 h 3228975"/>
              <a:gd name="connsiteX6" fmla="*/ 0 w 11049000"/>
              <a:gd name="connsiteY6" fmla="*/ 3131589 h 3228975"/>
              <a:gd name="connsiteX7" fmla="*/ 0 w 11049000"/>
              <a:gd name="connsiteY7" fmla="*/ 97386 h 3228975"/>
              <a:gd name="connsiteX8" fmla="*/ 97386 w 11049000"/>
              <a:gd name="connsiteY8" fmla="*/ 0 h 3228975"/>
            </a:gdLst>
            <a:rect l="l" t="t" r="r" b="b"/>
            <a:pathLst>
              <a:path w="11049000" h="3228975">
                <a:moveTo>
                  <a:pt x="97386" y="0"/>
                </a:moveTo>
                <a:lnTo>
                  <a:pt x="10951614" y="0"/>
                </a:lnTo>
                <a:cubicBezTo>
                  <a:pt x="11005399" y="0"/>
                  <a:pt x="11049000" y="43601"/>
                  <a:pt x="11049000" y="97386"/>
                </a:cubicBezTo>
                <a:lnTo>
                  <a:pt x="11049000" y="3131589"/>
                </a:lnTo>
                <a:cubicBezTo>
                  <a:pt x="11049000" y="3185374"/>
                  <a:pt x="11005399" y="3228975"/>
                  <a:pt x="10951614" y="3228975"/>
                </a:cubicBezTo>
                <a:lnTo>
                  <a:pt x="97386" y="3228975"/>
                </a:lnTo>
                <a:cubicBezTo>
                  <a:pt x="43601" y="3228975"/>
                  <a:pt x="0" y="3185374"/>
                  <a:pt x="0" y="3131589"/>
                </a:cubicBezTo>
                <a:lnTo>
                  <a:pt x="0" y="97386"/>
                </a:lnTo>
                <a:cubicBezTo>
                  <a:pt x="0" y="43601"/>
                  <a:pt x="43601" y="0"/>
                  <a:pt x="973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9.xml><?xml version="1.0" encoding="utf-8"?>
<p:sldLayout xmlns:p="http://schemas.openxmlformats.org/presentationml/2006/main" userDrawn="1">
  <p:cSld name="8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8F78B597-6FDF-B419-A2BF-2649E817000D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825155" y="1143001"/>
            <a:ext cx="3190875" cy="2417885"/>
          </a:xfrm>
          <a:custGeom xmlns:a="http://schemas.openxmlformats.org/drawingml/2006/main">
            <a:gdLst>
              <a:gd name="connsiteX0" fmla="*/ 100753 w 3190875"/>
              <a:gd name="connsiteY0" fmla="*/ 0 h 2417885"/>
              <a:gd name="connsiteX1" fmla="*/ 3090122 w 3190875"/>
              <a:gd name="connsiteY1" fmla="*/ 0 h 2417885"/>
              <a:gd name="connsiteX2" fmla="*/ 3190875 w 3190875"/>
              <a:gd name="connsiteY2" fmla="*/ 100753 h 2417885"/>
              <a:gd name="connsiteX3" fmla="*/ 3190875 w 3190875"/>
              <a:gd name="connsiteY3" fmla="*/ 2317132 h 2417885"/>
              <a:gd name="connsiteX4" fmla="*/ 3090122 w 3190875"/>
              <a:gd name="connsiteY4" fmla="*/ 2417885 h 2417885"/>
              <a:gd name="connsiteX5" fmla="*/ 100753 w 3190875"/>
              <a:gd name="connsiteY5" fmla="*/ 2417885 h 2417885"/>
              <a:gd name="connsiteX6" fmla="*/ 0 w 3190875"/>
              <a:gd name="connsiteY6" fmla="*/ 2317132 h 2417885"/>
              <a:gd name="connsiteX7" fmla="*/ 0 w 3190875"/>
              <a:gd name="connsiteY7" fmla="*/ 100753 h 2417885"/>
              <a:gd name="connsiteX8" fmla="*/ 100753 w 3190875"/>
              <a:gd name="connsiteY8" fmla="*/ 0 h 2417885"/>
            </a:gdLst>
            <a:rect l="l" t="t" r="r" b="b"/>
            <a:pathLst>
              <a:path w="3190875" h="2417885">
                <a:moveTo>
                  <a:pt x="100753" y="0"/>
                </a:moveTo>
                <a:lnTo>
                  <a:pt x="3090122" y="0"/>
                </a:lnTo>
                <a:cubicBezTo>
                  <a:pt x="3145766" y="0"/>
                  <a:pt x="3190875" y="45109"/>
                  <a:pt x="3190875" y="100753"/>
                </a:cubicBezTo>
                <a:lnTo>
                  <a:pt x="3190875" y="2317132"/>
                </a:lnTo>
                <a:cubicBezTo>
                  <a:pt x="3190875" y="2372776"/>
                  <a:pt x="3145766" y="2417885"/>
                  <a:pt x="3090122" y="2417885"/>
                </a:cubicBezTo>
                <a:lnTo>
                  <a:pt x="100753" y="2417885"/>
                </a:lnTo>
                <a:cubicBezTo>
                  <a:pt x="45109" y="2417885"/>
                  <a:pt x="0" y="2372776"/>
                  <a:pt x="0" y="2317132"/>
                </a:cubicBezTo>
                <a:lnTo>
                  <a:pt x="0" y="100753"/>
                </a:lnTo>
                <a:cubicBezTo>
                  <a:pt x="0" y="45109"/>
                  <a:pt x="45109" y="0"/>
                  <a:pt x="10075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464036BF-C850-5FB1-F861-A2C9F6B8C7B4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426928" y="1143001"/>
            <a:ext cx="3190875" cy="2417885"/>
          </a:xfrm>
          <a:custGeom xmlns:a="http://schemas.openxmlformats.org/drawingml/2006/main">
            <a:gdLst>
              <a:gd name="connsiteX0" fmla="*/ 100753 w 3190875"/>
              <a:gd name="connsiteY0" fmla="*/ 0 h 2417885"/>
              <a:gd name="connsiteX1" fmla="*/ 3090122 w 3190875"/>
              <a:gd name="connsiteY1" fmla="*/ 0 h 2417885"/>
              <a:gd name="connsiteX2" fmla="*/ 3190875 w 3190875"/>
              <a:gd name="connsiteY2" fmla="*/ 100753 h 2417885"/>
              <a:gd name="connsiteX3" fmla="*/ 3190875 w 3190875"/>
              <a:gd name="connsiteY3" fmla="*/ 2317132 h 2417885"/>
              <a:gd name="connsiteX4" fmla="*/ 3090122 w 3190875"/>
              <a:gd name="connsiteY4" fmla="*/ 2417885 h 2417885"/>
              <a:gd name="connsiteX5" fmla="*/ 100753 w 3190875"/>
              <a:gd name="connsiteY5" fmla="*/ 2417885 h 2417885"/>
              <a:gd name="connsiteX6" fmla="*/ 0 w 3190875"/>
              <a:gd name="connsiteY6" fmla="*/ 2317132 h 2417885"/>
              <a:gd name="connsiteX7" fmla="*/ 0 w 3190875"/>
              <a:gd name="connsiteY7" fmla="*/ 100753 h 2417885"/>
              <a:gd name="connsiteX8" fmla="*/ 100753 w 3190875"/>
              <a:gd name="connsiteY8" fmla="*/ 0 h 2417885"/>
            </a:gdLst>
            <a:rect l="l" t="t" r="r" b="b"/>
            <a:pathLst>
              <a:path w="3190875" h="2417885">
                <a:moveTo>
                  <a:pt x="100753" y="0"/>
                </a:moveTo>
                <a:lnTo>
                  <a:pt x="3090122" y="0"/>
                </a:lnTo>
                <a:cubicBezTo>
                  <a:pt x="3145766" y="0"/>
                  <a:pt x="3190875" y="45109"/>
                  <a:pt x="3190875" y="100753"/>
                </a:cubicBezTo>
                <a:lnTo>
                  <a:pt x="3190875" y="2317132"/>
                </a:lnTo>
                <a:cubicBezTo>
                  <a:pt x="3190875" y="2372776"/>
                  <a:pt x="3145766" y="2417885"/>
                  <a:pt x="3090122" y="2417885"/>
                </a:cubicBezTo>
                <a:lnTo>
                  <a:pt x="100753" y="2417885"/>
                </a:lnTo>
                <a:cubicBezTo>
                  <a:pt x="45109" y="2417885"/>
                  <a:pt x="0" y="2372776"/>
                  <a:pt x="0" y="2317132"/>
                </a:cubicBezTo>
                <a:lnTo>
                  <a:pt x="0" y="100753"/>
                </a:lnTo>
                <a:cubicBezTo>
                  <a:pt x="0" y="45109"/>
                  <a:pt x="45109" y="0"/>
                  <a:pt x="10075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8D70E33A-200F-F476-73AB-E3DD7455DAB9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028701" y="1143000"/>
            <a:ext cx="3190875" cy="2417885"/>
          </a:xfrm>
          <a:custGeom xmlns:a="http://schemas.openxmlformats.org/drawingml/2006/main">
            <a:gdLst>
              <a:gd name="connsiteX0" fmla="*/ 100753 w 3190875"/>
              <a:gd name="connsiteY0" fmla="*/ 0 h 2417885"/>
              <a:gd name="connsiteX1" fmla="*/ 3090122 w 3190875"/>
              <a:gd name="connsiteY1" fmla="*/ 0 h 2417885"/>
              <a:gd name="connsiteX2" fmla="*/ 3190875 w 3190875"/>
              <a:gd name="connsiteY2" fmla="*/ 100753 h 2417885"/>
              <a:gd name="connsiteX3" fmla="*/ 3190875 w 3190875"/>
              <a:gd name="connsiteY3" fmla="*/ 2317132 h 2417885"/>
              <a:gd name="connsiteX4" fmla="*/ 3090122 w 3190875"/>
              <a:gd name="connsiteY4" fmla="*/ 2417885 h 2417885"/>
              <a:gd name="connsiteX5" fmla="*/ 100753 w 3190875"/>
              <a:gd name="connsiteY5" fmla="*/ 2417885 h 2417885"/>
              <a:gd name="connsiteX6" fmla="*/ 0 w 3190875"/>
              <a:gd name="connsiteY6" fmla="*/ 2317132 h 2417885"/>
              <a:gd name="connsiteX7" fmla="*/ 0 w 3190875"/>
              <a:gd name="connsiteY7" fmla="*/ 100753 h 2417885"/>
              <a:gd name="connsiteX8" fmla="*/ 100753 w 3190875"/>
              <a:gd name="connsiteY8" fmla="*/ 0 h 2417885"/>
            </a:gdLst>
            <a:rect l="l" t="t" r="r" b="b"/>
            <a:pathLst>
              <a:path w="3190875" h="2417885">
                <a:moveTo>
                  <a:pt x="100753" y="0"/>
                </a:moveTo>
                <a:lnTo>
                  <a:pt x="3090122" y="0"/>
                </a:lnTo>
                <a:cubicBezTo>
                  <a:pt x="3145766" y="0"/>
                  <a:pt x="3190875" y="45109"/>
                  <a:pt x="3190875" y="100753"/>
                </a:cubicBezTo>
                <a:lnTo>
                  <a:pt x="3190875" y="2317132"/>
                </a:lnTo>
                <a:cubicBezTo>
                  <a:pt x="3190875" y="2372776"/>
                  <a:pt x="3145766" y="2417885"/>
                  <a:pt x="3090122" y="2417885"/>
                </a:cubicBezTo>
                <a:lnTo>
                  <a:pt x="100753" y="2417885"/>
                </a:lnTo>
                <a:cubicBezTo>
                  <a:pt x="45109" y="2417885"/>
                  <a:pt x="0" y="2372776"/>
                  <a:pt x="0" y="2317132"/>
                </a:cubicBezTo>
                <a:lnTo>
                  <a:pt x="0" y="100753"/>
                </a:lnTo>
                <a:cubicBezTo>
                  <a:pt x="0" y="45109"/>
                  <a:pt x="45109" y="0"/>
                  <a:pt x="10075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0.xml><?xml version="1.0" encoding="utf-8"?>
<p:sldLayout xmlns:p="http://schemas.openxmlformats.org/presentationml/2006/main" userDrawn="1">
  <p:cSld name="9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53F2C7C-ECAB-DD1C-2F68-699C42DA6DE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75500" y="0"/>
            <a:ext cx="5016500" cy="6858000"/>
          </a:xfrm>
          <a:custGeom xmlns:a="http://schemas.openxmlformats.org/drawingml/2006/main">
            <a:gdLst>
              <a:gd name="connsiteX0" fmla="*/ 0 w 5016500"/>
              <a:gd name="connsiteY0" fmla="*/ 0 h 6858000"/>
              <a:gd name="connsiteX1" fmla="*/ 5016500 w 5016500"/>
              <a:gd name="connsiteY1" fmla="*/ 0 h 6858000"/>
              <a:gd name="connsiteX2" fmla="*/ 5016500 w 5016500"/>
              <a:gd name="connsiteY2" fmla="*/ 6858000 h 6858000"/>
              <a:gd name="connsiteX3" fmla="*/ 0 w 5016500"/>
              <a:gd name="connsiteY3" fmla="*/ 6858000 h 6858000"/>
            </a:gdLst>
            <a:rect l="l" t="t" r="r" b="b"/>
            <a:pathLst>
              <a:path w="5016500" h="6858000">
                <a:moveTo>
                  <a:pt x="0" y="0"/>
                </a:moveTo>
                <a:lnTo>
                  <a:pt x="5016500" y="0"/>
                </a:lnTo>
                <a:lnTo>
                  <a:pt x="50165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1.xml><?xml version="1.0" encoding="utf-8"?>
<p:sldLayout xmlns:p="http://schemas.openxmlformats.org/presentationml/2006/main" userDrawn="1">
  <p:cSld name="10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53F2C7C-ECAB-DD1C-2F68-699C42DA6DE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3422554"/>
            <a:ext cx="12192000" cy="3435446"/>
          </a:xfrm>
          <a:custGeom xmlns:a="http://schemas.openxmlformats.org/drawingml/2006/main">
            <a:gdLst>
              <a:gd name="connsiteX0" fmla="*/ 0 w 5016500"/>
              <a:gd name="connsiteY0" fmla="*/ 0 h 6858000"/>
              <a:gd name="connsiteX1" fmla="*/ 5016500 w 5016500"/>
              <a:gd name="connsiteY1" fmla="*/ 0 h 6858000"/>
              <a:gd name="connsiteX2" fmla="*/ 5016500 w 5016500"/>
              <a:gd name="connsiteY2" fmla="*/ 6858000 h 6858000"/>
              <a:gd name="connsiteX3" fmla="*/ 0 w 5016500"/>
              <a:gd name="connsiteY3" fmla="*/ 6858000 h 6858000"/>
            </a:gdLst>
            <a:rect l="l" t="t" r="r" b="b"/>
            <a:pathLst>
              <a:path w="5016500" h="6858000">
                <a:moveTo>
                  <a:pt x="0" y="0"/>
                </a:moveTo>
                <a:lnTo>
                  <a:pt x="5016500" y="0"/>
                </a:lnTo>
                <a:lnTo>
                  <a:pt x="50165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2.xml><?xml version="1.0" encoding="utf-8"?>
<p:sldLayout xmlns:p="http://schemas.openxmlformats.org/presentationml/2006/main" userDrawn="1">
  <p:cSld name="11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40F98DAD-0ED8-DD0F-5C1D-4DF406538252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3.xml><?xml version="1.0" encoding="utf-8"?>
<p:sldLayout xmlns:p="http://schemas.openxmlformats.org/presentationml/2006/main" userDrawn="1">
  <p:cSld name="14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46933AD-0E6F-ECA4-BDFE-0395178809EF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791075" y="4503339"/>
            <a:ext cx="2724150" cy="2725738"/>
          </a:xfrm>
          <a:custGeom xmlns:a="http://schemas.openxmlformats.org/drawingml/2006/main">
            <a:gdLst>
              <a:gd name="connsiteX0" fmla="*/ 1362075 w 2724150"/>
              <a:gd name="connsiteY0" fmla="*/ 0 h 2725738"/>
              <a:gd name="connsiteX1" fmla="*/ 2724150 w 2724150"/>
              <a:gd name="connsiteY1" fmla="*/ 1362869 h 2725738"/>
              <a:gd name="connsiteX2" fmla="*/ 1362075 w 2724150"/>
              <a:gd name="connsiteY2" fmla="*/ 2725738 h 2725738"/>
              <a:gd name="connsiteX3" fmla="*/ 0 w 2724150"/>
              <a:gd name="connsiteY3" fmla="*/ 1362869 h 2725738"/>
              <a:gd name="connsiteX4" fmla="*/ 1362075 w 2724150"/>
              <a:gd name="connsiteY4" fmla="*/ 0 h 2725738"/>
            </a:gdLst>
            <a:rect l="l" t="t" r="r" b="b"/>
            <a:pathLst>
              <a:path w="2724150" h="2725738">
                <a:moveTo>
                  <a:pt x="1362075" y="0"/>
                </a:moveTo>
                <a:cubicBezTo>
                  <a:pt x="2114328" y="0"/>
                  <a:pt x="2724150" y="610177"/>
                  <a:pt x="2724150" y="1362869"/>
                </a:cubicBezTo>
                <a:cubicBezTo>
                  <a:pt x="2724150" y="2115561"/>
                  <a:pt x="2114328" y="2725738"/>
                  <a:pt x="1362075" y="2725738"/>
                </a:cubicBezTo>
                <a:cubicBezTo>
                  <a:pt x="609822" y="2725738"/>
                  <a:pt x="0" y="2115561"/>
                  <a:pt x="0" y="1362869"/>
                </a:cubicBezTo>
                <a:cubicBezTo>
                  <a:pt x="0" y="610177"/>
                  <a:pt x="609822" y="0"/>
                  <a:pt x="136207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4.xml><?xml version="1.0" encoding="utf-8"?>
<p:sldLayout xmlns:p="http://schemas.openxmlformats.org/presentationml/2006/main" userDrawn="1">
  <p:cSld name="15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87210C7-2841-DFBE-C2B7-ABF955941DE6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5.xml><?xml version="1.0" encoding="utf-8"?>
<p:sldLayout xmlns:p="http://schemas.openxmlformats.org/presentationml/2006/main" userDrawn="1">
  <p:cSld name="12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A7F2666-0C4D-F422-1101-8AAF8E7B34FD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8584361" y="0"/>
            <a:ext cx="3607639" cy="6858000"/>
          </a:xfrm>
          <a:custGeom xmlns:a="http://schemas.openxmlformats.org/drawingml/2006/main">
            <a:gdLst>
              <a:gd name="connsiteX0" fmla="*/ 0 w 3607639"/>
              <a:gd name="connsiteY0" fmla="*/ 0 h 6858000"/>
              <a:gd name="connsiteX1" fmla="*/ 3607639 w 3607639"/>
              <a:gd name="connsiteY1" fmla="*/ 0 h 6858000"/>
              <a:gd name="connsiteX2" fmla="*/ 3607639 w 3607639"/>
              <a:gd name="connsiteY2" fmla="*/ 6858000 h 6858000"/>
              <a:gd name="connsiteX3" fmla="*/ 0 w 3607639"/>
              <a:gd name="connsiteY3" fmla="*/ 6858000 h 6858000"/>
            </a:gdLst>
            <a:rect l="l" t="t" r="r" b="b"/>
            <a:pathLst>
              <a:path w="3607639" h="6858000">
                <a:moveTo>
                  <a:pt x="0" y="0"/>
                </a:moveTo>
                <a:lnTo>
                  <a:pt x="3607639" y="0"/>
                </a:lnTo>
                <a:lnTo>
                  <a:pt x="3607639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6.xml><?xml version="1.0" encoding="utf-8"?>
<p:sldLayout xmlns:p="http://schemas.openxmlformats.org/presentationml/2006/main" userDrawn="1">
  <p:cSld name="13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A46557B7-549F-0BE4-86B5-82C14D424751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3733800"/>
            <a:ext cx="2495550" cy="2590800"/>
          </a:xfrm>
          <a:custGeom xmlns:a="http://schemas.openxmlformats.org/drawingml/2006/main">
            <a:gdLst>
              <a:gd name="connsiteX0" fmla="*/ 0 w 2495550"/>
              <a:gd name="connsiteY0" fmla="*/ 0 h 2590800"/>
              <a:gd name="connsiteX1" fmla="*/ 2495550 w 2495550"/>
              <a:gd name="connsiteY1" fmla="*/ 0 h 2590800"/>
              <a:gd name="connsiteX2" fmla="*/ 2495550 w 2495550"/>
              <a:gd name="connsiteY2" fmla="*/ 2590800 h 2590800"/>
              <a:gd name="connsiteX3" fmla="*/ 0 w 2495550"/>
              <a:gd name="connsiteY3" fmla="*/ 2590800 h 2590800"/>
            </a:gdLst>
            <a:rect l="l" t="t" r="r" b="b"/>
            <a:pathLst>
              <a:path w="2495550" h="2590800">
                <a:moveTo>
                  <a:pt x="0" y="0"/>
                </a:moveTo>
                <a:lnTo>
                  <a:pt x="2495550" y="0"/>
                </a:lnTo>
                <a:lnTo>
                  <a:pt x="2495550" y="2590800"/>
                </a:lnTo>
                <a:lnTo>
                  <a:pt x="0" y="25908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413BCB02-0C02-7E47-8FD5-FBA9B0A250D3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8591550" y="1143000"/>
            <a:ext cx="2495550" cy="2590800"/>
          </a:xfrm>
          <a:custGeom xmlns:a="http://schemas.openxmlformats.org/drawingml/2006/main">
            <a:gdLst>
              <a:gd name="connsiteX0" fmla="*/ 0 w 2495550"/>
              <a:gd name="connsiteY0" fmla="*/ 0 h 2590800"/>
              <a:gd name="connsiteX1" fmla="*/ 2495550 w 2495550"/>
              <a:gd name="connsiteY1" fmla="*/ 0 h 2590800"/>
              <a:gd name="connsiteX2" fmla="*/ 2495550 w 2495550"/>
              <a:gd name="connsiteY2" fmla="*/ 2590800 h 2590800"/>
              <a:gd name="connsiteX3" fmla="*/ 0 w 2495550"/>
              <a:gd name="connsiteY3" fmla="*/ 2590800 h 2590800"/>
            </a:gdLst>
            <a:rect l="l" t="t" r="r" b="b"/>
            <a:pathLst>
              <a:path w="2495550" h="2590800">
                <a:moveTo>
                  <a:pt x="0" y="0"/>
                </a:moveTo>
                <a:lnTo>
                  <a:pt x="2495550" y="0"/>
                </a:lnTo>
                <a:lnTo>
                  <a:pt x="2495550" y="2590800"/>
                </a:lnTo>
                <a:lnTo>
                  <a:pt x="0" y="25908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7.xml><?xml version="1.0" encoding="utf-8"?>
<p:sldLayout xmlns:p="http://schemas.openxmlformats.org/presentationml/2006/main" userDrawn="1">
  <p:cSld name="17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EAC953C3-6016-7274-476C-7BEF98FB6F3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837735" y="3663951"/>
            <a:ext cx="2238375" cy="2225675"/>
          </a:xfrm>
          <a:custGeom xmlns:a="http://schemas.openxmlformats.org/drawingml/2006/main">
            <a:gdLst>
              <a:gd name="connsiteX0" fmla="*/ 192499 w 2238375"/>
              <a:gd name="connsiteY0" fmla="*/ 0 h 2225675"/>
              <a:gd name="connsiteX1" fmla="*/ 2045876 w 2238375"/>
              <a:gd name="connsiteY1" fmla="*/ 0 h 2225675"/>
              <a:gd name="connsiteX2" fmla="*/ 2238375 w 2238375"/>
              <a:gd name="connsiteY2" fmla="*/ 192499 h 2225675"/>
              <a:gd name="connsiteX3" fmla="*/ 2238375 w 2238375"/>
              <a:gd name="connsiteY3" fmla="*/ 2033176 h 2225675"/>
              <a:gd name="connsiteX4" fmla="*/ 2045876 w 2238375"/>
              <a:gd name="connsiteY4" fmla="*/ 2225675 h 2225675"/>
              <a:gd name="connsiteX5" fmla="*/ 192499 w 2238375"/>
              <a:gd name="connsiteY5" fmla="*/ 2225675 h 2225675"/>
              <a:gd name="connsiteX6" fmla="*/ 0 w 2238375"/>
              <a:gd name="connsiteY6" fmla="*/ 2033176 h 2225675"/>
              <a:gd name="connsiteX7" fmla="*/ 0 w 2238375"/>
              <a:gd name="connsiteY7" fmla="*/ 192499 h 2225675"/>
              <a:gd name="connsiteX8" fmla="*/ 192499 w 2238375"/>
              <a:gd name="connsiteY8" fmla="*/ 0 h 2225675"/>
            </a:gdLst>
            <a:rect l="l" t="t" r="r" b="b"/>
            <a:pathLst>
              <a:path w="2238375" h="2225675">
                <a:moveTo>
                  <a:pt x="192499" y="0"/>
                </a:moveTo>
                <a:lnTo>
                  <a:pt x="2045876" y="0"/>
                </a:lnTo>
                <a:cubicBezTo>
                  <a:pt x="2152190" y="0"/>
                  <a:pt x="2238375" y="86185"/>
                  <a:pt x="2238375" y="192499"/>
                </a:cubicBezTo>
                <a:lnTo>
                  <a:pt x="2238375" y="2033176"/>
                </a:lnTo>
                <a:cubicBezTo>
                  <a:pt x="2238375" y="2139490"/>
                  <a:pt x="2152190" y="2225675"/>
                  <a:pt x="2045876" y="2225675"/>
                </a:cubicBezTo>
                <a:lnTo>
                  <a:pt x="192499" y="2225675"/>
                </a:lnTo>
                <a:cubicBezTo>
                  <a:pt x="86185" y="2225675"/>
                  <a:pt x="0" y="2139490"/>
                  <a:pt x="0" y="2033176"/>
                </a:cubicBezTo>
                <a:lnTo>
                  <a:pt x="0" y="192499"/>
                </a:lnTo>
                <a:cubicBezTo>
                  <a:pt x="0" y="86185"/>
                  <a:pt x="86185" y="0"/>
                  <a:pt x="19249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F0FD575F-E402-EFA8-98DA-568871D6BB2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6427666" y="1316656"/>
            <a:ext cx="2216154" cy="2203580"/>
          </a:xfrm>
          <a:custGeom xmlns:a="http://schemas.openxmlformats.org/drawingml/2006/main">
            <a:gdLst>
              <a:gd name="connsiteX0" fmla="*/ 192499 w 2238375"/>
              <a:gd name="connsiteY0" fmla="*/ 0 h 2225675"/>
              <a:gd name="connsiteX1" fmla="*/ 2045876 w 2238375"/>
              <a:gd name="connsiteY1" fmla="*/ 0 h 2225675"/>
              <a:gd name="connsiteX2" fmla="*/ 2238375 w 2238375"/>
              <a:gd name="connsiteY2" fmla="*/ 192499 h 2225675"/>
              <a:gd name="connsiteX3" fmla="*/ 2238375 w 2238375"/>
              <a:gd name="connsiteY3" fmla="*/ 2033176 h 2225675"/>
              <a:gd name="connsiteX4" fmla="*/ 2045876 w 2238375"/>
              <a:gd name="connsiteY4" fmla="*/ 2225675 h 2225675"/>
              <a:gd name="connsiteX5" fmla="*/ 192499 w 2238375"/>
              <a:gd name="connsiteY5" fmla="*/ 2225675 h 2225675"/>
              <a:gd name="connsiteX6" fmla="*/ 0 w 2238375"/>
              <a:gd name="connsiteY6" fmla="*/ 2033176 h 2225675"/>
              <a:gd name="connsiteX7" fmla="*/ 0 w 2238375"/>
              <a:gd name="connsiteY7" fmla="*/ 192499 h 2225675"/>
              <a:gd name="connsiteX8" fmla="*/ 192499 w 2238375"/>
              <a:gd name="connsiteY8" fmla="*/ 0 h 2225675"/>
            </a:gdLst>
            <a:rect l="l" t="t" r="r" b="b"/>
            <a:pathLst>
              <a:path w="2238375" h="2225675">
                <a:moveTo>
                  <a:pt x="192499" y="0"/>
                </a:moveTo>
                <a:lnTo>
                  <a:pt x="2045876" y="0"/>
                </a:lnTo>
                <a:cubicBezTo>
                  <a:pt x="2152190" y="0"/>
                  <a:pt x="2238375" y="86185"/>
                  <a:pt x="2238375" y="192499"/>
                </a:cubicBezTo>
                <a:lnTo>
                  <a:pt x="2238375" y="2033176"/>
                </a:lnTo>
                <a:cubicBezTo>
                  <a:pt x="2238375" y="2139490"/>
                  <a:pt x="2152190" y="2225675"/>
                  <a:pt x="2045876" y="2225675"/>
                </a:cubicBezTo>
                <a:lnTo>
                  <a:pt x="192499" y="2225675"/>
                </a:lnTo>
                <a:cubicBezTo>
                  <a:pt x="86185" y="2225675"/>
                  <a:pt x="0" y="2139490"/>
                  <a:pt x="0" y="2033176"/>
                </a:cubicBezTo>
                <a:lnTo>
                  <a:pt x="0" y="192499"/>
                </a:lnTo>
                <a:cubicBezTo>
                  <a:pt x="0" y="86185"/>
                  <a:pt x="86185" y="0"/>
                  <a:pt x="19249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8.xml><?xml version="1.0" encoding="utf-8"?>
<p:sldLayout xmlns:p="http://schemas.openxmlformats.org/presentationml/2006/main" userDrawn="1">
  <p:cSld name="18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E335A5C-D9A8-F59F-7A4F-71B618DE6077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5111750" y="3480594"/>
            <a:ext cx="1990726" cy="1995488"/>
          </a:xfrm>
          <a:custGeom xmlns:a="http://schemas.openxmlformats.org/drawingml/2006/main">
            <a:gdLst>
              <a:gd name="connsiteX0" fmla="*/ 995363 w 1990726"/>
              <a:gd name="connsiteY0" fmla="*/ 0 h 1995488"/>
              <a:gd name="connsiteX1" fmla="*/ 1990726 w 1990726"/>
              <a:gd name="connsiteY1" fmla="*/ 997744 h 1995488"/>
              <a:gd name="connsiteX2" fmla="*/ 995363 w 1990726"/>
              <a:gd name="connsiteY2" fmla="*/ 1995488 h 1995488"/>
              <a:gd name="connsiteX3" fmla="*/ 0 w 1990726"/>
              <a:gd name="connsiteY3" fmla="*/ 997744 h 1995488"/>
              <a:gd name="connsiteX4" fmla="*/ 995363 w 1990726"/>
              <a:gd name="connsiteY4" fmla="*/ 0 h 1995488"/>
            </a:gdLst>
            <a:rect l="l" t="t" r="r" b="b"/>
            <a:pathLst>
              <a:path w="1990726" h="1995488">
                <a:moveTo>
                  <a:pt x="995363" y="0"/>
                </a:moveTo>
                <a:cubicBezTo>
                  <a:pt x="1545087" y="0"/>
                  <a:pt x="1990726" y="446705"/>
                  <a:pt x="1990726" y="997744"/>
                </a:cubicBezTo>
                <a:cubicBezTo>
                  <a:pt x="1990726" y="1548783"/>
                  <a:pt x="1545087" y="1995488"/>
                  <a:pt x="995363" y="1995488"/>
                </a:cubicBezTo>
                <a:cubicBezTo>
                  <a:pt x="445639" y="1995488"/>
                  <a:pt x="0" y="1548783"/>
                  <a:pt x="0" y="997744"/>
                </a:cubicBezTo>
                <a:cubicBezTo>
                  <a:pt x="0" y="446705"/>
                  <a:pt x="445639" y="0"/>
                  <a:pt x="99536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9.xml><?xml version="1.0" encoding="utf-8"?>
<p:sldLayout xmlns:p="http://schemas.openxmlformats.org/presentationml/2006/main" userDrawn="1">
  <p:cSld name="19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EA80B858-5438-0035-74F8-B5545F09FAD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3530602"/>
            <a:ext cx="4822110" cy="3327399"/>
          </a:xfrm>
          <a:custGeom xmlns:a="http://schemas.openxmlformats.org/drawingml/2006/main">
            <a:gdLst>
              <a:gd name="connsiteX0" fmla="*/ 0 w 4822110"/>
              <a:gd name="connsiteY0" fmla="*/ 0 h 3327399"/>
              <a:gd name="connsiteX1" fmla="*/ 4822110 w 4822110"/>
              <a:gd name="connsiteY1" fmla="*/ 0 h 3327399"/>
              <a:gd name="connsiteX2" fmla="*/ 4822110 w 4822110"/>
              <a:gd name="connsiteY2" fmla="*/ 3327399 h 3327399"/>
              <a:gd name="connsiteX3" fmla="*/ 0 w 4822110"/>
              <a:gd name="connsiteY3" fmla="*/ 3327399 h 3327399"/>
            </a:gdLst>
            <a:rect l="l" t="t" r="r" b="b"/>
            <a:pathLst>
              <a:path w="4822110" h="3327399">
                <a:moveTo>
                  <a:pt x="0" y="0"/>
                </a:moveTo>
                <a:lnTo>
                  <a:pt x="4822110" y="0"/>
                </a:lnTo>
                <a:lnTo>
                  <a:pt x="4822110" y="3327399"/>
                </a:lnTo>
                <a:lnTo>
                  <a:pt x="0" y="33273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0.xml><?xml version="1.0" encoding="utf-8"?>
<p:sldLayout xmlns:p="http://schemas.openxmlformats.org/presentationml/2006/main" userDrawn="1">
  <p:cSld name="20_Our Servic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4C48A473-0406-3009-8417-EE92713F037E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1.xml><?xml version="1.0" encoding="utf-8"?>
<p:sldLayout xmlns:p="http://schemas.openxmlformats.org/presentationml/2006/main" userDrawn="1">
  <p:cSld name="21_Our Servic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4DCA30F-CB6B-3149-F1BF-C991E3F3EF5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5267325" y="0"/>
            <a:ext cx="6924675" cy="6858000"/>
          </a:xfrm>
          <a:custGeom xmlns:a="http://schemas.openxmlformats.org/drawingml/2006/main"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</a:gdLst>
            <a:rect l="l" t="t" r="r" b="b"/>
            <a:pathLst>
              <a:path w="6924675" h="6858000">
                <a:moveTo>
                  <a:pt x="0" y="0"/>
                </a:moveTo>
                <a:lnTo>
                  <a:pt x="6924675" y="0"/>
                </a:lnTo>
                <a:lnTo>
                  <a:pt x="6924675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2.xml><?xml version="1.0" encoding="utf-8"?>
<p:sldLayout xmlns:p="http://schemas.openxmlformats.org/presentationml/2006/main" userDrawn="1">
  <p:cSld name="22_The Problem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: Shape 3">
            <a:extLst xmlns:a="http://schemas.openxmlformats.org/drawingml/2006/main">
              <a:ext uri="{FF2B5EF4-FFF2-40B4-BE49-F238E27FC236}">
                <a16:creationId xmlns:a16="http://schemas.microsoft.com/office/drawing/2014/main" id="{62F9FD44-157C-6AD7-C4F3-D91C1F0D2AA9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3.xml><?xml version="1.0" encoding="utf-8"?>
<p:sldLayout xmlns:p="http://schemas.openxmlformats.org/presentationml/2006/main" userDrawn="1">
  <p:cSld name="23_The Solutio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: Shape 2">
            <a:extLst xmlns:a="http://schemas.openxmlformats.org/drawingml/2006/main">
              <a:ext uri="{FF2B5EF4-FFF2-40B4-BE49-F238E27FC236}">
                <a16:creationId xmlns:a16="http://schemas.microsoft.com/office/drawing/2014/main" id="{95F46D3A-A590-F69C-7005-429FF12BE4C0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1066800" y="3409646"/>
            <a:ext cx="5029200" cy="3448354"/>
          </a:xfrm>
          <a:custGeom xmlns:a="http://schemas.openxmlformats.org/drawingml/2006/main">
            <a:gdLst>
              <a:gd name="connsiteX0" fmla="*/ 0 w 5029200"/>
              <a:gd name="connsiteY0" fmla="*/ 0 h 3448354"/>
              <a:gd name="connsiteX1" fmla="*/ 5029200 w 5029200"/>
              <a:gd name="connsiteY1" fmla="*/ 0 h 3448354"/>
              <a:gd name="connsiteX2" fmla="*/ 5029200 w 5029200"/>
              <a:gd name="connsiteY2" fmla="*/ 3448354 h 3448354"/>
              <a:gd name="connsiteX3" fmla="*/ 0 w 5029200"/>
              <a:gd name="connsiteY3" fmla="*/ 3448354 h 3448354"/>
            </a:gdLst>
            <a:rect l="l" t="t" r="r" b="b"/>
            <a:pathLst>
              <a:path w="5029200" h="3448354">
                <a:moveTo>
                  <a:pt x="0" y="0"/>
                </a:moveTo>
                <a:lnTo>
                  <a:pt x="5029200" y="0"/>
                </a:lnTo>
                <a:lnTo>
                  <a:pt x="5029200" y="3448354"/>
                </a:lnTo>
                <a:lnTo>
                  <a:pt x="0" y="344835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4.xml><?xml version="1.0" encoding="utf-8"?>
<p:sldLayout xmlns:p="http://schemas.openxmlformats.org/presentationml/2006/main" userDrawn="1">
  <p:cSld name="24_The Solutio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: Shape 3">
            <a:extLst xmlns:a="http://schemas.openxmlformats.org/drawingml/2006/main">
              <a:ext uri="{FF2B5EF4-FFF2-40B4-BE49-F238E27FC236}">
                <a16:creationId xmlns:a16="http://schemas.microsoft.com/office/drawing/2014/main" id="{4250F181-8F3D-FE5A-F722-836CDE9EA6E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1" y="0"/>
            <a:ext cx="12192000" cy="6858000"/>
          </a:xfrm>
          <a:custGeom xmlns:a="http://schemas.openxmlformats.org/drawingml/2006/main">
            <a:gdLst>
              <a:gd name="connsiteX0" fmla="*/ 5621916 w 12192000"/>
              <a:gd name="connsiteY0" fmla="*/ 0 h 6858000"/>
              <a:gd name="connsiteX1" fmla="*/ 12192000 w 12192000"/>
              <a:gd name="connsiteY1" fmla="*/ 2852915 h 6858000"/>
              <a:gd name="connsiteX2" fmla="*/ 12191999 w 12192000"/>
              <a:gd name="connsiteY2" fmla="*/ 6858000 h 6858000"/>
              <a:gd name="connsiteX3" fmla="*/ 3636833 w 12192000"/>
              <a:gd name="connsiteY3" fmla="*/ 6858000 h 6858000"/>
              <a:gd name="connsiteX4" fmla="*/ 0 w 12192000"/>
              <a:gd name="connsiteY4" fmla="*/ 5278786 h 6858000"/>
              <a:gd name="connsiteX5" fmla="*/ 0 w 12192000"/>
              <a:gd name="connsiteY5" fmla="*/ 0 h 6858000"/>
            </a:gdLst>
            <a:rect l="l" t="t" r="r" b="b"/>
            <a:pathLst>
              <a:path w="12192000" h="6858000">
                <a:moveTo>
                  <a:pt x="5621916" y="0"/>
                </a:moveTo>
                <a:lnTo>
                  <a:pt x="12192000" y="2852915"/>
                </a:lnTo>
                <a:lnTo>
                  <a:pt x="12191999" y="6858000"/>
                </a:lnTo>
                <a:lnTo>
                  <a:pt x="3636833" y="6858000"/>
                </a:lnTo>
                <a:lnTo>
                  <a:pt x="0" y="52787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5.xml><?xml version="1.0" encoding="utf-8"?>
<p:sldLayout xmlns:p="http://schemas.openxmlformats.org/presentationml/2006/main" userDrawn="1">
  <p:cSld name="1_Section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3109BD4B-5385-4BB0-A9F1-5B1F883FDD1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6.xml><?xml version="1.0" encoding="utf-8"?>
<p:sldLayout xmlns:p="http://schemas.openxmlformats.org/presentationml/2006/main" userDrawn="1">
  <p:cSld name="1_Why n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B3CE51AD-E1BB-D00D-A86A-A1808AA37EF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3303270"/>
          </a:xfrm>
          <a:custGeom xmlns:a="http://schemas.openxmlformats.org/drawingml/2006/main">
            <a:gdLst>
              <a:gd name="connsiteX0" fmla="*/ 0 w 12192000"/>
              <a:gd name="connsiteY0" fmla="*/ 0 h 3303270"/>
              <a:gd name="connsiteX1" fmla="*/ 12192000 w 12192000"/>
              <a:gd name="connsiteY1" fmla="*/ 0 h 3303270"/>
              <a:gd name="connsiteX2" fmla="*/ 12192000 w 12192000"/>
              <a:gd name="connsiteY2" fmla="*/ 3303270 h 3303270"/>
              <a:gd name="connsiteX3" fmla="*/ 0 w 12192000"/>
              <a:gd name="connsiteY3" fmla="*/ 3303270 h 3303270"/>
            </a:gdLst>
            <a:rect l="l" t="t" r="r" b="b"/>
            <a:pathLst>
              <a:path w="12192000" h="3303270">
                <a:moveTo>
                  <a:pt x="0" y="0"/>
                </a:moveTo>
                <a:lnTo>
                  <a:pt x="12192000" y="0"/>
                </a:lnTo>
                <a:lnTo>
                  <a:pt x="12192000" y="3303270"/>
                </a:lnTo>
                <a:lnTo>
                  <a:pt x="0" y="330327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7.xml><?xml version="1.0" encoding="utf-8"?>
<p:sldLayout xmlns:p="http://schemas.openxmlformats.org/presentationml/2006/main" userDrawn="1">
  <p:cSld name="2_Why n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8C15FCB-54FE-2958-4430-1ECEDF2EB16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42126" y="533400"/>
            <a:ext cx="4778375" cy="5791200"/>
          </a:xfrm>
          <a:custGeom xmlns:a="http://schemas.openxmlformats.org/drawingml/2006/main">
            <a:gdLst>
              <a:gd name="connsiteX0" fmla="*/ 0 w 4778375"/>
              <a:gd name="connsiteY0" fmla="*/ 0 h 5791200"/>
              <a:gd name="connsiteX1" fmla="*/ 4778375 w 4778375"/>
              <a:gd name="connsiteY1" fmla="*/ 0 h 5791200"/>
              <a:gd name="connsiteX2" fmla="*/ 4778375 w 4778375"/>
              <a:gd name="connsiteY2" fmla="*/ 5791200 h 5791200"/>
              <a:gd name="connsiteX3" fmla="*/ 0 w 4778375"/>
              <a:gd name="connsiteY3" fmla="*/ 5791200 h 5791200"/>
            </a:gdLst>
            <a:rect l="l" t="t" r="r" b="b"/>
            <a:pathLst>
              <a:path w="4778375" h="5791200">
                <a:moveTo>
                  <a:pt x="0" y="0"/>
                </a:moveTo>
                <a:lnTo>
                  <a:pt x="4778375" y="0"/>
                </a:lnTo>
                <a:lnTo>
                  <a:pt x="4778375" y="5791200"/>
                </a:lnTo>
                <a:lnTo>
                  <a:pt x="0" y="57912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8.xml><?xml version="1.0" encoding="utf-8"?>
<p:sldLayout xmlns:p="http://schemas.openxmlformats.org/presentationml/2006/main" userDrawn="1">
  <p:cSld name="3_Why N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33B48DD9-1500-83F8-1BA4-BFEDDF9A989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2469683" y="2522534"/>
            <a:ext cx="2953985" cy="2953985"/>
          </a:xfrm>
          <a:custGeom xmlns:a="http://schemas.openxmlformats.org/drawingml/2006/main">
            <a:gdLst>
              <a:gd name="connsiteX0" fmla="*/ 1476993 w 2953985"/>
              <a:gd name="connsiteY0" fmla="*/ 0 h 2953985"/>
              <a:gd name="connsiteX1" fmla="*/ 2953985 w 2953985"/>
              <a:gd name="connsiteY1" fmla="*/ 1476993 h 2953985"/>
              <a:gd name="connsiteX2" fmla="*/ 1476993 w 2953985"/>
              <a:gd name="connsiteY2" fmla="*/ 2953985 h 2953985"/>
              <a:gd name="connsiteX3" fmla="*/ 0 w 2953985"/>
              <a:gd name="connsiteY3" fmla="*/ 1476993 h 2953985"/>
              <a:gd name="connsiteX4" fmla="*/ 1476993 w 2953985"/>
              <a:gd name="connsiteY4" fmla="*/ 0 h 2953985"/>
            </a:gdLst>
            <a:rect l="l" t="t" r="r" b="b"/>
            <a:pathLst>
              <a:path w="2953985" h="2953985">
                <a:moveTo>
                  <a:pt x="1476993" y="0"/>
                </a:moveTo>
                <a:cubicBezTo>
                  <a:pt x="2292713" y="0"/>
                  <a:pt x="2953985" y="661272"/>
                  <a:pt x="2953985" y="1476993"/>
                </a:cubicBezTo>
                <a:cubicBezTo>
                  <a:pt x="2953985" y="2292713"/>
                  <a:pt x="2292713" y="2953985"/>
                  <a:pt x="1476993" y="2953985"/>
                </a:cubicBezTo>
                <a:cubicBezTo>
                  <a:pt x="661272" y="2953985"/>
                  <a:pt x="0" y="2292713"/>
                  <a:pt x="0" y="1476993"/>
                </a:cubicBezTo>
                <a:cubicBezTo>
                  <a:pt x="0" y="661272"/>
                  <a:pt x="661272" y="0"/>
                  <a:pt x="147699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9.xml><?xml version="1.0" encoding="utf-8"?>
<p:sldLayout xmlns:p="http://schemas.openxmlformats.org/presentationml/2006/main" userDrawn="1">
  <p:cSld name="01-Layou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0.xml><?xml version="1.0" encoding="utf-8"?>
<p:sldLayout xmlns:p="http://schemas.openxmlformats.org/presentationml/2006/main" userDrawn="1">
  <p:cSld name="4_Why n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77CCCD10-A695-7CB0-75FC-3B4E6C32330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038350"/>
            <a:ext cx="5334000" cy="4819650"/>
          </a:xfrm>
          <a:custGeom xmlns:a="http://schemas.openxmlformats.org/drawingml/2006/main">
            <a:gdLst>
              <a:gd name="connsiteX0" fmla="*/ 0 w 5334000"/>
              <a:gd name="connsiteY0" fmla="*/ 0 h 4819650"/>
              <a:gd name="connsiteX1" fmla="*/ 5334000 w 5334000"/>
              <a:gd name="connsiteY1" fmla="*/ 0 h 4819650"/>
              <a:gd name="connsiteX2" fmla="*/ 5334000 w 5334000"/>
              <a:gd name="connsiteY2" fmla="*/ 4819650 h 4819650"/>
              <a:gd name="connsiteX3" fmla="*/ 0 w 5334000"/>
              <a:gd name="connsiteY3" fmla="*/ 4819650 h 4819650"/>
            </a:gdLst>
            <a:rect l="l" t="t" r="r" b="b"/>
            <a:pathLst>
              <a:path w="5334000" h="4819650">
                <a:moveTo>
                  <a:pt x="0" y="0"/>
                </a:moveTo>
                <a:lnTo>
                  <a:pt x="5334000" y="0"/>
                </a:lnTo>
                <a:lnTo>
                  <a:pt x="5334000" y="4819650"/>
                </a:lnTo>
                <a:lnTo>
                  <a:pt x="0" y="4819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1.xml><?xml version="1.0" encoding="utf-8"?>
<p:sldLayout xmlns:p="http://schemas.openxmlformats.org/presentationml/2006/main" userDrawn="1">
  <p:cSld name="1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icture Placeholder 16">
            <a:extLst xmlns:a="http://schemas.openxmlformats.org/drawingml/2006/main">
              <a:ext uri="{FF2B5EF4-FFF2-40B4-BE49-F238E27FC236}">
                <a16:creationId xmlns:a16="http://schemas.microsoft.com/office/drawing/2014/main" id="{B1870EFB-6DB8-0FFA-6B19-C003ACA7E2A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519933" y="3532093"/>
            <a:ext cx="1177082" cy="1177082"/>
          </a:xfrm>
          <a:custGeom xmlns:a="http://schemas.openxmlformats.org/drawingml/2006/main">
            <a:gdLst>
              <a:gd name="connsiteX0" fmla="*/ 588541 w 1177082"/>
              <a:gd name="connsiteY0" fmla="*/ 0 h 1177082"/>
              <a:gd name="connsiteX1" fmla="*/ 1177082 w 1177082"/>
              <a:gd name="connsiteY1" fmla="*/ 588541 h 1177082"/>
              <a:gd name="connsiteX2" fmla="*/ 588541 w 1177082"/>
              <a:gd name="connsiteY2" fmla="*/ 1177082 h 1177082"/>
              <a:gd name="connsiteX3" fmla="*/ 0 w 1177082"/>
              <a:gd name="connsiteY3" fmla="*/ 588541 h 1177082"/>
              <a:gd name="connsiteX4" fmla="*/ 588541 w 1177082"/>
              <a:gd name="connsiteY4" fmla="*/ 0 h 1177082"/>
            </a:gdLst>
            <a:rect l="l" t="t" r="r" b="b"/>
            <a:pathLst>
              <a:path w="1177082" h="1177082">
                <a:moveTo>
                  <a:pt x="588541" y="0"/>
                </a:moveTo>
                <a:cubicBezTo>
                  <a:pt x="913583" y="0"/>
                  <a:pt x="1177082" y="263499"/>
                  <a:pt x="1177082" y="588541"/>
                </a:cubicBezTo>
                <a:cubicBezTo>
                  <a:pt x="1177082" y="913583"/>
                  <a:pt x="913583" y="1177082"/>
                  <a:pt x="588541" y="1177082"/>
                </a:cubicBezTo>
                <a:cubicBezTo>
                  <a:pt x="263499" y="1177082"/>
                  <a:pt x="0" y="913583"/>
                  <a:pt x="0" y="588541"/>
                </a:cubicBezTo>
                <a:cubicBezTo>
                  <a:pt x="0" y="263499"/>
                  <a:pt x="263499" y="0"/>
                  <a:pt x="58854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46E889C1-3911-EAB7-E77D-F26E4941E7D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9303815" y="2481510"/>
            <a:ext cx="1177082" cy="1177082"/>
          </a:xfrm>
          <a:custGeom xmlns:a="http://schemas.openxmlformats.org/drawingml/2006/main">
            <a:gdLst>
              <a:gd name="connsiteX0" fmla="*/ 588541 w 1177082"/>
              <a:gd name="connsiteY0" fmla="*/ 0 h 1177082"/>
              <a:gd name="connsiteX1" fmla="*/ 1177082 w 1177082"/>
              <a:gd name="connsiteY1" fmla="*/ 588541 h 1177082"/>
              <a:gd name="connsiteX2" fmla="*/ 588541 w 1177082"/>
              <a:gd name="connsiteY2" fmla="*/ 1177082 h 1177082"/>
              <a:gd name="connsiteX3" fmla="*/ 0 w 1177082"/>
              <a:gd name="connsiteY3" fmla="*/ 588541 h 1177082"/>
              <a:gd name="connsiteX4" fmla="*/ 588541 w 1177082"/>
              <a:gd name="connsiteY4" fmla="*/ 0 h 1177082"/>
            </a:gdLst>
            <a:rect l="l" t="t" r="r" b="b"/>
            <a:pathLst>
              <a:path w="1177082" h="1177082">
                <a:moveTo>
                  <a:pt x="588541" y="0"/>
                </a:moveTo>
                <a:cubicBezTo>
                  <a:pt x="913583" y="0"/>
                  <a:pt x="1177082" y="263499"/>
                  <a:pt x="1177082" y="588541"/>
                </a:cubicBezTo>
                <a:cubicBezTo>
                  <a:pt x="1177082" y="913583"/>
                  <a:pt x="913583" y="1177082"/>
                  <a:pt x="588541" y="1177082"/>
                </a:cubicBezTo>
                <a:cubicBezTo>
                  <a:pt x="263499" y="1177082"/>
                  <a:pt x="0" y="913583"/>
                  <a:pt x="0" y="588541"/>
                </a:cubicBezTo>
                <a:cubicBezTo>
                  <a:pt x="0" y="263499"/>
                  <a:pt x="263499" y="0"/>
                  <a:pt x="58854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949779D5-48FA-7F8F-E1FF-C84D163FFD1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681625" y="2479877"/>
            <a:ext cx="1177082" cy="1177082"/>
          </a:xfrm>
          <a:custGeom xmlns:a="http://schemas.openxmlformats.org/drawingml/2006/main">
            <a:gdLst>
              <a:gd name="connsiteX0" fmla="*/ 588541 w 1177082"/>
              <a:gd name="connsiteY0" fmla="*/ 0 h 1177082"/>
              <a:gd name="connsiteX1" fmla="*/ 1177082 w 1177082"/>
              <a:gd name="connsiteY1" fmla="*/ 588541 h 1177082"/>
              <a:gd name="connsiteX2" fmla="*/ 588541 w 1177082"/>
              <a:gd name="connsiteY2" fmla="*/ 1177082 h 1177082"/>
              <a:gd name="connsiteX3" fmla="*/ 0 w 1177082"/>
              <a:gd name="connsiteY3" fmla="*/ 588541 h 1177082"/>
              <a:gd name="connsiteX4" fmla="*/ 588541 w 1177082"/>
              <a:gd name="connsiteY4" fmla="*/ 0 h 1177082"/>
            </a:gdLst>
            <a:rect l="l" t="t" r="r" b="b"/>
            <a:pathLst>
              <a:path w="1177082" h="1177082">
                <a:moveTo>
                  <a:pt x="588541" y="0"/>
                </a:moveTo>
                <a:cubicBezTo>
                  <a:pt x="913583" y="0"/>
                  <a:pt x="1177082" y="263499"/>
                  <a:pt x="1177082" y="588541"/>
                </a:cubicBezTo>
                <a:cubicBezTo>
                  <a:pt x="1177082" y="913583"/>
                  <a:pt x="913583" y="1177082"/>
                  <a:pt x="588541" y="1177082"/>
                </a:cubicBezTo>
                <a:cubicBezTo>
                  <a:pt x="263499" y="1177082"/>
                  <a:pt x="0" y="913583"/>
                  <a:pt x="0" y="588541"/>
                </a:cubicBezTo>
                <a:cubicBezTo>
                  <a:pt x="0" y="263499"/>
                  <a:pt x="263499" y="0"/>
                  <a:pt x="58854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2.xml><?xml version="1.0" encoding="utf-8"?>
<p:sldLayout xmlns:p="http://schemas.openxmlformats.org/presentationml/2006/main" userDrawn="1">
  <p:cSld name="2_Testimoni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D3DD580D-FC23-D502-3B90-09786DF9154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981573" y="1859478"/>
            <a:ext cx="2446601" cy="1781795"/>
          </a:xfrm>
          <a:custGeom xmlns:a="http://schemas.openxmlformats.org/drawingml/2006/main">
            <a:gdLst>
              <a:gd name="connsiteX0" fmla="*/ 0 w 2446601"/>
              <a:gd name="connsiteY0" fmla="*/ 0 h 1781795"/>
              <a:gd name="connsiteX1" fmla="*/ 2446601 w 2446601"/>
              <a:gd name="connsiteY1" fmla="*/ 0 h 1781795"/>
              <a:gd name="connsiteX2" fmla="*/ 2446601 w 2446601"/>
              <a:gd name="connsiteY2" fmla="*/ 1781795 h 1781795"/>
              <a:gd name="connsiteX3" fmla="*/ 0 w 2446601"/>
              <a:gd name="connsiteY3" fmla="*/ 1781795 h 1781795"/>
            </a:gdLst>
            <a:rect l="l" t="t" r="r" b="b"/>
            <a:pathLst>
              <a:path w="2446601" h="1781795">
                <a:moveTo>
                  <a:pt x="0" y="0"/>
                </a:moveTo>
                <a:lnTo>
                  <a:pt x="2446601" y="0"/>
                </a:lnTo>
                <a:lnTo>
                  <a:pt x="2446601" y="1781795"/>
                </a:lnTo>
                <a:lnTo>
                  <a:pt x="0" y="178179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8D0D0CDF-4CC7-861B-37AA-DBCEE9D18CE0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8623832" y="1859478"/>
            <a:ext cx="2446601" cy="1781795"/>
          </a:xfrm>
          <a:custGeom xmlns:a="http://schemas.openxmlformats.org/drawingml/2006/main">
            <a:gdLst>
              <a:gd name="connsiteX0" fmla="*/ 0 w 2446601"/>
              <a:gd name="connsiteY0" fmla="*/ 0 h 1781795"/>
              <a:gd name="connsiteX1" fmla="*/ 2446601 w 2446601"/>
              <a:gd name="connsiteY1" fmla="*/ 0 h 1781795"/>
              <a:gd name="connsiteX2" fmla="*/ 2446601 w 2446601"/>
              <a:gd name="connsiteY2" fmla="*/ 1781795 h 1781795"/>
              <a:gd name="connsiteX3" fmla="*/ 0 w 2446601"/>
              <a:gd name="connsiteY3" fmla="*/ 1781795 h 1781795"/>
            </a:gdLst>
            <a:rect l="l" t="t" r="r" b="b"/>
            <a:pathLst>
              <a:path w="2446601" h="1781795">
                <a:moveTo>
                  <a:pt x="0" y="0"/>
                </a:moveTo>
                <a:lnTo>
                  <a:pt x="2446601" y="0"/>
                </a:lnTo>
                <a:lnTo>
                  <a:pt x="2446601" y="1781795"/>
                </a:lnTo>
                <a:lnTo>
                  <a:pt x="0" y="178179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7DB73DCB-E01A-4278-49A9-BC3E10A9BC0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3339313" y="1859478"/>
            <a:ext cx="2446601" cy="1781795"/>
          </a:xfrm>
          <a:custGeom xmlns:a="http://schemas.openxmlformats.org/drawingml/2006/main">
            <a:gdLst>
              <a:gd name="connsiteX0" fmla="*/ 0 w 2446601"/>
              <a:gd name="connsiteY0" fmla="*/ 0 h 1781795"/>
              <a:gd name="connsiteX1" fmla="*/ 2446601 w 2446601"/>
              <a:gd name="connsiteY1" fmla="*/ 0 h 1781795"/>
              <a:gd name="connsiteX2" fmla="*/ 2446601 w 2446601"/>
              <a:gd name="connsiteY2" fmla="*/ 1781795 h 1781795"/>
              <a:gd name="connsiteX3" fmla="*/ 0 w 2446601"/>
              <a:gd name="connsiteY3" fmla="*/ 1781795 h 1781795"/>
            </a:gdLst>
            <a:rect l="l" t="t" r="r" b="b"/>
            <a:pathLst>
              <a:path w="2446601" h="1781795">
                <a:moveTo>
                  <a:pt x="0" y="0"/>
                </a:moveTo>
                <a:lnTo>
                  <a:pt x="2446601" y="0"/>
                </a:lnTo>
                <a:lnTo>
                  <a:pt x="2446601" y="1781795"/>
                </a:lnTo>
                <a:lnTo>
                  <a:pt x="0" y="178179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3.xml><?xml version="1.0" encoding="utf-8"?>
<p:sldLayout xmlns:p="http://schemas.openxmlformats.org/presentationml/2006/main" userDrawn="1">
  <p:cSld name="3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6EFDF70-C768-EDE6-94DE-BBA1D16F495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161030" y="4155621"/>
            <a:ext cx="1278888" cy="1277273"/>
          </a:xfrm>
          <a:custGeom xmlns:a="http://schemas.openxmlformats.org/drawingml/2006/main">
            <a:gdLst>
              <a:gd name="connsiteX0" fmla="*/ 0 w 1278888"/>
              <a:gd name="connsiteY0" fmla="*/ 0 h 1277273"/>
              <a:gd name="connsiteX1" fmla="*/ 1278888 w 1278888"/>
              <a:gd name="connsiteY1" fmla="*/ 0 h 1277273"/>
              <a:gd name="connsiteX2" fmla="*/ 1278888 w 1278888"/>
              <a:gd name="connsiteY2" fmla="*/ 1277273 h 1277273"/>
              <a:gd name="connsiteX3" fmla="*/ 0 w 1278888"/>
              <a:gd name="connsiteY3" fmla="*/ 1277273 h 1277273"/>
            </a:gdLst>
            <a:rect l="l" t="t" r="r" b="b"/>
            <a:pathLst>
              <a:path w="1278888" h="1277273">
                <a:moveTo>
                  <a:pt x="0" y="0"/>
                </a:moveTo>
                <a:lnTo>
                  <a:pt x="1278888" y="0"/>
                </a:lnTo>
                <a:lnTo>
                  <a:pt x="1278888" y="1277273"/>
                </a:lnTo>
                <a:lnTo>
                  <a:pt x="0" y="127727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4.xml><?xml version="1.0" encoding="utf-8"?>
<p:sldLayout xmlns:p="http://schemas.openxmlformats.org/presentationml/2006/main" userDrawn="1">
  <p:cSld name="4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09FC408-0C92-6075-EEC4-B8B099E2C41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760552" y="2047465"/>
            <a:ext cx="2015735" cy="2046627"/>
          </a:xfrm>
          <a:custGeom xmlns:a="http://schemas.openxmlformats.org/drawingml/2006/main">
            <a:gdLst>
              <a:gd name="connsiteX0" fmla="*/ 258740 w 2015735"/>
              <a:gd name="connsiteY0" fmla="*/ 0 h 2046627"/>
              <a:gd name="connsiteX1" fmla="*/ 1756995 w 2015735"/>
              <a:gd name="connsiteY1" fmla="*/ 0 h 2046627"/>
              <a:gd name="connsiteX2" fmla="*/ 2015735 w 2015735"/>
              <a:gd name="connsiteY2" fmla="*/ 258740 h 2046627"/>
              <a:gd name="connsiteX3" fmla="*/ 2015735 w 2015735"/>
              <a:gd name="connsiteY3" fmla="*/ 1787887 h 2046627"/>
              <a:gd name="connsiteX4" fmla="*/ 1756995 w 2015735"/>
              <a:gd name="connsiteY4" fmla="*/ 2046627 h 2046627"/>
              <a:gd name="connsiteX5" fmla="*/ 258740 w 2015735"/>
              <a:gd name="connsiteY5" fmla="*/ 2046627 h 2046627"/>
              <a:gd name="connsiteX6" fmla="*/ 0 w 2015735"/>
              <a:gd name="connsiteY6" fmla="*/ 1787887 h 2046627"/>
              <a:gd name="connsiteX7" fmla="*/ 0 w 2015735"/>
              <a:gd name="connsiteY7" fmla="*/ 258740 h 2046627"/>
              <a:gd name="connsiteX8" fmla="*/ 258740 w 2015735"/>
              <a:gd name="connsiteY8" fmla="*/ 0 h 2046627"/>
            </a:gdLst>
            <a:rect l="l" t="t" r="r" b="b"/>
            <a:pathLst>
              <a:path w="2015735" h="2046627">
                <a:moveTo>
                  <a:pt x="258740" y="0"/>
                </a:moveTo>
                <a:lnTo>
                  <a:pt x="1756995" y="0"/>
                </a:lnTo>
                <a:cubicBezTo>
                  <a:pt x="1899893" y="0"/>
                  <a:pt x="2015735" y="115842"/>
                  <a:pt x="2015735" y="258740"/>
                </a:cubicBezTo>
                <a:lnTo>
                  <a:pt x="2015735" y="1787887"/>
                </a:lnTo>
                <a:cubicBezTo>
                  <a:pt x="2015735" y="1930785"/>
                  <a:pt x="1899893" y="2046627"/>
                  <a:pt x="1756995" y="2046627"/>
                </a:cubicBezTo>
                <a:lnTo>
                  <a:pt x="258740" y="2046627"/>
                </a:lnTo>
                <a:cubicBezTo>
                  <a:pt x="115842" y="2046627"/>
                  <a:pt x="0" y="1930785"/>
                  <a:pt x="0" y="1787887"/>
                </a:cubicBezTo>
                <a:lnTo>
                  <a:pt x="0" y="258740"/>
                </a:lnTo>
                <a:cubicBezTo>
                  <a:pt x="0" y="115842"/>
                  <a:pt x="115842" y="0"/>
                  <a:pt x="25874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5.xml><?xml version="1.0" encoding="utf-8"?>
<p:sldLayout xmlns:p="http://schemas.openxmlformats.org/presentationml/2006/main" userDrawn="1">
  <p:cSld name="5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5BAEA4C-B304-E9AD-B114-236A747BC131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161030" y="538163"/>
            <a:ext cx="5946583" cy="4589462"/>
          </a:xfrm>
          <a:custGeom xmlns:a="http://schemas.openxmlformats.org/drawingml/2006/main">
            <a:gdLst>
              <a:gd name="connsiteX0" fmla="*/ 0 w 6335486"/>
              <a:gd name="connsiteY0" fmla="*/ 0 h 3361975"/>
              <a:gd name="connsiteX1" fmla="*/ 6335486 w 6335486"/>
              <a:gd name="connsiteY1" fmla="*/ 0 h 3361975"/>
              <a:gd name="connsiteX2" fmla="*/ 6335486 w 6335486"/>
              <a:gd name="connsiteY2" fmla="*/ 3361975 h 3361975"/>
              <a:gd name="connsiteX3" fmla="*/ 0 w 6335486"/>
              <a:gd name="connsiteY3" fmla="*/ 3361975 h 3361975"/>
            </a:gdLst>
            <a:rect l="l" t="t" r="r" b="b"/>
            <a:pathLst>
              <a:path w="6335486" h="3361975">
                <a:moveTo>
                  <a:pt x="0" y="0"/>
                </a:moveTo>
                <a:lnTo>
                  <a:pt x="6335486" y="0"/>
                </a:lnTo>
                <a:lnTo>
                  <a:pt x="6335486" y="3361975"/>
                </a:lnTo>
                <a:lnTo>
                  <a:pt x="0" y="3361975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6.xml><?xml version="1.0" encoding="utf-8"?>
<p:sldLayout xmlns:p="http://schemas.openxmlformats.org/presentationml/2006/main" userDrawn="1">
  <p:cSld name="6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5ECE0B10-A499-7A74-84E1-B97894DE275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289947" y="3839681"/>
            <a:ext cx="767444" cy="767444"/>
          </a:xfrm>
          <a:custGeom xmlns:a="http://schemas.openxmlformats.org/drawingml/2006/main">
            <a:gdLst>
              <a:gd name="connsiteX0" fmla="*/ 383722 w 767444"/>
              <a:gd name="connsiteY0" fmla="*/ 0 h 767444"/>
              <a:gd name="connsiteX1" fmla="*/ 767444 w 767444"/>
              <a:gd name="connsiteY1" fmla="*/ 383722 h 767444"/>
              <a:gd name="connsiteX2" fmla="*/ 383722 w 767444"/>
              <a:gd name="connsiteY2" fmla="*/ 767444 h 767444"/>
              <a:gd name="connsiteX3" fmla="*/ 0 w 767444"/>
              <a:gd name="connsiteY3" fmla="*/ 383722 h 767444"/>
              <a:gd name="connsiteX4" fmla="*/ 383722 w 767444"/>
              <a:gd name="connsiteY4" fmla="*/ 0 h 767444"/>
            </a:gdLst>
            <a:rect l="l" t="t" r="r" b="b"/>
            <a:pathLst>
              <a:path w="767444" h="767444">
                <a:moveTo>
                  <a:pt x="383722" y="0"/>
                </a:moveTo>
                <a:cubicBezTo>
                  <a:pt x="595646" y="0"/>
                  <a:pt x="767444" y="171798"/>
                  <a:pt x="767444" y="383722"/>
                </a:cubicBezTo>
                <a:cubicBezTo>
                  <a:pt x="767444" y="595646"/>
                  <a:pt x="595646" y="767444"/>
                  <a:pt x="383722" y="767444"/>
                </a:cubicBezTo>
                <a:cubicBezTo>
                  <a:pt x="171798" y="767444"/>
                  <a:pt x="0" y="595646"/>
                  <a:pt x="0" y="383722"/>
                </a:cubicBezTo>
                <a:cubicBezTo>
                  <a:pt x="0" y="171798"/>
                  <a:pt x="171798" y="0"/>
                  <a:pt x="38372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CB51AC20-47EB-7D8D-74D8-E8E1E0AFBB87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1289947" y="5036510"/>
            <a:ext cx="767444" cy="767444"/>
          </a:xfrm>
          <a:custGeom xmlns:a="http://schemas.openxmlformats.org/drawingml/2006/main">
            <a:gdLst>
              <a:gd name="connsiteX0" fmla="*/ 383722 w 767444"/>
              <a:gd name="connsiteY0" fmla="*/ 0 h 767444"/>
              <a:gd name="connsiteX1" fmla="*/ 767444 w 767444"/>
              <a:gd name="connsiteY1" fmla="*/ 383722 h 767444"/>
              <a:gd name="connsiteX2" fmla="*/ 383722 w 767444"/>
              <a:gd name="connsiteY2" fmla="*/ 767444 h 767444"/>
              <a:gd name="connsiteX3" fmla="*/ 0 w 767444"/>
              <a:gd name="connsiteY3" fmla="*/ 383722 h 767444"/>
              <a:gd name="connsiteX4" fmla="*/ 383722 w 767444"/>
              <a:gd name="connsiteY4" fmla="*/ 0 h 767444"/>
            </a:gdLst>
            <a:rect l="l" t="t" r="r" b="b"/>
            <a:pathLst>
              <a:path w="767444" h="767444">
                <a:moveTo>
                  <a:pt x="383722" y="0"/>
                </a:moveTo>
                <a:cubicBezTo>
                  <a:pt x="595646" y="0"/>
                  <a:pt x="767444" y="171798"/>
                  <a:pt x="767444" y="383722"/>
                </a:cubicBezTo>
                <a:cubicBezTo>
                  <a:pt x="767444" y="595646"/>
                  <a:pt x="595646" y="767444"/>
                  <a:pt x="383722" y="767444"/>
                </a:cubicBezTo>
                <a:cubicBezTo>
                  <a:pt x="171798" y="767444"/>
                  <a:pt x="0" y="595646"/>
                  <a:pt x="0" y="383722"/>
                </a:cubicBezTo>
                <a:cubicBezTo>
                  <a:pt x="0" y="171798"/>
                  <a:pt x="171798" y="0"/>
                  <a:pt x="38372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DB52967A-7252-AA32-6D3F-6B9E18EC039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289947" y="2649309"/>
            <a:ext cx="767444" cy="767444"/>
          </a:xfrm>
          <a:custGeom xmlns:a="http://schemas.openxmlformats.org/drawingml/2006/main">
            <a:gdLst>
              <a:gd name="connsiteX0" fmla="*/ 383722 w 767444"/>
              <a:gd name="connsiteY0" fmla="*/ 0 h 767444"/>
              <a:gd name="connsiteX1" fmla="*/ 767444 w 767444"/>
              <a:gd name="connsiteY1" fmla="*/ 383722 h 767444"/>
              <a:gd name="connsiteX2" fmla="*/ 383722 w 767444"/>
              <a:gd name="connsiteY2" fmla="*/ 767444 h 767444"/>
              <a:gd name="connsiteX3" fmla="*/ 0 w 767444"/>
              <a:gd name="connsiteY3" fmla="*/ 383722 h 767444"/>
              <a:gd name="connsiteX4" fmla="*/ 383722 w 767444"/>
              <a:gd name="connsiteY4" fmla="*/ 0 h 767444"/>
            </a:gdLst>
            <a:rect l="l" t="t" r="r" b="b"/>
            <a:pathLst>
              <a:path w="767444" h="767444">
                <a:moveTo>
                  <a:pt x="383722" y="0"/>
                </a:moveTo>
                <a:cubicBezTo>
                  <a:pt x="595646" y="0"/>
                  <a:pt x="767444" y="171798"/>
                  <a:pt x="767444" y="383722"/>
                </a:cubicBezTo>
                <a:cubicBezTo>
                  <a:pt x="767444" y="595646"/>
                  <a:pt x="595646" y="767444"/>
                  <a:pt x="383722" y="767444"/>
                </a:cubicBezTo>
                <a:cubicBezTo>
                  <a:pt x="171798" y="767444"/>
                  <a:pt x="0" y="595646"/>
                  <a:pt x="0" y="383722"/>
                </a:cubicBezTo>
                <a:cubicBezTo>
                  <a:pt x="0" y="171798"/>
                  <a:pt x="171798" y="0"/>
                  <a:pt x="38372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7.xml><?xml version="1.0" encoding="utf-8"?>
<p:sldLayout xmlns:p="http://schemas.openxmlformats.org/presentationml/2006/main" userDrawn="1">
  <p:cSld name="7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BD943080-9D73-6468-F8BD-59D5381FD19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1865741" y="3370432"/>
            <a:ext cx="1468010" cy="1468010"/>
          </a:xfrm>
          <a:custGeom xmlns:a="http://schemas.openxmlformats.org/drawingml/2006/main">
            <a:gdLst>
              <a:gd name="connsiteX0" fmla="*/ 734005 w 1468010"/>
              <a:gd name="connsiteY0" fmla="*/ 0 h 1468010"/>
              <a:gd name="connsiteX1" fmla="*/ 1468010 w 1468010"/>
              <a:gd name="connsiteY1" fmla="*/ 734005 h 1468010"/>
              <a:gd name="connsiteX2" fmla="*/ 734005 w 1468010"/>
              <a:gd name="connsiteY2" fmla="*/ 1468010 h 1468010"/>
              <a:gd name="connsiteX3" fmla="*/ 0 w 1468010"/>
              <a:gd name="connsiteY3" fmla="*/ 734005 h 1468010"/>
              <a:gd name="connsiteX4" fmla="*/ 734005 w 1468010"/>
              <a:gd name="connsiteY4" fmla="*/ 0 h 1468010"/>
            </a:gdLst>
            <a:rect l="l" t="t" r="r" b="b"/>
            <a:pathLst>
              <a:path w="1468010" h="1468010">
                <a:moveTo>
                  <a:pt x="734005" y="0"/>
                </a:moveTo>
                <a:cubicBezTo>
                  <a:pt x="1139385" y="0"/>
                  <a:pt x="1468010" y="328625"/>
                  <a:pt x="1468010" y="734005"/>
                </a:cubicBezTo>
                <a:cubicBezTo>
                  <a:pt x="1468010" y="1139385"/>
                  <a:pt x="1139385" y="1468010"/>
                  <a:pt x="734005" y="1468010"/>
                </a:cubicBezTo>
                <a:cubicBezTo>
                  <a:pt x="328625" y="1468010"/>
                  <a:pt x="0" y="1139385"/>
                  <a:pt x="0" y="734005"/>
                </a:cubicBezTo>
                <a:cubicBezTo>
                  <a:pt x="0" y="328625"/>
                  <a:pt x="328625" y="0"/>
                  <a:pt x="73400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DE41C875-9F35-A816-D7F7-CAA60B63DBB8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2058373" y="5198973"/>
            <a:ext cx="1082744" cy="1082744"/>
          </a:xfrm>
          <a:custGeom xmlns:a="http://schemas.openxmlformats.org/drawingml/2006/main">
            <a:gdLst>
              <a:gd name="connsiteX0" fmla="*/ 541372 w 1082744"/>
              <a:gd name="connsiteY0" fmla="*/ 0 h 1082744"/>
              <a:gd name="connsiteX1" fmla="*/ 1082744 w 1082744"/>
              <a:gd name="connsiteY1" fmla="*/ 541372 h 1082744"/>
              <a:gd name="connsiteX2" fmla="*/ 541372 w 1082744"/>
              <a:gd name="connsiteY2" fmla="*/ 1082744 h 1082744"/>
              <a:gd name="connsiteX3" fmla="*/ 0 w 1082744"/>
              <a:gd name="connsiteY3" fmla="*/ 541372 h 1082744"/>
              <a:gd name="connsiteX4" fmla="*/ 541372 w 1082744"/>
              <a:gd name="connsiteY4" fmla="*/ 0 h 1082744"/>
            </a:gdLst>
            <a:rect l="l" t="t" r="r" b="b"/>
            <a:pathLst>
              <a:path w="1082744" h="1082744">
                <a:moveTo>
                  <a:pt x="541372" y="0"/>
                </a:moveTo>
                <a:cubicBezTo>
                  <a:pt x="840363" y="0"/>
                  <a:pt x="1082744" y="242381"/>
                  <a:pt x="1082744" y="541372"/>
                </a:cubicBezTo>
                <a:cubicBezTo>
                  <a:pt x="1082744" y="840363"/>
                  <a:pt x="840363" y="1082744"/>
                  <a:pt x="541372" y="1082744"/>
                </a:cubicBezTo>
                <a:cubicBezTo>
                  <a:pt x="242381" y="1082744"/>
                  <a:pt x="0" y="840363"/>
                  <a:pt x="0" y="541372"/>
                </a:cubicBezTo>
                <a:cubicBezTo>
                  <a:pt x="0" y="242381"/>
                  <a:pt x="242381" y="0"/>
                  <a:pt x="54137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0B8E15E8-E886-9AA3-9C04-2BDDC0DC2AF7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2019300" y="1927157"/>
            <a:ext cx="1082744" cy="1082744"/>
          </a:xfrm>
          <a:custGeom xmlns:a="http://schemas.openxmlformats.org/drawingml/2006/main">
            <a:gdLst>
              <a:gd name="connsiteX0" fmla="*/ 541372 w 1082744"/>
              <a:gd name="connsiteY0" fmla="*/ 0 h 1082744"/>
              <a:gd name="connsiteX1" fmla="*/ 1082744 w 1082744"/>
              <a:gd name="connsiteY1" fmla="*/ 541372 h 1082744"/>
              <a:gd name="connsiteX2" fmla="*/ 541372 w 1082744"/>
              <a:gd name="connsiteY2" fmla="*/ 1082744 h 1082744"/>
              <a:gd name="connsiteX3" fmla="*/ 0 w 1082744"/>
              <a:gd name="connsiteY3" fmla="*/ 541372 h 1082744"/>
              <a:gd name="connsiteX4" fmla="*/ 541372 w 1082744"/>
              <a:gd name="connsiteY4" fmla="*/ 0 h 1082744"/>
            </a:gdLst>
            <a:rect l="l" t="t" r="r" b="b"/>
            <a:pathLst>
              <a:path w="1082744" h="1082744">
                <a:moveTo>
                  <a:pt x="541372" y="0"/>
                </a:moveTo>
                <a:cubicBezTo>
                  <a:pt x="840363" y="0"/>
                  <a:pt x="1082744" y="242381"/>
                  <a:pt x="1082744" y="541372"/>
                </a:cubicBezTo>
                <a:cubicBezTo>
                  <a:pt x="1082744" y="840363"/>
                  <a:pt x="840363" y="1082744"/>
                  <a:pt x="541372" y="1082744"/>
                </a:cubicBezTo>
                <a:cubicBezTo>
                  <a:pt x="242381" y="1082744"/>
                  <a:pt x="0" y="840363"/>
                  <a:pt x="0" y="541372"/>
                </a:cubicBezTo>
                <a:cubicBezTo>
                  <a:pt x="0" y="242381"/>
                  <a:pt x="242381" y="0"/>
                  <a:pt x="54137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8.xml><?xml version="1.0" encoding="utf-8"?>
<p:sldLayout xmlns:p="http://schemas.openxmlformats.org/presentationml/2006/main" userDrawn="1">
  <p:cSld name="8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81382A26-FDF3-6EB5-965E-A87DF37A999C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85891" y="4643261"/>
            <a:ext cx="1446794" cy="1446794"/>
          </a:xfrm>
          <a:custGeom xmlns:a="http://schemas.openxmlformats.org/drawingml/2006/main">
            <a:gdLst>
              <a:gd name="connsiteX0" fmla="*/ 723397 w 1446794"/>
              <a:gd name="connsiteY0" fmla="*/ 0 h 1446794"/>
              <a:gd name="connsiteX1" fmla="*/ 1446794 w 1446794"/>
              <a:gd name="connsiteY1" fmla="*/ 723397 h 1446794"/>
              <a:gd name="connsiteX2" fmla="*/ 723397 w 1446794"/>
              <a:gd name="connsiteY2" fmla="*/ 1446794 h 1446794"/>
              <a:gd name="connsiteX3" fmla="*/ 0 w 1446794"/>
              <a:gd name="connsiteY3" fmla="*/ 723397 h 1446794"/>
              <a:gd name="connsiteX4" fmla="*/ 723397 w 1446794"/>
              <a:gd name="connsiteY4" fmla="*/ 0 h 1446794"/>
            </a:gdLst>
            <a:rect l="l" t="t" r="r" b="b"/>
            <a:pathLst>
              <a:path w="1446794" h="1446794">
                <a:moveTo>
                  <a:pt x="723397" y="0"/>
                </a:moveTo>
                <a:cubicBezTo>
                  <a:pt x="1122918" y="0"/>
                  <a:pt x="1446794" y="323876"/>
                  <a:pt x="1446794" y="723397"/>
                </a:cubicBezTo>
                <a:cubicBezTo>
                  <a:pt x="1446794" y="1122918"/>
                  <a:pt x="1122918" y="1446794"/>
                  <a:pt x="723397" y="1446794"/>
                </a:cubicBezTo>
                <a:cubicBezTo>
                  <a:pt x="323876" y="1446794"/>
                  <a:pt x="0" y="1122918"/>
                  <a:pt x="0" y="723397"/>
                </a:cubicBezTo>
                <a:cubicBezTo>
                  <a:pt x="0" y="323876"/>
                  <a:pt x="323876" y="0"/>
                  <a:pt x="72339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9102E9DF-A6CC-E97C-A988-46C9B101ADD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1219146" y="2283180"/>
            <a:ext cx="1446794" cy="1446794"/>
          </a:xfrm>
          <a:custGeom xmlns:a="http://schemas.openxmlformats.org/drawingml/2006/main">
            <a:gdLst>
              <a:gd name="connsiteX0" fmla="*/ 723397 w 1446794"/>
              <a:gd name="connsiteY0" fmla="*/ 0 h 1446794"/>
              <a:gd name="connsiteX1" fmla="*/ 1446794 w 1446794"/>
              <a:gd name="connsiteY1" fmla="*/ 723397 h 1446794"/>
              <a:gd name="connsiteX2" fmla="*/ 723397 w 1446794"/>
              <a:gd name="connsiteY2" fmla="*/ 1446794 h 1446794"/>
              <a:gd name="connsiteX3" fmla="*/ 0 w 1446794"/>
              <a:gd name="connsiteY3" fmla="*/ 723397 h 1446794"/>
              <a:gd name="connsiteX4" fmla="*/ 723397 w 1446794"/>
              <a:gd name="connsiteY4" fmla="*/ 0 h 1446794"/>
            </a:gdLst>
            <a:rect l="l" t="t" r="r" b="b"/>
            <a:pathLst>
              <a:path w="1446794" h="1446794">
                <a:moveTo>
                  <a:pt x="723397" y="0"/>
                </a:moveTo>
                <a:cubicBezTo>
                  <a:pt x="1122918" y="0"/>
                  <a:pt x="1446794" y="323876"/>
                  <a:pt x="1446794" y="723397"/>
                </a:cubicBezTo>
                <a:cubicBezTo>
                  <a:pt x="1446794" y="1122918"/>
                  <a:pt x="1122918" y="1446794"/>
                  <a:pt x="723397" y="1446794"/>
                </a:cubicBezTo>
                <a:cubicBezTo>
                  <a:pt x="323876" y="1446794"/>
                  <a:pt x="0" y="1122918"/>
                  <a:pt x="0" y="723397"/>
                </a:cubicBezTo>
                <a:cubicBezTo>
                  <a:pt x="0" y="323876"/>
                  <a:pt x="323876" y="0"/>
                  <a:pt x="72339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9.xml><?xml version="1.0" encoding="utf-8"?>
<p:sldLayout xmlns:p="http://schemas.openxmlformats.org/presentationml/2006/main" userDrawn="1">
  <p:cSld name="1-How it Work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D1C34C9-B452-5745-A43D-6D74BB3539F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3429000"/>
          </a:xfrm>
          <a:custGeom xmlns:a="http://schemas.openxmlformats.org/drawingml/2006/main"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0.xml><?xml version="1.0" encoding="utf-8"?>
<p:sldLayout xmlns:p="http://schemas.openxmlformats.org/presentationml/2006/main" userDrawn="1">
  <p:cSld name="2-How it Work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07CEFCB-E9E0-FCDC-B18E-F421C27D251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33401" y="2449286"/>
            <a:ext cx="5413141" cy="3875314"/>
          </a:xfrm>
          <a:custGeom xmlns:a="http://schemas.openxmlformats.org/drawingml/2006/main">
            <a:gdLst>
              <a:gd name="connsiteX0" fmla="*/ 0 w 5413141"/>
              <a:gd name="connsiteY0" fmla="*/ 0 h 3875314"/>
              <a:gd name="connsiteX1" fmla="*/ 5413141 w 5413141"/>
              <a:gd name="connsiteY1" fmla="*/ 0 h 3875314"/>
              <a:gd name="connsiteX2" fmla="*/ 5413141 w 5413141"/>
              <a:gd name="connsiteY2" fmla="*/ 3875314 h 3875314"/>
              <a:gd name="connsiteX3" fmla="*/ 0 w 5413141"/>
              <a:gd name="connsiteY3" fmla="*/ 3875314 h 3875314"/>
            </a:gdLst>
            <a:rect l="l" t="t" r="r" b="b"/>
            <a:pathLst>
              <a:path w="5413141" h="3875314">
                <a:moveTo>
                  <a:pt x="0" y="0"/>
                </a:moveTo>
                <a:lnTo>
                  <a:pt x="5413141" y="0"/>
                </a:lnTo>
                <a:lnTo>
                  <a:pt x="5413141" y="3875314"/>
                </a:lnTo>
                <a:lnTo>
                  <a:pt x="0" y="38753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1.xml><?xml version="1.0" encoding="utf-8"?>
<p:sldLayout xmlns:p="http://schemas.openxmlformats.org/presentationml/2006/main" userDrawn="1">
  <p:cSld name="3-How it Work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68F99F3F-39C9-2F60-94F6-EDF04D904E2E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286064" y="1986643"/>
            <a:ext cx="7905936" cy="2922814"/>
          </a:xfrm>
          <a:custGeom xmlns:a="http://schemas.openxmlformats.org/drawingml/2006/main">
            <a:gdLst>
              <a:gd name="connsiteX0" fmla="*/ 0 w 7905936"/>
              <a:gd name="connsiteY0" fmla="*/ 0 h 2922814"/>
              <a:gd name="connsiteX1" fmla="*/ 7905936 w 7905936"/>
              <a:gd name="connsiteY1" fmla="*/ 0 h 2922814"/>
              <a:gd name="connsiteX2" fmla="*/ 7905936 w 7905936"/>
              <a:gd name="connsiteY2" fmla="*/ 2922814 h 2922814"/>
              <a:gd name="connsiteX3" fmla="*/ 0 w 7905936"/>
              <a:gd name="connsiteY3" fmla="*/ 2922814 h 2922814"/>
            </a:gdLst>
            <a:rect l="l" t="t" r="r" b="b"/>
            <a:pathLst>
              <a:path w="7905936" h="2922814">
                <a:moveTo>
                  <a:pt x="0" y="0"/>
                </a:moveTo>
                <a:lnTo>
                  <a:pt x="7905936" y="0"/>
                </a:lnTo>
                <a:lnTo>
                  <a:pt x="7905936" y="2922814"/>
                </a:lnTo>
                <a:lnTo>
                  <a:pt x="0" y="29228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048CE8D2-19E6-82B1-DD75-12C9FCC3BFC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1986643"/>
            <a:ext cx="4223657" cy="2922814"/>
          </a:xfrm>
          <a:custGeom xmlns:a="http://schemas.openxmlformats.org/drawingml/2006/main">
            <a:gdLst>
              <a:gd name="connsiteX0" fmla="*/ 0 w 4223657"/>
              <a:gd name="connsiteY0" fmla="*/ 0 h 2922814"/>
              <a:gd name="connsiteX1" fmla="*/ 4223657 w 4223657"/>
              <a:gd name="connsiteY1" fmla="*/ 0 h 2922814"/>
              <a:gd name="connsiteX2" fmla="*/ 4223657 w 4223657"/>
              <a:gd name="connsiteY2" fmla="*/ 2922814 h 2922814"/>
              <a:gd name="connsiteX3" fmla="*/ 0 w 4223657"/>
              <a:gd name="connsiteY3" fmla="*/ 2922814 h 2922814"/>
            </a:gdLst>
            <a:rect l="l" t="t" r="r" b="b"/>
            <a:pathLst>
              <a:path w="4223657" h="2922814">
                <a:moveTo>
                  <a:pt x="0" y="0"/>
                </a:moveTo>
                <a:lnTo>
                  <a:pt x="4223657" y="0"/>
                </a:lnTo>
                <a:lnTo>
                  <a:pt x="4223657" y="2922814"/>
                </a:lnTo>
                <a:lnTo>
                  <a:pt x="0" y="29228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2.xml><?xml version="1.0" encoding="utf-8"?>
<p:sldLayout xmlns:p="http://schemas.openxmlformats.org/presentationml/2006/main" userDrawn="1">
  <p:cSld name="4-How it Work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64336F29-4E9B-6932-07CB-3044E44FC55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181851" y="0"/>
            <a:ext cx="5010150" cy="3886200"/>
          </a:xfrm>
          <a:custGeom xmlns:a="http://schemas.openxmlformats.org/drawingml/2006/main">
            <a:gdLst>
              <a:gd name="connsiteX0" fmla="*/ 0 w 4435929"/>
              <a:gd name="connsiteY0" fmla="*/ 0 h 3886200"/>
              <a:gd name="connsiteX1" fmla="*/ 4435929 w 4435929"/>
              <a:gd name="connsiteY1" fmla="*/ 0 h 3886200"/>
              <a:gd name="connsiteX2" fmla="*/ 4435929 w 4435929"/>
              <a:gd name="connsiteY2" fmla="*/ 3886200 h 3886200"/>
              <a:gd name="connsiteX3" fmla="*/ 0 w 4435929"/>
              <a:gd name="connsiteY3" fmla="*/ 3886200 h 3886200"/>
            </a:gdLst>
            <a:rect l="l" t="t" r="r" b="b"/>
            <a:pathLst>
              <a:path w="4435929" h="3886200">
                <a:moveTo>
                  <a:pt x="0" y="0"/>
                </a:moveTo>
                <a:lnTo>
                  <a:pt x="4435929" y="0"/>
                </a:lnTo>
                <a:lnTo>
                  <a:pt x="4435929" y="3886200"/>
                </a:lnTo>
                <a:lnTo>
                  <a:pt x="0" y="38862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38B1116-51EE-1EAE-FD64-E1A2DEC54B4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3886200"/>
            <a:ext cx="4735286" cy="2971800"/>
          </a:xfrm>
          <a:custGeom xmlns:a="http://schemas.openxmlformats.org/drawingml/2006/main">
            <a:gdLst>
              <a:gd name="connsiteX0" fmla="*/ 0 w 4735286"/>
              <a:gd name="connsiteY0" fmla="*/ 0 h 2971800"/>
              <a:gd name="connsiteX1" fmla="*/ 4735286 w 4735286"/>
              <a:gd name="connsiteY1" fmla="*/ 0 h 2971800"/>
              <a:gd name="connsiteX2" fmla="*/ 4735286 w 4735286"/>
              <a:gd name="connsiteY2" fmla="*/ 2971800 h 2971800"/>
              <a:gd name="connsiteX3" fmla="*/ 0 w 4735286"/>
              <a:gd name="connsiteY3" fmla="*/ 2971800 h 2971800"/>
            </a:gdLst>
            <a:rect l="l" t="t" r="r" b="b"/>
            <a:pathLst>
              <a:path w="4735286" h="2971800">
                <a:moveTo>
                  <a:pt x="0" y="0"/>
                </a:moveTo>
                <a:lnTo>
                  <a:pt x="4735286" y="0"/>
                </a:lnTo>
                <a:lnTo>
                  <a:pt x="4735286" y="2971800"/>
                </a:lnTo>
                <a:lnTo>
                  <a:pt x="0" y="29718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3.xml><?xml version="1.0" encoding="utf-8"?>
<p:sldLayout xmlns:p="http://schemas.openxmlformats.org/presentationml/2006/main" userDrawn="1">
  <p:cSld name="1_Our Work Proces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C3EF9DD-AB79-955F-DE81-E0A658DAEC3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928360" y="1143000"/>
            <a:ext cx="5263640" cy="5715000"/>
          </a:xfrm>
          <a:custGeom xmlns:a="http://schemas.openxmlformats.org/drawingml/2006/main">
            <a:gdLst>
              <a:gd name="connsiteX0" fmla="*/ 0 w 5263640"/>
              <a:gd name="connsiteY0" fmla="*/ 0 h 5715000"/>
              <a:gd name="connsiteX1" fmla="*/ 5263640 w 5263640"/>
              <a:gd name="connsiteY1" fmla="*/ 0 h 5715000"/>
              <a:gd name="connsiteX2" fmla="*/ 5263640 w 5263640"/>
              <a:gd name="connsiteY2" fmla="*/ 5715000 h 5715000"/>
              <a:gd name="connsiteX3" fmla="*/ 0 w 5263640"/>
              <a:gd name="connsiteY3" fmla="*/ 5715000 h 5715000"/>
            </a:gdLst>
            <a:rect l="l" t="t" r="r" b="b"/>
            <a:pathLst>
              <a:path w="5263640" h="5715000">
                <a:moveTo>
                  <a:pt x="0" y="0"/>
                </a:moveTo>
                <a:lnTo>
                  <a:pt x="5263640" y="0"/>
                </a:lnTo>
                <a:lnTo>
                  <a:pt x="5263640" y="5715000"/>
                </a:lnTo>
                <a:lnTo>
                  <a:pt x="0" y="5715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4.xml><?xml version="1.0" encoding="utf-8"?>
<p:sldLayout xmlns:p="http://schemas.openxmlformats.org/presentationml/2006/main" userDrawn="1">
  <p:cSld name="2_Our Work Proces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041B2EAC-9CFE-C14C-17D2-2BF6FBA9A88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359728" y="2701804"/>
            <a:ext cx="3396344" cy="3396344"/>
          </a:xfrm>
          <a:custGeom xmlns:a="http://schemas.openxmlformats.org/drawingml/2006/main">
            <a:gdLst>
              <a:gd name="connsiteX0" fmla="*/ 1698172 w 3396344"/>
              <a:gd name="connsiteY0" fmla="*/ 0 h 3396344"/>
              <a:gd name="connsiteX1" fmla="*/ 3396344 w 3396344"/>
              <a:gd name="connsiteY1" fmla="*/ 1698172 h 3396344"/>
              <a:gd name="connsiteX2" fmla="*/ 1698172 w 3396344"/>
              <a:gd name="connsiteY2" fmla="*/ 3396344 h 3396344"/>
              <a:gd name="connsiteX3" fmla="*/ 0 w 3396344"/>
              <a:gd name="connsiteY3" fmla="*/ 1698172 h 3396344"/>
              <a:gd name="connsiteX4" fmla="*/ 1698172 w 3396344"/>
              <a:gd name="connsiteY4" fmla="*/ 0 h 3396344"/>
            </a:gdLst>
            <a:rect l="l" t="t" r="r" b="b"/>
            <a:pathLst>
              <a:path w="3396344" h="3396344">
                <a:moveTo>
                  <a:pt x="1698172" y="0"/>
                </a:moveTo>
                <a:cubicBezTo>
                  <a:pt x="2636046" y="0"/>
                  <a:pt x="3396344" y="760298"/>
                  <a:pt x="3396344" y="1698172"/>
                </a:cubicBezTo>
                <a:cubicBezTo>
                  <a:pt x="3396344" y="2636046"/>
                  <a:pt x="2636046" y="3396344"/>
                  <a:pt x="1698172" y="3396344"/>
                </a:cubicBezTo>
                <a:cubicBezTo>
                  <a:pt x="760298" y="3396344"/>
                  <a:pt x="0" y="2636046"/>
                  <a:pt x="0" y="1698172"/>
                </a:cubicBezTo>
                <a:cubicBezTo>
                  <a:pt x="0" y="760298"/>
                  <a:pt x="760298" y="0"/>
                  <a:pt x="169817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5.xml><?xml version="1.0" encoding="utf-8"?>
<p:sldLayout xmlns:p="http://schemas.openxmlformats.org/presentationml/2006/main" userDrawn="1">
  <p:cSld name="1_Market Siz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5CA88E9-2301-F978-BE2C-FF539B6CFC6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740729" y="1"/>
            <a:ext cx="2710543" cy="5110843"/>
          </a:xfrm>
          <a:custGeom xmlns:a="http://schemas.openxmlformats.org/drawingml/2006/main">
            <a:gdLst>
              <a:gd name="connsiteX0" fmla="*/ 0 w 2710543"/>
              <a:gd name="connsiteY0" fmla="*/ 0 h 5110843"/>
              <a:gd name="connsiteX1" fmla="*/ 2710543 w 2710543"/>
              <a:gd name="connsiteY1" fmla="*/ 0 h 5110843"/>
              <a:gd name="connsiteX2" fmla="*/ 2710543 w 2710543"/>
              <a:gd name="connsiteY2" fmla="*/ 5110843 h 5110843"/>
              <a:gd name="connsiteX3" fmla="*/ 0 w 2710543"/>
              <a:gd name="connsiteY3" fmla="*/ 5110843 h 5110843"/>
            </a:gdLst>
            <a:rect l="l" t="t" r="r" b="b"/>
            <a:pathLst>
              <a:path w="2710543" h="5110843">
                <a:moveTo>
                  <a:pt x="0" y="0"/>
                </a:moveTo>
                <a:lnTo>
                  <a:pt x="2710543" y="0"/>
                </a:lnTo>
                <a:lnTo>
                  <a:pt x="2710543" y="5110843"/>
                </a:lnTo>
                <a:lnTo>
                  <a:pt x="0" y="511084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6.xml><?xml version="1.0" encoding="utf-8"?>
<p:sldLayout xmlns:p="http://schemas.openxmlformats.org/presentationml/2006/main" userDrawn="1">
  <p:cSld name="2_Market Siz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C9A3DB92-7E9A-F385-57D8-0D1C414801F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186057" y="555863"/>
            <a:ext cx="3434443" cy="2895600"/>
          </a:xfrm>
          <a:custGeom xmlns:a="http://schemas.openxmlformats.org/drawingml/2006/main">
            <a:gdLst>
              <a:gd name="connsiteX0" fmla="*/ 0 w 3434443"/>
              <a:gd name="connsiteY0" fmla="*/ 0 h 2895600"/>
              <a:gd name="connsiteX1" fmla="*/ 3434443 w 3434443"/>
              <a:gd name="connsiteY1" fmla="*/ 0 h 2895600"/>
              <a:gd name="connsiteX2" fmla="*/ 3434443 w 3434443"/>
              <a:gd name="connsiteY2" fmla="*/ 2895600 h 2895600"/>
              <a:gd name="connsiteX3" fmla="*/ 0 w 3434443"/>
              <a:gd name="connsiteY3" fmla="*/ 2895600 h 2895600"/>
            </a:gdLst>
            <a:rect l="l" t="t" r="r" b="b"/>
            <a:pathLst>
              <a:path w="3434443" h="2895600">
                <a:moveTo>
                  <a:pt x="0" y="0"/>
                </a:moveTo>
                <a:lnTo>
                  <a:pt x="3434443" y="0"/>
                </a:lnTo>
                <a:lnTo>
                  <a:pt x="3434443" y="2895600"/>
                </a:lnTo>
                <a:lnTo>
                  <a:pt x="0" y="2895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9AE48A27-598A-FA8F-1F5A-CE0F0DDDF202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475632" y="3451463"/>
            <a:ext cx="3434443" cy="2895600"/>
          </a:xfrm>
          <a:custGeom xmlns:a="http://schemas.openxmlformats.org/drawingml/2006/main">
            <a:gdLst>
              <a:gd name="connsiteX0" fmla="*/ 0 w 3434443"/>
              <a:gd name="connsiteY0" fmla="*/ 0 h 2895600"/>
              <a:gd name="connsiteX1" fmla="*/ 3434443 w 3434443"/>
              <a:gd name="connsiteY1" fmla="*/ 0 h 2895600"/>
              <a:gd name="connsiteX2" fmla="*/ 3434443 w 3434443"/>
              <a:gd name="connsiteY2" fmla="*/ 2895600 h 2895600"/>
              <a:gd name="connsiteX3" fmla="*/ 0 w 3434443"/>
              <a:gd name="connsiteY3" fmla="*/ 2895600 h 2895600"/>
            </a:gdLst>
            <a:rect l="l" t="t" r="r" b="b"/>
            <a:pathLst>
              <a:path w="3434443" h="2895600">
                <a:moveTo>
                  <a:pt x="0" y="0"/>
                </a:moveTo>
                <a:lnTo>
                  <a:pt x="3434443" y="0"/>
                </a:lnTo>
                <a:lnTo>
                  <a:pt x="3434443" y="2895600"/>
                </a:lnTo>
                <a:lnTo>
                  <a:pt x="0" y="2895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7.xml><?xml version="1.0" encoding="utf-8"?>
<p:sldLayout xmlns:p="http://schemas.openxmlformats.org/presentationml/2006/main" userDrawn="1">
  <p:cSld name="1_Market Ado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F868D816-EABF-537E-08B1-65A88E5E0C70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0" y="2263321"/>
            <a:ext cx="3673929" cy="3200400"/>
          </a:xfrm>
          <a:custGeom xmlns:a="http://schemas.openxmlformats.org/drawingml/2006/main">
            <a:gdLst>
              <a:gd name="connsiteX0" fmla="*/ 0 w 3673929"/>
              <a:gd name="connsiteY0" fmla="*/ 0 h 3200400"/>
              <a:gd name="connsiteX1" fmla="*/ 3673929 w 3673929"/>
              <a:gd name="connsiteY1" fmla="*/ 0 h 3200400"/>
              <a:gd name="connsiteX2" fmla="*/ 3673929 w 3673929"/>
              <a:gd name="connsiteY2" fmla="*/ 3200400 h 3200400"/>
              <a:gd name="connsiteX3" fmla="*/ 0 w 3673929"/>
              <a:gd name="connsiteY3" fmla="*/ 3200400 h 3200400"/>
            </a:gdLst>
            <a:rect l="l" t="t" r="r" b="b"/>
            <a:pathLst>
              <a:path w="3673929" h="3200400">
                <a:moveTo>
                  <a:pt x="0" y="0"/>
                </a:moveTo>
                <a:lnTo>
                  <a:pt x="3673929" y="0"/>
                </a:lnTo>
                <a:lnTo>
                  <a:pt x="3673929" y="3200400"/>
                </a:lnTo>
                <a:lnTo>
                  <a:pt x="0" y="3200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2001354D-A3F8-D974-5866-98B565F0122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315200" y="2263321"/>
            <a:ext cx="4876800" cy="3200400"/>
          </a:xfrm>
          <a:custGeom xmlns:a="http://schemas.openxmlformats.org/drawingml/2006/main">
            <a:gdLst>
              <a:gd name="connsiteX0" fmla="*/ 0 w 4876800"/>
              <a:gd name="connsiteY0" fmla="*/ 0 h 3200400"/>
              <a:gd name="connsiteX1" fmla="*/ 4876800 w 4876800"/>
              <a:gd name="connsiteY1" fmla="*/ 0 h 3200400"/>
              <a:gd name="connsiteX2" fmla="*/ 4876800 w 4876800"/>
              <a:gd name="connsiteY2" fmla="*/ 3200400 h 3200400"/>
              <a:gd name="connsiteX3" fmla="*/ 0 w 4876800"/>
              <a:gd name="connsiteY3" fmla="*/ 3200400 h 3200400"/>
            </a:gdLst>
            <a:rect l="l" t="t" r="r" b="b"/>
            <a:pathLst>
              <a:path w="4876800" h="3200400">
                <a:moveTo>
                  <a:pt x="0" y="0"/>
                </a:moveTo>
                <a:lnTo>
                  <a:pt x="4876800" y="0"/>
                </a:lnTo>
                <a:lnTo>
                  <a:pt x="4876800" y="3200400"/>
                </a:lnTo>
                <a:lnTo>
                  <a:pt x="0" y="3200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8.xml><?xml version="1.0" encoding="utf-8"?>
<p:sldLayout xmlns:p="http://schemas.openxmlformats.org/presentationml/2006/main" userDrawn="1">
  <p:cSld name="2_Market Ado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: Shape 2">
            <a:extLst xmlns:a="http://schemas.openxmlformats.org/drawingml/2006/main">
              <a:ext uri="{FF2B5EF4-FFF2-40B4-BE49-F238E27FC236}">
                <a16:creationId xmlns:a16="http://schemas.microsoft.com/office/drawing/2014/main" id="{BE1AF238-94A9-2B29-A685-7D6B7A93223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1819751"/>
            <a:ext cx="12192000" cy="3247549"/>
          </a:xfrm>
          <a:custGeom xmlns:a="http://schemas.openxmlformats.org/drawingml/2006/main">
            <a:gdLst>
              <a:gd name="connsiteX0" fmla="*/ 0 w 12192000"/>
              <a:gd name="connsiteY0" fmla="*/ 0 h 2697068"/>
              <a:gd name="connsiteX1" fmla="*/ 12192000 w 12192000"/>
              <a:gd name="connsiteY1" fmla="*/ 0 h 2697068"/>
              <a:gd name="connsiteX2" fmla="*/ 12192000 w 12192000"/>
              <a:gd name="connsiteY2" fmla="*/ 2697068 h 2697068"/>
              <a:gd name="connsiteX3" fmla="*/ 0 w 12192000"/>
              <a:gd name="connsiteY3" fmla="*/ 2697068 h 2697068"/>
            </a:gdLst>
            <a:rect l="l" t="t" r="r" b="b"/>
            <a:pathLst>
              <a:path w="12192000" h="2697068">
                <a:moveTo>
                  <a:pt x="0" y="0"/>
                </a:moveTo>
                <a:lnTo>
                  <a:pt x="12192000" y="0"/>
                </a:lnTo>
                <a:lnTo>
                  <a:pt x="12192000" y="2697068"/>
                </a:lnTo>
                <a:lnTo>
                  <a:pt x="0" y="269706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9.xml><?xml version="1.0" encoding="utf-8"?>
<p:sldLayout xmlns:p="http://schemas.openxmlformats.org/presentationml/2006/main" userDrawn="1">
  <p:cSld name="3_Market Ado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A526E4C-8129-BCB1-6281-03795176861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9372598" y="1143000"/>
            <a:ext cx="2819403" cy="5715000"/>
          </a:xfrm>
          <a:custGeom xmlns:a="http://schemas.openxmlformats.org/drawingml/2006/main">
            <a:gdLst>
              <a:gd name="connsiteX0" fmla="*/ 0 w 2819403"/>
              <a:gd name="connsiteY0" fmla="*/ 0 h 5715000"/>
              <a:gd name="connsiteX1" fmla="*/ 2819403 w 2819403"/>
              <a:gd name="connsiteY1" fmla="*/ 0 h 5715000"/>
              <a:gd name="connsiteX2" fmla="*/ 2819403 w 2819403"/>
              <a:gd name="connsiteY2" fmla="*/ 5715000 h 5715000"/>
              <a:gd name="connsiteX3" fmla="*/ 0 w 2819403"/>
              <a:gd name="connsiteY3" fmla="*/ 5715000 h 5715000"/>
            </a:gdLst>
            <a:rect l="l" t="t" r="r" b="b"/>
            <a:pathLst>
              <a:path w="2819403" h="5715000">
                <a:moveTo>
                  <a:pt x="0" y="0"/>
                </a:moveTo>
                <a:lnTo>
                  <a:pt x="2819403" y="0"/>
                </a:lnTo>
                <a:lnTo>
                  <a:pt x="2819403" y="5715000"/>
                </a:lnTo>
                <a:lnTo>
                  <a:pt x="0" y="5715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0.xml><?xml version="1.0" encoding="utf-8"?>
<p:sldLayout xmlns:p="http://schemas.openxmlformats.org/presentationml/2006/main" userDrawn="1">
  <p:cSld name="1_Market Analysi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86D5EC3-9E59-A6D8-3B44-2F2C1B9D3B39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14350" y="2057400"/>
            <a:ext cx="5334000" cy="4229100"/>
          </a:xfrm>
          <a:custGeom xmlns:a="http://schemas.openxmlformats.org/drawingml/2006/main">
            <a:gdLst>
              <a:gd name="connsiteX0" fmla="*/ 0 w 5334000"/>
              <a:gd name="connsiteY0" fmla="*/ 0 h 4229100"/>
              <a:gd name="connsiteX1" fmla="*/ 5334000 w 5334000"/>
              <a:gd name="connsiteY1" fmla="*/ 0 h 4229100"/>
              <a:gd name="connsiteX2" fmla="*/ 5334000 w 5334000"/>
              <a:gd name="connsiteY2" fmla="*/ 4229100 h 4229100"/>
              <a:gd name="connsiteX3" fmla="*/ 0 w 5334000"/>
              <a:gd name="connsiteY3" fmla="*/ 4229100 h 4229100"/>
            </a:gdLst>
            <a:rect l="l" t="t" r="r" b="b"/>
            <a:pathLst>
              <a:path w="5334000" h="4229100">
                <a:moveTo>
                  <a:pt x="0" y="0"/>
                </a:moveTo>
                <a:lnTo>
                  <a:pt x="5334000" y="0"/>
                </a:lnTo>
                <a:lnTo>
                  <a:pt x="5334000" y="4229100"/>
                </a:lnTo>
                <a:lnTo>
                  <a:pt x="0" y="42291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1.xml><?xml version="1.0" encoding="utf-8"?>
<p:sldLayout xmlns:p="http://schemas.openxmlformats.org/presentationml/2006/main" userDrawn="1">
  <p:cSld name="2_Market Analysi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reeform: Shape 5">
            <a:extLst xmlns:a="http://schemas.openxmlformats.org/drawingml/2006/main">
              <a:ext uri="{FF2B5EF4-FFF2-40B4-BE49-F238E27FC236}">
                <a16:creationId xmlns:a16="http://schemas.microsoft.com/office/drawing/2014/main" id="{F377084F-D324-493E-E127-F6FDDC837E3F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8522375" y="-12689"/>
            <a:ext cx="3652157" cy="6299189"/>
          </a:xfrm>
          <a:custGeom xmlns:a="http://schemas.openxmlformats.org/drawingml/2006/main">
            <a:gdLst>
              <a:gd name="connsiteX0" fmla="*/ 0 w 3652157"/>
              <a:gd name="connsiteY0" fmla="*/ 0 h 6299189"/>
              <a:gd name="connsiteX1" fmla="*/ 3652157 w 3652157"/>
              <a:gd name="connsiteY1" fmla="*/ 0 h 6299189"/>
              <a:gd name="connsiteX2" fmla="*/ 3652157 w 3652157"/>
              <a:gd name="connsiteY2" fmla="*/ 6299189 h 6299189"/>
              <a:gd name="connsiteX3" fmla="*/ 0 w 3652157"/>
              <a:gd name="connsiteY3" fmla="*/ 6299189 h 6299189"/>
            </a:gdLst>
            <a:rect l="l" t="t" r="r" b="b"/>
            <a:pathLst>
              <a:path w="3652157" h="6299189">
                <a:moveTo>
                  <a:pt x="0" y="0"/>
                </a:moveTo>
                <a:lnTo>
                  <a:pt x="3652157" y="0"/>
                </a:lnTo>
                <a:lnTo>
                  <a:pt x="3652157" y="6299189"/>
                </a:lnTo>
                <a:lnTo>
                  <a:pt x="0" y="629918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Freeform: Shape 6">
            <a:extLst xmlns:a="http://schemas.openxmlformats.org/drawingml/2006/main">
              <a:ext uri="{FF2B5EF4-FFF2-40B4-BE49-F238E27FC236}">
                <a16:creationId xmlns:a16="http://schemas.microsoft.com/office/drawing/2014/main" id="{B1171D15-5388-BAD3-E4A0-7A6A0EDB691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433" y="2061102"/>
            <a:ext cx="3652157" cy="4187298"/>
          </a:xfrm>
          <a:custGeom xmlns:a="http://schemas.openxmlformats.org/drawingml/2006/main">
            <a:gdLst>
              <a:gd name="connsiteX0" fmla="*/ 0 w 3652157"/>
              <a:gd name="connsiteY0" fmla="*/ 0 h 4187298"/>
              <a:gd name="connsiteX1" fmla="*/ 3652157 w 3652157"/>
              <a:gd name="connsiteY1" fmla="*/ 0 h 4187298"/>
              <a:gd name="connsiteX2" fmla="*/ 3652157 w 3652157"/>
              <a:gd name="connsiteY2" fmla="*/ 4187298 h 4187298"/>
              <a:gd name="connsiteX3" fmla="*/ 0 w 3652157"/>
              <a:gd name="connsiteY3" fmla="*/ 4187298 h 4187298"/>
            </a:gdLst>
            <a:rect l="l" t="t" r="r" b="b"/>
            <a:pathLst>
              <a:path w="3652157" h="4187298">
                <a:moveTo>
                  <a:pt x="0" y="0"/>
                </a:moveTo>
                <a:lnTo>
                  <a:pt x="3652157" y="0"/>
                </a:lnTo>
                <a:lnTo>
                  <a:pt x="3652157" y="4187298"/>
                </a:lnTo>
                <a:lnTo>
                  <a:pt x="0" y="418729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2.xml><?xml version="1.0" encoding="utf-8"?>
<p:sldLayout xmlns:p="http://schemas.openxmlformats.org/presentationml/2006/main" userDrawn="1">
  <p:cSld name="3_Market Analysi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89C8304-9645-7F95-8887-61AE1B30F80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055584" y="1160425"/>
            <a:ext cx="4153232" cy="4922556"/>
          </a:xfrm>
          <a:custGeom xmlns:a="http://schemas.openxmlformats.org/drawingml/2006/main">
            <a:gdLst>
              <a:gd name="connsiteX0" fmla="*/ 137057 w 4153232"/>
              <a:gd name="connsiteY0" fmla="*/ 0 h 4922556"/>
              <a:gd name="connsiteX1" fmla="*/ 4016175 w 4153232"/>
              <a:gd name="connsiteY1" fmla="*/ 0 h 4922556"/>
              <a:gd name="connsiteX2" fmla="*/ 4153232 w 4153232"/>
              <a:gd name="connsiteY2" fmla="*/ 137057 h 4922556"/>
              <a:gd name="connsiteX3" fmla="*/ 4153232 w 4153232"/>
              <a:gd name="connsiteY3" fmla="*/ 4785499 h 4922556"/>
              <a:gd name="connsiteX4" fmla="*/ 4016175 w 4153232"/>
              <a:gd name="connsiteY4" fmla="*/ 4922556 h 4922556"/>
              <a:gd name="connsiteX5" fmla="*/ 137057 w 4153232"/>
              <a:gd name="connsiteY5" fmla="*/ 4922556 h 4922556"/>
              <a:gd name="connsiteX6" fmla="*/ 0 w 4153232"/>
              <a:gd name="connsiteY6" fmla="*/ 4785499 h 4922556"/>
              <a:gd name="connsiteX7" fmla="*/ 0 w 4153232"/>
              <a:gd name="connsiteY7" fmla="*/ 137057 h 4922556"/>
              <a:gd name="connsiteX8" fmla="*/ 137057 w 4153232"/>
              <a:gd name="connsiteY8" fmla="*/ 0 h 4922556"/>
            </a:gdLst>
            <a:rect l="l" t="t" r="r" b="b"/>
            <a:pathLst>
              <a:path w="4153232" h="4922556">
                <a:moveTo>
                  <a:pt x="137057" y="0"/>
                </a:moveTo>
                <a:lnTo>
                  <a:pt x="4016175" y="0"/>
                </a:lnTo>
                <a:cubicBezTo>
                  <a:pt x="4091869" y="0"/>
                  <a:pt x="4153232" y="61363"/>
                  <a:pt x="4153232" y="137057"/>
                </a:cubicBezTo>
                <a:lnTo>
                  <a:pt x="4153232" y="4785499"/>
                </a:lnTo>
                <a:cubicBezTo>
                  <a:pt x="4153232" y="4861193"/>
                  <a:pt x="4091869" y="4922556"/>
                  <a:pt x="4016175" y="4922556"/>
                </a:cubicBezTo>
                <a:lnTo>
                  <a:pt x="137057" y="4922556"/>
                </a:lnTo>
                <a:cubicBezTo>
                  <a:pt x="61363" y="4922556"/>
                  <a:pt x="0" y="4861193"/>
                  <a:pt x="0" y="4785499"/>
                </a:cubicBezTo>
                <a:lnTo>
                  <a:pt x="0" y="137057"/>
                </a:lnTo>
                <a:cubicBezTo>
                  <a:pt x="0" y="61363"/>
                  <a:pt x="61363" y="0"/>
                  <a:pt x="13705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3.xml><?xml version="1.0" encoding="utf-8"?>
<p:sldLayout xmlns:p="http://schemas.openxmlformats.org/presentationml/2006/main" userDrawn="1">
  <p:cSld name="1_Target Marke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109079D-EE4B-A859-BC75-22703C95DDE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33400" y="4061229"/>
            <a:ext cx="6128658" cy="2796771"/>
          </a:xfrm>
          <a:custGeom xmlns:a="http://schemas.openxmlformats.org/drawingml/2006/main">
            <a:gdLst>
              <a:gd name="connsiteX0" fmla="*/ 0 w 6128658"/>
              <a:gd name="connsiteY0" fmla="*/ 0 h 2796771"/>
              <a:gd name="connsiteX1" fmla="*/ 6128658 w 6128658"/>
              <a:gd name="connsiteY1" fmla="*/ 0 h 2796771"/>
              <a:gd name="connsiteX2" fmla="*/ 6128658 w 6128658"/>
              <a:gd name="connsiteY2" fmla="*/ 2796771 h 2796771"/>
              <a:gd name="connsiteX3" fmla="*/ 0 w 6128658"/>
              <a:gd name="connsiteY3" fmla="*/ 2796771 h 2796771"/>
            </a:gdLst>
            <a:rect l="l" t="t" r="r" b="b"/>
            <a:pathLst>
              <a:path w="6128658" h="2796771">
                <a:moveTo>
                  <a:pt x="0" y="0"/>
                </a:moveTo>
                <a:lnTo>
                  <a:pt x="6128658" y="0"/>
                </a:lnTo>
                <a:lnTo>
                  <a:pt x="6128658" y="2796771"/>
                </a:lnTo>
                <a:lnTo>
                  <a:pt x="0" y="279677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4.xml><?xml version="1.0" encoding="utf-8"?>
<p:sldLayout xmlns:p="http://schemas.openxmlformats.org/presentationml/2006/main" userDrawn="1">
  <p:cSld name="2_Target Marke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B56DE190-486E-AFEA-D08E-F960899C530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303616" y="1055866"/>
            <a:ext cx="5143500" cy="5143500"/>
          </a:xfrm>
          <a:custGeom xmlns:a="http://schemas.openxmlformats.org/drawingml/2006/main">
            <a:gdLst>
              <a:gd name="connsiteX0" fmla="*/ 2571750 w 5143500"/>
              <a:gd name="connsiteY0" fmla="*/ 0 h 5143500"/>
              <a:gd name="connsiteX1" fmla="*/ 5143500 w 5143500"/>
              <a:gd name="connsiteY1" fmla="*/ 2571750 h 5143500"/>
              <a:gd name="connsiteX2" fmla="*/ 2571750 w 5143500"/>
              <a:gd name="connsiteY2" fmla="*/ 5143500 h 5143500"/>
              <a:gd name="connsiteX3" fmla="*/ 0 w 5143500"/>
              <a:gd name="connsiteY3" fmla="*/ 2571750 h 5143500"/>
              <a:gd name="connsiteX4" fmla="*/ 2571750 w 5143500"/>
              <a:gd name="connsiteY4" fmla="*/ 0 h 5143500"/>
            </a:gdLst>
            <a:rect l="l" t="t" r="r" b="b"/>
            <a:pathLst>
              <a:path w="5143500" h="5143500">
                <a:moveTo>
                  <a:pt x="2571750" y="0"/>
                </a:moveTo>
                <a:cubicBezTo>
                  <a:pt x="3992088" y="0"/>
                  <a:pt x="5143500" y="1151412"/>
                  <a:pt x="5143500" y="2571750"/>
                </a:cubicBezTo>
                <a:cubicBezTo>
                  <a:pt x="5143500" y="3992088"/>
                  <a:pt x="3992088" y="5143500"/>
                  <a:pt x="2571750" y="5143500"/>
                </a:cubicBezTo>
                <a:cubicBezTo>
                  <a:pt x="1151412" y="5143500"/>
                  <a:pt x="0" y="3992088"/>
                  <a:pt x="0" y="2571750"/>
                </a:cubicBezTo>
                <a:cubicBezTo>
                  <a:pt x="0" y="1151412"/>
                  <a:pt x="1151412" y="0"/>
                  <a:pt x="257175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5.xml><?xml version="1.0" encoding="utf-8"?>
<p:sldLayout xmlns:p="http://schemas.openxmlformats.org/presentationml/2006/main" userDrawn="1">
  <p:cSld name="1_Marke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871FAC9-C613-85D9-0C5E-DB624E7BADB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524250" y="0"/>
            <a:ext cx="8667750" cy="4419600"/>
          </a:xfrm>
          <a:custGeom xmlns:a="http://schemas.openxmlformats.org/drawingml/2006/main">
            <a:gdLst>
              <a:gd name="connsiteX0" fmla="*/ 0 w 8667750"/>
              <a:gd name="connsiteY0" fmla="*/ 0 h 4419600"/>
              <a:gd name="connsiteX1" fmla="*/ 8667750 w 8667750"/>
              <a:gd name="connsiteY1" fmla="*/ 0 h 4419600"/>
              <a:gd name="connsiteX2" fmla="*/ 8667750 w 8667750"/>
              <a:gd name="connsiteY2" fmla="*/ 4419600 h 4419600"/>
              <a:gd name="connsiteX3" fmla="*/ 0 w 8667750"/>
              <a:gd name="connsiteY3" fmla="*/ 4419600 h 4419600"/>
            </a:gdLst>
            <a:rect l="l" t="t" r="r" b="b"/>
            <a:pathLst>
              <a:path w="8667750" h="4419600">
                <a:moveTo>
                  <a:pt x="0" y="0"/>
                </a:moveTo>
                <a:lnTo>
                  <a:pt x="8667750" y="0"/>
                </a:lnTo>
                <a:lnTo>
                  <a:pt x="8667750" y="4419600"/>
                </a:lnTo>
                <a:lnTo>
                  <a:pt x="0" y="4419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6.xml><?xml version="1.0" encoding="utf-8"?>
<p:sldLayout xmlns:p="http://schemas.openxmlformats.org/presentationml/2006/main" userDrawn="1">
  <p:cSld name="2_Marke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DCBB338-DE53-E42A-8EEA-ED0021784A38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955390" y="2019031"/>
            <a:ext cx="3943920" cy="2247900"/>
          </a:xfrm>
          <a:custGeom xmlns:a="http://schemas.openxmlformats.org/drawingml/2006/main">
            <a:gdLst>
              <a:gd name="connsiteX0" fmla="*/ 0 w 3943920"/>
              <a:gd name="connsiteY0" fmla="*/ 0 h 2247900"/>
              <a:gd name="connsiteX1" fmla="*/ 3943920 w 3943920"/>
              <a:gd name="connsiteY1" fmla="*/ 0 h 2247900"/>
              <a:gd name="connsiteX2" fmla="*/ 3943920 w 3943920"/>
              <a:gd name="connsiteY2" fmla="*/ 2247900 h 2247900"/>
              <a:gd name="connsiteX3" fmla="*/ 0 w 3943920"/>
              <a:gd name="connsiteY3" fmla="*/ 2247900 h 2247900"/>
            </a:gdLst>
            <a:rect l="l" t="t" r="r" b="b"/>
            <a:pathLst>
              <a:path w="3943920" h="2247900">
                <a:moveTo>
                  <a:pt x="0" y="0"/>
                </a:moveTo>
                <a:lnTo>
                  <a:pt x="3943920" y="0"/>
                </a:lnTo>
                <a:lnTo>
                  <a:pt x="3943920" y="2247900"/>
                </a:lnTo>
                <a:lnTo>
                  <a:pt x="0" y="22479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7.xml><?xml version="1.0" encoding="utf-8"?>
<p:sldLayout xmlns:p="http://schemas.openxmlformats.org/presentationml/2006/main" userDrawn="1">
  <p:cSld name="3_Marke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2ECA8BE0-0446-1F40-66F0-1EC2A64B36B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227179" y="1143001"/>
            <a:ext cx="4964821" cy="5714998"/>
          </a:xfrm>
          <a:custGeom xmlns:a="http://schemas.openxmlformats.org/drawingml/2006/main">
            <a:gdLst>
              <a:gd name="connsiteX0" fmla="*/ 0 w 4964821"/>
              <a:gd name="connsiteY0" fmla="*/ 0 h 5714998"/>
              <a:gd name="connsiteX1" fmla="*/ 4964821 w 4964821"/>
              <a:gd name="connsiteY1" fmla="*/ 0 h 5714998"/>
              <a:gd name="connsiteX2" fmla="*/ 4964821 w 4964821"/>
              <a:gd name="connsiteY2" fmla="*/ 5714998 h 5714998"/>
              <a:gd name="connsiteX3" fmla="*/ 0 w 4964821"/>
              <a:gd name="connsiteY3" fmla="*/ 5714998 h 5714998"/>
            </a:gdLst>
            <a:rect l="l" t="t" r="r" b="b"/>
            <a:pathLst>
              <a:path w="4964821" h="5714998">
                <a:moveTo>
                  <a:pt x="0" y="0"/>
                </a:moveTo>
                <a:lnTo>
                  <a:pt x="4964821" y="0"/>
                </a:lnTo>
                <a:lnTo>
                  <a:pt x="4964821" y="5714998"/>
                </a:lnTo>
                <a:lnTo>
                  <a:pt x="0" y="571499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8.xml><?xml version="1.0" encoding="utf-8"?>
<p:sldLayout xmlns:p="http://schemas.openxmlformats.org/presentationml/2006/main" userDrawn="1">
  <p:cSld name="1_Market Valid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4F78D47-35C2-B5D3-325C-226E1A2E4C3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039430" y="2002971"/>
            <a:ext cx="4085771" cy="4855029"/>
          </a:xfrm>
          <a:custGeom xmlns:a="http://schemas.openxmlformats.org/drawingml/2006/main">
            <a:gdLst>
              <a:gd name="connsiteX0" fmla="*/ 0 w 4085771"/>
              <a:gd name="connsiteY0" fmla="*/ 0 h 4855029"/>
              <a:gd name="connsiteX1" fmla="*/ 4085771 w 4085771"/>
              <a:gd name="connsiteY1" fmla="*/ 0 h 4855029"/>
              <a:gd name="connsiteX2" fmla="*/ 4085771 w 4085771"/>
              <a:gd name="connsiteY2" fmla="*/ 4855029 h 4855029"/>
              <a:gd name="connsiteX3" fmla="*/ 0 w 4085771"/>
              <a:gd name="connsiteY3" fmla="*/ 4855029 h 4855029"/>
            </a:gdLst>
            <a:rect l="l" t="t" r="r" b="b"/>
            <a:pathLst>
              <a:path w="4085771" h="4855029">
                <a:moveTo>
                  <a:pt x="0" y="0"/>
                </a:moveTo>
                <a:lnTo>
                  <a:pt x="4085771" y="0"/>
                </a:lnTo>
                <a:lnTo>
                  <a:pt x="4085771" y="4855029"/>
                </a:lnTo>
                <a:lnTo>
                  <a:pt x="0" y="485502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9.xml><?xml version="1.0" encoding="utf-8"?>
<p:sldLayout xmlns:p="http://schemas.openxmlformats.org/presentationml/2006/main" userDrawn="1">
  <p:cSld name="2_Market Validation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B313251-DB3A-94C6-DC89-C07FC47A323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096000" y="1143000"/>
            <a:ext cx="5524500" cy="3050628"/>
          </a:xfrm>
          <a:custGeom xmlns:a="http://schemas.openxmlformats.org/drawingml/2006/main">
            <a:gdLst>
              <a:gd name="connsiteX0" fmla="*/ 0 w 5524500"/>
              <a:gd name="connsiteY0" fmla="*/ 0 h 3050628"/>
              <a:gd name="connsiteX1" fmla="*/ 5524500 w 5524500"/>
              <a:gd name="connsiteY1" fmla="*/ 0 h 3050628"/>
              <a:gd name="connsiteX2" fmla="*/ 5524500 w 5524500"/>
              <a:gd name="connsiteY2" fmla="*/ 3050628 h 3050628"/>
              <a:gd name="connsiteX3" fmla="*/ 0 w 5524500"/>
              <a:gd name="connsiteY3" fmla="*/ 3050628 h 3050628"/>
            </a:gdLst>
            <a:rect l="l" t="t" r="r" b="b"/>
            <a:pathLst>
              <a:path w="5524500" h="3050628">
                <a:moveTo>
                  <a:pt x="0" y="0"/>
                </a:moveTo>
                <a:lnTo>
                  <a:pt x="5524500" y="0"/>
                </a:lnTo>
                <a:lnTo>
                  <a:pt x="5524500" y="3050628"/>
                </a:lnTo>
                <a:lnTo>
                  <a:pt x="0" y="305062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0.xml><?xml version="1.0" encoding="utf-8"?>
<p:sldLayout xmlns:p="http://schemas.openxmlformats.org/presentationml/2006/main" userDrawn="1">
  <p:cSld name="1_Marketing Pla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5F53AD2-2CE8-98CA-4D1A-B6ACE0414F0E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-1" y="2049518"/>
            <a:ext cx="4209393" cy="4808483"/>
          </a:xfrm>
          <a:custGeom xmlns:a="http://schemas.openxmlformats.org/drawingml/2006/main">
            <a:gdLst>
              <a:gd name="connsiteX0" fmla="*/ 0 w 3673366"/>
              <a:gd name="connsiteY0" fmla="*/ 0 h 4808483"/>
              <a:gd name="connsiteX1" fmla="*/ 3673366 w 3673366"/>
              <a:gd name="connsiteY1" fmla="*/ 0 h 4808483"/>
              <a:gd name="connsiteX2" fmla="*/ 3673366 w 3673366"/>
              <a:gd name="connsiteY2" fmla="*/ 4808483 h 4808483"/>
              <a:gd name="connsiteX3" fmla="*/ 0 w 3673366"/>
              <a:gd name="connsiteY3" fmla="*/ 4808483 h 4808483"/>
            </a:gdLst>
            <a:rect l="l" t="t" r="r" b="b"/>
            <a:pathLst>
              <a:path w="3673366" h="4808483">
                <a:moveTo>
                  <a:pt x="0" y="0"/>
                </a:moveTo>
                <a:lnTo>
                  <a:pt x="3673366" y="0"/>
                </a:lnTo>
                <a:lnTo>
                  <a:pt x="3673366" y="4808483"/>
                </a:lnTo>
                <a:lnTo>
                  <a:pt x="0" y="480848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1.xml><?xml version="1.0" encoding="utf-8"?>
<p:sldLayout xmlns:p="http://schemas.openxmlformats.org/presentationml/2006/main" userDrawn="1">
  <p:cSld name="2_Marketing Pla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760E6E6-2696-9A13-624E-0F3FB4F0D5A5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096000" y="2364828"/>
            <a:ext cx="6096000" cy="4493172"/>
          </a:xfrm>
          <a:custGeom xmlns:a="http://schemas.openxmlformats.org/drawingml/2006/main">
            <a:gdLst>
              <a:gd name="connsiteX0" fmla="*/ 0 w 6096000"/>
              <a:gd name="connsiteY0" fmla="*/ 0 h 4493172"/>
              <a:gd name="connsiteX1" fmla="*/ 6096000 w 6096000"/>
              <a:gd name="connsiteY1" fmla="*/ 0 h 4493172"/>
              <a:gd name="connsiteX2" fmla="*/ 6096000 w 6096000"/>
              <a:gd name="connsiteY2" fmla="*/ 4493172 h 4493172"/>
              <a:gd name="connsiteX3" fmla="*/ 0 w 6096000"/>
              <a:gd name="connsiteY3" fmla="*/ 4493172 h 4493172"/>
            </a:gdLst>
            <a:rect l="l" t="t" r="r" b="b"/>
            <a:pathLst>
              <a:path w="6096000" h="4493172">
                <a:moveTo>
                  <a:pt x="0" y="0"/>
                </a:moveTo>
                <a:lnTo>
                  <a:pt x="6096000" y="0"/>
                </a:lnTo>
                <a:lnTo>
                  <a:pt x="6096000" y="4493172"/>
                </a:lnTo>
                <a:lnTo>
                  <a:pt x="0" y="449317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2.xml><?xml version="1.0" encoding="utf-8"?>
<p:sldLayout xmlns:p="http://schemas.openxmlformats.org/presentationml/2006/main" userDrawn="1">
  <p:cSld name="3_Marketing Pla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0963CAA-B89F-47FE-009E-4FF443945C0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3829136"/>
            <a:ext cx="5524772" cy="3028864"/>
          </a:xfrm>
          <a:custGeom xmlns:a="http://schemas.openxmlformats.org/drawingml/2006/main">
            <a:gdLst>
              <a:gd name="connsiteX0" fmla="*/ 0 w 5524772"/>
              <a:gd name="connsiteY0" fmla="*/ 0 h 3028864"/>
              <a:gd name="connsiteX1" fmla="*/ 5524772 w 5524772"/>
              <a:gd name="connsiteY1" fmla="*/ 0 h 3028864"/>
              <a:gd name="connsiteX2" fmla="*/ 5524772 w 5524772"/>
              <a:gd name="connsiteY2" fmla="*/ 3028864 h 3028864"/>
              <a:gd name="connsiteX3" fmla="*/ 0 w 5524772"/>
              <a:gd name="connsiteY3" fmla="*/ 3028864 h 3028864"/>
            </a:gdLst>
            <a:rect l="l" t="t" r="r" b="b"/>
            <a:pathLst>
              <a:path w="5524772" h="3028864">
                <a:moveTo>
                  <a:pt x="0" y="0"/>
                </a:moveTo>
                <a:lnTo>
                  <a:pt x="5524772" y="0"/>
                </a:lnTo>
                <a:lnTo>
                  <a:pt x="5524772" y="3028864"/>
                </a:lnTo>
                <a:lnTo>
                  <a:pt x="0" y="302886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3.xml><?xml version="1.0" encoding="utf-8"?>
<p:sldLayout xmlns:p="http://schemas.openxmlformats.org/presentationml/2006/main" userDrawn="1">
  <p:cSld name="Marketing Strategy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49FFE9C3-315C-9656-958C-58BCA6A52A4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618565"/>
            <a:ext cx="7580792" cy="6239435"/>
          </a:xfrm>
          <a:custGeom xmlns:a="http://schemas.openxmlformats.org/drawingml/2006/main">
            <a:gdLst>
              <a:gd name="connsiteX0" fmla="*/ 0 w 2142160"/>
              <a:gd name="connsiteY0" fmla="*/ 0 h 2730500"/>
              <a:gd name="connsiteX1" fmla="*/ 2142160 w 2142160"/>
              <a:gd name="connsiteY1" fmla="*/ 0 h 2730500"/>
              <a:gd name="connsiteX2" fmla="*/ 2142160 w 2142160"/>
              <a:gd name="connsiteY2" fmla="*/ 2730500 h 2730500"/>
              <a:gd name="connsiteX3" fmla="*/ 0 w 2142160"/>
              <a:gd name="connsiteY3" fmla="*/ 2730500 h 2730500"/>
            </a:gdLst>
            <a:rect l="l" t="t" r="r" b="b"/>
            <a:pathLst>
              <a:path w="2142160" h="2730500">
                <a:moveTo>
                  <a:pt x="0" y="0"/>
                </a:moveTo>
                <a:lnTo>
                  <a:pt x="2142160" y="0"/>
                </a:lnTo>
                <a:lnTo>
                  <a:pt x="2142160" y="2730500"/>
                </a:lnTo>
                <a:lnTo>
                  <a:pt x="0" y="27305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4.xml><?xml version="1.0" encoding="utf-8"?>
<p:sldLayout xmlns:p="http://schemas.openxmlformats.org/presentationml/2006/main" userDrawn="1">
  <p:cSld name="Marketing Strategy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5EE98CC-1724-0D86-E4A7-3CDFB5B9377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803182" y="2907788"/>
            <a:ext cx="2592604" cy="2594348"/>
          </a:xfrm>
          <a:custGeom xmlns:a="http://schemas.openxmlformats.org/drawingml/2006/main">
            <a:gdLst>
              <a:gd name="connsiteX0" fmla="*/ 1296302 w 2592604"/>
              <a:gd name="connsiteY0" fmla="*/ 0 h 2594348"/>
              <a:gd name="connsiteX1" fmla="*/ 2592604 w 2592604"/>
              <a:gd name="connsiteY1" fmla="*/ 1297174 h 2594348"/>
              <a:gd name="connsiteX2" fmla="*/ 1296302 w 2592604"/>
              <a:gd name="connsiteY2" fmla="*/ 2594348 h 2594348"/>
              <a:gd name="connsiteX3" fmla="*/ 0 w 2592604"/>
              <a:gd name="connsiteY3" fmla="*/ 1297174 h 2594348"/>
              <a:gd name="connsiteX4" fmla="*/ 1296302 w 2592604"/>
              <a:gd name="connsiteY4" fmla="*/ 0 h 2594348"/>
            </a:gdLst>
            <a:rect l="l" t="t" r="r" b="b"/>
            <a:pathLst>
              <a:path w="2592604" h="2594348">
                <a:moveTo>
                  <a:pt x="1296302" y="0"/>
                </a:moveTo>
                <a:cubicBezTo>
                  <a:pt x="2012230" y="0"/>
                  <a:pt x="2592604" y="580765"/>
                  <a:pt x="2592604" y="1297174"/>
                </a:cubicBezTo>
                <a:cubicBezTo>
                  <a:pt x="2592604" y="2013583"/>
                  <a:pt x="2012230" y="2594348"/>
                  <a:pt x="1296302" y="2594348"/>
                </a:cubicBezTo>
                <a:cubicBezTo>
                  <a:pt x="580374" y="2594348"/>
                  <a:pt x="0" y="2013583"/>
                  <a:pt x="0" y="1297174"/>
                </a:cubicBezTo>
                <a:cubicBezTo>
                  <a:pt x="0" y="580765"/>
                  <a:pt x="580374" y="0"/>
                  <a:pt x="129630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5.xml><?xml version="1.0" encoding="utf-8"?>
<p:sldLayout xmlns:p="http://schemas.openxmlformats.org/presentationml/2006/main" userDrawn="1">
  <p:cSld name="Marketing Strategy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F71DD6B-3705-605D-1CB5-B1048886F8D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1" y="4107549"/>
            <a:ext cx="4505636" cy="2198437"/>
          </a:xfrm>
          <a:custGeom xmlns:a="http://schemas.openxmlformats.org/drawingml/2006/main">
            <a:gdLst>
              <a:gd name="connsiteX0" fmla="*/ 0 w 4505636"/>
              <a:gd name="connsiteY0" fmla="*/ 0 h 1935713"/>
              <a:gd name="connsiteX1" fmla="*/ 4505636 w 4505636"/>
              <a:gd name="connsiteY1" fmla="*/ 0 h 1935713"/>
              <a:gd name="connsiteX2" fmla="*/ 4505636 w 4505636"/>
              <a:gd name="connsiteY2" fmla="*/ 1935713 h 1935713"/>
              <a:gd name="connsiteX3" fmla="*/ 0 w 4505636"/>
              <a:gd name="connsiteY3" fmla="*/ 1935713 h 1935713"/>
            </a:gdLst>
            <a:rect l="l" t="t" r="r" b="b"/>
            <a:pathLst>
              <a:path w="4505636" h="1935713">
                <a:moveTo>
                  <a:pt x="0" y="0"/>
                </a:moveTo>
                <a:lnTo>
                  <a:pt x="4505636" y="0"/>
                </a:lnTo>
                <a:lnTo>
                  <a:pt x="4505636" y="1935713"/>
                </a:lnTo>
                <a:lnTo>
                  <a:pt x="0" y="193571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6.xml><?xml version="1.0" encoding="utf-8"?>
<p:sldLayout xmlns:p="http://schemas.openxmlformats.org/presentationml/2006/main" userDrawn="1">
  <p:cSld name="- Marketing Strategy 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398DA6A4-7F05-5161-5197-AB0863EA521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45266" y="1147901"/>
            <a:ext cx="5446734" cy="3868659"/>
          </a:xfrm>
          <a:custGeom xmlns:a="http://schemas.openxmlformats.org/drawingml/2006/main">
            <a:gdLst>
              <a:gd name="connsiteX0" fmla="*/ 0 w 5446734"/>
              <a:gd name="connsiteY0" fmla="*/ 0 h 3868659"/>
              <a:gd name="connsiteX1" fmla="*/ 5446734 w 5446734"/>
              <a:gd name="connsiteY1" fmla="*/ 0 h 3868659"/>
              <a:gd name="connsiteX2" fmla="*/ 5446734 w 5446734"/>
              <a:gd name="connsiteY2" fmla="*/ 3868659 h 3868659"/>
              <a:gd name="connsiteX3" fmla="*/ 0 w 5446734"/>
              <a:gd name="connsiteY3" fmla="*/ 3868659 h 3868659"/>
            </a:gdLst>
            <a:rect l="l" t="t" r="r" b="b"/>
            <a:pathLst>
              <a:path w="5446734" h="3868659">
                <a:moveTo>
                  <a:pt x="0" y="0"/>
                </a:moveTo>
                <a:lnTo>
                  <a:pt x="5446734" y="0"/>
                </a:lnTo>
                <a:lnTo>
                  <a:pt x="5446734" y="3868659"/>
                </a:lnTo>
                <a:lnTo>
                  <a:pt x="0" y="386865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7.xml><?xml version="1.0" encoding="utf-8"?>
<p:sldLayout xmlns:p="http://schemas.openxmlformats.org/presentationml/2006/main" userDrawn="1">
  <p:cSld name="Market Strategy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2F40F95-68DB-BB52-B1B9-5A54D273E98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8.xml><?xml version="1.0" encoding="utf-8"?>
<p:sldLayout xmlns:p="http://schemas.openxmlformats.org/presentationml/2006/main" userDrawn="1">
  <p:cSld name="Market Strategy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394F89C-D9CD-CA90-9218-12ADDE66536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568825" y="5432426"/>
            <a:ext cx="3054350" cy="1425575"/>
          </a:xfrm>
          <a:custGeom xmlns:a="http://schemas.openxmlformats.org/drawingml/2006/main">
            <a:gdLst>
              <a:gd name="connsiteX0" fmla="*/ 1525682 w 3054350"/>
              <a:gd name="connsiteY0" fmla="*/ 0 h 1425575"/>
              <a:gd name="connsiteX1" fmla="*/ 3054350 w 3054350"/>
              <a:gd name="connsiteY1" fmla="*/ 1425575 h 1425575"/>
              <a:gd name="connsiteX2" fmla="*/ 0 w 3054350"/>
              <a:gd name="connsiteY2" fmla="*/ 1425575 h 1425575"/>
              <a:gd name="connsiteX3" fmla="*/ 1525682 w 3054350"/>
              <a:gd name="connsiteY3" fmla="*/ 0 h 1425575"/>
            </a:gdLst>
            <a:rect l="l" t="t" r="r" b="b"/>
            <a:pathLst>
              <a:path w="3054350" h="1425575">
                <a:moveTo>
                  <a:pt x="1525682" y="0"/>
                </a:moveTo>
                <a:cubicBezTo>
                  <a:pt x="2337787" y="0"/>
                  <a:pt x="3000608" y="630600"/>
                  <a:pt x="3054350" y="1425575"/>
                </a:cubicBezTo>
                <a:cubicBezTo>
                  <a:pt x="3054350" y="1425575"/>
                  <a:pt x="3054350" y="1425575"/>
                  <a:pt x="0" y="1425575"/>
                </a:cubicBezTo>
                <a:cubicBezTo>
                  <a:pt x="53742" y="630600"/>
                  <a:pt x="716563" y="0"/>
                  <a:pt x="152568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9.xml><?xml version="1.0" encoding="utf-8"?>
<p:sldLayout xmlns:p="http://schemas.openxmlformats.org/presentationml/2006/main" userDrawn="1">
  <p:cSld name="Market Strategy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664347A-D9B4-EEB6-4EDF-9242C1B520D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515714" y="1104900"/>
            <a:ext cx="3676286" cy="5753101"/>
          </a:xfrm>
          <a:custGeom xmlns:a="http://schemas.openxmlformats.org/drawingml/2006/main">
            <a:gdLst>
              <a:gd name="connsiteX0" fmla="*/ 0 w 3676286"/>
              <a:gd name="connsiteY0" fmla="*/ 0 h 4293299"/>
              <a:gd name="connsiteX1" fmla="*/ 3676286 w 3676286"/>
              <a:gd name="connsiteY1" fmla="*/ 0 h 4293299"/>
              <a:gd name="connsiteX2" fmla="*/ 3676286 w 3676286"/>
              <a:gd name="connsiteY2" fmla="*/ 4293299 h 4293299"/>
              <a:gd name="connsiteX3" fmla="*/ 0 w 3676286"/>
              <a:gd name="connsiteY3" fmla="*/ 4293299 h 4293299"/>
            </a:gdLst>
            <a:rect l="l" t="t" r="r" b="b"/>
            <a:pathLst>
              <a:path w="3676286" h="4293299">
                <a:moveTo>
                  <a:pt x="0" y="0"/>
                </a:moveTo>
                <a:lnTo>
                  <a:pt x="3676286" y="0"/>
                </a:lnTo>
                <a:lnTo>
                  <a:pt x="3676286" y="4293299"/>
                </a:lnTo>
                <a:lnTo>
                  <a:pt x="0" y="42932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0.xml><?xml version="1.0" encoding="utf-8"?>
<p:sldLayout xmlns:p="http://schemas.openxmlformats.org/presentationml/2006/main" userDrawn="1">
  <p:cSld name="Market Strategy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D6ED50F-E9F1-02A3-A0D1-F93ACCB75F9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75686" y="1104901"/>
            <a:ext cx="4782915" cy="2757470"/>
          </a:xfrm>
          <a:custGeom xmlns:a="http://schemas.openxmlformats.org/drawingml/2006/main">
            <a:gdLst>
              <a:gd name="connsiteX0" fmla="*/ 0 w 4782915"/>
              <a:gd name="connsiteY0" fmla="*/ 0 h 2757470"/>
              <a:gd name="connsiteX1" fmla="*/ 4782915 w 4782915"/>
              <a:gd name="connsiteY1" fmla="*/ 0 h 2757470"/>
              <a:gd name="connsiteX2" fmla="*/ 4782915 w 4782915"/>
              <a:gd name="connsiteY2" fmla="*/ 2757470 h 2757470"/>
              <a:gd name="connsiteX3" fmla="*/ 0 w 4782915"/>
              <a:gd name="connsiteY3" fmla="*/ 2757470 h 2757470"/>
            </a:gdLst>
            <a:rect l="l" t="t" r="r" b="b"/>
            <a:pathLst>
              <a:path w="4782915" h="2757470">
                <a:moveTo>
                  <a:pt x="0" y="0"/>
                </a:moveTo>
                <a:lnTo>
                  <a:pt x="4782915" y="0"/>
                </a:lnTo>
                <a:lnTo>
                  <a:pt x="4782915" y="2757470"/>
                </a:lnTo>
                <a:lnTo>
                  <a:pt x="0" y="275747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1.xml><?xml version="1.0" encoding="utf-8"?>
<p:sldLayout xmlns:p="http://schemas.openxmlformats.org/presentationml/2006/main" userDrawn="1">
  <p:cSld name="- Market Strategy 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64F31B5B-B2DA-15B5-A07F-F519666ACE2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645695" y="2708469"/>
            <a:ext cx="2075295" cy="2075297"/>
          </a:xfrm>
          <a:custGeom xmlns:a="http://schemas.openxmlformats.org/drawingml/2006/main">
            <a:gdLst>
              <a:gd name="connsiteX0" fmla="*/ 1037648 w 2075295"/>
              <a:gd name="connsiteY0" fmla="*/ 0 h 2075297"/>
              <a:gd name="connsiteX1" fmla="*/ 2075295 w 2075295"/>
              <a:gd name="connsiteY1" fmla="*/ 1037649 h 2075297"/>
              <a:gd name="connsiteX2" fmla="*/ 1037648 w 2075295"/>
              <a:gd name="connsiteY2" fmla="*/ 2075297 h 2075297"/>
              <a:gd name="connsiteX3" fmla="*/ 0 w 2075295"/>
              <a:gd name="connsiteY3" fmla="*/ 1037649 h 2075297"/>
              <a:gd name="connsiteX4" fmla="*/ 1037648 w 2075295"/>
              <a:gd name="connsiteY4" fmla="*/ 0 h 2075297"/>
            </a:gdLst>
            <a:rect l="l" t="t" r="r" b="b"/>
            <a:pathLst>
              <a:path w="2075295" h="2075297">
                <a:moveTo>
                  <a:pt x="1037648" y="0"/>
                </a:moveTo>
                <a:cubicBezTo>
                  <a:pt x="1610725" y="0"/>
                  <a:pt x="2075295" y="464571"/>
                  <a:pt x="2075295" y="1037649"/>
                </a:cubicBezTo>
                <a:cubicBezTo>
                  <a:pt x="2075295" y="1610727"/>
                  <a:pt x="1610725" y="2075297"/>
                  <a:pt x="1037648" y="2075297"/>
                </a:cubicBezTo>
                <a:cubicBezTo>
                  <a:pt x="464571" y="2075297"/>
                  <a:pt x="0" y="1610727"/>
                  <a:pt x="0" y="1037649"/>
                </a:cubicBezTo>
                <a:cubicBezTo>
                  <a:pt x="0" y="464571"/>
                  <a:pt x="464571" y="0"/>
                  <a:pt x="10376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DB61E81D-4FA5-6FC2-D3A8-DC1C1AF81259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5063003" y="2708469"/>
            <a:ext cx="2075295" cy="2075297"/>
          </a:xfrm>
          <a:custGeom xmlns:a="http://schemas.openxmlformats.org/drawingml/2006/main">
            <a:gdLst>
              <a:gd name="connsiteX0" fmla="*/ 1037648 w 2075295"/>
              <a:gd name="connsiteY0" fmla="*/ 0 h 2075297"/>
              <a:gd name="connsiteX1" fmla="*/ 2075295 w 2075295"/>
              <a:gd name="connsiteY1" fmla="*/ 1037649 h 2075297"/>
              <a:gd name="connsiteX2" fmla="*/ 1037648 w 2075295"/>
              <a:gd name="connsiteY2" fmla="*/ 2075297 h 2075297"/>
              <a:gd name="connsiteX3" fmla="*/ 0 w 2075295"/>
              <a:gd name="connsiteY3" fmla="*/ 1037649 h 2075297"/>
              <a:gd name="connsiteX4" fmla="*/ 1037648 w 2075295"/>
              <a:gd name="connsiteY4" fmla="*/ 0 h 2075297"/>
            </a:gdLst>
            <a:rect l="l" t="t" r="r" b="b"/>
            <a:pathLst>
              <a:path w="2075295" h="2075297">
                <a:moveTo>
                  <a:pt x="1037648" y="0"/>
                </a:moveTo>
                <a:cubicBezTo>
                  <a:pt x="1610725" y="0"/>
                  <a:pt x="2075295" y="464571"/>
                  <a:pt x="2075295" y="1037649"/>
                </a:cubicBezTo>
                <a:cubicBezTo>
                  <a:pt x="2075295" y="1610727"/>
                  <a:pt x="1610725" y="2075297"/>
                  <a:pt x="1037648" y="2075297"/>
                </a:cubicBezTo>
                <a:cubicBezTo>
                  <a:pt x="464571" y="2075297"/>
                  <a:pt x="0" y="1610727"/>
                  <a:pt x="0" y="1037649"/>
                </a:cubicBezTo>
                <a:cubicBezTo>
                  <a:pt x="0" y="464571"/>
                  <a:pt x="464571" y="0"/>
                  <a:pt x="10376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5DC8E3CD-B384-7537-77C3-B9A55864CADC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474832" y="2708469"/>
            <a:ext cx="2075295" cy="2075297"/>
          </a:xfrm>
          <a:custGeom xmlns:a="http://schemas.openxmlformats.org/drawingml/2006/main">
            <a:gdLst>
              <a:gd name="connsiteX0" fmla="*/ 1037648 w 2075295"/>
              <a:gd name="connsiteY0" fmla="*/ 0 h 2075297"/>
              <a:gd name="connsiteX1" fmla="*/ 2075295 w 2075295"/>
              <a:gd name="connsiteY1" fmla="*/ 1037649 h 2075297"/>
              <a:gd name="connsiteX2" fmla="*/ 1037648 w 2075295"/>
              <a:gd name="connsiteY2" fmla="*/ 2075297 h 2075297"/>
              <a:gd name="connsiteX3" fmla="*/ 0 w 2075295"/>
              <a:gd name="connsiteY3" fmla="*/ 1037649 h 2075297"/>
              <a:gd name="connsiteX4" fmla="*/ 1037648 w 2075295"/>
              <a:gd name="connsiteY4" fmla="*/ 0 h 2075297"/>
            </a:gdLst>
            <a:rect l="l" t="t" r="r" b="b"/>
            <a:pathLst>
              <a:path w="2075295" h="2075297">
                <a:moveTo>
                  <a:pt x="1037648" y="0"/>
                </a:moveTo>
                <a:cubicBezTo>
                  <a:pt x="1610725" y="0"/>
                  <a:pt x="2075295" y="464571"/>
                  <a:pt x="2075295" y="1037649"/>
                </a:cubicBezTo>
                <a:cubicBezTo>
                  <a:pt x="2075295" y="1610727"/>
                  <a:pt x="1610725" y="2075297"/>
                  <a:pt x="1037648" y="2075297"/>
                </a:cubicBezTo>
                <a:cubicBezTo>
                  <a:pt x="464571" y="2075297"/>
                  <a:pt x="0" y="1610727"/>
                  <a:pt x="0" y="1037649"/>
                </a:cubicBezTo>
                <a:cubicBezTo>
                  <a:pt x="0" y="464571"/>
                  <a:pt x="464571" y="0"/>
                  <a:pt x="10376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2.xml><?xml version="1.0" encoding="utf-8"?>
<p:sldLayout xmlns:p="http://schemas.openxmlformats.org/presentationml/2006/main" userDrawn="1">
  <p:cSld name="- Market Strategy 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9B2EF78-BD81-3816-BE8A-EA53213EA76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367108"/>
            <a:ext cx="2625213" cy="4490893"/>
          </a:xfrm>
          <a:custGeom xmlns:a="http://schemas.openxmlformats.org/drawingml/2006/main">
            <a:gdLst>
              <a:gd name="connsiteX0" fmla="*/ 0 w 2625213"/>
              <a:gd name="connsiteY0" fmla="*/ 0 h 4490893"/>
              <a:gd name="connsiteX1" fmla="*/ 2625213 w 2625213"/>
              <a:gd name="connsiteY1" fmla="*/ 0 h 4490893"/>
              <a:gd name="connsiteX2" fmla="*/ 2625213 w 2625213"/>
              <a:gd name="connsiteY2" fmla="*/ 4490893 h 4490893"/>
              <a:gd name="connsiteX3" fmla="*/ 0 w 2625213"/>
              <a:gd name="connsiteY3" fmla="*/ 4490893 h 4490893"/>
            </a:gdLst>
            <a:rect l="l" t="t" r="r" b="b"/>
            <a:pathLst>
              <a:path w="2625213" h="4490893">
                <a:moveTo>
                  <a:pt x="0" y="0"/>
                </a:moveTo>
                <a:lnTo>
                  <a:pt x="2625213" y="0"/>
                </a:lnTo>
                <a:lnTo>
                  <a:pt x="2625213" y="4490893"/>
                </a:lnTo>
                <a:lnTo>
                  <a:pt x="0" y="449089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3.xml><?xml version="1.0" encoding="utf-8"?>
<p:sldLayout xmlns:p="http://schemas.openxmlformats.org/presentationml/2006/main" userDrawn="1">
  <p:cSld name="- Market Strategy 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3B83BD8-2971-3206-B470-8EF1C123C40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9295628" y="0"/>
            <a:ext cx="2896372" cy="6858000"/>
          </a:xfrm>
          <a:custGeom xmlns:a="http://schemas.openxmlformats.org/drawingml/2006/main">
            <a:gdLst>
              <a:gd name="connsiteX0" fmla="*/ 0 w 2896372"/>
              <a:gd name="connsiteY0" fmla="*/ 0 h 6858000"/>
              <a:gd name="connsiteX1" fmla="*/ 2896372 w 2896372"/>
              <a:gd name="connsiteY1" fmla="*/ 0 h 6858000"/>
              <a:gd name="connsiteX2" fmla="*/ 2896372 w 2896372"/>
              <a:gd name="connsiteY2" fmla="*/ 6858000 h 6858000"/>
              <a:gd name="connsiteX3" fmla="*/ 0 w 2896372"/>
              <a:gd name="connsiteY3" fmla="*/ 6858000 h 6858000"/>
            </a:gdLst>
            <a:rect l="l" t="t" r="r" b="b"/>
            <a:pathLst>
              <a:path w="2896372" h="6858000">
                <a:moveTo>
                  <a:pt x="0" y="0"/>
                </a:moveTo>
                <a:lnTo>
                  <a:pt x="2896372" y="0"/>
                </a:lnTo>
                <a:lnTo>
                  <a:pt x="2896372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4.xml><?xml version="1.0" encoding="utf-8"?>
<p:sldLayout xmlns:p="http://schemas.openxmlformats.org/presentationml/2006/main" userDrawn="1">
  <p:cSld name="Sales Strategy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6C70332-9164-4CA2-162A-9AE9A792ED8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0"/>
            <a:ext cx="5189155" cy="4645084"/>
          </a:xfrm>
          <a:custGeom xmlns:a="http://schemas.openxmlformats.org/drawingml/2006/main">
            <a:gdLst>
              <a:gd name="connsiteX0" fmla="*/ 0 w 5189155"/>
              <a:gd name="connsiteY0" fmla="*/ 0 h 4645084"/>
              <a:gd name="connsiteX1" fmla="*/ 5189155 w 5189155"/>
              <a:gd name="connsiteY1" fmla="*/ 0 h 4645084"/>
              <a:gd name="connsiteX2" fmla="*/ 5189155 w 5189155"/>
              <a:gd name="connsiteY2" fmla="*/ 4645084 h 4645084"/>
              <a:gd name="connsiteX3" fmla="*/ 0 w 5189155"/>
              <a:gd name="connsiteY3" fmla="*/ 4645084 h 4645084"/>
            </a:gdLst>
            <a:rect l="l" t="t" r="r" b="b"/>
            <a:pathLst>
              <a:path w="5189155" h="4645084">
                <a:moveTo>
                  <a:pt x="0" y="0"/>
                </a:moveTo>
                <a:lnTo>
                  <a:pt x="5189155" y="0"/>
                </a:lnTo>
                <a:lnTo>
                  <a:pt x="5189155" y="4645084"/>
                </a:lnTo>
                <a:lnTo>
                  <a:pt x="0" y="464508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5.xml><?xml version="1.0" encoding="utf-8"?>
<p:sldLayout xmlns:p="http://schemas.openxmlformats.org/presentationml/2006/main" userDrawn="1">
  <p:cSld name="Sales Strategy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DF22599-FBE3-976C-1326-7A41FE96239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919663" y="1943328"/>
            <a:ext cx="2343150" cy="2346326"/>
          </a:xfrm>
          <a:custGeom xmlns:a="http://schemas.openxmlformats.org/drawingml/2006/main">
            <a:gdLst>
              <a:gd name="connsiteX0" fmla="*/ 1171575 w 2343150"/>
              <a:gd name="connsiteY0" fmla="*/ 0 h 2346326"/>
              <a:gd name="connsiteX1" fmla="*/ 2343150 w 2343150"/>
              <a:gd name="connsiteY1" fmla="*/ 1173163 h 2346326"/>
              <a:gd name="connsiteX2" fmla="*/ 1171575 w 2343150"/>
              <a:gd name="connsiteY2" fmla="*/ 2346326 h 2346326"/>
              <a:gd name="connsiteX3" fmla="*/ 0 w 2343150"/>
              <a:gd name="connsiteY3" fmla="*/ 1173163 h 2346326"/>
              <a:gd name="connsiteX4" fmla="*/ 1171575 w 2343150"/>
              <a:gd name="connsiteY4" fmla="*/ 0 h 2346326"/>
            </a:gdLst>
            <a:rect l="l" t="t" r="r" b="b"/>
            <a:pathLst>
              <a:path w="2343150" h="2346326">
                <a:moveTo>
                  <a:pt x="1171575" y="0"/>
                </a:moveTo>
                <a:cubicBezTo>
                  <a:pt x="1818618" y="0"/>
                  <a:pt x="2343150" y="525243"/>
                  <a:pt x="2343150" y="1173163"/>
                </a:cubicBezTo>
                <a:cubicBezTo>
                  <a:pt x="2343150" y="1821083"/>
                  <a:pt x="1818618" y="2346326"/>
                  <a:pt x="1171575" y="2346326"/>
                </a:cubicBezTo>
                <a:cubicBezTo>
                  <a:pt x="524532" y="2346326"/>
                  <a:pt x="0" y="1821083"/>
                  <a:pt x="0" y="1173163"/>
                </a:cubicBezTo>
                <a:cubicBezTo>
                  <a:pt x="0" y="525243"/>
                  <a:pt x="524532" y="0"/>
                  <a:pt x="117157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6.xml><?xml version="1.0" encoding="utf-8"?>
<p:sldLayout xmlns:p="http://schemas.openxmlformats.org/presentationml/2006/main" userDrawn="1">
  <p:cSld name="Sales Strategy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3C86A6B-B945-FE8C-82CD-96F02CD6342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3429000"/>
          </a:xfrm>
          <a:custGeom xmlns:a="http://schemas.openxmlformats.org/drawingml/2006/main"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7.xml><?xml version="1.0" encoding="utf-8"?>
<p:sldLayout xmlns:p="http://schemas.openxmlformats.org/presentationml/2006/main" userDrawn="1">
  <p:cSld name="- Sales Strategy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F03F5CDA-C684-F853-2809-0EAB809EA0C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9737" y="1980426"/>
            <a:ext cx="4991099" cy="2060968"/>
          </a:xfrm>
          <a:custGeom xmlns:a="http://schemas.openxmlformats.org/drawingml/2006/main">
            <a:gdLst>
              <a:gd name="connsiteX0" fmla="*/ 0 w 4991099"/>
              <a:gd name="connsiteY0" fmla="*/ 0 h 2060968"/>
              <a:gd name="connsiteX1" fmla="*/ 4991099 w 4991099"/>
              <a:gd name="connsiteY1" fmla="*/ 0 h 2060968"/>
              <a:gd name="connsiteX2" fmla="*/ 4991099 w 4991099"/>
              <a:gd name="connsiteY2" fmla="*/ 2060968 h 2060968"/>
              <a:gd name="connsiteX3" fmla="*/ 0 w 4991099"/>
              <a:gd name="connsiteY3" fmla="*/ 2060968 h 2060968"/>
            </a:gdLst>
            <a:rect l="l" t="t" r="r" b="b"/>
            <a:pathLst>
              <a:path w="4991099" h="2060968">
                <a:moveTo>
                  <a:pt x="0" y="0"/>
                </a:moveTo>
                <a:lnTo>
                  <a:pt x="4991099" y="0"/>
                </a:lnTo>
                <a:lnTo>
                  <a:pt x="4991099" y="2060968"/>
                </a:lnTo>
                <a:lnTo>
                  <a:pt x="0" y="206096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8.xml><?xml version="1.0" encoding="utf-8"?>
<p:sldLayout xmlns:p="http://schemas.openxmlformats.org/presentationml/2006/main" userDrawn="1">
  <p:cSld name="- Sales Strategy .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43E0E593-D1F1-60EC-3696-5C63410F292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170488" y="2503487"/>
            <a:ext cx="1849438" cy="1851026"/>
          </a:xfrm>
          <a:custGeom xmlns:a="http://schemas.openxmlformats.org/drawingml/2006/main">
            <a:gdLst>
              <a:gd name="connsiteX0" fmla="*/ 924719 w 1849438"/>
              <a:gd name="connsiteY0" fmla="*/ 0 h 1851026"/>
              <a:gd name="connsiteX1" fmla="*/ 1849438 w 1849438"/>
              <a:gd name="connsiteY1" fmla="*/ 925513 h 1851026"/>
              <a:gd name="connsiteX2" fmla="*/ 924719 w 1849438"/>
              <a:gd name="connsiteY2" fmla="*/ 1851026 h 1851026"/>
              <a:gd name="connsiteX3" fmla="*/ 0 w 1849438"/>
              <a:gd name="connsiteY3" fmla="*/ 925513 h 1851026"/>
              <a:gd name="connsiteX4" fmla="*/ 924719 w 1849438"/>
              <a:gd name="connsiteY4" fmla="*/ 0 h 1851026"/>
            </a:gdLst>
            <a:rect l="l" t="t" r="r" b="b"/>
            <a:pathLst>
              <a:path w="1849438" h="1851026">
                <a:moveTo>
                  <a:pt x="924719" y="0"/>
                </a:moveTo>
                <a:cubicBezTo>
                  <a:pt x="1435427" y="0"/>
                  <a:pt x="1849438" y="414366"/>
                  <a:pt x="1849438" y="925513"/>
                </a:cubicBezTo>
                <a:cubicBezTo>
                  <a:pt x="1849438" y="1436660"/>
                  <a:pt x="1435427" y="1851026"/>
                  <a:pt x="924719" y="1851026"/>
                </a:cubicBezTo>
                <a:cubicBezTo>
                  <a:pt x="414011" y="1851026"/>
                  <a:pt x="0" y="1436660"/>
                  <a:pt x="0" y="925513"/>
                </a:cubicBezTo>
                <a:cubicBezTo>
                  <a:pt x="0" y="414366"/>
                  <a:pt x="414011" y="0"/>
                  <a:pt x="92471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9.xml><?xml version="1.0" encoding="utf-8"?>
<p:sldLayout xmlns:p="http://schemas.openxmlformats.org/presentationml/2006/main" userDrawn="1">
  <p:cSld name="Revenue Model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6B65D43-43CB-F302-805C-DA777054329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565857" y="1106664"/>
            <a:ext cx="4559343" cy="2027604"/>
          </a:xfrm>
          <a:custGeom xmlns:a="http://schemas.openxmlformats.org/drawingml/2006/main">
            <a:gdLst>
              <a:gd name="connsiteX0" fmla="*/ 0 w 4559343"/>
              <a:gd name="connsiteY0" fmla="*/ 0 h 2027604"/>
              <a:gd name="connsiteX1" fmla="*/ 4559343 w 4559343"/>
              <a:gd name="connsiteY1" fmla="*/ 0 h 2027604"/>
              <a:gd name="connsiteX2" fmla="*/ 4559343 w 4559343"/>
              <a:gd name="connsiteY2" fmla="*/ 2027604 h 2027604"/>
              <a:gd name="connsiteX3" fmla="*/ 0 w 4559343"/>
              <a:gd name="connsiteY3" fmla="*/ 2027604 h 2027604"/>
            </a:gdLst>
            <a:rect l="l" t="t" r="r" b="b"/>
            <a:pathLst>
              <a:path w="4559343" h="2027604">
                <a:moveTo>
                  <a:pt x="0" y="0"/>
                </a:moveTo>
                <a:lnTo>
                  <a:pt x="4559343" y="0"/>
                </a:lnTo>
                <a:lnTo>
                  <a:pt x="4559343" y="2027604"/>
                </a:lnTo>
                <a:lnTo>
                  <a:pt x="0" y="202760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0.xml><?xml version="1.0" encoding="utf-8"?>
<p:sldLayout xmlns:p="http://schemas.openxmlformats.org/presentationml/2006/main" userDrawn="1">
  <p:cSld name="Revenue Model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D8038E1-D4EE-D4D8-9663-E7F4C8D1018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661602"/>
            <a:ext cx="12191999" cy="2533650"/>
          </a:xfrm>
          <a:custGeom xmlns:a="http://schemas.openxmlformats.org/drawingml/2006/main">
            <a:gdLst>
              <a:gd name="connsiteX0" fmla="*/ 0 w 12191999"/>
              <a:gd name="connsiteY0" fmla="*/ 0 h 2533650"/>
              <a:gd name="connsiteX1" fmla="*/ 12191999 w 12191999"/>
              <a:gd name="connsiteY1" fmla="*/ 0 h 2533650"/>
              <a:gd name="connsiteX2" fmla="*/ 12191999 w 12191999"/>
              <a:gd name="connsiteY2" fmla="*/ 2533650 h 2533650"/>
              <a:gd name="connsiteX3" fmla="*/ 0 w 12191999"/>
              <a:gd name="connsiteY3" fmla="*/ 2533650 h 2533650"/>
            </a:gdLst>
            <a:rect l="l" t="t" r="r" b="b"/>
            <a:pathLst>
              <a:path w="12191999" h="2533650">
                <a:moveTo>
                  <a:pt x="0" y="0"/>
                </a:moveTo>
                <a:lnTo>
                  <a:pt x="12191999" y="0"/>
                </a:lnTo>
                <a:lnTo>
                  <a:pt x="12191999" y="2533650"/>
                </a:lnTo>
                <a:lnTo>
                  <a:pt x="0" y="2533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1.xml><?xml version="1.0" encoding="utf-8"?>
<p:sldLayout xmlns:p="http://schemas.openxmlformats.org/presentationml/2006/main" userDrawn="1">
  <p:cSld name="Revenue Model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41A7133-EF02-121D-731B-CF60A561BC8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9185918" y="0"/>
            <a:ext cx="3056306" cy="6858000"/>
          </a:xfrm>
          <a:custGeom xmlns:a="http://schemas.openxmlformats.org/drawingml/2006/main">
            <a:gdLst>
              <a:gd name="connsiteX0" fmla="*/ 0 w 3056306"/>
              <a:gd name="connsiteY0" fmla="*/ 0 h 6858000"/>
              <a:gd name="connsiteX1" fmla="*/ 3056306 w 3056306"/>
              <a:gd name="connsiteY1" fmla="*/ 0 h 6858000"/>
              <a:gd name="connsiteX2" fmla="*/ 3056306 w 3056306"/>
              <a:gd name="connsiteY2" fmla="*/ 6858000 h 6858000"/>
              <a:gd name="connsiteX3" fmla="*/ 0 w 3056306"/>
              <a:gd name="connsiteY3" fmla="*/ 6858000 h 6858000"/>
            </a:gdLst>
            <a:rect l="l" t="t" r="r" b="b"/>
            <a:pathLst>
              <a:path w="3056306" h="6858000">
                <a:moveTo>
                  <a:pt x="0" y="0"/>
                </a:moveTo>
                <a:lnTo>
                  <a:pt x="3056306" y="0"/>
                </a:lnTo>
                <a:lnTo>
                  <a:pt x="3056306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2.xml><?xml version="1.0" encoding="utf-8"?>
<p:sldLayout xmlns:p="http://schemas.openxmlformats.org/presentationml/2006/main" userDrawn="1">
  <p:cSld name="Revenue Model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4CF6127-AED3-02F3-D6AF-56068292168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2686050"/>
            <a:ext cx="2784903" cy="4171950"/>
          </a:xfrm>
          <a:custGeom xmlns:a="http://schemas.openxmlformats.org/drawingml/2006/main">
            <a:gdLst>
              <a:gd name="connsiteX0" fmla="*/ 0 w 2784903"/>
              <a:gd name="connsiteY0" fmla="*/ 0 h 4171950"/>
              <a:gd name="connsiteX1" fmla="*/ 2784903 w 2784903"/>
              <a:gd name="connsiteY1" fmla="*/ 0 h 4171950"/>
              <a:gd name="connsiteX2" fmla="*/ 2784903 w 2784903"/>
              <a:gd name="connsiteY2" fmla="*/ 4171950 h 4171950"/>
              <a:gd name="connsiteX3" fmla="*/ 0 w 2784903"/>
              <a:gd name="connsiteY3" fmla="*/ 4171950 h 4171950"/>
            </a:gdLst>
            <a:rect l="l" t="t" r="r" b="b"/>
            <a:pathLst>
              <a:path w="2784903" h="4171950">
                <a:moveTo>
                  <a:pt x="0" y="0"/>
                </a:moveTo>
                <a:lnTo>
                  <a:pt x="2784903" y="0"/>
                </a:lnTo>
                <a:lnTo>
                  <a:pt x="2784903" y="4171950"/>
                </a:lnTo>
                <a:lnTo>
                  <a:pt x="0" y="41719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3.xml><?xml version="1.0" encoding="utf-8"?>
<p:sldLayout xmlns:p="http://schemas.openxmlformats.org/presentationml/2006/main" userDrawn="1">
  <p:cSld name="Business Model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DB48EBD-622F-6C48-A42A-051CEF00153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"/>
            <a:ext cx="12192000" cy="6857999"/>
          </a:xfrm>
          <a:custGeom xmlns:a="http://schemas.openxmlformats.org/drawingml/2006/main">
            <a:gdLst>
              <a:gd name="connsiteX0" fmla="*/ 0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6857999 h 6857999"/>
              <a:gd name="connsiteX3" fmla="*/ 0 w 12192000"/>
              <a:gd name="connsiteY3" fmla="*/ 6857999 h 6857999"/>
            </a:gdLst>
            <a:rect l="l" t="t" r="r" b="b"/>
            <a:pathLst>
              <a:path w="12192000" h="6857999"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4.xml><?xml version="1.0" encoding="utf-8"?>
<p:sldLayout xmlns:p="http://schemas.openxmlformats.org/presentationml/2006/main" userDrawn="1">
  <p:cSld name="Business Model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2C4AC17-64A6-5986-6B22-5BD2C1CF340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096000" y="3162300"/>
            <a:ext cx="6096000" cy="3695700"/>
          </a:xfrm>
          <a:custGeom xmlns:a="http://schemas.openxmlformats.org/drawingml/2006/main">
            <a:gdLst>
              <a:gd name="connsiteX0" fmla="*/ 0 w 6096000"/>
              <a:gd name="connsiteY0" fmla="*/ 0 h 3695700"/>
              <a:gd name="connsiteX1" fmla="*/ 6096000 w 6096000"/>
              <a:gd name="connsiteY1" fmla="*/ 0 h 3695700"/>
              <a:gd name="connsiteX2" fmla="*/ 6096000 w 6096000"/>
              <a:gd name="connsiteY2" fmla="*/ 3695700 h 3695700"/>
              <a:gd name="connsiteX3" fmla="*/ 0 w 6096000"/>
              <a:gd name="connsiteY3" fmla="*/ 3695700 h 3695700"/>
            </a:gdLst>
            <a:rect l="l" t="t" r="r" b="b"/>
            <a:pathLst>
              <a:path w="6096000" h="3695700">
                <a:moveTo>
                  <a:pt x="0" y="0"/>
                </a:moveTo>
                <a:lnTo>
                  <a:pt x="6096000" y="0"/>
                </a:lnTo>
                <a:lnTo>
                  <a:pt x="6096000" y="3695700"/>
                </a:lnTo>
                <a:lnTo>
                  <a:pt x="0" y="36957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5.xml><?xml version="1.0" encoding="utf-8"?>
<p:sldLayout xmlns:p="http://schemas.openxmlformats.org/presentationml/2006/main" userDrawn="1">
  <p:cSld name=" Business Model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CB9262C9-8A67-6D86-9942-E4B0F4855A7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102351" y="0"/>
            <a:ext cx="6096000" cy="6858000"/>
          </a:xfrm>
          <a:custGeom xmlns:a="http://schemas.openxmlformats.org/drawingml/2006/main"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6.xml><?xml version="1.0" encoding="utf-8"?>
<p:sldLayout xmlns:p="http://schemas.openxmlformats.org/presentationml/2006/main" userDrawn="1">
  <p:cSld name=" Business Model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9B3407A-6220-5727-8273-149631D8F68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128080" y="0"/>
            <a:ext cx="3125108" cy="6858000"/>
          </a:xfrm>
          <a:custGeom xmlns:a="http://schemas.openxmlformats.org/drawingml/2006/main">
            <a:gdLst>
              <a:gd name="connsiteX0" fmla="*/ 0 w 3125108"/>
              <a:gd name="connsiteY0" fmla="*/ 0 h 6858000"/>
              <a:gd name="connsiteX1" fmla="*/ 3125108 w 3125108"/>
              <a:gd name="connsiteY1" fmla="*/ 0 h 6858000"/>
              <a:gd name="connsiteX2" fmla="*/ 3125108 w 3125108"/>
              <a:gd name="connsiteY2" fmla="*/ 6858000 h 6858000"/>
              <a:gd name="connsiteX3" fmla="*/ 0 w 3125108"/>
              <a:gd name="connsiteY3" fmla="*/ 6858000 h 6858000"/>
            </a:gdLst>
            <a:rect l="l" t="t" r="r" b="b"/>
            <a:pathLst>
              <a:path w="3125108" h="6858000">
                <a:moveTo>
                  <a:pt x="0" y="0"/>
                </a:moveTo>
                <a:lnTo>
                  <a:pt x="3125108" y="0"/>
                </a:lnTo>
                <a:lnTo>
                  <a:pt x="3125108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7.xml><?xml version="1.0" encoding="utf-8"?>
<p:sldLayout xmlns:p="http://schemas.openxmlformats.org/presentationml/2006/main" userDrawn="1">
  <p:cSld name="Business Locations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976ACF6-67BA-E02B-F1BC-796A6F565C7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0" y="1"/>
            <a:ext cx="4572000" cy="2365829"/>
          </a:xfrm>
          <a:custGeom xmlns:a="http://schemas.openxmlformats.org/drawingml/2006/main">
            <a:gdLst>
              <a:gd name="connsiteX0" fmla="*/ 0 w 4572000"/>
              <a:gd name="connsiteY0" fmla="*/ 0 h 2365829"/>
              <a:gd name="connsiteX1" fmla="*/ 4572000 w 4572000"/>
              <a:gd name="connsiteY1" fmla="*/ 0 h 2365829"/>
              <a:gd name="connsiteX2" fmla="*/ 4572000 w 4572000"/>
              <a:gd name="connsiteY2" fmla="*/ 2365829 h 2365829"/>
              <a:gd name="connsiteX3" fmla="*/ 0 w 4572000"/>
              <a:gd name="connsiteY3" fmla="*/ 2365829 h 2365829"/>
            </a:gdLst>
            <a:rect l="l" t="t" r="r" b="b"/>
            <a:pathLst>
              <a:path w="4572000" h="2365829">
                <a:moveTo>
                  <a:pt x="0" y="0"/>
                </a:moveTo>
                <a:lnTo>
                  <a:pt x="4572000" y="0"/>
                </a:lnTo>
                <a:lnTo>
                  <a:pt x="4572000" y="2365829"/>
                </a:lnTo>
                <a:lnTo>
                  <a:pt x="0" y="236582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8.xml><?xml version="1.0" encoding="utf-8"?>
<p:sldLayout xmlns:p="http://schemas.openxmlformats.org/presentationml/2006/main" userDrawn="1">
  <p:cSld name="Business Locations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82AC8F5-D4F2-D7BA-DEBB-25B90401340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334124" y="3429001"/>
            <a:ext cx="5857876" cy="3428999"/>
          </a:xfrm>
          <a:custGeom xmlns:a="http://schemas.openxmlformats.org/drawingml/2006/main">
            <a:gdLst>
              <a:gd name="connsiteX0" fmla="*/ 0 w 6096000"/>
              <a:gd name="connsiteY0" fmla="*/ 0 h 3428999"/>
              <a:gd name="connsiteX1" fmla="*/ 6096000 w 6096000"/>
              <a:gd name="connsiteY1" fmla="*/ 0 h 3428999"/>
              <a:gd name="connsiteX2" fmla="*/ 6096000 w 6096000"/>
              <a:gd name="connsiteY2" fmla="*/ 3428999 h 3428999"/>
              <a:gd name="connsiteX3" fmla="*/ 0 w 6096000"/>
              <a:gd name="connsiteY3" fmla="*/ 3428999 h 3428999"/>
            </a:gdLst>
            <a:rect l="l" t="t" r="r" b="b"/>
            <a:pathLst>
              <a:path w="6096000" h="3428999">
                <a:moveTo>
                  <a:pt x="0" y="0"/>
                </a:moveTo>
                <a:lnTo>
                  <a:pt x="6096000" y="0"/>
                </a:lnTo>
                <a:lnTo>
                  <a:pt x="6096000" y="3428999"/>
                </a:lnTo>
                <a:lnTo>
                  <a:pt x="0" y="34289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9.xml><?xml version="1.0" encoding="utf-8"?>
<p:sldLayout xmlns:p="http://schemas.openxmlformats.org/presentationml/2006/main" userDrawn="1">
  <p:cSld name="Business Locations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CCF6DAC1-5C8E-0B3C-9589-C1F3C683058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0.xml><?xml version="1.0" encoding="utf-8"?>
<p:sldLayout xmlns:p="http://schemas.openxmlformats.org/presentationml/2006/main" userDrawn="1">
  <p:cSld name="Business Locations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0AAC43A-D210-94F6-4730-16C8DBD5AD6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918326" y="2006601"/>
            <a:ext cx="1401763" cy="2043113"/>
          </a:xfrm>
          <a:custGeom xmlns:a="http://schemas.openxmlformats.org/drawingml/2006/main">
            <a:gdLst>
              <a:gd name="connsiteX0" fmla="*/ 700882 w 1401763"/>
              <a:gd name="connsiteY0" fmla="*/ 0 h 2043113"/>
              <a:gd name="connsiteX1" fmla="*/ 1401763 w 1401763"/>
              <a:gd name="connsiteY1" fmla="*/ 694659 h 2043113"/>
              <a:gd name="connsiteX2" fmla="*/ 714624 w 1401763"/>
              <a:gd name="connsiteY2" fmla="*/ 1988630 h 2043113"/>
              <a:gd name="connsiteX3" fmla="*/ 687139 w 1401763"/>
              <a:gd name="connsiteY3" fmla="*/ 2043113 h 2043113"/>
              <a:gd name="connsiteX4" fmla="*/ 687139 w 1401763"/>
              <a:gd name="connsiteY4" fmla="*/ 2015872 h 2043113"/>
              <a:gd name="connsiteX5" fmla="*/ 0 w 1401763"/>
              <a:gd name="connsiteY5" fmla="*/ 694659 h 2043113"/>
              <a:gd name="connsiteX6" fmla="*/ 700882 w 1401763"/>
              <a:gd name="connsiteY6" fmla="*/ 0 h 2043113"/>
            </a:gdLst>
            <a:rect l="l" t="t" r="r" b="b"/>
            <a:pathLst>
              <a:path w="1401763" h="2043113">
                <a:moveTo>
                  <a:pt x="700882" y="0"/>
                </a:moveTo>
                <a:cubicBezTo>
                  <a:pt x="1085679" y="0"/>
                  <a:pt x="1401763" y="313277"/>
                  <a:pt x="1401763" y="694659"/>
                </a:cubicBezTo>
                <a:cubicBezTo>
                  <a:pt x="1401763" y="1185006"/>
                  <a:pt x="893281" y="1648111"/>
                  <a:pt x="714624" y="1988630"/>
                </a:cubicBezTo>
                <a:cubicBezTo>
                  <a:pt x="687139" y="2043113"/>
                  <a:pt x="687139" y="2043113"/>
                  <a:pt x="687139" y="2043113"/>
                </a:cubicBezTo>
                <a:lnTo>
                  <a:pt x="687139" y="2015872"/>
                </a:lnTo>
                <a:cubicBezTo>
                  <a:pt x="522226" y="1620870"/>
                  <a:pt x="0" y="1130523"/>
                  <a:pt x="0" y="694659"/>
                </a:cubicBezTo>
                <a:cubicBezTo>
                  <a:pt x="0" y="313277"/>
                  <a:pt x="302341" y="0"/>
                  <a:pt x="70088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1.xml><?xml version="1.0" encoding="utf-8"?>
<p:sldLayout xmlns:p="http://schemas.openxmlformats.org/presentationml/2006/main" userDrawn="1">
  <p:cSld name=" Market Competit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F646298-375D-D083-5CEC-609D69103408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9333106" y="2"/>
            <a:ext cx="2858894" cy="4644571"/>
          </a:xfrm>
          <a:custGeom xmlns:a="http://schemas.openxmlformats.org/drawingml/2006/main">
            <a:gdLst>
              <a:gd name="connsiteX0" fmla="*/ 0 w 2858894"/>
              <a:gd name="connsiteY0" fmla="*/ 0 h 4644571"/>
              <a:gd name="connsiteX1" fmla="*/ 2858894 w 2858894"/>
              <a:gd name="connsiteY1" fmla="*/ 0 h 4644571"/>
              <a:gd name="connsiteX2" fmla="*/ 2858894 w 2858894"/>
              <a:gd name="connsiteY2" fmla="*/ 4644571 h 4644571"/>
              <a:gd name="connsiteX3" fmla="*/ 0 w 2858894"/>
              <a:gd name="connsiteY3" fmla="*/ 4644571 h 4644571"/>
            </a:gdLst>
            <a:rect l="l" t="t" r="r" b="b"/>
            <a:pathLst>
              <a:path w="2858894" h="4644571">
                <a:moveTo>
                  <a:pt x="0" y="0"/>
                </a:moveTo>
                <a:lnTo>
                  <a:pt x="2858894" y="0"/>
                </a:lnTo>
                <a:lnTo>
                  <a:pt x="2858894" y="4644571"/>
                </a:lnTo>
                <a:lnTo>
                  <a:pt x="0" y="464457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2.xml><?xml version="1.0" encoding="utf-8"?>
<p:sldLayout xmlns:p="http://schemas.openxmlformats.org/presentationml/2006/main" userDrawn="1">
  <p:cSld name=" Market Competition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83524D2-3EAB-103E-125F-7F730769ED0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71500" y="4089600"/>
            <a:ext cx="11087100" cy="2235001"/>
          </a:xfrm>
          <a:custGeom xmlns:a="http://schemas.openxmlformats.org/drawingml/2006/main">
            <a:gdLst>
              <a:gd name="connsiteX0" fmla="*/ 0 w 11087100"/>
              <a:gd name="connsiteY0" fmla="*/ 0 h 2235001"/>
              <a:gd name="connsiteX1" fmla="*/ 11087100 w 11087100"/>
              <a:gd name="connsiteY1" fmla="*/ 0 h 2235001"/>
              <a:gd name="connsiteX2" fmla="*/ 11087100 w 11087100"/>
              <a:gd name="connsiteY2" fmla="*/ 2235001 h 2235001"/>
              <a:gd name="connsiteX3" fmla="*/ 0 w 11087100"/>
              <a:gd name="connsiteY3" fmla="*/ 2235001 h 2235001"/>
            </a:gdLst>
            <a:rect l="l" t="t" r="r" b="b"/>
            <a:pathLst>
              <a:path w="11087100" h="2235001">
                <a:moveTo>
                  <a:pt x="0" y="0"/>
                </a:moveTo>
                <a:lnTo>
                  <a:pt x="11087100" y="0"/>
                </a:lnTo>
                <a:lnTo>
                  <a:pt x="11087100" y="2235001"/>
                </a:lnTo>
                <a:lnTo>
                  <a:pt x="0" y="223500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3.xml><?xml version="1.0" encoding="utf-8"?>
<p:sldLayout xmlns:p="http://schemas.openxmlformats.org/presentationml/2006/main" userDrawn="1">
  <p:cSld name=" Competit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CDBC42E-ADC5-F6DB-E7A0-8D5F9D1E4E1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412501" y="2947593"/>
            <a:ext cx="1683880" cy="1683880"/>
          </a:xfrm>
          <a:custGeom xmlns:a="http://schemas.openxmlformats.org/drawingml/2006/main">
            <a:gdLst>
              <a:gd name="connsiteX0" fmla="*/ 841940 w 1683880"/>
              <a:gd name="connsiteY0" fmla="*/ 0 h 1683880"/>
              <a:gd name="connsiteX1" fmla="*/ 1683880 w 1683880"/>
              <a:gd name="connsiteY1" fmla="*/ 841940 h 1683880"/>
              <a:gd name="connsiteX2" fmla="*/ 841940 w 1683880"/>
              <a:gd name="connsiteY2" fmla="*/ 1683880 h 1683880"/>
              <a:gd name="connsiteX3" fmla="*/ 0 w 1683880"/>
              <a:gd name="connsiteY3" fmla="*/ 841940 h 1683880"/>
              <a:gd name="connsiteX4" fmla="*/ 841940 w 1683880"/>
              <a:gd name="connsiteY4" fmla="*/ 0 h 1683880"/>
            </a:gdLst>
            <a:rect l="l" t="t" r="r" b="b"/>
            <a:pathLst>
              <a:path w="1683880" h="1683880">
                <a:moveTo>
                  <a:pt x="841940" y="0"/>
                </a:moveTo>
                <a:cubicBezTo>
                  <a:pt x="1306931" y="0"/>
                  <a:pt x="1683880" y="376949"/>
                  <a:pt x="1683880" y="841940"/>
                </a:cubicBezTo>
                <a:cubicBezTo>
                  <a:pt x="1683880" y="1306931"/>
                  <a:pt x="1306931" y="1683880"/>
                  <a:pt x="841940" y="1683880"/>
                </a:cubicBezTo>
                <a:cubicBezTo>
                  <a:pt x="376949" y="1683880"/>
                  <a:pt x="0" y="1306931"/>
                  <a:pt x="0" y="841940"/>
                </a:cubicBezTo>
                <a:cubicBezTo>
                  <a:pt x="0" y="376949"/>
                  <a:pt x="376949" y="0"/>
                  <a:pt x="84194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4.xml><?xml version="1.0" encoding="utf-8"?>
<p:sldLayout xmlns:p="http://schemas.openxmlformats.org/presentationml/2006/main" userDrawn="1">
  <p:cSld name="Competitor Analysis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486D1E9-5E48-B3A0-5C85-21D128374BB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135194" y="3827239"/>
            <a:ext cx="2289398" cy="3038699"/>
          </a:xfrm>
          <a:custGeom xmlns:a="http://schemas.openxmlformats.org/drawingml/2006/main">
            <a:gdLst>
              <a:gd name="connsiteX0" fmla="*/ 0 w 2289398"/>
              <a:gd name="connsiteY0" fmla="*/ 0 h 3038699"/>
              <a:gd name="connsiteX1" fmla="*/ 2289398 w 2289398"/>
              <a:gd name="connsiteY1" fmla="*/ 0 h 3038699"/>
              <a:gd name="connsiteX2" fmla="*/ 2289398 w 2289398"/>
              <a:gd name="connsiteY2" fmla="*/ 3038699 h 3038699"/>
              <a:gd name="connsiteX3" fmla="*/ 0 w 2289398"/>
              <a:gd name="connsiteY3" fmla="*/ 3038699 h 3038699"/>
            </a:gdLst>
            <a:rect l="l" t="t" r="r" b="b"/>
            <a:pathLst>
              <a:path w="2289398" h="3038699">
                <a:moveTo>
                  <a:pt x="0" y="0"/>
                </a:moveTo>
                <a:lnTo>
                  <a:pt x="2289398" y="0"/>
                </a:lnTo>
                <a:lnTo>
                  <a:pt x="2289398" y="3038699"/>
                </a:lnTo>
                <a:lnTo>
                  <a:pt x="0" y="30386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5.xml><?xml version="1.0" encoding="utf-8"?>
<p:sldLayout xmlns:p="http://schemas.openxmlformats.org/presentationml/2006/main" userDrawn="1">
  <p:cSld name="Competitive Advant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821CF6C-AFE6-4DE5-931E-77EE1AF6F00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916558" y="0"/>
            <a:ext cx="3275442" cy="6324600"/>
          </a:xfrm>
          <a:custGeom xmlns:a="http://schemas.openxmlformats.org/drawingml/2006/main">
            <a:gdLst>
              <a:gd name="connsiteX0" fmla="*/ 0 w 2988496"/>
              <a:gd name="connsiteY0" fmla="*/ 0 h 6324600"/>
              <a:gd name="connsiteX1" fmla="*/ 2988496 w 2988496"/>
              <a:gd name="connsiteY1" fmla="*/ 0 h 6324600"/>
              <a:gd name="connsiteX2" fmla="*/ 2988496 w 2988496"/>
              <a:gd name="connsiteY2" fmla="*/ 6324600 h 6324600"/>
              <a:gd name="connsiteX3" fmla="*/ 0 w 2988496"/>
              <a:gd name="connsiteY3" fmla="*/ 6324600 h 6324600"/>
            </a:gdLst>
            <a:rect l="l" t="t" r="r" b="b"/>
            <a:pathLst>
              <a:path w="2988496" h="6324600">
                <a:moveTo>
                  <a:pt x="0" y="0"/>
                </a:moveTo>
                <a:lnTo>
                  <a:pt x="2988496" y="0"/>
                </a:lnTo>
                <a:lnTo>
                  <a:pt x="2988496" y="6324600"/>
                </a:lnTo>
                <a:lnTo>
                  <a:pt x="0" y="6324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6.xml><?xml version="1.0" encoding="utf-8"?>
<p:sldLayout xmlns:p="http://schemas.openxmlformats.org/presentationml/2006/main" userDrawn="1">
  <p:cSld name="Pricing Pla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78B4B44-3BBD-4DA6-8CD5-56A49F1596A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5455920" cy="6858000"/>
          </a:xfrm>
          <a:custGeom xmlns:a="http://schemas.openxmlformats.org/drawingml/2006/main">
            <a:gdLst>
              <a:gd name="connsiteX0" fmla="*/ 0 w 5455920"/>
              <a:gd name="connsiteY0" fmla="*/ 0 h 6858000"/>
              <a:gd name="connsiteX1" fmla="*/ 5455920 w 5455920"/>
              <a:gd name="connsiteY1" fmla="*/ 0 h 6858000"/>
              <a:gd name="connsiteX2" fmla="*/ 5455920 w 5455920"/>
              <a:gd name="connsiteY2" fmla="*/ 6858000 h 6858000"/>
              <a:gd name="connsiteX3" fmla="*/ 0 w 5455920"/>
              <a:gd name="connsiteY3" fmla="*/ 6858000 h 6858000"/>
            </a:gdLst>
            <a:rect l="l" t="t" r="r" b="b"/>
            <a:pathLst>
              <a:path w="5455920" h="6858000">
                <a:moveTo>
                  <a:pt x="0" y="0"/>
                </a:moveTo>
                <a:lnTo>
                  <a:pt x="5455920" y="0"/>
                </a:lnTo>
                <a:lnTo>
                  <a:pt x="545592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7.xml><?xml version="1.0" encoding="utf-8"?>
<p:sldLayout xmlns:p="http://schemas.openxmlformats.org/presentationml/2006/main" userDrawn="1">
  <p:cSld name="Pricing Plan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482EC9B-17FC-48FC-8A47-25F902143B4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00100" y="1143001"/>
            <a:ext cx="2545010" cy="5715001"/>
          </a:xfrm>
          <a:custGeom xmlns:a="http://schemas.openxmlformats.org/drawingml/2006/main">
            <a:gdLst>
              <a:gd name="connsiteX0" fmla="*/ 0 w 2545010"/>
              <a:gd name="connsiteY0" fmla="*/ 0 h 5715001"/>
              <a:gd name="connsiteX1" fmla="*/ 2545010 w 2545010"/>
              <a:gd name="connsiteY1" fmla="*/ 0 h 5715001"/>
              <a:gd name="connsiteX2" fmla="*/ 2545010 w 2545010"/>
              <a:gd name="connsiteY2" fmla="*/ 5715001 h 5715001"/>
              <a:gd name="connsiteX3" fmla="*/ 0 w 2545010"/>
              <a:gd name="connsiteY3" fmla="*/ 5715001 h 5715001"/>
            </a:gdLst>
            <a:rect l="l" t="t" r="r" b="b"/>
            <a:pathLst>
              <a:path w="2545010" h="5715001">
                <a:moveTo>
                  <a:pt x="0" y="0"/>
                </a:moveTo>
                <a:lnTo>
                  <a:pt x="2545010" y="0"/>
                </a:lnTo>
                <a:lnTo>
                  <a:pt x="2545010" y="5715001"/>
                </a:lnTo>
                <a:lnTo>
                  <a:pt x="0" y="571500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8.xml><?xml version="1.0" encoding="utf-8"?>
<p:sldLayout xmlns:p="http://schemas.openxmlformats.org/presentationml/2006/main" userDrawn="1">
  <p:cSld name="S.W.O.T Analysis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58A98430-BC94-448B-985C-1E6094AAD51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163467" y="3059709"/>
            <a:ext cx="1865066" cy="1868886"/>
          </a:xfrm>
          <a:custGeom xmlns:a="http://schemas.openxmlformats.org/drawingml/2006/main">
            <a:gdLst>
              <a:gd name="connsiteX0" fmla="*/ 932533 w 1865066"/>
              <a:gd name="connsiteY0" fmla="*/ 0 h 1868886"/>
              <a:gd name="connsiteX1" fmla="*/ 1865066 w 1865066"/>
              <a:gd name="connsiteY1" fmla="*/ 934443 h 1868886"/>
              <a:gd name="connsiteX2" fmla="*/ 932533 w 1865066"/>
              <a:gd name="connsiteY2" fmla="*/ 1868886 h 1868886"/>
              <a:gd name="connsiteX3" fmla="*/ 0 w 1865066"/>
              <a:gd name="connsiteY3" fmla="*/ 934443 h 1868886"/>
              <a:gd name="connsiteX4" fmla="*/ 932533 w 1865066"/>
              <a:gd name="connsiteY4" fmla="*/ 0 h 1868886"/>
            </a:gdLst>
            <a:rect l="l" t="t" r="r" b="b"/>
            <a:pathLst>
              <a:path w="1865066" h="1868886">
                <a:moveTo>
                  <a:pt x="932533" y="0"/>
                </a:moveTo>
                <a:cubicBezTo>
                  <a:pt x="1447557" y="0"/>
                  <a:pt x="1865066" y="418364"/>
                  <a:pt x="1865066" y="934443"/>
                </a:cubicBezTo>
                <a:cubicBezTo>
                  <a:pt x="1865066" y="1450522"/>
                  <a:pt x="1447557" y="1868886"/>
                  <a:pt x="932533" y="1868886"/>
                </a:cubicBezTo>
                <a:cubicBezTo>
                  <a:pt x="417509" y="1868886"/>
                  <a:pt x="0" y="1450522"/>
                  <a:pt x="0" y="934443"/>
                </a:cubicBezTo>
                <a:cubicBezTo>
                  <a:pt x="0" y="418364"/>
                  <a:pt x="417509" y="0"/>
                  <a:pt x="93253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9.xml><?xml version="1.0" encoding="utf-8"?>
<p:sldLayout xmlns:p="http://schemas.openxmlformats.org/presentationml/2006/main" userDrawn="1">
  <p:cSld name="S.W.O.T Analysis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C7F490A-959C-4F85-81DE-BF89D2C349F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3507" y="1321131"/>
            <a:ext cx="4102227" cy="3471433"/>
          </a:xfrm>
          <a:custGeom xmlns:a="http://schemas.openxmlformats.org/drawingml/2006/main">
            <a:gdLst>
              <a:gd name="connsiteX0" fmla="*/ 885386 w 4102227"/>
              <a:gd name="connsiteY0" fmla="*/ 301 h 3471433"/>
              <a:gd name="connsiteX1" fmla="*/ 1586046 w 4102227"/>
              <a:gd name="connsiteY1" fmla="*/ 100342 h 3471433"/>
              <a:gd name="connsiteX2" fmla="*/ 4094919 w 4102227"/>
              <a:gd name="connsiteY2" fmla="*/ 1390439 h 3471433"/>
              <a:gd name="connsiteX3" fmla="*/ 2785008 w 4102227"/>
              <a:gd name="connsiteY3" fmla="*/ 3006645 h 3471433"/>
              <a:gd name="connsiteX4" fmla="*/ 1013407 w 4102227"/>
              <a:gd name="connsiteY4" fmla="*/ 3214494 h 3471433"/>
              <a:gd name="connsiteX5" fmla="*/ 916774 w 4102227"/>
              <a:gd name="connsiteY5" fmla="*/ 3117736 h 3471433"/>
              <a:gd name="connsiteX6" fmla="*/ 752140 w 4102227"/>
              <a:gd name="connsiteY6" fmla="*/ 2899136 h 3471433"/>
              <a:gd name="connsiteX7" fmla="*/ 147291 w 4102227"/>
              <a:gd name="connsiteY7" fmla="*/ 1519449 h 3471433"/>
              <a:gd name="connsiteX8" fmla="*/ 4131 w 4102227"/>
              <a:gd name="connsiteY8" fmla="*/ 602047 h 3471433"/>
              <a:gd name="connsiteX9" fmla="*/ 204555 w 4102227"/>
              <a:gd name="connsiteY9" fmla="*/ 121844 h 3471433"/>
              <a:gd name="connsiteX10" fmla="*/ 240345 w 4102227"/>
              <a:gd name="connsiteY10" fmla="*/ 100342 h 3471433"/>
              <a:gd name="connsiteX11" fmla="*/ 885386 w 4102227"/>
              <a:gd name="connsiteY11" fmla="*/ 301 h 3471433"/>
            </a:gdLst>
            <a:rect l="l" t="t" r="r" b="b"/>
            <a:pathLst>
              <a:path w="4102227" h="3471433">
                <a:moveTo>
                  <a:pt x="885386" y="301"/>
                </a:moveTo>
                <a:cubicBezTo>
                  <a:pt x="1077857" y="3333"/>
                  <a:pt x="1312030" y="29790"/>
                  <a:pt x="1586046" y="100342"/>
                </a:cubicBezTo>
                <a:cubicBezTo>
                  <a:pt x="2466478" y="326109"/>
                  <a:pt x="4012602" y="1014161"/>
                  <a:pt x="4094919" y="1390439"/>
                </a:cubicBezTo>
                <a:cubicBezTo>
                  <a:pt x="4173657" y="1770301"/>
                  <a:pt x="3608176" y="2458353"/>
                  <a:pt x="2785008" y="3006645"/>
                </a:cubicBezTo>
                <a:cubicBezTo>
                  <a:pt x="2019104" y="3522683"/>
                  <a:pt x="1478676" y="3633775"/>
                  <a:pt x="1013407" y="3214494"/>
                </a:cubicBezTo>
                <a:cubicBezTo>
                  <a:pt x="981196" y="3185825"/>
                  <a:pt x="948985" y="3149989"/>
                  <a:pt x="916774" y="3117736"/>
                </a:cubicBezTo>
                <a:cubicBezTo>
                  <a:pt x="863089" y="3060399"/>
                  <a:pt x="809404" y="2985143"/>
                  <a:pt x="752140" y="2899136"/>
                </a:cubicBezTo>
                <a:cubicBezTo>
                  <a:pt x="537401" y="2565861"/>
                  <a:pt x="294029" y="2031904"/>
                  <a:pt x="147291" y="1519449"/>
                </a:cubicBezTo>
                <a:cubicBezTo>
                  <a:pt x="47079" y="1200508"/>
                  <a:pt x="-17343" y="874401"/>
                  <a:pt x="4131" y="602047"/>
                </a:cubicBezTo>
                <a:cubicBezTo>
                  <a:pt x="14868" y="383447"/>
                  <a:pt x="75711" y="211434"/>
                  <a:pt x="204555" y="121844"/>
                </a:cubicBezTo>
                <a:cubicBezTo>
                  <a:pt x="215292" y="114677"/>
                  <a:pt x="226029" y="107509"/>
                  <a:pt x="240345" y="100342"/>
                </a:cubicBezTo>
                <a:cubicBezTo>
                  <a:pt x="240345" y="100342"/>
                  <a:pt x="461949" y="-6368"/>
                  <a:pt x="885386" y="30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0.xml><?xml version="1.0" encoding="utf-8"?>
<p:sldLayout xmlns:p="http://schemas.openxmlformats.org/presentationml/2006/main" userDrawn="1">
  <p:cSld name="S.W.O.T Analysis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1997B38-89C3-4F01-AF02-C44B0EFFC57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31467" y="1321132"/>
            <a:ext cx="4102227" cy="3471433"/>
          </a:xfrm>
          <a:custGeom xmlns:a="http://schemas.openxmlformats.org/drawingml/2006/main">
            <a:gdLst>
              <a:gd name="connsiteX0" fmla="*/ 885386 w 4102227"/>
              <a:gd name="connsiteY0" fmla="*/ 301 h 3471433"/>
              <a:gd name="connsiteX1" fmla="*/ 1586046 w 4102227"/>
              <a:gd name="connsiteY1" fmla="*/ 100342 h 3471433"/>
              <a:gd name="connsiteX2" fmla="*/ 4094919 w 4102227"/>
              <a:gd name="connsiteY2" fmla="*/ 1390439 h 3471433"/>
              <a:gd name="connsiteX3" fmla="*/ 2785008 w 4102227"/>
              <a:gd name="connsiteY3" fmla="*/ 3006645 h 3471433"/>
              <a:gd name="connsiteX4" fmla="*/ 1013407 w 4102227"/>
              <a:gd name="connsiteY4" fmla="*/ 3214494 h 3471433"/>
              <a:gd name="connsiteX5" fmla="*/ 916774 w 4102227"/>
              <a:gd name="connsiteY5" fmla="*/ 3117736 h 3471433"/>
              <a:gd name="connsiteX6" fmla="*/ 752140 w 4102227"/>
              <a:gd name="connsiteY6" fmla="*/ 2899136 h 3471433"/>
              <a:gd name="connsiteX7" fmla="*/ 147291 w 4102227"/>
              <a:gd name="connsiteY7" fmla="*/ 1519449 h 3471433"/>
              <a:gd name="connsiteX8" fmla="*/ 4131 w 4102227"/>
              <a:gd name="connsiteY8" fmla="*/ 602047 h 3471433"/>
              <a:gd name="connsiteX9" fmla="*/ 204555 w 4102227"/>
              <a:gd name="connsiteY9" fmla="*/ 121844 h 3471433"/>
              <a:gd name="connsiteX10" fmla="*/ 240345 w 4102227"/>
              <a:gd name="connsiteY10" fmla="*/ 100342 h 3471433"/>
              <a:gd name="connsiteX11" fmla="*/ 885386 w 4102227"/>
              <a:gd name="connsiteY11" fmla="*/ 301 h 3471433"/>
            </a:gdLst>
            <a:rect l="l" t="t" r="r" b="b"/>
            <a:pathLst>
              <a:path w="4102227" h="3471433">
                <a:moveTo>
                  <a:pt x="885386" y="301"/>
                </a:moveTo>
                <a:cubicBezTo>
                  <a:pt x="1077857" y="3333"/>
                  <a:pt x="1312030" y="29790"/>
                  <a:pt x="1586046" y="100342"/>
                </a:cubicBezTo>
                <a:cubicBezTo>
                  <a:pt x="2466478" y="326109"/>
                  <a:pt x="4012602" y="1014161"/>
                  <a:pt x="4094919" y="1390439"/>
                </a:cubicBezTo>
                <a:cubicBezTo>
                  <a:pt x="4173657" y="1770301"/>
                  <a:pt x="3608176" y="2458353"/>
                  <a:pt x="2785008" y="3006645"/>
                </a:cubicBezTo>
                <a:cubicBezTo>
                  <a:pt x="2019104" y="3522683"/>
                  <a:pt x="1478676" y="3633775"/>
                  <a:pt x="1013407" y="3214494"/>
                </a:cubicBezTo>
                <a:cubicBezTo>
                  <a:pt x="981196" y="3185825"/>
                  <a:pt x="948985" y="3149989"/>
                  <a:pt x="916774" y="3117736"/>
                </a:cubicBezTo>
                <a:cubicBezTo>
                  <a:pt x="863089" y="3060399"/>
                  <a:pt x="809404" y="2985143"/>
                  <a:pt x="752140" y="2899136"/>
                </a:cubicBezTo>
                <a:cubicBezTo>
                  <a:pt x="537401" y="2565861"/>
                  <a:pt x="294029" y="2031904"/>
                  <a:pt x="147291" y="1519449"/>
                </a:cubicBezTo>
                <a:cubicBezTo>
                  <a:pt x="47079" y="1200508"/>
                  <a:pt x="-17343" y="874401"/>
                  <a:pt x="4131" y="602047"/>
                </a:cubicBezTo>
                <a:cubicBezTo>
                  <a:pt x="14868" y="383447"/>
                  <a:pt x="75711" y="211434"/>
                  <a:pt x="204555" y="121844"/>
                </a:cubicBezTo>
                <a:cubicBezTo>
                  <a:pt x="215292" y="114677"/>
                  <a:pt x="226029" y="107509"/>
                  <a:pt x="240345" y="100342"/>
                </a:cubicBezTo>
                <a:cubicBezTo>
                  <a:pt x="240345" y="100342"/>
                  <a:pt x="461949" y="-6368"/>
                  <a:pt x="885386" y="30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1.xml><?xml version="1.0" encoding="utf-8"?>
<p:sldLayout xmlns:p="http://schemas.openxmlformats.org/presentationml/2006/main" userDrawn="1">
  <p:cSld name="Tract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15750FD-EA30-4A01-8263-EB9C22F8D25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888453" y="1574800"/>
            <a:ext cx="2700825" cy="5283200"/>
          </a:xfrm>
          <a:custGeom xmlns:a="http://schemas.openxmlformats.org/drawingml/2006/main">
            <a:gdLst>
              <a:gd name="connsiteX0" fmla="*/ 0 w 2700825"/>
              <a:gd name="connsiteY0" fmla="*/ 0 h 5283200"/>
              <a:gd name="connsiteX1" fmla="*/ 2700825 w 2700825"/>
              <a:gd name="connsiteY1" fmla="*/ 0 h 5283200"/>
              <a:gd name="connsiteX2" fmla="*/ 2700825 w 2700825"/>
              <a:gd name="connsiteY2" fmla="*/ 5283200 h 5283200"/>
              <a:gd name="connsiteX3" fmla="*/ 0 w 2700825"/>
              <a:gd name="connsiteY3" fmla="*/ 5283200 h 5283200"/>
            </a:gdLst>
            <a:rect l="l" t="t" r="r" b="b"/>
            <a:pathLst>
              <a:path w="2700825" h="5283200">
                <a:moveTo>
                  <a:pt x="0" y="0"/>
                </a:moveTo>
                <a:lnTo>
                  <a:pt x="2700825" y="0"/>
                </a:lnTo>
                <a:lnTo>
                  <a:pt x="2700825" y="5283200"/>
                </a:lnTo>
                <a:lnTo>
                  <a:pt x="0" y="52832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2.xml><?xml version="1.0" encoding="utf-8"?>
<p:sldLayout xmlns:p="http://schemas.openxmlformats.org/presentationml/2006/main" userDrawn="1">
  <p:cSld name="Traction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06EFC27-3C14-4F0A-98BF-BD882A0DCC4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740585" y="2909788"/>
            <a:ext cx="2710830" cy="2710830"/>
          </a:xfrm>
          <a:custGeom xmlns:a="http://schemas.openxmlformats.org/drawingml/2006/main">
            <a:gdLst>
              <a:gd name="connsiteX0" fmla="*/ 1355415 w 2710830"/>
              <a:gd name="connsiteY0" fmla="*/ 0 h 2710830"/>
              <a:gd name="connsiteX1" fmla="*/ 2710830 w 2710830"/>
              <a:gd name="connsiteY1" fmla="*/ 1355415 h 2710830"/>
              <a:gd name="connsiteX2" fmla="*/ 1355415 w 2710830"/>
              <a:gd name="connsiteY2" fmla="*/ 2710830 h 2710830"/>
              <a:gd name="connsiteX3" fmla="*/ 0 w 2710830"/>
              <a:gd name="connsiteY3" fmla="*/ 1355415 h 2710830"/>
              <a:gd name="connsiteX4" fmla="*/ 1355415 w 2710830"/>
              <a:gd name="connsiteY4" fmla="*/ 0 h 2710830"/>
            </a:gdLst>
            <a:rect l="l" t="t" r="r" b="b"/>
            <a:pathLst>
              <a:path w="2710830" h="2710830">
                <a:moveTo>
                  <a:pt x="1355415" y="0"/>
                </a:moveTo>
                <a:cubicBezTo>
                  <a:pt x="2103990" y="0"/>
                  <a:pt x="2710830" y="606840"/>
                  <a:pt x="2710830" y="1355415"/>
                </a:cubicBezTo>
                <a:cubicBezTo>
                  <a:pt x="2710830" y="2103990"/>
                  <a:pt x="2103990" y="2710830"/>
                  <a:pt x="1355415" y="2710830"/>
                </a:cubicBezTo>
                <a:cubicBezTo>
                  <a:pt x="606840" y="2710830"/>
                  <a:pt x="0" y="2103990"/>
                  <a:pt x="0" y="1355415"/>
                </a:cubicBezTo>
                <a:cubicBezTo>
                  <a:pt x="0" y="606840"/>
                  <a:pt x="606840" y="0"/>
                  <a:pt x="135541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3.xml><?xml version="1.0" encoding="utf-8"?>
<p:sldLayout xmlns:p="http://schemas.openxmlformats.org/presentationml/2006/main" userDrawn="1">
  <p:cSld name="Roadmap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E67C807-851E-4A9A-A756-F7EECEE7C97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554386" y="2141"/>
            <a:ext cx="6196414" cy="6881260"/>
          </a:xfrm>
          <a:custGeom xmlns:a="http://schemas.openxmlformats.org/drawingml/2006/main">
            <a:gdLst>
              <a:gd name="connsiteX0" fmla="*/ 6196414 w 6196414"/>
              <a:gd name="connsiteY0" fmla="*/ 0 h 6881260"/>
              <a:gd name="connsiteX1" fmla="*/ 6196414 w 6196414"/>
              <a:gd name="connsiteY1" fmla="*/ 6881260 h 6881260"/>
              <a:gd name="connsiteX2" fmla="*/ 6191204 w 6196414"/>
              <a:gd name="connsiteY2" fmla="*/ 6881260 h 6881260"/>
              <a:gd name="connsiteX3" fmla="*/ 269862 w 6196414"/>
              <a:gd name="connsiteY3" fmla="*/ 6881260 h 6881260"/>
              <a:gd name="connsiteX4" fmla="*/ 51563 w 6196414"/>
              <a:gd name="connsiteY4" fmla="*/ 6090912 h 6881260"/>
              <a:gd name="connsiteX5" fmla="*/ 152687 w 6196414"/>
              <a:gd name="connsiteY5" fmla="*/ 5041933 h 6881260"/>
              <a:gd name="connsiteX6" fmla="*/ 154292 w 6196414"/>
              <a:gd name="connsiteY6" fmla="*/ 5040327 h 6881260"/>
              <a:gd name="connsiteX7" fmla="*/ 595704 w 6196414"/>
              <a:gd name="connsiteY7" fmla="*/ 4849166 h 6881260"/>
              <a:gd name="connsiteX8" fmla="*/ 598914 w 6196414"/>
              <a:gd name="connsiteY8" fmla="*/ 4849166 h 6881260"/>
              <a:gd name="connsiteX9" fmla="*/ 1846104 w 6196414"/>
              <a:gd name="connsiteY9" fmla="*/ 5112615 h 6881260"/>
              <a:gd name="connsiteX10" fmla="*/ 2863759 w 6196414"/>
              <a:gd name="connsiteY10" fmla="*/ 5183297 h 6881260"/>
              <a:gd name="connsiteX11" fmla="*/ 3517049 w 6196414"/>
              <a:gd name="connsiteY11" fmla="*/ 4749569 h 6881260"/>
              <a:gd name="connsiteX12" fmla="*/ 3610147 w 6196414"/>
              <a:gd name="connsiteY12" fmla="*/ 4193755 h 6881260"/>
              <a:gd name="connsiteX13" fmla="*/ 3324433 w 6196414"/>
              <a:gd name="connsiteY13" fmla="*/ 3674888 h 6881260"/>
              <a:gd name="connsiteX14" fmla="*/ 2016248 w 6196414"/>
              <a:gd name="connsiteY14" fmla="*/ 3196181 h 6881260"/>
              <a:gd name="connsiteX15" fmla="*/ 616571 w 6196414"/>
              <a:gd name="connsiteY15" fmla="*/ 2548802 h 6881260"/>
              <a:gd name="connsiteX16" fmla="*/ 708063 w 6196414"/>
              <a:gd name="connsiteY16" fmla="*/ 2070095 h 6881260"/>
              <a:gd name="connsiteX17" fmla="*/ 968095 w 6196414"/>
              <a:gd name="connsiteY17" fmla="*/ 1906243 h 6881260"/>
              <a:gd name="connsiteX18" fmla="*/ 976121 w 6196414"/>
              <a:gd name="connsiteY18" fmla="*/ 1903030 h 6881260"/>
              <a:gd name="connsiteX19" fmla="*/ 2631015 w 6196414"/>
              <a:gd name="connsiteY19" fmla="*/ 2490972 h 6881260"/>
              <a:gd name="connsiteX20" fmla="*/ 2642251 w 6196414"/>
              <a:gd name="connsiteY20" fmla="*/ 2497397 h 6881260"/>
              <a:gd name="connsiteX21" fmla="*/ 4077241 w 6196414"/>
              <a:gd name="connsiteY21" fmla="*/ 2600207 h 6881260"/>
              <a:gd name="connsiteX22" fmla="*/ 4472104 w 6196414"/>
              <a:gd name="connsiteY22" fmla="*/ 2185756 h 6881260"/>
              <a:gd name="connsiteX23" fmla="*/ 4592490 w 6196414"/>
              <a:gd name="connsiteY23" fmla="*/ 1589782 h 6881260"/>
              <a:gd name="connsiteX24" fmla="*/ 4594094 w 6196414"/>
              <a:gd name="connsiteY24" fmla="*/ 1053 h 6881260"/>
            </a:gdLst>
            <a:rect l="l" t="t" r="r" b="b"/>
            <a:pathLst>
              <a:path w="6196414" h="6881260">
                <a:moveTo>
                  <a:pt x="6196414" y="0"/>
                </a:moveTo>
                <a:lnTo>
                  <a:pt x="6196414" y="6881260"/>
                </a:lnTo>
                <a:lnTo>
                  <a:pt x="6191204" y="6881260"/>
                </a:lnTo>
                <a:cubicBezTo>
                  <a:pt x="5345298" y="6881260"/>
                  <a:pt x="3653486" y="6881260"/>
                  <a:pt x="269862" y="6881260"/>
                </a:cubicBezTo>
                <a:cubicBezTo>
                  <a:pt x="229733" y="6770419"/>
                  <a:pt x="118979" y="6450745"/>
                  <a:pt x="51563" y="6090912"/>
                </a:cubicBezTo>
                <a:cubicBezTo>
                  <a:pt x="-43140" y="5580077"/>
                  <a:pt x="-6222" y="5197754"/>
                  <a:pt x="152687" y="5041933"/>
                </a:cubicBezTo>
                <a:cubicBezTo>
                  <a:pt x="152687" y="5041933"/>
                  <a:pt x="152687" y="5041933"/>
                  <a:pt x="154292" y="5040327"/>
                </a:cubicBezTo>
                <a:cubicBezTo>
                  <a:pt x="298754" y="4895751"/>
                  <a:pt x="404693" y="4849166"/>
                  <a:pt x="595704" y="4849166"/>
                </a:cubicBezTo>
                <a:cubicBezTo>
                  <a:pt x="595704" y="4849166"/>
                  <a:pt x="597309" y="4849166"/>
                  <a:pt x="598914" y="4849166"/>
                </a:cubicBezTo>
                <a:cubicBezTo>
                  <a:pt x="836474" y="4849166"/>
                  <a:pt x="1197629" y="4926273"/>
                  <a:pt x="1846104" y="5112615"/>
                </a:cubicBezTo>
                <a:cubicBezTo>
                  <a:pt x="2228126" y="5223457"/>
                  <a:pt x="2570020" y="5247553"/>
                  <a:pt x="2863759" y="5183297"/>
                </a:cubicBezTo>
                <a:cubicBezTo>
                  <a:pt x="3155894" y="5119041"/>
                  <a:pt x="3388638" y="4964826"/>
                  <a:pt x="3517049" y="4749569"/>
                </a:cubicBezTo>
                <a:cubicBezTo>
                  <a:pt x="3616568" y="4582503"/>
                  <a:pt x="3648670" y="4389736"/>
                  <a:pt x="3610147" y="4193755"/>
                </a:cubicBezTo>
                <a:cubicBezTo>
                  <a:pt x="3574834" y="4009019"/>
                  <a:pt x="3475316" y="3829102"/>
                  <a:pt x="3324433" y="3674888"/>
                </a:cubicBezTo>
                <a:cubicBezTo>
                  <a:pt x="3037114" y="3382523"/>
                  <a:pt x="2541127" y="3292565"/>
                  <a:pt x="2016248" y="3196181"/>
                </a:cubicBezTo>
                <a:cubicBezTo>
                  <a:pt x="1401482" y="3083733"/>
                  <a:pt x="765848" y="2966466"/>
                  <a:pt x="616571" y="2548802"/>
                </a:cubicBezTo>
                <a:cubicBezTo>
                  <a:pt x="552365" y="2349609"/>
                  <a:pt x="582863" y="2197001"/>
                  <a:pt x="708063" y="2070095"/>
                </a:cubicBezTo>
                <a:cubicBezTo>
                  <a:pt x="815607" y="1962467"/>
                  <a:pt x="953649" y="1912668"/>
                  <a:pt x="968095" y="1906243"/>
                </a:cubicBezTo>
                <a:cubicBezTo>
                  <a:pt x="968095" y="1906243"/>
                  <a:pt x="968095" y="1906243"/>
                  <a:pt x="976121" y="1903030"/>
                </a:cubicBezTo>
                <a:cubicBezTo>
                  <a:pt x="1091691" y="1862870"/>
                  <a:pt x="1708062" y="1840380"/>
                  <a:pt x="2631015" y="2490972"/>
                </a:cubicBezTo>
                <a:cubicBezTo>
                  <a:pt x="2631015" y="2490972"/>
                  <a:pt x="2631015" y="2490972"/>
                  <a:pt x="2642251" y="2497397"/>
                </a:cubicBezTo>
                <a:cubicBezTo>
                  <a:pt x="3117370" y="2801007"/>
                  <a:pt x="3667932" y="2841167"/>
                  <a:pt x="4077241" y="2600207"/>
                </a:cubicBezTo>
                <a:cubicBezTo>
                  <a:pt x="4245780" y="2502217"/>
                  <a:pt x="4382217" y="2359247"/>
                  <a:pt x="4472104" y="2185756"/>
                </a:cubicBezTo>
                <a:cubicBezTo>
                  <a:pt x="4563597" y="2009052"/>
                  <a:pt x="4603726" y="1809859"/>
                  <a:pt x="4592490" y="1589782"/>
                </a:cubicBezTo>
                <a:cubicBezTo>
                  <a:pt x="4589280" y="821923"/>
                  <a:pt x="4592490" y="9085"/>
                  <a:pt x="4594094" y="105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4.xml><?xml version="1.0" encoding="utf-8"?>
<p:sldLayout xmlns:p="http://schemas.openxmlformats.org/presentationml/2006/main" userDrawn="1">
  <p:cSld name="Timeline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0683CF32-8740-4174-8736-EBF66051520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390811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DCB20C6C-B1E7-4D7F-85D6-3E7CEDA6540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695695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F8FCF21D-6D77-4877-810D-96B31A9713D1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9926218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5.xml><?xml version="1.0" encoding="utf-8"?>
<p:sldLayout xmlns:p="http://schemas.openxmlformats.org/presentationml/2006/main" userDrawn="1">
  <p:cSld name="Timeline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CCD019A4-5B64-4A5B-B493-5C3A3BB2A29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160289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5DA23793-95BB-4000-AA45-D1EC027C741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390811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6C6D596F-8D12-4296-B134-67982EF4DAF1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695695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D8F3E41E-47D0-469B-8890-3A2D3E9385E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926218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6.xml><?xml version="1.0" encoding="utf-8"?>
<p:sldLayout xmlns:p="http://schemas.openxmlformats.org/presentationml/2006/main" userDrawn="1">
  <p:cSld name="Timeline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E3769511-9359-4EAC-8184-2CA0BA182AB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160289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D7389196-1D54-4DBD-B114-E4A13B324F0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390811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CB1EDA64-D3A6-4276-B949-F1773F8113D6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695695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7.xml><?xml version="1.0" encoding="utf-8"?>
<p:sldLayout xmlns:p="http://schemas.openxmlformats.org/presentationml/2006/main" userDrawn="1">
  <p:cSld name="Timeline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4078853C-3CA0-4B8B-B9D6-F8C78201013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837877" y="2015808"/>
            <a:ext cx="1223012" cy="1225072"/>
          </a:xfrm>
          <a:custGeom xmlns:a="http://schemas.openxmlformats.org/drawingml/2006/main">
            <a:gdLst>
              <a:gd name="connsiteX0" fmla="*/ 611506 w 1223012"/>
              <a:gd name="connsiteY0" fmla="*/ 0 h 1225072"/>
              <a:gd name="connsiteX1" fmla="*/ 1223012 w 1223012"/>
              <a:gd name="connsiteY1" fmla="*/ 612536 h 1225072"/>
              <a:gd name="connsiteX2" fmla="*/ 611506 w 1223012"/>
              <a:gd name="connsiteY2" fmla="*/ 1225072 h 1225072"/>
              <a:gd name="connsiteX3" fmla="*/ 0 w 1223012"/>
              <a:gd name="connsiteY3" fmla="*/ 612536 h 1225072"/>
              <a:gd name="connsiteX4" fmla="*/ 611506 w 1223012"/>
              <a:gd name="connsiteY4" fmla="*/ 0 h 1225072"/>
            </a:gdLst>
            <a:rect l="l" t="t" r="r" b="b"/>
            <a:pathLst>
              <a:path w="1223012" h="1225072">
                <a:moveTo>
                  <a:pt x="611506" y="0"/>
                </a:moveTo>
                <a:cubicBezTo>
                  <a:pt x="949231" y="0"/>
                  <a:pt x="1223012" y="274242"/>
                  <a:pt x="1223012" y="612536"/>
                </a:cubicBezTo>
                <a:cubicBezTo>
                  <a:pt x="1223012" y="950830"/>
                  <a:pt x="949231" y="1225072"/>
                  <a:pt x="611506" y="1225072"/>
                </a:cubicBezTo>
                <a:cubicBezTo>
                  <a:pt x="273781" y="1225072"/>
                  <a:pt x="0" y="950830"/>
                  <a:pt x="0" y="612536"/>
                </a:cubicBezTo>
                <a:cubicBezTo>
                  <a:pt x="0" y="274242"/>
                  <a:pt x="273781" y="0"/>
                  <a:pt x="61150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6" name="Picture Placeholder 15">
            <a:extLst xmlns:a="http://schemas.openxmlformats.org/drawingml/2006/main">
              <a:ext uri="{FF2B5EF4-FFF2-40B4-BE49-F238E27FC236}">
                <a16:creationId xmlns:a16="http://schemas.microsoft.com/office/drawing/2014/main" id="{855EFED9-864D-455F-A20F-5F6B342B115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485524" y="2015808"/>
            <a:ext cx="1220954" cy="1225072"/>
          </a:xfrm>
          <a:custGeom xmlns:a="http://schemas.openxmlformats.org/drawingml/2006/main">
            <a:gdLst>
              <a:gd name="connsiteX0" fmla="*/ 610477 w 1220954"/>
              <a:gd name="connsiteY0" fmla="*/ 0 h 1225072"/>
              <a:gd name="connsiteX1" fmla="*/ 1220954 w 1220954"/>
              <a:gd name="connsiteY1" fmla="*/ 612536 h 1225072"/>
              <a:gd name="connsiteX2" fmla="*/ 610477 w 1220954"/>
              <a:gd name="connsiteY2" fmla="*/ 1225072 h 1225072"/>
              <a:gd name="connsiteX3" fmla="*/ 0 w 1220954"/>
              <a:gd name="connsiteY3" fmla="*/ 612536 h 1225072"/>
              <a:gd name="connsiteX4" fmla="*/ 610477 w 1220954"/>
              <a:gd name="connsiteY4" fmla="*/ 0 h 1225072"/>
            </a:gdLst>
            <a:rect l="l" t="t" r="r" b="b"/>
            <a:pathLst>
              <a:path w="1220954" h="1225072">
                <a:moveTo>
                  <a:pt x="610477" y="0"/>
                </a:moveTo>
                <a:cubicBezTo>
                  <a:pt x="947634" y="0"/>
                  <a:pt x="1220954" y="274242"/>
                  <a:pt x="1220954" y="612536"/>
                </a:cubicBezTo>
                <a:cubicBezTo>
                  <a:pt x="1220954" y="950830"/>
                  <a:pt x="947634" y="1225072"/>
                  <a:pt x="610477" y="1225072"/>
                </a:cubicBezTo>
                <a:cubicBezTo>
                  <a:pt x="273320" y="1225072"/>
                  <a:pt x="0" y="950830"/>
                  <a:pt x="0" y="612536"/>
                </a:cubicBezTo>
                <a:cubicBezTo>
                  <a:pt x="0" y="274242"/>
                  <a:pt x="273320" y="0"/>
                  <a:pt x="61047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7" name="Picture Placeholder 16">
            <a:extLst xmlns:a="http://schemas.openxmlformats.org/drawingml/2006/main">
              <a:ext uri="{FF2B5EF4-FFF2-40B4-BE49-F238E27FC236}">
                <a16:creationId xmlns:a16="http://schemas.microsoft.com/office/drawing/2014/main" id="{CF9ED683-5C0D-4E5F-A492-BF4C7A8AA4A7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9131113" y="2015808"/>
            <a:ext cx="1223012" cy="1225072"/>
          </a:xfrm>
          <a:custGeom xmlns:a="http://schemas.openxmlformats.org/drawingml/2006/main">
            <a:gdLst>
              <a:gd name="connsiteX0" fmla="*/ 611506 w 1223012"/>
              <a:gd name="connsiteY0" fmla="*/ 0 h 1225072"/>
              <a:gd name="connsiteX1" fmla="*/ 1223012 w 1223012"/>
              <a:gd name="connsiteY1" fmla="*/ 612536 h 1225072"/>
              <a:gd name="connsiteX2" fmla="*/ 611506 w 1223012"/>
              <a:gd name="connsiteY2" fmla="*/ 1225072 h 1225072"/>
              <a:gd name="connsiteX3" fmla="*/ 0 w 1223012"/>
              <a:gd name="connsiteY3" fmla="*/ 612536 h 1225072"/>
              <a:gd name="connsiteX4" fmla="*/ 611506 w 1223012"/>
              <a:gd name="connsiteY4" fmla="*/ 0 h 1225072"/>
            </a:gdLst>
            <a:rect l="l" t="t" r="r" b="b"/>
            <a:pathLst>
              <a:path w="1223012" h="1225072">
                <a:moveTo>
                  <a:pt x="611506" y="0"/>
                </a:moveTo>
                <a:cubicBezTo>
                  <a:pt x="949231" y="0"/>
                  <a:pt x="1223012" y="274242"/>
                  <a:pt x="1223012" y="612536"/>
                </a:cubicBezTo>
                <a:cubicBezTo>
                  <a:pt x="1223012" y="950830"/>
                  <a:pt x="949231" y="1225072"/>
                  <a:pt x="611506" y="1225072"/>
                </a:cubicBezTo>
                <a:cubicBezTo>
                  <a:pt x="273781" y="1225072"/>
                  <a:pt x="0" y="950830"/>
                  <a:pt x="0" y="612536"/>
                </a:cubicBezTo>
                <a:cubicBezTo>
                  <a:pt x="0" y="274242"/>
                  <a:pt x="273781" y="0"/>
                  <a:pt x="61150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8" name="Picture Placeholder 17">
            <a:extLst xmlns:a="http://schemas.openxmlformats.org/drawingml/2006/main">
              <a:ext uri="{FF2B5EF4-FFF2-40B4-BE49-F238E27FC236}">
                <a16:creationId xmlns:a16="http://schemas.microsoft.com/office/drawing/2014/main" id="{4BC7375C-3FF5-416F-B00D-FA9921C5D05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661611" y="5101589"/>
            <a:ext cx="1223012" cy="1223012"/>
          </a:xfrm>
          <a:custGeom xmlns:a="http://schemas.openxmlformats.org/drawingml/2006/main">
            <a:gdLst>
              <a:gd name="connsiteX0" fmla="*/ 611506 w 1223012"/>
              <a:gd name="connsiteY0" fmla="*/ 0 h 1223012"/>
              <a:gd name="connsiteX1" fmla="*/ 1223012 w 1223012"/>
              <a:gd name="connsiteY1" fmla="*/ 611506 h 1223012"/>
              <a:gd name="connsiteX2" fmla="*/ 611506 w 1223012"/>
              <a:gd name="connsiteY2" fmla="*/ 1223012 h 1223012"/>
              <a:gd name="connsiteX3" fmla="*/ 0 w 1223012"/>
              <a:gd name="connsiteY3" fmla="*/ 611506 h 1223012"/>
              <a:gd name="connsiteX4" fmla="*/ 611506 w 1223012"/>
              <a:gd name="connsiteY4" fmla="*/ 0 h 1223012"/>
            </a:gdLst>
            <a:rect l="l" t="t" r="r" b="b"/>
            <a:pathLst>
              <a:path w="1223012" h="1223012">
                <a:moveTo>
                  <a:pt x="611506" y="0"/>
                </a:moveTo>
                <a:cubicBezTo>
                  <a:pt x="949231" y="0"/>
                  <a:pt x="1223012" y="273781"/>
                  <a:pt x="1223012" y="611506"/>
                </a:cubicBezTo>
                <a:cubicBezTo>
                  <a:pt x="1223012" y="949231"/>
                  <a:pt x="949231" y="1223012"/>
                  <a:pt x="611506" y="1223012"/>
                </a:cubicBezTo>
                <a:cubicBezTo>
                  <a:pt x="273781" y="1223012"/>
                  <a:pt x="0" y="949231"/>
                  <a:pt x="0" y="611506"/>
                </a:cubicBezTo>
                <a:cubicBezTo>
                  <a:pt x="0" y="273781"/>
                  <a:pt x="273781" y="0"/>
                  <a:pt x="61150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9" name="Picture Placeholder 18">
            <a:extLst xmlns:a="http://schemas.openxmlformats.org/drawingml/2006/main">
              <a:ext uri="{FF2B5EF4-FFF2-40B4-BE49-F238E27FC236}">
                <a16:creationId xmlns:a16="http://schemas.microsoft.com/office/drawing/2014/main" id="{91B270AC-ACD4-479D-8325-73CA96C11BE7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307378" y="5101589"/>
            <a:ext cx="1223012" cy="1223012"/>
          </a:xfrm>
          <a:custGeom xmlns:a="http://schemas.openxmlformats.org/drawingml/2006/main">
            <a:gdLst>
              <a:gd name="connsiteX0" fmla="*/ 611506 w 1223012"/>
              <a:gd name="connsiteY0" fmla="*/ 0 h 1223012"/>
              <a:gd name="connsiteX1" fmla="*/ 1223012 w 1223012"/>
              <a:gd name="connsiteY1" fmla="*/ 611506 h 1223012"/>
              <a:gd name="connsiteX2" fmla="*/ 611506 w 1223012"/>
              <a:gd name="connsiteY2" fmla="*/ 1223012 h 1223012"/>
              <a:gd name="connsiteX3" fmla="*/ 0 w 1223012"/>
              <a:gd name="connsiteY3" fmla="*/ 611506 h 1223012"/>
              <a:gd name="connsiteX4" fmla="*/ 611506 w 1223012"/>
              <a:gd name="connsiteY4" fmla="*/ 0 h 1223012"/>
            </a:gdLst>
            <a:rect l="l" t="t" r="r" b="b"/>
            <a:pathLst>
              <a:path w="1223012" h="1223012">
                <a:moveTo>
                  <a:pt x="611506" y="0"/>
                </a:moveTo>
                <a:cubicBezTo>
                  <a:pt x="949231" y="0"/>
                  <a:pt x="1223012" y="273781"/>
                  <a:pt x="1223012" y="611506"/>
                </a:cubicBezTo>
                <a:cubicBezTo>
                  <a:pt x="1223012" y="949231"/>
                  <a:pt x="949231" y="1223012"/>
                  <a:pt x="611506" y="1223012"/>
                </a:cubicBezTo>
                <a:cubicBezTo>
                  <a:pt x="273781" y="1223012"/>
                  <a:pt x="0" y="949231"/>
                  <a:pt x="0" y="611506"/>
                </a:cubicBezTo>
                <a:cubicBezTo>
                  <a:pt x="0" y="273781"/>
                  <a:pt x="273781" y="0"/>
                  <a:pt x="61150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8.xml><?xml version="1.0" encoding="utf-8"?>
<p:sldLayout xmlns:p="http://schemas.openxmlformats.org/presentationml/2006/main" userDrawn="1">
  <p:cSld name="Team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icture Placeholder 15">
            <a:extLst xmlns:a="http://schemas.openxmlformats.org/drawingml/2006/main">
              <a:ext uri="{FF2B5EF4-FFF2-40B4-BE49-F238E27FC236}">
                <a16:creationId xmlns:a16="http://schemas.microsoft.com/office/drawing/2014/main" id="{CF6094CA-34AF-4FC8-9E4B-639CE9B3337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635522" y="2780348"/>
            <a:ext cx="2084914" cy="2086292"/>
          </a:xfrm>
          <a:custGeom xmlns:a="http://schemas.openxmlformats.org/drawingml/2006/main">
            <a:gdLst>
              <a:gd name="connsiteX0" fmla="*/ 1042457 w 2084914"/>
              <a:gd name="connsiteY0" fmla="*/ 0 h 2086292"/>
              <a:gd name="connsiteX1" fmla="*/ 2084914 w 2084914"/>
              <a:gd name="connsiteY1" fmla="*/ 1043146 h 2086292"/>
              <a:gd name="connsiteX2" fmla="*/ 1042457 w 2084914"/>
              <a:gd name="connsiteY2" fmla="*/ 2086292 h 2086292"/>
              <a:gd name="connsiteX3" fmla="*/ 0 w 2084914"/>
              <a:gd name="connsiteY3" fmla="*/ 1043146 h 2086292"/>
              <a:gd name="connsiteX4" fmla="*/ 1042457 w 2084914"/>
              <a:gd name="connsiteY4" fmla="*/ 0 h 2086292"/>
            </a:gdLst>
            <a:rect l="l" t="t" r="r" b="b"/>
            <a:pathLst>
              <a:path w="2084914" h="2086292">
                <a:moveTo>
                  <a:pt x="1042457" y="0"/>
                </a:moveTo>
                <a:cubicBezTo>
                  <a:pt x="1618190" y="0"/>
                  <a:pt x="2084914" y="467032"/>
                  <a:pt x="2084914" y="1043146"/>
                </a:cubicBezTo>
                <a:cubicBezTo>
                  <a:pt x="2084914" y="1619260"/>
                  <a:pt x="1618190" y="2086292"/>
                  <a:pt x="1042457" y="2086292"/>
                </a:cubicBezTo>
                <a:cubicBezTo>
                  <a:pt x="466724" y="2086292"/>
                  <a:pt x="0" y="1619260"/>
                  <a:pt x="0" y="1043146"/>
                </a:cubicBezTo>
                <a:cubicBezTo>
                  <a:pt x="0" y="467032"/>
                  <a:pt x="466724" y="0"/>
                  <a:pt x="104245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FAA3EF95-AC0B-416B-B65F-3A704474485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481386" y="1485623"/>
            <a:ext cx="998908" cy="999000"/>
          </a:xfrm>
          <a:custGeom xmlns:a="http://schemas.openxmlformats.org/drawingml/2006/main">
            <a:gdLst>
              <a:gd name="connsiteX0" fmla="*/ 516679 w 998908"/>
              <a:gd name="connsiteY0" fmla="*/ 304 h 999000"/>
              <a:gd name="connsiteX1" fmla="*/ 792440 w 998908"/>
              <a:gd name="connsiteY1" fmla="*/ 95301 h 999000"/>
              <a:gd name="connsiteX2" fmla="*/ 903700 w 998908"/>
              <a:gd name="connsiteY2" fmla="*/ 792532 h 999000"/>
              <a:gd name="connsiteX3" fmla="*/ 206469 w 998908"/>
              <a:gd name="connsiteY3" fmla="*/ 903792 h 999000"/>
              <a:gd name="connsiteX4" fmla="*/ 95209 w 998908"/>
              <a:gd name="connsiteY4" fmla="*/ 205078 h 999000"/>
              <a:gd name="connsiteX5" fmla="*/ 516679 w 998908"/>
              <a:gd name="connsiteY5" fmla="*/ 304 h 999000"/>
            </a:gdLst>
            <a:rect l="l" t="t" r="r" b="b"/>
            <a:pathLst>
              <a:path w="998908" h="999000">
                <a:moveTo>
                  <a:pt x="516679" y="304"/>
                </a:moveTo>
                <a:cubicBezTo>
                  <a:pt x="612824" y="3651"/>
                  <a:pt x="708995" y="34664"/>
                  <a:pt x="792440" y="95301"/>
                </a:cubicBezTo>
                <a:cubicBezTo>
                  <a:pt x="1016444" y="256999"/>
                  <a:pt x="1065398" y="570011"/>
                  <a:pt x="903700" y="792532"/>
                </a:cubicBezTo>
                <a:cubicBezTo>
                  <a:pt x="740518" y="1016536"/>
                  <a:pt x="428989" y="1065490"/>
                  <a:pt x="206469" y="903792"/>
                </a:cubicBezTo>
                <a:cubicBezTo>
                  <a:pt x="-17535" y="740610"/>
                  <a:pt x="-66490" y="429082"/>
                  <a:pt x="95209" y="205078"/>
                </a:cubicBezTo>
                <a:cubicBezTo>
                  <a:pt x="196270" y="66003"/>
                  <a:pt x="356438" y="-5273"/>
                  <a:pt x="516679" y="30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734F130F-0306-427D-BD17-E1320AD56A06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8306223" y="2621796"/>
            <a:ext cx="997976" cy="1000046"/>
          </a:xfrm>
          <a:custGeom xmlns:a="http://schemas.openxmlformats.org/drawingml/2006/main">
            <a:gdLst>
              <a:gd name="connsiteX0" fmla="*/ 541911 w 997976"/>
              <a:gd name="connsiteY0" fmla="*/ 1776 h 1000046"/>
              <a:gd name="connsiteX1" fmla="*/ 973628 w 997976"/>
              <a:gd name="connsiteY1" fmla="*/ 345624 h 1000046"/>
              <a:gd name="connsiteX2" fmla="*/ 653437 w 997976"/>
              <a:gd name="connsiteY2" fmla="*/ 975097 h 1000046"/>
              <a:gd name="connsiteX3" fmla="*/ 24913 w 997976"/>
              <a:gd name="connsiteY3" fmla="*/ 654422 h 1000046"/>
              <a:gd name="connsiteX4" fmla="*/ 345104 w 997976"/>
              <a:gd name="connsiteY4" fmla="*/ 24949 h 1000046"/>
              <a:gd name="connsiteX5" fmla="*/ 541911 w 997976"/>
              <a:gd name="connsiteY5" fmla="*/ 1776 h 1000046"/>
            </a:gdLst>
            <a:rect l="l" t="t" r="r" b="b"/>
            <a:pathLst>
              <a:path w="997976" h="1000046">
                <a:moveTo>
                  <a:pt x="541911" y="1776"/>
                </a:moveTo>
                <a:cubicBezTo>
                  <a:pt x="735430" y="18269"/>
                  <a:pt x="909145" y="148543"/>
                  <a:pt x="973628" y="345624"/>
                </a:cubicBezTo>
                <a:cubicBezTo>
                  <a:pt x="1058123" y="608399"/>
                  <a:pt x="915816" y="890474"/>
                  <a:pt x="653437" y="975097"/>
                </a:cubicBezTo>
                <a:cubicBezTo>
                  <a:pt x="391057" y="1061204"/>
                  <a:pt x="109407" y="917197"/>
                  <a:pt x="24913" y="654422"/>
                </a:cubicBezTo>
                <a:cubicBezTo>
                  <a:pt x="-61065" y="391647"/>
                  <a:pt x="82725" y="109572"/>
                  <a:pt x="345104" y="24949"/>
                </a:cubicBezTo>
                <a:cubicBezTo>
                  <a:pt x="410699" y="3423"/>
                  <a:pt x="477405" y="-3722"/>
                  <a:pt x="541911" y="1776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1AA95DF9-DDC0-47D6-8C3B-A7E3583D0CA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8306223" y="4025954"/>
            <a:ext cx="997976" cy="1000029"/>
          </a:xfrm>
          <a:custGeom xmlns:a="http://schemas.openxmlformats.org/drawingml/2006/main">
            <a:gdLst>
              <a:gd name="connsiteX0" fmla="*/ 456421 w 997976"/>
              <a:gd name="connsiteY0" fmla="*/ 1923 h 1000029"/>
              <a:gd name="connsiteX1" fmla="*/ 653437 w 997976"/>
              <a:gd name="connsiteY1" fmla="*/ 24237 h 1000029"/>
              <a:gd name="connsiteX2" fmla="*/ 973628 w 997976"/>
              <a:gd name="connsiteY2" fmla="*/ 655137 h 1000029"/>
              <a:gd name="connsiteX3" fmla="*/ 345104 w 997976"/>
              <a:gd name="connsiteY3" fmla="*/ 975782 h 1000029"/>
              <a:gd name="connsiteX4" fmla="*/ 24913 w 997976"/>
              <a:gd name="connsiteY4" fmla="*/ 346367 h 1000029"/>
              <a:gd name="connsiteX5" fmla="*/ 456421 w 997976"/>
              <a:gd name="connsiteY5" fmla="*/ 1923 h 1000029"/>
            </a:gdLst>
            <a:rect l="l" t="t" r="r" b="b"/>
            <a:pathLst>
              <a:path w="997976" h="1000029">
                <a:moveTo>
                  <a:pt x="456421" y="1923"/>
                </a:moveTo>
                <a:cubicBezTo>
                  <a:pt x="521043" y="-3782"/>
                  <a:pt x="587842" y="3083"/>
                  <a:pt x="653437" y="24237"/>
                </a:cubicBezTo>
                <a:cubicBezTo>
                  <a:pt x="915816" y="110336"/>
                  <a:pt x="1058123" y="392386"/>
                  <a:pt x="973628" y="655137"/>
                </a:cubicBezTo>
                <a:cubicBezTo>
                  <a:pt x="887651" y="916404"/>
                  <a:pt x="607483" y="1060397"/>
                  <a:pt x="345104" y="975782"/>
                </a:cubicBezTo>
                <a:cubicBezTo>
                  <a:pt x="82725" y="889683"/>
                  <a:pt x="-61065" y="607634"/>
                  <a:pt x="24913" y="346367"/>
                </a:cubicBezTo>
                <a:cubicBezTo>
                  <a:pt x="88283" y="149304"/>
                  <a:pt x="262554" y="19041"/>
                  <a:pt x="456421" y="192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6CBDF843-1658-41DC-A2E8-4224E6EA667D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481386" y="5163861"/>
            <a:ext cx="998908" cy="998577"/>
          </a:xfrm>
          <a:custGeom xmlns:a="http://schemas.openxmlformats.org/drawingml/2006/main">
            <a:gdLst>
              <a:gd name="connsiteX0" fmla="*/ 481838 w 998908"/>
              <a:gd name="connsiteY0" fmla="*/ 304 h 998577"/>
              <a:gd name="connsiteX1" fmla="*/ 903700 w 998908"/>
              <a:gd name="connsiteY1" fmla="*/ 205078 h 998577"/>
              <a:gd name="connsiteX2" fmla="*/ 792440 w 998908"/>
              <a:gd name="connsiteY2" fmla="*/ 903792 h 998577"/>
              <a:gd name="connsiteX3" fmla="*/ 95209 w 998908"/>
              <a:gd name="connsiteY3" fmla="*/ 792532 h 998577"/>
              <a:gd name="connsiteX4" fmla="*/ 206469 w 998908"/>
              <a:gd name="connsiteY4" fmla="*/ 95301 h 998577"/>
              <a:gd name="connsiteX5" fmla="*/ 481838 w 998908"/>
              <a:gd name="connsiteY5" fmla="*/ 304 h 998577"/>
            </a:gdLst>
            <a:rect l="l" t="t" r="r" b="b"/>
            <a:pathLst>
              <a:path w="998908" h="998577">
                <a:moveTo>
                  <a:pt x="481838" y="304"/>
                </a:moveTo>
                <a:cubicBezTo>
                  <a:pt x="641775" y="-5273"/>
                  <a:pt x="801711" y="66003"/>
                  <a:pt x="903700" y="205078"/>
                </a:cubicBezTo>
                <a:cubicBezTo>
                  <a:pt x="1065398" y="429082"/>
                  <a:pt x="1016444" y="740610"/>
                  <a:pt x="792440" y="903792"/>
                </a:cubicBezTo>
                <a:cubicBezTo>
                  <a:pt x="569919" y="1065490"/>
                  <a:pt x="256907" y="1015052"/>
                  <a:pt x="95209" y="792532"/>
                </a:cubicBezTo>
                <a:cubicBezTo>
                  <a:pt x="-66490" y="570012"/>
                  <a:pt x="-17535" y="257000"/>
                  <a:pt x="206469" y="95301"/>
                </a:cubicBezTo>
                <a:cubicBezTo>
                  <a:pt x="289914" y="34665"/>
                  <a:pt x="385876" y="3651"/>
                  <a:pt x="481838" y="30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9.xml><?xml version="1.0" encoding="utf-8"?>
<p:sldLayout xmlns:p="http://schemas.openxmlformats.org/presentationml/2006/main" userDrawn="1">
  <p:cSld name="Team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B1D1E24-0E94-4D2E-9193-AB642A55DA3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2700825"/>
              <a:gd name="connsiteY0" fmla="*/ 0 h 5283200"/>
              <a:gd name="connsiteX1" fmla="*/ 2700825 w 2700825"/>
              <a:gd name="connsiteY1" fmla="*/ 0 h 5283200"/>
              <a:gd name="connsiteX2" fmla="*/ 2700825 w 2700825"/>
              <a:gd name="connsiteY2" fmla="*/ 5283200 h 5283200"/>
              <a:gd name="connsiteX3" fmla="*/ 0 w 2700825"/>
              <a:gd name="connsiteY3" fmla="*/ 5283200 h 5283200"/>
            </a:gdLst>
            <a:rect l="l" t="t" r="r" b="b"/>
            <a:pathLst>
              <a:path w="2700825" h="5283200">
                <a:moveTo>
                  <a:pt x="0" y="0"/>
                </a:moveTo>
                <a:lnTo>
                  <a:pt x="2700825" y="0"/>
                </a:lnTo>
                <a:lnTo>
                  <a:pt x="2700825" y="5283200"/>
                </a:lnTo>
                <a:lnTo>
                  <a:pt x="0" y="52832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E6C770C6-7835-4E98-94C1-743F634F5B7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493656" y="3451295"/>
            <a:ext cx="1471372" cy="1471372"/>
          </a:xfrm>
          <a:custGeom xmlns:a="http://schemas.openxmlformats.org/drawingml/2006/main"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CE6245B3-25B6-449A-9C39-645AB788EE9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282644" y="3451295"/>
            <a:ext cx="1471372" cy="1471372"/>
          </a:xfrm>
          <a:custGeom xmlns:a="http://schemas.openxmlformats.org/drawingml/2006/main"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5599BE0B-8ADD-43D4-8DE9-11E068E2152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5071632" y="3451295"/>
            <a:ext cx="1471372" cy="1471372"/>
          </a:xfrm>
          <a:custGeom xmlns:a="http://schemas.openxmlformats.org/drawingml/2006/main"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C71E60AD-0746-49FA-B17E-313B8CF859C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6860620" y="3162613"/>
            <a:ext cx="2048736" cy="2048736"/>
          </a:xfrm>
          <a:custGeom xmlns:a="http://schemas.openxmlformats.org/drawingml/2006/main">
            <a:gdLst>
              <a:gd name="connsiteX0" fmla="*/ 1024368 w 2048736"/>
              <a:gd name="connsiteY0" fmla="*/ 0 h 2048736"/>
              <a:gd name="connsiteX1" fmla="*/ 2048736 w 2048736"/>
              <a:gd name="connsiteY1" fmla="*/ 1024368 h 2048736"/>
              <a:gd name="connsiteX2" fmla="*/ 1024368 w 2048736"/>
              <a:gd name="connsiteY2" fmla="*/ 2048736 h 2048736"/>
              <a:gd name="connsiteX3" fmla="*/ 0 w 2048736"/>
              <a:gd name="connsiteY3" fmla="*/ 1024368 h 2048736"/>
              <a:gd name="connsiteX4" fmla="*/ 1024368 w 2048736"/>
              <a:gd name="connsiteY4" fmla="*/ 0 h 2048736"/>
            </a:gdLst>
            <a:rect l="l" t="t" r="r" b="b"/>
            <a:pathLst>
              <a:path w="2048736" h="2048736">
                <a:moveTo>
                  <a:pt x="1024368" y="0"/>
                </a:moveTo>
                <a:cubicBezTo>
                  <a:pt x="1590111" y="0"/>
                  <a:pt x="2048736" y="458625"/>
                  <a:pt x="2048736" y="1024368"/>
                </a:cubicBezTo>
                <a:cubicBezTo>
                  <a:pt x="2048736" y="1590111"/>
                  <a:pt x="1590111" y="2048736"/>
                  <a:pt x="1024368" y="2048736"/>
                </a:cubicBezTo>
                <a:cubicBezTo>
                  <a:pt x="458625" y="2048736"/>
                  <a:pt x="0" y="1590111"/>
                  <a:pt x="0" y="1024368"/>
                </a:cubicBezTo>
                <a:cubicBezTo>
                  <a:pt x="0" y="458625"/>
                  <a:pt x="458625" y="0"/>
                  <a:pt x="1024368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effectLst xmlns:a="http://schemas.openxmlformats.org/drawingml/2006/main">
            <a:outerShdw blurRad="508000" dist="508000" dir="2700000" algn="tl" rotWithShape="0">
              <a:prstClr val="black">
                <a:alpha val="15000"/>
              </a:prstClr>
            </a:outerShdw>
          </a:effectLst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6" name="Picture Placeholder 15">
            <a:extLst xmlns:a="http://schemas.openxmlformats.org/drawingml/2006/main">
              <a:ext uri="{FF2B5EF4-FFF2-40B4-BE49-F238E27FC236}">
                <a16:creationId xmlns:a16="http://schemas.microsoft.com/office/drawing/2014/main" id="{BE928712-61F4-43C8-AF4A-815641BEC16D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9226973" y="3451295"/>
            <a:ext cx="1471372" cy="1471372"/>
          </a:xfrm>
          <a:custGeom xmlns:a="http://schemas.openxmlformats.org/drawingml/2006/main"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0.xml><?xml version="1.0" encoding="utf-8"?>
<p:sldLayout xmlns:p="http://schemas.openxmlformats.org/presentationml/2006/main" userDrawn="1">
  <p:cSld name="Team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DF4FEE6A-6096-4A5C-89F8-25EEDBB11BE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042370" y="4542901"/>
            <a:ext cx="1193800" cy="1193800"/>
          </a:xfrm>
          <a:custGeom xmlns:a="http://schemas.openxmlformats.org/drawingml/2006/main">
            <a:gdLst>
              <a:gd name="connsiteX0" fmla="*/ 596900 w 1193800"/>
              <a:gd name="connsiteY0" fmla="*/ 0 h 1193800"/>
              <a:gd name="connsiteX1" fmla="*/ 1193800 w 1193800"/>
              <a:gd name="connsiteY1" fmla="*/ 596900 h 1193800"/>
              <a:gd name="connsiteX2" fmla="*/ 596900 w 1193800"/>
              <a:gd name="connsiteY2" fmla="*/ 1193800 h 1193800"/>
              <a:gd name="connsiteX3" fmla="*/ 0 w 1193800"/>
              <a:gd name="connsiteY3" fmla="*/ 596900 h 1193800"/>
              <a:gd name="connsiteX4" fmla="*/ 596900 w 1193800"/>
              <a:gd name="connsiteY4" fmla="*/ 0 h 1193800"/>
            </a:gdLst>
            <a:rect l="l" t="t" r="r" b="b"/>
            <a:pathLst>
              <a:path w="1193800" h="1193800">
                <a:moveTo>
                  <a:pt x="596900" y="0"/>
                </a:moveTo>
                <a:cubicBezTo>
                  <a:pt x="926559" y="0"/>
                  <a:pt x="1193800" y="267241"/>
                  <a:pt x="1193800" y="596900"/>
                </a:cubicBezTo>
                <a:cubicBezTo>
                  <a:pt x="1193800" y="926559"/>
                  <a:pt x="926559" y="1193800"/>
                  <a:pt x="596900" y="1193800"/>
                </a:cubicBezTo>
                <a:cubicBezTo>
                  <a:pt x="267241" y="1193800"/>
                  <a:pt x="0" y="926559"/>
                  <a:pt x="0" y="596900"/>
                </a:cubicBezTo>
                <a:cubicBezTo>
                  <a:pt x="0" y="267241"/>
                  <a:pt x="267241" y="0"/>
                  <a:pt x="59690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178A3291-0E2D-4728-9811-29028C92DA6E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572499" y="1543957"/>
            <a:ext cx="1193800" cy="1193800"/>
          </a:xfrm>
          <a:custGeom xmlns:a="http://schemas.openxmlformats.org/drawingml/2006/main">
            <a:gdLst>
              <a:gd name="connsiteX0" fmla="*/ 596900 w 1193800"/>
              <a:gd name="connsiteY0" fmla="*/ 0 h 1193800"/>
              <a:gd name="connsiteX1" fmla="*/ 1193800 w 1193800"/>
              <a:gd name="connsiteY1" fmla="*/ 596900 h 1193800"/>
              <a:gd name="connsiteX2" fmla="*/ 596900 w 1193800"/>
              <a:gd name="connsiteY2" fmla="*/ 1193800 h 1193800"/>
              <a:gd name="connsiteX3" fmla="*/ 0 w 1193800"/>
              <a:gd name="connsiteY3" fmla="*/ 596900 h 1193800"/>
              <a:gd name="connsiteX4" fmla="*/ 596900 w 1193800"/>
              <a:gd name="connsiteY4" fmla="*/ 0 h 1193800"/>
            </a:gdLst>
            <a:rect l="l" t="t" r="r" b="b"/>
            <a:pathLst>
              <a:path w="1193800" h="1193800">
                <a:moveTo>
                  <a:pt x="596900" y="0"/>
                </a:moveTo>
                <a:cubicBezTo>
                  <a:pt x="926559" y="0"/>
                  <a:pt x="1193800" y="267241"/>
                  <a:pt x="1193800" y="596900"/>
                </a:cubicBezTo>
                <a:cubicBezTo>
                  <a:pt x="1193800" y="926559"/>
                  <a:pt x="926559" y="1193800"/>
                  <a:pt x="596900" y="1193800"/>
                </a:cubicBezTo>
                <a:cubicBezTo>
                  <a:pt x="267241" y="1193800"/>
                  <a:pt x="0" y="926559"/>
                  <a:pt x="0" y="596900"/>
                </a:cubicBezTo>
                <a:cubicBezTo>
                  <a:pt x="0" y="267241"/>
                  <a:pt x="267241" y="0"/>
                  <a:pt x="59690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1.xml><?xml version="1.0" encoding="utf-8"?>
<p:sldLayout xmlns:p="http://schemas.openxmlformats.org/presentationml/2006/main" userDrawn="1">
  <p:cSld name="Team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8CE11FF2-4E8F-438B-A49E-8CF916BDD5C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1" y="3488779"/>
            <a:ext cx="1687491" cy="1554480"/>
          </a:xfrm>
          <a:custGeom xmlns:a="http://schemas.openxmlformats.org/drawingml/2006/main">
            <a:gdLst>
              <a:gd name="connsiteX0" fmla="*/ 0 w 1687491"/>
              <a:gd name="connsiteY0" fmla="*/ 0 h 1554480"/>
              <a:gd name="connsiteX1" fmla="*/ 1687491 w 1687491"/>
              <a:gd name="connsiteY1" fmla="*/ 0 h 1554480"/>
              <a:gd name="connsiteX2" fmla="*/ 1687491 w 1687491"/>
              <a:gd name="connsiteY2" fmla="*/ 1554480 h 1554480"/>
              <a:gd name="connsiteX3" fmla="*/ 0 w 1687491"/>
              <a:gd name="connsiteY3" fmla="*/ 1554480 h 1554480"/>
            </a:gdLst>
            <a:rect l="l" t="t" r="r" b="b"/>
            <a:pathLst>
              <a:path w="1687491" h="1554480">
                <a:moveTo>
                  <a:pt x="0" y="0"/>
                </a:moveTo>
                <a:lnTo>
                  <a:pt x="1687491" y="0"/>
                </a:lnTo>
                <a:lnTo>
                  <a:pt x="1687491" y="1554480"/>
                </a:lnTo>
                <a:lnTo>
                  <a:pt x="0" y="155448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5C041A7D-35C6-4BED-8459-0B1BAE2A945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2928155" y="3488779"/>
            <a:ext cx="1687491" cy="1554480"/>
          </a:xfrm>
          <a:custGeom xmlns:a="http://schemas.openxmlformats.org/drawingml/2006/main">
            <a:gdLst>
              <a:gd name="connsiteX0" fmla="*/ 0 w 1687491"/>
              <a:gd name="connsiteY0" fmla="*/ 0 h 1554480"/>
              <a:gd name="connsiteX1" fmla="*/ 1687491 w 1687491"/>
              <a:gd name="connsiteY1" fmla="*/ 0 h 1554480"/>
              <a:gd name="connsiteX2" fmla="*/ 1687491 w 1687491"/>
              <a:gd name="connsiteY2" fmla="*/ 1554480 h 1554480"/>
              <a:gd name="connsiteX3" fmla="*/ 0 w 1687491"/>
              <a:gd name="connsiteY3" fmla="*/ 1554480 h 1554480"/>
            </a:gdLst>
            <a:rect l="l" t="t" r="r" b="b"/>
            <a:pathLst>
              <a:path w="1687491" h="1554480">
                <a:moveTo>
                  <a:pt x="0" y="0"/>
                </a:moveTo>
                <a:lnTo>
                  <a:pt x="1687491" y="0"/>
                </a:lnTo>
                <a:lnTo>
                  <a:pt x="1687491" y="1554480"/>
                </a:lnTo>
                <a:lnTo>
                  <a:pt x="0" y="155448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904B3B45-985D-4571-82EB-4B670B522E8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789510" y="3488779"/>
            <a:ext cx="1687491" cy="1554480"/>
          </a:xfrm>
          <a:custGeom xmlns:a="http://schemas.openxmlformats.org/drawingml/2006/main">
            <a:gdLst>
              <a:gd name="connsiteX0" fmla="*/ 0 w 1687491"/>
              <a:gd name="connsiteY0" fmla="*/ 0 h 1554480"/>
              <a:gd name="connsiteX1" fmla="*/ 1687491 w 1687491"/>
              <a:gd name="connsiteY1" fmla="*/ 0 h 1554480"/>
              <a:gd name="connsiteX2" fmla="*/ 1687491 w 1687491"/>
              <a:gd name="connsiteY2" fmla="*/ 1554480 h 1554480"/>
              <a:gd name="connsiteX3" fmla="*/ 0 w 1687491"/>
              <a:gd name="connsiteY3" fmla="*/ 1554480 h 1554480"/>
            </a:gdLst>
            <a:rect l="l" t="t" r="r" b="b"/>
            <a:pathLst>
              <a:path w="1687491" h="1554480">
                <a:moveTo>
                  <a:pt x="0" y="0"/>
                </a:moveTo>
                <a:lnTo>
                  <a:pt x="1687491" y="0"/>
                </a:lnTo>
                <a:lnTo>
                  <a:pt x="1687491" y="1554480"/>
                </a:lnTo>
                <a:lnTo>
                  <a:pt x="0" y="155448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2.xml><?xml version="1.0" encoding="utf-8"?>
<p:sldLayout xmlns:p="http://schemas.openxmlformats.org/presentationml/2006/main" userDrawn="1">
  <p:cSld name="Team 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C5D544E1-EE1C-4C5E-A49D-26B93B6262B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79500" y="2908300"/>
            <a:ext cx="2374900" cy="2019300"/>
          </a:xfrm>
          <a:custGeom xmlns:a="http://schemas.openxmlformats.org/drawingml/2006/main"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BC571FF9-F445-4FDB-8929-4742128C88D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632200" y="2908300"/>
            <a:ext cx="2374900" cy="2019300"/>
          </a:xfrm>
          <a:custGeom xmlns:a="http://schemas.openxmlformats.org/drawingml/2006/main"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542DD78F-0F25-4D17-983D-5F07E92C260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184900" y="2908300"/>
            <a:ext cx="2374900" cy="2019300"/>
          </a:xfrm>
          <a:custGeom xmlns:a="http://schemas.openxmlformats.org/drawingml/2006/main"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FF85E9B8-6660-4F42-80A0-EF1898993857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8737600" y="2908300"/>
            <a:ext cx="2374900" cy="2019300"/>
          </a:xfrm>
          <a:custGeom xmlns:a="http://schemas.openxmlformats.org/drawingml/2006/main"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3.xml><?xml version="1.0" encoding="utf-8"?>
<p:sldLayout xmlns:p="http://schemas.openxmlformats.org/presentationml/2006/main" userDrawn="1">
  <p:cSld name="Team 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093227D6-C4F8-4E26-8B4F-BA16FEE625D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1" y="3498202"/>
            <a:ext cx="1333959" cy="1381760"/>
          </a:xfrm>
          <a:custGeom xmlns:a="http://schemas.openxmlformats.org/drawingml/2006/main">
            <a:gdLst>
              <a:gd name="connsiteX0" fmla="*/ 0 w 1333959"/>
              <a:gd name="connsiteY0" fmla="*/ 0 h 1381760"/>
              <a:gd name="connsiteX1" fmla="*/ 1333959 w 1333959"/>
              <a:gd name="connsiteY1" fmla="*/ 0 h 1381760"/>
              <a:gd name="connsiteX2" fmla="*/ 1333959 w 1333959"/>
              <a:gd name="connsiteY2" fmla="*/ 1381760 h 1381760"/>
              <a:gd name="connsiteX3" fmla="*/ 0 w 1333959"/>
              <a:gd name="connsiteY3" fmla="*/ 1381760 h 1381760"/>
            </a:gdLst>
            <a:rect l="l" t="t" r="r" b="b"/>
            <a:pathLst>
              <a:path w="1333959" h="1381760">
                <a:moveTo>
                  <a:pt x="0" y="0"/>
                </a:moveTo>
                <a:lnTo>
                  <a:pt x="1333959" y="0"/>
                </a:lnTo>
                <a:lnTo>
                  <a:pt x="1333959" y="1381760"/>
                </a:lnTo>
                <a:lnTo>
                  <a:pt x="0" y="138176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FF3797CA-10B5-4819-A8A8-860B2FFD0C6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2545555" y="3498202"/>
            <a:ext cx="1333959" cy="1381760"/>
          </a:xfrm>
          <a:custGeom xmlns:a="http://schemas.openxmlformats.org/drawingml/2006/main">
            <a:gdLst>
              <a:gd name="connsiteX0" fmla="*/ 0 w 1333959"/>
              <a:gd name="connsiteY0" fmla="*/ 0 h 1381760"/>
              <a:gd name="connsiteX1" fmla="*/ 1333959 w 1333959"/>
              <a:gd name="connsiteY1" fmla="*/ 0 h 1381760"/>
              <a:gd name="connsiteX2" fmla="*/ 1333959 w 1333959"/>
              <a:gd name="connsiteY2" fmla="*/ 1381760 h 1381760"/>
              <a:gd name="connsiteX3" fmla="*/ 0 w 1333959"/>
              <a:gd name="connsiteY3" fmla="*/ 1381760 h 1381760"/>
            </a:gdLst>
            <a:rect l="l" t="t" r="r" b="b"/>
            <a:pathLst>
              <a:path w="1333959" h="1381760">
                <a:moveTo>
                  <a:pt x="0" y="0"/>
                </a:moveTo>
                <a:lnTo>
                  <a:pt x="1333959" y="0"/>
                </a:lnTo>
                <a:lnTo>
                  <a:pt x="1333959" y="1381760"/>
                </a:lnTo>
                <a:lnTo>
                  <a:pt x="0" y="138176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01F1FD1E-C39D-46FF-A993-ED47515A6B2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024309" y="3498202"/>
            <a:ext cx="1333959" cy="1381760"/>
          </a:xfrm>
          <a:custGeom xmlns:a="http://schemas.openxmlformats.org/drawingml/2006/main">
            <a:gdLst>
              <a:gd name="connsiteX0" fmla="*/ 0 w 1333959"/>
              <a:gd name="connsiteY0" fmla="*/ 0 h 1381760"/>
              <a:gd name="connsiteX1" fmla="*/ 1333959 w 1333959"/>
              <a:gd name="connsiteY1" fmla="*/ 0 h 1381760"/>
              <a:gd name="connsiteX2" fmla="*/ 1333959 w 1333959"/>
              <a:gd name="connsiteY2" fmla="*/ 1381760 h 1381760"/>
              <a:gd name="connsiteX3" fmla="*/ 0 w 1333959"/>
              <a:gd name="connsiteY3" fmla="*/ 1381760 h 1381760"/>
            </a:gdLst>
            <a:rect l="l" t="t" r="r" b="b"/>
            <a:pathLst>
              <a:path w="1333959" h="1381760">
                <a:moveTo>
                  <a:pt x="0" y="0"/>
                </a:moveTo>
                <a:lnTo>
                  <a:pt x="1333959" y="0"/>
                </a:lnTo>
                <a:lnTo>
                  <a:pt x="1333959" y="1381760"/>
                </a:lnTo>
                <a:lnTo>
                  <a:pt x="0" y="138176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4CA6797D-5450-49D5-B606-452B6EEF180E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5829114" y="1867262"/>
            <a:ext cx="1680060" cy="3769360"/>
          </a:xfrm>
          <a:custGeom xmlns:a="http://schemas.openxmlformats.org/drawingml/2006/main">
            <a:gdLst>
              <a:gd name="connsiteX0" fmla="*/ 0 w 1680060"/>
              <a:gd name="connsiteY0" fmla="*/ 0 h 3769360"/>
              <a:gd name="connsiteX1" fmla="*/ 1680060 w 1680060"/>
              <a:gd name="connsiteY1" fmla="*/ 0 h 3769360"/>
              <a:gd name="connsiteX2" fmla="*/ 1680060 w 1680060"/>
              <a:gd name="connsiteY2" fmla="*/ 3769360 h 3769360"/>
              <a:gd name="connsiteX3" fmla="*/ 0 w 1680060"/>
              <a:gd name="connsiteY3" fmla="*/ 3769360 h 3769360"/>
            </a:gdLst>
            <a:rect l="l" t="t" r="r" b="b"/>
            <a:pathLst>
              <a:path w="1680060" h="3769360">
                <a:moveTo>
                  <a:pt x="0" y="0"/>
                </a:moveTo>
                <a:lnTo>
                  <a:pt x="1680060" y="0"/>
                </a:lnTo>
                <a:lnTo>
                  <a:pt x="1680060" y="3769360"/>
                </a:lnTo>
                <a:lnTo>
                  <a:pt x="0" y="376936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4.xml><?xml version="1.0" encoding="utf-8"?>
<p:sldLayout xmlns:p="http://schemas.openxmlformats.org/presentationml/2006/main" userDrawn="1">
  <p:cSld name="Team 0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icture Placeholder 17">
            <a:extLst xmlns:a="http://schemas.openxmlformats.org/drawingml/2006/main">
              <a:ext uri="{FF2B5EF4-FFF2-40B4-BE49-F238E27FC236}">
                <a16:creationId xmlns:a16="http://schemas.microsoft.com/office/drawing/2014/main" id="{9D9BE5A4-94B7-428C-80B8-FD7952988DC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946468" y="2633163"/>
            <a:ext cx="1521484" cy="1636791"/>
          </a:xfrm>
          <a:custGeom xmlns:a="http://schemas.openxmlformats.org/drawingml/2006/main"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9" name="Picture Placeholder 18">
            <a:extLst xmlns:a="http://schemas.openxmlformats.org/drawingml/2006/main">
              <a:ext uri="{FF2B5EF4-FFF2-40B4-BE49-F238E27FC236}">
                <a16:creationId xmlns:a16="http://schemas.microsoft.com/office/drawing/2014/main" id="{0868B7C1-F9D6-4603-B2F2-E94F6C8BA5F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946468" y="4624310"/>
            <a:ext cx="1521484" cy="1636791"/>
          </a:xfrm>
          <a:custGeom xmlns:a="http://schemas.openxmlformats.org/drawingml/2006/main"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0" name="Picture Placeholder 19">
            <a:extLst xmlns:a="http://schemas.openxmlformats.org/drawingml/2006/main">
              <a:ext uri="{FF2B5EF4-FFF2-40B4-BE49-F238E27FC236}">
                <a16:creationId xmlns:a16="http://schemas.microsoft.com/office/drawing/2014/main" id="{BFA60506-98B3-4707-883C-0B43A9CEC5AA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933743" y="2633162"/>
            <a:ext cx="1521484" cy="1636791"/>
          </a:xfrm>
          <a:custGeom xmlns:a="http://schemas.openxmlformats.org/drawingml/2006/main"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1" name="Picture Placeholder 20">
            <a:extLst xmlns:a="http://schemas.openxmlformats.org/drawingml/2006/main">
              <a:ext uri="{FF2B5EF4-FFF2-40B4-BE49-F238E27FC236}">
                <a16:creationId xmlns:a16="http://schemas.microsoft.com/office/drawing/2014/main" id="{ED7BD9A7-3980-4213-98A7-9B4327CE05DD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6933743" y="4624310"/>
            <a:ext cx="1521484" cy="1636791"/>
          </a:xfrm>
          <a:custGeom xmlns:a="http://schemas.openxmlformats.org/drawingml/2006/main"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5.xml><?xml version="1.0" encoding="utf-8"?>
<p:sldLayout xmlns:p="http://schemas.openxmlformats.org/presentationml/2006/main" userDrawn="1">
  <p:cSld name="Team 0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icture Placeholder 23">
            <a:extLst xmlns:a="http://schemas.openxmlformats.org/drawingml/2006/main">
              <a:ext uri="{FF2B5EF4-FFF2-40B4-BE49-F238E27FC236}">
                <a16:creationId xmlns:a16="http://schemas.microsoft.com/office/drawing/2014/main" id="{7C1AC483-4DD9-4A9F-ACEA-5AE40E66D36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514475" y="2850198"/>
            <a:ext cx="1597026" cy="2228850"/>
          </a:xfrm>
          <a:custGeom xmlns:a="http://schemas.openxmlformats.org/drawingml/2006/main">
            <a:gdLst>
              <a:gd name="connsiteX0" fmla="*/ 0 w 1597026"/>
              <a:gd name="connsiteY0" fmla="*/ 0 h 2228850"/>
              <a:gd name="connsiteX1" fmla="*/ 1597026 w 1597026"/>
              <a:gd name="connsiteY1" fmla="*/ 0 h 2228850"/>
              <a:gd name="connsiteX2" fmla="*/ 1597026 w 1597026"/>
              <a:gd name="connsiteY2" fmla="*/ 2228850 h 2228850"/>
              <a:gd name="connsiteX3" fmla="*/ 0 w 1597026"/>
              <a:gd name="connsiteY3" fmla="*/ 2228850 h 2228850"/>
            </a:gdLst>
            <a:rect l="l" t="t" r="r" b="b"/>
            <a:pathLst>
              <a:path w="1597026" h="2228850">
                <a:moveTo>
                  <a:pt x="0" y="0"/>
                </a:moveTo>
                <a:lnTo>
                  <a:pt x="1597026" y="0"/>
                </a:lnTo>
                <a:lnTo>
                  <a:pt x="1597026" y="2228850"/>
                </a:lnTo>
                <a:lnTo>
                  <a:pt x="0" y="22288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3" name="Picture Placeholder 22">
            <a:extLst xmlns:a="http://schemas.openxmlformats.org/drawingml/2006/main">
              <a:ext uri="{FF2B5EF4-FFF2-40B4-BE49-F238E27FC236}">
                <a16:creationId xmlns:a16="http://schemas.microsoft.com/office/drawing/2014/main" id="{18534C3A-F8E6-40F5-BA87-7F05938C3DC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052462" y="2850198"/>
            <a:ext cx="1591528" cy="2228850"/>
          </a:xfrm>
          <a:custGeom xmlns:a="http://schemas.openxmlformats.org/drawingml/2006/main">
            <a:gdLst>
              <a:gd name="connsiteX0" fmla="*/ 0 w 1591528"/>
              <a:gd name="connsiteY0" fmla="*/ 0 h 2228850"/>
              <a:gd name="connsiteX1" fmla="*/ 1591528 w 1591528"/>
              <a:gd name="connsiteY1" fmla="*/ 0 h 2228850"/>
              <a:gd name="connsiteX2" fmla="*/ 1591528 w 1591528"/>
              <a:gd name="connsiteY2" fmla="*/ 2228850 h 2228850"/>
              <a:gd name="connsiteX3" fmla="*/ 0 w 1591528"/>
              <a:gd name="connsiteY3" fmla="*/ 2228850 h 2228850"/>
            </a:gdLst>
            <a:rect l="l" t="t" r="r" b="b"/>
            <a:pathLst>
              <a:path w="1591528" h="2228850">
                <a:moveTo>
                  <a:pt x="0" y="0"/>
                </a:moveTo>
                <a:lnTo>
                  <a:pt x="1591528" y="0"/>
                </a:lnTo>
                <a:lnTo>
                  <a:pt x="1591528" y="2228850"/>
                </a:lnTo>
                <a:lnTo>
                  <a:pt x="0" y="22288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2" name="Picture Placeholder 21">
            <a:extLst xmlns:a="http://schemas.openxmlformats.org/drawingml/2006/main">
              <a:ext uri="{FF2B5EF4-FFF2-40B4-BE49-F238E27FC236}">
                <a16:creationId xmlns:a16="http://schemas.microsoft.com/office/drawing/2014/main" id="{ECE6447B-A296-4CBA-910C-F47AFBAABDF0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584950" y="2850198"/>
            <a:ext cx="1597026" cy="2228850"/>
          </a:xfrm>
          <a:custGeom xmlns:a="http://schemas.openxmlformats.org/drawingml/2006/main">
            <a:gdLst>
              <a:gd name="connsiteX0" fmla="*/ 0 w 1597026"/>
              <a:gd name="connsiteY0" fmla="*/ 0 h 2228850"/>
              <a:gd name="connsiteX1" fmla="*/ 1597026 w 1597026"/>
              <a:gd name="connsiteY1" fmla="*/ 0 h 2228850"/>
              <a:gd name="connsiteX2" fmla="*/ 1597026 w 1597026"/>
              <a:gd name="connsiteY2" fmla="*/ 2228850 h 2228850"/>
              <a:gd name="connsiteX3" fmla="*/ 0 w 1597026"/>
              <a:gd name="connsiteY3" fmla="*/ 2228850 h 2228850"/>
            </a:gdLst>
            <a:rect l="l" t="t" r="r" b="b"/>
            <a:pathLst>
              <a:path w="1597026" h="2228850">
                <a:moveTo>
                  <a:pt x="0" y="0"/>
                </a:moveTo>
                <a:lnTo>
                  <a:pt x="1597026" y="0"/>
                </a:lnTo>
                <a:lnTo>
                  <a:pt x="1597026" y="2228850"/>
                </a:lnTo>
                <a:lnTo>
                  <a:pt x="0" y="22288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1" name="Picture Placeholder 20">
            <a:extLst xmlns:a="http://schemas.openxmlformats.org/drawingml/2006/main">
              <a:ext uri="{FF2B5EF4-FFF2-40B4-BE49-F238E27FC236}">
                <a16:creationId xmlns:a16="http://schemas.microsoft.com/office/drawing/2014/main" id="{3D68290C-DC3B-418F-A0E7-0C38066B6384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123256" y="2850198"/>
            <a:ext cx="1595652" cy="2228850"/>
          </a:xfrm>
          <a:custGeom xmlns:a="http://schemas.openxmlformats.org/drawingml/2006/main">
            <a:gdLst>
              <a:gd name="connsiteX0" fmla="*/ 0 w 1595652"/>
              <a:gd name="connsiteY0" fmla="*/ 0 h 2228850"/>
              <a:gd name="connsiteX1" fmla="*/ 1595652 w 1595652"/>
              <a:gd name="connsiteY1" fmla="*/ 0 h 2228850"/>
              <a:gd name="connsiteX2" fmla="*/ 1595652 w 1595652"/>
              <a:gd name="connsiteY2" fmla="*/ 2228850 h 2228850"/>
              <a:gd name="connsiteX3" fmla="*/ 0 w 1595652"/>
              <a:gd name="connsiteY3" fmla="*/ 2228850 h 2228850"/>
            </a:gdLst>
            <a:rect l="l" t="t" r="r" b="b"/>
            <a:pathLst>
              <a:path w="1595652" h="2228850">
                <a:moveTo>
                  <a:pt x="0" y="0"/>
                </a:moveTo>
                <a:lnTo>
                  <a:pt x="1595652" y="0"/>
                </a:lnTo>
                <a:lnTo>
                  <a:pt x="1595652" y="2228850"/>
                </a:lnTo>
                <a:lnTo>
                  <a:pt x="0" y="22288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6.xml><?xml version="1.0" encoding="utf-8"?>
<p:sldLayout xmlns:p="http://schemas.openxmlformats.org/presentationml/2006/main" userDrawn="1">
  <p:cSld name="1_Financial Tab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CDDD8446-CADA-4DC9-9E02-83D13014B57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7.xml><?xml version="1.0" encoding="utf-8"?>
<p:sldLayout xmlns:p="http://schemas.openxmlformats.org/presentationml/2006/main" userDrawn="1">
  <p:cSld name="2_Pitch Deck Budge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22991A81-0463-4D81-8EC9-9947B852219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066800" y="2554514"/>
            <a:ext cx="3026229" cy="4303486"/>
          </a:xfrm>
          <a:custGeom xmlns:a="http://schemas.openxmlformats.org/drawingml/2006/main">
            <a:gdLst>
              <a:gd name="connsiteX0" fmla="*/ 0 w 3026229"/>
              <a:gd name="connsiteY0" fmla="*/ 0 h 4303486"/>
              <a:gd name="connsiteX1" fmla="*/ 3026229 w 3026229"/>
              <a:gd name="connsiteY1" fmla="*/ 0 h 4303486"/>
              <a:gd name="connsiteX2" fmla="*/ 3026229 w 3026229"/>
              <a:gd name="connsiteY2" fmla="*/ 4303486 h 4303486"/>
              <a:gd name="connsiteX3" fmla="*/ 2913433 w 3026229"/>
              <a:gd name="connsiteY3" fmla="*/ 4303486 h 4303486"/>
              <a:gd name="connsiteX4" fmla="*/ 2619061 w 3026229"/>
              <a:gd name="connsiteY4" fmla="*/ 4303486 h 4303486"/>
              <a:gd name="connsiteX5" fmla="*/ 2299106 w 3026229"/>
              <a:gd name="connsiteY5" fmla="*/ 4303486 h 4303486"/>
              <a:gd name="connsiteX6" fmla="*/ 1952503 w 3026229"/>
              <a:gd name="connsiteY6" fmla="*/ 4303486 h 4303486"/>
              <a:gd name="connsiteX7" fmla="*/ 1578186 w 3026229"/>
              <a:gd name="connsiteY7" fmla="*/ 4303486 h 4303486"/>
              <a:gd name="connsiteX8" fmla="*/ 1175090 w 3026229"/>
              <a:gd name="connsiteY8" fmla="*/ 4303486 h 4303486"/>
              <a:gd name="connsiteX9" fmla="*/ 742147 w 3026229"/>
              <a:gd name="connsiteY9" fmla="*/ 4303486 h 4303486"/>
              <a:gd name="connsiteX10" fmla="*/ 278293 w 3026229"/>
              <a:gd name="connsiteY10" fmla="*/ 4303486 h 4303486"/>
              <a:gd name="connsiteX11" fmla="*/ 0 w 3026229"/>
              <a:gd name="connsiteY11" fmla="*/ 4303486 h 4303486"/>
            </a:gdLst>
            <a:rect l="l" t="t" r="r" b="b"/>
            <a:pathLst>
              <a:path w="3026229" h="4303486">
                <a:moveTo>
                  <a:pt x="0" y="0"/>
                </a:moveTo>
                <a:lnTo>
                  <a:pt x="3026229" y="0"/>
                </a:lnTo>
                <a:lnTo>
                  <a:pt x="3026229" y="4303486"/>
                </a:lnTo>
                <a:lnTo>
                  <a:pt x="2913433" y="4303486"/>
                </a:lnTo>
                <a:lnTo>
                  <a:pt x="2619061" y="4303486"/>
                </a:lnTo>
                <a:lnTo>
                  <a:pt x="2299106" y="4303486"/>
                </a:lnTo>
                <a:lnTo>
                  <a:pt x="1952503" y="4303486"/>
                </a:lnTo>
                <a:lnTo>
                  <a:pt x="1578186" y="4303486"/>
                </a:lnTo>
                <a:lnTo>
                  <a:pt x="1175090" y="4303486"/>
                </a:lnTo>
                <a:lnTo>
                  <a:pt x="742147" y="4303486"/>
                </a:lnTo>
                <a:lnTo>
                  <a:pt x="278293" y="4303486"/>
                </a:lnTo>
                <a:lnTo>
                  <a:pt x="0" y="4303486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8.xml><?xml version="1.0" encoding="utf-8"?>
<p:sldLayout xmlns:p="http://schemas.openxmlformats.org/presentationml/2006/main" userDrawn="1">
  <p:cSld name="3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458AEE2-CFB6-460C-9AA1-B32EB1AD739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799" y="2807208"/>
            <a:ext cx="2976933" cy="1718183"/>
          </a:xfrm>
          <a:custGeom xmlns:a="http://schemas.openxmlformats.org/drawingml/2006/main">
            <a:gdLst>
              <a:gd name="connsiteX0" fmla="*/ 0 w 2976933"/>
              <a:gd name="connsiteY0" fmla="*/ 0 h 1718183"/>
              <a:gd name="connsiteX1" fmla="*/ 2976933 w 2976933"/>
              <a:gd name="connsiteY1" fmla="*/ 0 h 1718183"/>
              <a:gd name="connsiteX2" fmla="*/ 2976933 w 2976933"/>
              <a:gd name="connsiteY2" fmla="*/ 1718183 h 1718183"/>
              <a:gd name="connsiteX3" fmla="*/ 0 w 2976933"/>
              <a:gd name="connsiteY3" fmla="*/ 1718183 h 1718183"/>
            </a:gdLst>
            <a:rect l="l" t="t" r="r" b="b"/>
            <a:pathLst>
              <a:path w="2976933" h="1718183">
                <a:moveTo>
                  <a:pt x="0" y="0"/>
                </a:moveTo>
                <a:lnTo>
                  <a:pt x="2976933" y="0"/>
                </a:lnTo>
                <a:lnTo>
                  <a:pt x="2976933" y="1718183"/>
                </a:lnTo>
                <a:lnTo>
                  <a:pt x="0" y="171818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9.xml><?xml version="1.0" encoding="utf-8"?>
<p:sldLayout xmlns:p="http://schemas.openxmlformats.org/presentationml/2006/main" userDrawn="1">
  <p:cSld name="4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6A2BC9E-B9B5-4C89-85F1-3FB5383114A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805595" y="1883120"/>
            <a:ext cx="3386405" cy="4974881"/>
          </a:xfrm>
          <a:custGeom xmlns:a="http://schemas.openxmlformats.org/drawingml/2006/main">
            <a:gdLst>
              <a:gd name="connsiteX0" fmla="*/ 0 w 3386405"/>
              <a:gd name="connsiteY0" fmla="*/ 0 h 4974881"/>
              <a:gd name="connsiteX1" fmla="*/ 3386405 w 3386405"/>
              <a:gd name="connsiteY1" fmla="*/ 0 h 4974881"/>
              <a:gd name="connsiteX2" fmla="*/ 3386405 w 3386405"/>
              <a:gd name="connsiteY2" fmla="*/ 4974881 h 4974881"/>
              <a:gd name="connsiteX3" fmla="*/ 0 w 3386405"/>
              <a:gd name="connsiteY3" fmla="*/ 4974881 h 4974881"/>
            </a:gdLst>
            <a:rect l="l" t="t" r="r" b="b"/>
            <a:pathLst>
              <a:path w="3386405" h="4974881">
                <a:moveTo>
                  <a:pt x="0" y="0"/>
                </a:moveTo>
                <a:lnTo>
                  <a:pt x="3386405" y="0"/>
                </a:lnTo>
                <a:lnTo>
                  <a:pt x="3386405" y="4974881"/>
                </a:lnTo>
                <a:lnTo>
                  <a:pt x="0" y="497488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0.xml><?xml version="1.0" encoding="utf-8"?>
<p:sldLayout xmlns:p="http://schemas.openxmlformats.org/presentationml/2006/main" userDrawn="1">
  <p:cSld name="5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127959F-B269-4419-9A6D-E7E52545B80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1" y="2120899"/>
            <a:ext cx="2971073" cy="4737102"/>
          </a:xfrm>
          <a:custGeom xmlns:a="http://schemas.openxmlformats.org/drawingml/2006/main">
            <a:gdLst>
              <a:gd name="connsiteX0" fmla="*/ 0 w 2971073"/>
              <a:gd name="connsiteY0" fmla="*/ 0 h 4737102"/>
              <a:gd name="connsiteX1" fmla="*/ 2971073 w 2971073"/>
              <a:gd name="connsiteY1" fmla="*/ 0 h 4737102"/>
              <a:gd name="connsiteX2" fmla="*/ 2971073 w 2971073"/>
              <a:gd name="connsiteY2" fmla="*/ 4737102 h 4737102"/>
              <a:gd name="connsiteX3" fmla="*/ 0 w 2971073"/>
              <a:gd name="connsiteY3" fmla="*/ 4737102 h 4737102"/>
            </a:gdLst>
            <a:rect l="l" t="t" r="r" b="b"/>
            <a:pathLst>
              <a:path w="2971073" h="4737102">
                <a:moveTo>
                  <a:pt x="0" y="0"/>
                </a:moveTo>
                <a:lnTo>
                  <a:pt x="2971073" y="0"/>
                </a:lnTo>
                <a:lnTo>
                  <a:pt x="2971073" y="4737102"/>
                </a:lnTo>
                <a:lnTo>
                  <a:pt x="0" y="473710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1.xml><?xml version="1.0" encoding="utf-8"?>
<p:sldLayout xmlns:p="http://schemas.openxmlformats.org/presentationml/2006/main" userDrawn="1">
  <p:cSld name="6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208F0E8-4045-40FD-B673-EE31C490D55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771209" y="4161201"/>
            <a:ext cx="3801291" cy="2168435"/>
          </a:xfrm>
          <a:custGeom xmlns:a="http://schemas.openxmlformats.org/drawingml/2006/main">
            <a:gdLst>
              <a:gd name="connsiteX0" fmla="*/ 0 w 3801291"/>
              <a:gd name="connsiteY0" fmla="*/ 0 h 2168435"/>
              <a:gd name="connsiteX1" fmla="*/ 3801291 w 3801291"/>
              <a:gd name="connsiteY1" fmla="*/ 0 h 2168435"/>
              <a:gd name="connsiteX2" fmla="*/ 3801291 w 3801291"/>
              <a:gd name="connsiteY2" fmla="*/ 2168435 h 2168435"/>
              <a:gd name="connsiteX3" fmla="*/ 0 w 3801291"/>
              <a:gd name="connsiteY3" fmla="*/ 2168435 h 2168435"/>
            </a:gdLst>
            <a:rect l="l" t="t" r="r" b="b"/>
            <a:pathLst>
              <a:path w="3801291" h="2168435">
                <a:moveTo>
                  <a:pt x="0" y="0"/>
                </a:moveTo>
                <a:lnTo>
                  <a:pt x="3801291" y="0"/>
                </a:lnTo>
                <a:lnTo>
                  <a:pt x="3801291" y="2168435"/>
                </a:lnTo>
                <a:lnTo>
                  <a:pt x="0" y="216843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2.xml><?xml version="1.0" encoding="utf-8"?>
<p:sldLayout xmlns:p="http://schemas.openxmlformats.org/presentationml/2006/main" userDrawn="1">
  <p:cSld name="7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EC154CCF-0FD1-4193-931A-1DBAEE53963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403189" y="3594100"/>
            <a:ext cx="2632529" cy="2632529"/>
          </a:xfrm>
          <a:custGeom xmlns:a="http://schemas.openxmlformats.org/drawingml/2006/main">
            <a:gdLst>
              <a:gd name="connsiteX0" fmla="*/ 75896 w 2632529"/>
              <a:gd name="connsiteY0" fmla="*/ 0 h 2632529"/>
              <a:gd name="connsiteX1" fmla="*/ 2556633 w 2632529"/>
              <a:gd name="connsiteY1" fmla="*/ 0 h 2632529"/>
              <a:gd name="connsiteX2" fmla="*/ 2632529 w 2632529"/>
              <a:gd name="connsiteY2" fmla="*/ 75896 h 2632529"/>
              <a:gd name="connsiteX3" fmla="*/ 2632529 w 2632529"/>
              <a:gd name="connsiteY3" fmla="*/ 2556633 h 2632529"/>
              <a:gd name="connsiteX4" fmla="*/ 2556633 w 2632529"/>
              <a:gd name="connsiteY4" fmla="*/ 2632529 h 2632529"/>
              <a:gd name="connsiteX5" fmla="*/ 75896 w 2632529"/>
              <a:gd name="connsiteY5" fmla="*/ 2632529 h 2632529"/>
              <a:gd name="connsiteX6" fmla="*/ 0 w 2632529"/>
              <a:gd name="connsiteY6" fmla="*/ 2556633 h 2632529"/>
              <a:gd name="connsiteX7" fmla="*/ 0 w 2632529"/>
              <a:gd name="connsiteY7" fmla="*/ 75896 h 2632529"/>
              <a:gd name="connsiteX8" fmla="*/ 75896 w 2632529"/>
              <a:gd name="connsiteY8" fmla="*/ 0 h 2632529"/>
            </a:gdLst>
            <a:rect l="l" t="t" r="r" b="b"/>
            <a:pathLst>
              <a:path w="2632529" h="2632529">
                <a:moveTo>
                  <a:pt x="75896" y="0"/>
                </a:moveTo>
                <a:lnTo>
                  <a:pt x="2556633" y="0"/>
                </a:lnTo>
                <a:cubicBezTo>
                  <a:pt x="2598549" y="0"/>
                  <a:pt x="2632529" y="33980"/>
                  <a:pt x="2632529" y="75896"/>
                </a:cubicBezTo>
                <a:lnTo>
                  <a:pt x="2632529" y="2556633"/>
                </a:lnTo>
                <a:cubicBezTo>
                  <a:pt x="2632529" y="2598549"/>
                  <a:pt x="2598549" y="2632529"/>
                  <a:pt x="2556633" y="2632529"/>
                </a:cubicBezTo>
                <a:lnTo>
                  <a:pt x="75896" y="2632529"/>
                </a:lnTo>
                <a:cubicBezTo>
                  <a:pt x="33980" y="2632529"/>
                  <a:pt x="0" y="2598549"/>
                  <a:pt x="0" y="2556633"/>
                </a:cubicBezTo>
                <a:lnTo>
                  <a:pt x="0" y="75896"/>
                </a:lnTo>
                <a:cubicBezTo>
                  <a:pt x="0" y="33980"/>
                  <a:pt x="33980" y="0"/>
                  <a:pt x="7589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3.xml><?xml version="1.0" encoding="utf-8"?>
<p:sldLayout xmlns:p="http://schemas.openxmlformats.org/presentationml/2006/main" userDrawn="1">
  <p:cSld name="8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06E4E5A-3A4B-44EC-A95C-86495D8C192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940800" y="1143000"/>
            <a:ext cx="3251200" cy="5715000"/>
          </a:xfrm>
          <a:custGeom xmlns:a="http://schemas.openxmlformats.org/drawingml/2006/main">
            <a:gdLst>
              <a:gd name="connsiteX0" fmla="*/ 0 w 3251200"/>
              <a:gd name="connsiteY0" fmla="*/ 0 h 5715000"/>
              <a:gd name="connsiteX1" fmla="*/ 3251200 w 3251200"/>
              <a:gd name="connsiteY1" fmla="*/ 0 h 5715000"/>
              <a:gd name="connsiteX2" fmla="*/ 3251200 w 3251200"/>
              <a:gd name="connsiteY2" fmla="*/ 5715000 h 5715000"/>
              <a:gd name="connsiteX3" fmla="*/ 0 w 3251200"/>
              <a:gd name="connsiteY3" fmla="*/ 5715000 h 5715000"/>
            </a:gdLst>
            <a:rect l="l" t="t" r="r" b="b"/>
            <a:pathLst>
              <a:path w="3251200" h="5715000">
                <a:moveTo>
                  <a:pt x="0" y="0"/>
                </a:moveTo>
                <a:lnTo>
                  <a:pt x="3251200" y="0"/>
                </a:lnTo>
                <a:lnTo>
                  <a:pt x="3251200" y="5715000"/>
                </a:lnTo>
                <a:lnTo>
                  <a:pt x="0" y="5715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4.xml><?xml version="1.0" encoding="utf-8"?>
<p:sldLayout xmlns:p="http://schemas.openxmlformats.org/presentationml/2006/main" userDrawn="1">
  <p:cSld name="9_Financing Need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EF506F60-F0C6-4A1B-B502-90B7E224A86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73138" y="2115623"/>
            <a:ext cx="4094921" cy="4094922"/>
          </a:xfrm>
          <a:custGeom xmlns:a="http://schemas.openxmlformats.org/drawingml/2006/main">
            <a:gdLst>
              <a:gd name="connsiteX0" fmla="*/ 1026838 w 4094921"/>
              <a:gd name="connsiteY0" fmla="*/ 0 h 4094922"/>
              <a:gd name="connsiteX1" fmla="*/ 2053676 w 4094921"/>
              <a:gd name="connsiteY1" fmla="*/ 1024972 h 4094922"/>
              <a:gd name="connsiteX2" fmla="*/ 2051190 w 4094921"/>
              <a:gd name="connsiteY2" fmla="*/ 1089498 h 4094922"/>
              <a:gd name="connsiteX3" fmla="*/ 2053676 w 4094921"/>
              <a:gd name="connsiteY3" fmla="*/ 1134169 h 4094922"/>
              <a:gd name="connsiteX4" fmla="*/ 2056163 w 4094921"/>
              <a:gd name="connsiteY4" fmla="*/ 1151542 h 4094922"/>
              <a:gd name="connsiteX5" fmla="*/ 2058649 w 4094921"/>
              <a:gd name="connsiteY5" fmla="*/ 1181323 h 4094922"/>
              <a:gd name="connsiteX6" fmla="*/ 2063622 w 4094921"/>
              <a:gd name="connsiteY6" fmla="*/ 1196214 h 4094922"/>
              <a:gd name="connsiteX7" fmla="*/ 2068594 w 4094921"/>
              <a:gd name="connsiteY7" fmla="*/ 1225995 h 4094922"/>
              <a:gd name="connsiteX8" fmla="*/ 2071080 w 4094921"/>
              <a:gd name="connsiteY8" fmla="*/ 1243367 h 4094922"/>
              <a:gd name="connsiteX9" fmla="*/ 2078539 w 4094921"/>
              <a:gd name="connsiteY9" fmla="*/ 1273149 h 4094922"/>
              <a:gd name="connsiteX10" fmla="*/ 2081026 w 4094921"/>
              <a:gd name="connsiteY10" fmla="*/ 1288039 h 4094922"/>
              <a:gd name="connsiteX11" fmla="*/ 2090971 w 4094921"/>
              <a:gd name="connsiteY11" fmla="*/ 1317821 h 4094922"/>
              <a:gd name="connsiteX12" fmla="*/ 2093457 w 4094921"/>
              <a:gd name="connsiteY12" fmla="*/ 1330229 h 4094922"/>
              <a:gd name="connsiteX13" fmla="*/ 2103402 w 4094921"/>
              <a:gd name="connsiteY13" fmla="*/ 1362492 h 4094922"/>
              <a:gd name="connsiteX14" fmla="*/ 2108375 w 4094921"/>
              <a:gd name="connsiteY14" fmla="*/ 1374901 h 4094922"/>
              <a:gd name="connsiteX15" fmla="*/ 2120806 w 4094921"/>
              <a:gd name="connsiteY15" fmla="*/ 1407164 h 4094922"/>
              <a:gd name="connsiteX16" fmla="*/ 2125779 w 4094921"/>
              <a:gd name="connsiteY16" fmla="*/ 1417091 h 4094922"/>
              <a:gd name="connsiteX17" fmla="*/ 2138210 w 4094921"/>
              <a:gd name="connsiteY17" fmla="*/ 1449354 h 4094922"/>
              <a:gd name="connsiteX18" fmla="*/ 2143183 w 4094921"/>
              <a:gd name="connsiteY18" fmla="*/ 1459281 h 4094922"/>
              <a:gd name="connsiteX19" fmla="*/ 2158101 w 4094921"/>
              <a:gd name="connsiteY19" fmla="*/ 1491545 h 4094922"/>
              <a:gd name="connsiteX20" fmla="*/ 2163073 w 4094921"/>
              <a:gd name="connsiteY20" fmla="*/ 1498990 h 4094922"/>
              <a:gd name="connsiteX21" fmla="*/ 2180477 w 4094921"/>
              <a:gd name="connsiteY21" fmla="*/ 1531253 h 4094922"/>
              <a:gd name="connsiteX22" fmla="*/ 2185450 w 4094921"/>
              <a:gd name="connsiteY22" fmla="*/ 1538698 h 4094922"/>
              <a:gd name="connsiteX23" fmla="*/ 2205340 w 4094921"/>
              <a:gd name="connsiteY23" fmla="*/ 1570961 h 4094922"/>
              <a:gd name="connsiteX24" fmla="*/ 2207826 w 4094921"/>
              <a:gd name="connsiteY24" fmla="*/ 1575925 h 4094922"/>
              <a:gd name="connsiteX25" fmla="*/ 2230203 w 4094921"/>
              <a:gd name="connsiteY25" fmla="*/ 1610670 h 4094922"/>
              <a:gd name="connsiteX26" fmla="*/ 2232689 w 4094921"/>
              <a:gd name="connsiteY26" fmla="*/ 1613151 h 4094922"/>
              <a:gd name="connsiteX27" fmla="*/ 2257552 w 4094921"/>
              <a:gd name="connsiteY27" fmla="*/ 1647896 h 4094922"/>
              <a:gd name="connsiteX28" fmla="*/ 2260038 w 4094921"/>
              <a:gd name="connsiteY28" fmla="*/ 1650378 h 4094922"/>
              <a:gd name="connsiteX29" fmla="*/ 2284901 w 4094921"/>
              <a:gd name="connsiteY29" fmla="*/ 1682641 h 4094922"/>
              <a:gd name="connsiteX30" fmla="*/ 2287388 w 4094921"/>
              <a:gd name="connsiteY30" fmla="*/ 1685123 h 4094922"/>
              <a:gd name="connsiteX31" fmla="*/ 2317223 w 4094921"/>
              <a:gd name="connsiteY31" fmla="*/ 1717386 h 4094922"/>
              <a:gd name="connsiteX32" fmla="*/ 2317223 w 4094921"/>
              <a:gd name="connsiteY32" fmla="*/ 1719867 h 4094922"/>
              <a:gd name="connsiteX33" fmla="*/ 3008412 w 4094921"/>
              <a:gd name="connsiteY33" fmla="*/ 2049943 h 4094922"/>
              <a:gd name="connsiteX34" fmla="*/ 3068083 w 4094921"/>
              <a:gd name="connsiteY34" fmla="*/ 2047461 h 4094922"/>
              <a:gd name="connsiteX35" fmla="*/ 4094921 w 4094921"/>
              <a:gd name="connsiteY35" fmla="*/ 3072433 h 4094922"/>
              <a:gd name="connsiteX36" fmla="*/ 3068083 w 4094921"/>
              <a:gd name="connsiteY36" fmla="*/ 4094922 h 4094922"/>
              <a:gd name="connsiteX37" fmla="*/ 2043731 w 4094921"/>
              <a:gd name="connsiteY37" fmla="*/ 3072433 h 4094922"/>
              <a:gd name="connsiteX38" fmla="*/ 2046218 w 4094921"/>
              <a:gd name="connsiteY38" fmla="*/ 3005425 h 4094922"/>
              <a:gd name="connsiteX39" fmla="*/ 1123804 w 4094921"/>
              <a:gd name="connsiteY39" fmla="*/ 2047461 h 4094922"/>
              <a:gd name="connsiteX40" fmla="*/ 1146180 w 4094921"/>
              <a:gd name="connsiteY40" fmla="*/ 2044979 h 4094922"/>
              <a:gd name="connsiteX41" fmla="*/ 1123804 w 4094921"/>
              <a:gd name="connsiteY41" fmla="*/ 2042498 h 4094922"/>
              <a:gd name="connsiteX42" fmla="*/ 1026838 w 4094921"/>
              <a:gd name="connsiteY42" fmla="*/ 2047461 h 4094922"/>
              <a:gd name="connsiteX43" fmla="*/ 0 w 4094921"/>
              <a:gd name="connsiteY43" fmla="*/ 1024972 h 4094922"/>
              <a:gd name="connsiteX44" fmla="*/ 1026838 w 4094921"/>
              <a:gd name="connsiteY44" fmla="*/ 0 h 4094922"/>
            </a:gdLst>
            <a:rect l="l" t="t" r="r" b="b"/>
            <a:pathLst>
              <a:path w="4094921" h="4094922">
                <a:moveTo>
                  <a:pt x="1026838" y="0"/>
                </a:moveTo>
                <a:cubicBezTo>
                  <a:pt x="1593713" y="0"/>
                  <a:pt x="2053676" y="459128"/>
                  <a:pt x="2053676" y="1024972"/>
                </a:cubicBezTo>
                <a:cubicBezTo>
                  <a:pt x="2053676" y="1047307"/>
                  <a:pt x="2051190" y="1069644"/>
                  <a:pt x="2051190" y="1089498"/>
                </a:cubicBezTo>
                <a:cubicBezTo>
                  <a:pt x="2051190" y="1104388"/>
                  <a:pt x="2051190" y="1119279"/>
                  <a:pt x="2053676" y="1134169"/>
                </a:cubicBezTo>
                <a:cubicBezTo>
                  <a:pt x="2053676" y="1139133"/>
                  <a:pt x="2056163" y="1144097"/>
                  <a:pt x="2056163" y="1151542"/>
                </a:cubicBezTo>
                <a:cubicBezTo>
                  <a:pt x="2056163" y="1161469"/>
                  <a:pt x="2058649" y="1171396"/>
                  <a:pt x="2058649" y="1181323"/>
                </a:cubicBezTo>
                <a:cubicBezTo>
                  <a:pt x="2061135" y="1186287"/>
                  <a:pt x="2061135" y="1191250"/>
                  <a:pt x="2063622" y="1196214"/>
                </a:cubicBezTo>
                <a:cubicBezTo>
                  <a:pt x="2063622" y="1206141"/>
                  <a:pt x="2066108" y="1216068"/>
                  <a:pt x="2068594" y="1225995"/>
                </a:cubicBezTo>
                <a:cubicBezTo>
                  <a:pt x="2068594" y="1233440"/>
                  <a:pt x="2071080" y="1238404"/>
                  <a:pt x="2071080" y="1243367"/>
                </a:cubicBezTo>
                <a:cubicBezTo>
                  <a:pt x="2073567" y="1253294"/>
                  <a:pt x="2076053" y="1263222"/>
                  <a:pt x="2078539" y="1273149"/>
                </a:cubicBezTo>
                <a:cubicBezTo>
                  <a:pt x="2078539" y="1278112"/>
                  <a:pt x="2081026" y="1283076"/>
                  <a:pt x="2081026" y="1288039"/>
                </a:cubicBezTo>
                <a:cubicBezTo>
                  <a:pt x="2083512" y="1297966"/>
                  <a:pt x="2085998" y="1307893"/>
                  <a:pt x="2090971" y="1317821"/>
                </a:cubicBezTo>
                <a:cubicBezTo>
                  <a:pt x="2090971" y="1322784"/>
                  <a:pt x="2093457" y="1327748"/>
                  <a:pt x="2093457" y="1330229"/>
                </a:cubicBezTo>
                <a:cubicBezTo>
                  <a:pt x="2098430" y="1342638"/>
                  <a:pt x="2100916" y="1352565"/>
                  <a:pt x="2103402" y="1362492"/>
                </a:cubicBezTo>
                <a:cubicBezTo>
                  <a:pt x="2105888" y="1367456"/>
                  <a:pt x="2108375" y="1369938"/>
                  <a:pt x="2108375" y="1374901"/>
                </a:cubicBezTo>
                <a:cubicBezTo>
                  <a:pt x="2113347" y="1384828"/>
                  <a:pt x="2115834" y="1394755"/>
                  <a:pt x="2120806" y="1407164"/>
                </a:cubicBezTo>
                <a:cubicBezTo>
                  <a:pt x="2120806" y="1409646"/>
                  <a:pt x="2123292" y="1412128"/>
                  <a:pt x="2125779" y="1417091"/>
                </a:cubicBezTo>
                <a:cubicBezTo>
                  <a:pt x="2128265" y="1427018"/>
                  <a:pt x="2133238" y="1439427"/>
                  <a:pt x="2138210" y="1449354"/>
                </a:cubicBezTo>
                <a:cubicBezTo>
                  <a:pt x="2140697" y="1451836"/>
                  <a:pt x="2140697" y="1454318"/>
                  <a:pt x="2143183" y="1459281"/>
                </a:cubicBezTo>
                <a:cubicBezTo>
                  <a:pt x="2148155" y="1469209"/>
                  <a:pt x="2153128" y="1479136"/>
                  <a:pt x="2158101" y="1491545"/>
                </a:cubicBezTo>
                <a:cubicBezTo>
                  <a:pt x="2160587" y="1494026"/>
                  <a:pt x="2160587" y="1496508"/>
                  <a:pt x="2163073" y="1498990"/>
                </a:cubicBezTo>
                <a:cubicBezTo>
                  <a:pt x="2168046" y="1508917"/>
                  <a:pt x="2175505" y="1521326"/>
                  <a:pt x="2180477" y="1531253"/>
                </a:cubicBezTo>
                <a:cubicBezTo>
                  <a:pt x="2182963" y="1533735"/>
                  <a:pt x="2182963" y="1536216"/>
                  <a:pt x="2185450" y="1538698"/>
                </a:cubicBezTo>
                <a:cubicBezTo>
                  <a:pt x="2190422" y="1548625"/>
                  <a:pt x="2197881" y="1561034"/>
                  <a:pt x="2205340" y="1570961"/>
                </a:cubicBezTo>
                <a:cubicBezTo>
                  <a:pt x="2205340" y="1573443"/>
                  <a:pt x="2205340" y="1575925"/>
                  <a:pt x="2207826" y="1575925"/>
                </a:cubicBezTo>
                <a:cubicBezTo>
                  <a:pt x="2215285" y="1588334"/>
                  <a:pt x="2222744" y="1598261"/>
                  <a:pt x="2230203" y="1610670"/>
                </a:cubicBezTo>
                <a:cubicBezTo>
                  <a:pt x="2230203" y="1610670"/>
                  <a:pt x="2232689" y="1613151"/>
                  <a:pt x="2232689" y="1613151"/>
                </a:cubicBezTo>
                <a:cubicBezTo>
                  <a:pt x="2240148" y="1625560"/>
                  <a:pt x="2247607" y="1635487"/>
                  <a:pt x="2257552" y="1647896"/>
                </a:cubicBezTo>
                <a:cubicBezTo>
                  <a:pt x="2257552" y="1647896"/>
                  <a:pt x="2257552" y="1647896"/>
                  <a:pt x="2260038" y="1650378"/>
                </a:cubicBezTo>
                <a:cubicBezTo>
                  <a:pt x="2267497" y="1660305"/>
                  <a:pt x="2277443" y="1672714"/>
                  <a:pt x="2284901" y="1682641"/>
                </a:cubicBezTo>
                <a:cubicBezTo>
                  <a:pt x="2287388" y="1685123"/>
                  <a:pt x="2287388" y="1685123"/>
                  <a:pt x="2287388" y="1685123"/>
                </a:cubicBezTo>
                <a:cubicBezTo>
                  <a:pt x="2297333" y="1697531"/>
                  <a:pt x="2307278" y="1707459"/>
                  <a:pt x="2317223" y="1717386"/>
                </a:cubicBezTo>
                <a:cubicBezTo>
                  <a:pt x="2317223" y="1717386"/>
                  <a:pt x="2317223" y="1717386"/>
                  <a:pt x="2317223" y="1719867"/>
                </a:cubicBezTo>
                <a:cubicBezTo>
                  <a:pt x="2491264" y="1908482"/>
                  <a:pt x="2734920" y="2032571"/>
                  <a:pt x="3008412" y="2049943"/>
                </a:cubicBezTo>
                <a:cubicBezTo>
                  <a:pt x="3028302" y="2049943"/>
                  <a:pt x="3048193" y="2047461"/>
                  <a:pt x="3068083" y="2047461"/>
                </a:cubicBezTo>
                <a:cubicBezTo>
                  <a:pt x="3634957" y="2047461"/>
                  <a:pt x="4094921" y="2506589"/>
                  <a:pt x="4094921" y="3072433"/>
                </a:cubicBezTo>
                <a:cubicBezTo>
                  <a:pt x="4094921" y="3638276"/>
                  <a:pt x="3634957" y="4094922"/>
                  <a:pt x="3068083" y="4094922"/>
                </a:cubicBezTo>
                <a:cubicBezTo>
                  <a:pt x="2503695" y="4094922"/>
                  <a:pt x="2043731" y="3638276"/>
                  <a:pt x="2043731" y="3072433"/>
                </a:cubicBezTo>
                <a:cubicBezTo>
                  <a:pt x="2043731" y="3050097"/>
                  <a:pt x="2043731" y="3027761"/>
                  <a:pt x="2046218" y="3005425"/>
                </a:cubicBezTo>
                <a:cubicBezTo>
                  <a:pt x="2016382" y="2501625"/>
                  <a:pt x="1621062" y="2097097"/>
                  <a:pt x="1123804" y="2047461"/>
                </a:cubicBezTo>
                <a:cubicBezTo>
                  <a:pt x="1131263" y="2047461"/>
                  <a:pt x="1138721" y="2047461"/>
                  <a:pt x="1146180" y="2044979"/>
                </a:cubicBezTo>
                <a:cubicBezTo>
                  <a:pt x="1138721" y="2044979"/>
                  <a:pt x="1131263" y="2042498"/>
                  <a:pt x="1123804" y="2042498"/>
                </a:cubicBezTo>
                <a:cubicBezTo>
                  <a:pt x="1091482" y="2044979"/>
                  <a:pt x="1059160" y="2047461"/>
                  <a:pt x="1026838" y="2047461"/>
                </a:cubicBezTo>
                <a:cubicBezTo>
                  <a:pt x="459964" y="2047461"/>
                  <a:pt x="0" y="1588334"/>
                  <a:pt x="0" y="1024972"/>
                </a:cubicBezTo>
                <a:cubicBezTo>
                  <a:pt x="0" y="459128"/>
                  <a:pt x="459964" y="0"/>
                  <a:pt x="102683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5.xml><?xml version="1.0" encoding="utf-8"?>
<p:sldLayout xmlns:p="http://schemas.openxmlformats.org/presentationml/2006/main" userDrawn="1">
  <p:cSld name="10_Financing Need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57A2470-90DC-4D80-B047-3D86AB733E2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3251200"/>
              <a:gd name="connsiteY0" fmla="*/ 0 h 5715000"/>
              <a:gd name="connsiteX1" fmla="*/ 3251200 w 3251200"/>
              <a:gd name="connsiteY1" fmla="*/ 0 h 5715000"/>
              <a:gd name="connsiteX2" fmla="*/ 3251200 w 3251200"/>
              <a:gd name="connsiteY2" fmla="*/ 5715000 h 5715000"/>
              <a:gd name="connsiteX3" fmla="*/ 0 w 3251200"/>
              <a:gd name="connsiteY3" fmla="*/ 5715000 h 5715000"/>
            </a:gdLst>
            <a:rect l="l" t="t" r="r" b="b"/>
            <a:pathLst>
              <a:path w="3251200" h="5715000">
                <a:moveTo>
                  <a:pt x="0" y="0"/>
                </a:moveTo>
                <a:lnTo>
                  <a:pt x="3251200" y="0"/>
                </a:lnTo>
                <a:lnTo>
                  <a:pt x="3251200" y="5715000"/>
                </a:lnTo>
                <a:lnTo>
                  <a:pt x="0" y="5715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6.xml><?xml version="1.0" encoding="utf-8"?>
<p:sldLayout xmlns:p="http://schemas.openxmlformats.org/presentationml/2006/main" userDrawn="1">
  <p:cSld name="11_Financing Need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5F93919D-F170-4D41-8799-26996637D4B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365826"/>
            <a:ext cx="3236685" cy="4492174"/>
          </a:xfrm>
          <a:custGeom xmlns:a="http://schemas.openxmlformats.org/drawingml/2006/main">
            <a:gdLst>
              <a:gd name="connsiteX0" fmla="*/ 0 w 3236685"/>
              <a:gd name="connsiteY0" fmla="*/ 0 h 4492174"/>
              <a:gd name="connsiteX1" fmla="*/ 3236685 w 3236685"/>
              <a:gd name="connsiteY1" fmla="*/ 0 h 4492174"/>
              <a:gd name="connsiteX2" fmla="*/ 3236685 w 3236685"/>
              <a:gd name="connsiteY2" fmla="*/ 4492174 h 4492174"/>
              <a:gd name="connsiteX3" fmla="*/ 0 w 3236685"/>
              <a:gd name="connsiteY3" fmla="*/ 4492174 h 4492174"/>
            </a:gdLst>
            <a:rect l="l" t="t" r="r" b="b"/>
            <a:pathLst>
              <a:path w="3236685" h="4492174">
                <a:moveTo>
                  <a:pt x="0" y="0"/>
                </a:moveTo>
                <a:lnTo>
                  <a:pt x="3236685" y="0"/>
                </a:lnTo>
                <a:lnTo>
                  <a:pt x="3236685" y="4492174"/>
                </a:lnTo>
                <a:lnTo>
                  <a:pt x="0" y="449217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7.xml><?xml version="1.0" encoding="utf-8"?>
<p:sldLayout xmlns:p="http://schemas.openxmlformats.org/presentationml/2006/main" userDrawn="1">
  <p:cSld name="12_Investmen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25D6FF0-1A26-4A10-AE08-4266E8733C7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388531" y="2168742"/>
            <a:ext cx="2736669" cy="4155859"/>
          </a:xfrm>
          <a:custGeom xmlns:a="http://schemas.openxmlformats.org/drawingml/2006/main">
            <a:gdLst>
              <a:gd name="connsiteX0" fmla="*/ 0 w 2736669"/>
              <a:gd name="connsiteY0" fmla="*/ 0 h 4155859"/>
              <a:gd name="connsiteX1" fmla="*/ 2736669 w 2736669"/>
              <a:gd name="connsiteY1" fmla="*/ 0 h 4155859"/>
              <a:gd name="connsiteX2" fmla="*/ 2736669 w 2736669"/>
              <a:gd name="connsiteY2" fmla="*/ 4155859 h 4155859"/>
              <a:gd name="connsiteX3" fmla="*/ 0 w 2736669"/>
              <a:gd name="connsiteY3" fmla="*/ 4155859 h 4155859"/>
            </a:gdLst>
            <a:rect l="l" t="t" r="r" b="b"/>
            <a:pathLst>
              <a:path w="2736669" h="4155859">
                <a:moveTo>
                  <a:pt x="0" y="0"/>
                </a:moveTo>
                <a:lnTo>
                  <a:pt x="2736669" y="0"/>
                </a:lnTo>
                <a:lnTo>
                  <a:pt x="2736669" y="4155859"/>
                </a:lnTo>
                <a:lnTo>
                  <a:pt x="0" y="415585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8.xml><?xml version="1.0" encoding="utf-8"?>
<p:sldLayout xmlns:p="http://schemas.openxmlformats.org/presentationml/2006/main" userDrawn="1">
  <p:cSld name="14_Investmen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10E5623B-8293-47C6-84DA-DA812C126499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696215" y="2626000"/>
            <a:ext cx="2799571" cy="1420948"/>
          </a:xfrm>
          <a:custGeom xmlns:a="http://schemas.openxmlformats.org/drawingml/2006/main">
            <a:gdLst>
              <a:gd name="connsiteX0" fmla="*/ 710474 w 2799571"/>
              <a:gd name="connsiteY0" fmla="*/ 0 h 1420948"/>
              <a:gd name="connsiteX1" fmla="*/ 2089097 w 2799571"/>
              <a:gd name="connsiteY1" fmla="*/ 0 h 1420948"/>
              <a:gd name="connsiteX2" fmla="*/ 2799571 w 2799571"/>
              <a:gd name="connsiteY2" fmla="*/ 710474 h 1420948"/>
              <a:gd name="connsiteX3" fmla="*/ 2089097 w 2799571"/>
              <a:gd name="connsiteY3" fmla="*/ 1420948 h 1420948"/>
              <a:gd name="connsiteX4" fmla="*/ 710474 w 2799571"/>
              <a:gd name="connsiteY4" fmla="*/ 1420948 h 1420948"/>
              <a:gd name="connsiteX5" fmla="*/ 0 w 2799571"/>
              <a:gd name="connsiteY5" fmla="*/ 710474 h 1420948"/>
              <a:gd name="connsiteX6" fmla="*/ 710474 w 2799571"/>
              <a:gd name="connsiteY6" fmla="*/ 0 h 1420948"/>
            </a:gdLst>
            <a:rect l="l" t="t" r="r" b="b"/>
            <a:pathLst>
              <a:path w="2799571" h="1420948">
                <a:moveTo>
                  <a:pt x="710474" y="0"/>
                </a:moveTo>
                <a:lnTo>
                  <a:pt x="2089097" y="0"/>
                </a:lnTo>
                <a:cubicBezTo>
                  <a:pt x="2481481" y="0"/>
                  <a:pt x="2799571" y="318090"/>
                  <a:pt x="2799571" y="710474"/>
                </a:cubicBezTo>
                <a:cubicBezTo>
                  <a:pt x="2799571" y="1102858"/>
                  <a:pt x="2481481" y="1420948"/>
                  <a:pt x="2089097" y="1420948"/>
                </a:cubicBezTo>
                <a:lnTo>
                  <a:pt x="710474" y="1420948"/>
                </a:lnTo>
                <a:cubicBezTo>
                  <a:pt x="318090" y="1420948"/>
                  <a:pt x="0" y="1102858"/>
                  <a:pt x="0" y="710474"/>
                </a:cubicBezTo>
                <a:cubicBezTo>
                  <a:pt x="0" y="318090"/>
                  <a:pt x="318090" y="0"/>
                  <a:pt x="71047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E573CF56-5262-4AE9-A808-5C108833B9F6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1052644" y="2626000"/>
            <a:ext cx="2799571" cy="1420948"/>
          </a:xfrm>
          <a:custGeom xmlns:a="http://schemas.openxmlformats.org/drawingml/2006/main">
            <a:gdLst>
              <a:gd name="connsiteX0" fmla="*/ 710474 w 2799571"/>
              <a:gd name="connsiteY0" fmla="*/ 0 h 1420948"/>
              <a:gd name="connsiteX1" fmla="*/ 2089097 w 2799571"/>
              <a:gd name="connsiteY1" fmla="*/ 0 h 1420948"/>
              <a:gd name="connsiteX2" fmla="*/ 2799571 w 2799571"/>
              <a:gd name="connsiteY2" fmla="*/ 710474 h 1420948"/>
              <a:gd name="connsiteX3" fmla="*/ 2089097 w 2799571"/>
              <a:gd name="connsiteY3" fmla="*/ 1420948 h 1420948"/>
              <a:gd name="connsiteX4" fmla="*/ 710474 w 2799571"/>
              <a:gd name="connsiteY4" fmla="*/ 1420948 h 1420948"/>
              <a:gd name="connsiteX5" fmla="*/ 0 w 2799571"/>
              <a:gd name="connsiteY5" fmla="*/ 710474 h 1420948"/>
              <a:gd name="connsiteX6" fmla="*/ 710474 w 2799571"/>
              <a:gd name="connsiteY6" fmla="*/ 0 h 1420948"/>
            </a:gdLst>
            <a:rect l="l" t="t" r="r" b="b"/>
            <a:pathLst>
              <a:path w="2799571" h="1420948">
                <a:moveTo>
                  <a:pt x="710474" y="0"/>
                </a:moveTo>
                <a:lnTo>
                  <a:pt x="2089097" y="0"/>
                </a:lnTo>
                <a:cubicBezTo>
                  <a:pt x="2481481" y="0"/>
                  <a:pt x="2799571" y="318090"/>
                  <a:pt x="2799571" y="710474"/>
                </a:cubicBezTo>
                <a:cubicBezTo>
                  <a:pt x="2799571" y="1102858"/>
                  <a:pt x="2481481" y="1420948"/>
                  <a:pt x="2089097" y="1420948"/>
                </a:cubicBezTo>
                <a:lnTo>
                  <a:pt x="710474" y="1420948"/>
                </a:lnTo>
                <a:cubicBezTo>
                  <a:pt x="318090" y="1420948"/>
                  <a:pt x="0" y="1102858"/>
                  <a:pt x="0" y="710474"/>
                </a:cubicBezTo>
                <a:cubicBezTo>
                  <a:pt x="0" y="318090"/>
                  <a:pt x="318090" y="0"/>
                  <a:pt x="71047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FDABD1AE-F2F7-488D-A5A2-995A973B78D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339787" y="2626000"/>
            <a:ext cx="2799571" cy="1420948"/>
          </a:xfrm>
          <a:custGeom xmlns:a="http://schemas.openxmlformats.org/drawingml/2006/main">
            <a:gdLst>
              <a:gd name="connsiteX0" fmla="*/ 710474 w 2799571"/>
              <a:gd name="connsiteY0" fmla="*/ 0 h 1420948"/>
              <a:gd name="connsiteX1" fmla="*/ 2089097 w 2799571"/>
              <a:gd name="connsiteY1" fmla="*/ 0 h 1420948"/>
              <a:gd name="connsiteX2" fmla="*/ 2799571 w 2799571"/>
              <a:gd name="connsiteY2" fmla="*/ 710474 h 1420948"/>
              <a:gd name="connsiteX3" fmla="*/ 2089097 w 2799571"/>
              <a:gd name="connsiteY3" fmla="*/ 1420948 h 1420948"/>
              <a:gd name="connsiteX4" fmla="*/ 710474 w 2799571"/>
              <a:gd name="connsiteY4" fmla="*/ 1420948 h 1420948"/>
              <a:gd name="connsiteX5" fmla="*/ 0 w 2799571"/>
              <a:gd name="connsiteY5" fmla="*/ 710474 h 1420948"/>
              <a:gd name="connsiteX6" fmla="*/ 710474 w 2799571"/>
              <a:gd name="connsiteY6" fmla="*/ 0 h 1420948"/>
            </a:gdLst>
            <a:rect l="l" t="t" r="r" b="b"/>
            <a:pathLst>
              <a:path w="2799571" h="1420948">
                <a:moveTo>
                  <a:pt x="710474" y="0"/>
                </a:moveTo>
                <a:lnTo>
                  <a:pt x="2089097" y="0"/>
                </a:lnTo>
                <a:cubicBezTo>
                  <a:pt x="2481481" y="0"/>
                  <a:pt x="2799571" y="318090"/>
                  <a:pt x="2799571" y="710474"/>
                </a:cubicBezTo>
                <a:cubicBezTo>
                  <a:pt x="2799571" y="1102858"/>
                  <a:pt x="2481481" y="1420948"/>
                  <a:pt x="2089097" y="1420948"/>
                </a:cubicBezTo>
                <a:lnTo>
                  <a:pt x="710474" y="1420948"/>
                </a:lnTo>
                <a:cubicBezTo>
                  <a:pt x="318090" y="1420948"/>
                  <a:pt x="0" y="1102858"/>
                  <a:pt x="0" y="710474"/>
                </a:cubicBezTo>
                <a:cubicBezTo>
                  <a:pt x="0" y="318090"/>
                  <a:pt x="318090" y="0"/>
                  <a:pt x="71047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9.xml><?xml version="1.0" encoding="utf-8"?>
<p:sldLayout xmlns:p="http://schemas.openxmlformats.org/presentationml/2006/main" userDrawn="1">
  <p:cSld name="15_Investmen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5118F4EF-A3A7-449B-ABAE-9AC5EEC1DCB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064475" y="2353552"/>
            <a:ext cx="2799571" cy="3959189"/>
          </a:xfrm>
          <a:custGeom xmlns:a="http://schemas.openxmlformats.org/drawingml/2006/main">
            <a:gdLst>
              <a:gd name="connsiteX0" fmla="*/ 0 w 2799571"/>
              <a:gd name="connsiteY0" fmla="*/ 0 h 3959189"/>
              <a:gd name="connsiteX1" fmla="*/ 2799571 w 2799571"/>
              <a:gd name="connsiteY1" fmla="*/ 0 h 3959189"/>
              <a:gd name="connsiteX2" fmla="*/ 2799571 w 2799571"/>
              <a:gd name="connsiteY2" fmla="*/ 3959189 h 3959189"/>
              <a:gd name="connsiteX3" fmla="*/ 0 w 2799571"/>
              <a:gd name="connsiteY3" fmla="*/ 3959189 h 3959189"/>
            </a:gdLst>
            <a:rect l="l" t="t" r="r" b="b"/>
            <a:pathLst>
              <a:path w="2799571" h="3959189">
                <a:moveTo>
                  <a:pt x="0" y="0"/>
                </a:moveTo>
                <a:lnTo>
                  <a:pt x="2799571" y="0"/>
                </a:lnTo>
                <a:lnTo>
                  <a:pt x="2799571" y="3959189"/>
                </a:lnTo>
                <a:lnTo>
                  <a:pt x="0" y="395918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0.xml><?xml version="1.0" encoding="utf-8"?>
<p:sldLayout xmlns:p="http://schemas.openxmlformats.org/presentationml/2006/main" userDrawn="1">
  <p:cSld name="16_Investm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F0C2F6B-88BC-4A56-9AE4-26E7FFB0F38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109447" y="0"/>
            <a:ext cx="6082553" cy="6858000"/>
          </a:xfrm>
          <a:custGeom xmlns:a="http://schemas.openxmlformats.org/drawingml/2006/main">
            <a:gdLst>
              <a:gd name="connsiteX0" fmla="*/ 0 w 6082553"/>
              <a:gd name="connsiteY0" fmla="*/ 0 h 6858000"/>
              <a:gd name="connsiteX1" fmla="*/ 6082553 w 6082553"/>
              <a:gd name="connsiteY1" fmla="*/ 0 h 6858000"/>
              <a:gd name="connsiteX2" fmla="*/ 6082553 w 6082553"/>
              <a:gd name="connsiteY2" fmla="*/ 6858000 h 6858000"/>
              <a:gd name="connsiteX3" fmla="*/ 0 w 6082553"/>
              <a:gd name="connsiteY3" fmla="*/ 6858000 h 6858000"/>
            </a:gdLst>
            <a:rect l="l" t="t" r="r" b="b"/>
            <a:pathLst>
              <a:path w="6082553" h="6858000">
                <a:moveTo>
                  <a:pt x="0" y="0"/>
                </a:moveTo>
                <a:lnTo>
                  <a:pt x="6082553" y="0"/>
                </a:lnTo>
                <a:lnTo>
                  <a:pt x="6082553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1.xml><?xml version="1.0" encoding="utf-8"?>
<p:sldLayout xmlns:p="http://schemas.openxmlformats.org/presentationml/2006/main" userDrawn="1">
  <p:cSld name="17_Investment &amp; Prof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B260C32-F500-430E-A6EC-6FD3ABE10D9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4366927"/>
            <a:ext cx="5029200" cy="1960375"/>
          </a:xfrm>
          <a:custGeom xmlns:a="http://schemas.openxmlformats.org/drawingml/2006/main">
            <a:gdLst>
              <a:gd name="connsiteX0" fmla="*/ 0 w 5029200"/>
              <a:gd name="connsiteY0" fmla="*/ 0 h 1960375"/>
              <a:gd name="connsiteX1" fmla="*/ 5029200 w 5029200"/>
              <a:gd name="connsiteY1" fmla="*/ 0 h 1960375"/>
              <a:gd name="connsiteX2" fmla="*/ 5029200 w 5029200"/>
              <a:gd name="connsiteY2" fmla="*/ 1960375 h 1960375"/>
              <a:gd name="connsiteX3" fmla="*/ 0 w 5029200"/>
              <a:gd name="connsiteY3" fmla="*/ 1960375 h 1960375"/>
            </a:gdLst>
            <a:rect l="l" t="t" r="r" b="b"/>
            <a:pathLst>
              <a:path w="5029200" h="1960375">
                <a:moveTo>
                  <a:pt x="0" y="0"/>
                </a:moveTo>
                <a:lnTo>
                  <a:pt x="5029200" y="0"/>
                </a:lnTo>
                <a:lnTo>
                  <a:pt x="5029200" y="1960375"/>
                </a:lnTo>
                <a:lnTo>
                  <a:pt x="0" y="196037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2.xml><?xml version="1.0" encoding="utf-8"?>
<p:sldLayout xmlns:p="http://schemas.openxmlformats.org/presentationml/2006/main" userDrawn="1">
  <p:cSld name="18_Investment &amp; Prof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98CCDA8-74A1-4ECE-881C-0B3559A4C6D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891595"/>
            <a:ext cx="2528757" cy="3966406"/>
          </a:xfrm>
          <a:custGeom xmlns:a="http://schemas.openxmlformats.org/drawingml/2006/main">
            <a:gdLst>
              <a:gd name="connsiteX0" fmla="*/ 0 w 2528757"/>
              <a:gd name="connsiteY0" fmla="*/ 0 h 3966406"/>
              <a:gd name="connsiteX1" fmla="*/ 2528757 w 2528757"/>
              <a:gd name="connsiteY1" fmla="*/ 0 h 3966406"/>
              <a:gd name="connsiteX2" fmla="*/ 2528757 w 2528757"/>
              <a:gd name="connsiteY2" fmla="*/ 3966406 h 3966406"/>
              <a:gd name="connsiteX3" fmla="*/ 0 w 2528757"/>
              <a:gd name="connsiteY3" fmla="*/ 3966406 h 3966406"/>
            </a:gdLst>
            <a:rect l="l" t="t" r="r" b="b"/>
            <a:pathLst>
              <a:path w="2528757" h="3966406">
                <a:moveTo>
                  <a:pt x="0" y="0"/>
                </a:moveTo>
                <a:lnTo>
                  <a:pt x="2528757" y="0"/>
                </a:lnTo>
                <a:lnTo>
                  <a:pt x="2528757" y="3966406"/>
                </a:lnTo>
                <a:lnTo>
                  <a:pt x="0" y="3966406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3.xml><?xml version="1.0" encoding="utf-8"?>
<p:sldLayout xmlns:p="http://schemas.openxmlformats.org/presentationml/2006/main" userDrawn="1">
  <p:cSld name="19_Investment &amp; Prof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A7FE2F4-1F3D-4760-B0C0-793B1AB36CB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001774" y="1143000"/>
            <a:ext cx="3123426" cy="5181600"/>
          </a:xfrm>
          <a:custGeom xmlns:a="http://schemas.openxmlformats.org/drawingml/2006/main">
            <a:gdLst>
              <a:gd name="connsiteX0" fmla="*/ 0 w 3123426"/>
              <a:gd name="connsiteY0" fmla="*/ 0 h 5181600"/>
              <a:gd name="connsiteX1" fmla="*/ 3123426 w 3123426"/>
              <a:gd name="connsiteY1" fmla="*/ 0 h 5181600"/>
              <a:gd name="connsiteX2" fmla="*/ 3123426 w 3123426"/>
              <a:gd name="connsiteY2" fmla="*/ 5181600 h 5181600"/>
              <a:gd name="connsiteX3" fmla="*/ 0 w 3123426"/>
              <a:gd name="connsiteY3" fmla="*/ 5181600 h 5181600"/>
            </a:gdLst>
            <a:rect l="l" t="t" r="r" b="b"/>
            <a:pathLst>
              <a:path w="3123426" h="5181600">
                <a:moveTo>
                  <a:pt x="0" y="0"/>
                </a:moveTo>
                <a:lnTo>
                  <a:pt x="3123426" y="0"/>
                </a:lnTo>
                <a:lnTo>
                  <a:pt x="3123426" y="5181600"/>
                </a:lnTo>
                <a:lnTo>
                  <a:pt x="0" y="5181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4.xml><?xml version="1.0" encoding="utf-8"?>
<p:sldLayout xmlns:p="http://schemas.openxmlformats.org/presentationml/2006/main" userDrawn="1">
  <p:cSld name="20_Use of Fu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19CEBA5F-6DB5-48E3-BCAA-97140F76818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95234" y="3846286"/>
            <a:ext cx="5000767" cy="2478314"/>
          </a:xfrm>
          <a:custGeom xmlns:a="http://schemas.openxmlformats.org/drawingml/2006/main">
            <a:gdLst>
              <a:gd name="connsiteX0" fmla="*/ 0 w 5000767"/>
              <a:gd name="connsiteY0" fmla="*/ 0 h 2478314"/>
              <a:gd name="connsiteX1" fmla="*/ 5000767 w 5000767"/>
              <a:gd name="connsiteY1" fmla="*/ 0 h 2478314"/>
              <a:gd name="connsiteX2" fmla="*/ 5000767 w 5000767"/>
              <a:gd name="connsiteY2" fmla="*/ 2478314 h 2478314"/>
              <a:gd name="connsiteX3" fmla="*/ 0 w 5000767"/>
              <a:gd name="connsiteY3" fmla="*/ 2478314 h 2478314"/>
            </a:gdLst>
            <a:rect l="l" t="t" r="r" b="b"/>
            <a:pathLst>
              <a:path w="5000767" h="2478314">
                <a:moveTo>
                  <a:pt x="0" y="0"/>
                </a:moveTo>
                <a:lnTo>
                  <a:pt x="5000767" y="0"/>
                </a:lnTo>
                <a:lnTo>
                  <a:pt x="5000767" y="2478314"/>
                </a:lnTo>
                <a:lnTo>
                  <a:pt x="0" y="24783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5.xml><?xml version="1.0" encoding="utf-8"?>
<p:sldLayout xmlns:p="http://schemas.openxmlformats.org/presentationml/2006/main" userDrawn="1">
  <p:cSld name="21_Use of Fu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5C4FAF6-0D14-4D89-BD36-03E034D62AE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966231" y="3132220"/>
            <a:ext cx="2258974" cy="2258974"/>
          </a:xfrm>
          <a:custGeom xmlns:a="http://schemas.openxmlformats.org/drawingml/2006/main">
            <a:gdLst>
              <a:gd name="connsiteX0" fmla="*/ 1129487 w 2258974"/>
              <a:gd name="connsiteY0" fmla="*/ 0 h 2258974"/>
              <a:gd name="connsiteX1" fmla="*/ 2258974 w 2258974"/>
              <a:gd name="connsiteY1" fmla="*/ 1129487 h 2258974"/>
              <a:gd name="connsiteX2" fmla="*/ 1129487 w 2258974"/>
              <a:gd name="connsiteY2" fmla="*/ 2258974 h 2258974"/>
              <a:gd name="connsiteX3" fmla="*/ 0 w 2258974"/>
              <a:gd name="connsiteY3" fmla="*/ 1129487 h 2258974"/>
              <a:gd name="connsiteX4" fmla="*/ 1129487 w 2258974"/>
              <a:gd name="connsiteY4" fmla="*/ 0 h 2258974"/>
            </a:gdLst>
            <a:rect l="l" t="t" r="r" b="b"/>
            <a:pathLst>
              <a:path w="2258974" h="2258974">
                <a:moveTo>
                  <a:pt x="1129487" y="0"/>
                </a:moveTo>
                <a:cubicBezTo>
                  <a:pt x="1753285" y="0"/>
                  <a:pt x="2258974" y="505689"/>
                  <a:pt x="2258974" y="1129487"/>
                </a:cubicBezTo>
                <a:cubicBezTo>
                  <a:pt x="2258974" y="1753285"/>
                  <a:pt x="1753285" y="2258974"/>
                  <a:pt x="1129487" y="2258974"/>
                </a:cubicBezTo>
                <a:cubicBezTo>
                  <a:pt x="505689" y="2258974"/>
                  <a:pt x="0" y="1753285"/>
                  <a:pt x="0" y="1129487"/>
                </a:cubicBezTo>
                <a:cubicBezTo>
                  <a:pt x="0" y="505689"/>
                  <a:pt x="505689" y="0"/>
                  <a:pt x="112948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6.xml><?xml version="1.0" encoding="utf-8"?>
<p:sldLayout xmlns:p="http://schemas.openxmlformats.org/presentationml/2006/main" userDrawn="1">
  <p:cSld name="22_Data Analysi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1E94E1F4-FFA0-4AE9-99CF-7EFD1B0C937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1" y="1921755"/>
            <a:ext cx="6903299" cy="1257300"/>
          </a:xfrm>
          <a:custGeom xmlns:a="http://schemas.openxmlformats.org/drawingml/2006/main">
            <a:gdLst>
              <a:gd name="connsiteX0" fmla="*/ 0 w 6903299"/>
              <a:gd name="connsiteY0" fmla="*/ 0 h 1257300"/>
              <a:gd name="connsiteX1" fmla="*/ 6903299 w 6903299"/>
              <a:gd name="connsiteY1" fmla="*/ 0 h 1257300"/>
              <a:gd name="connsiteX2" fmla="*/ 6903299 w 6903299"/>
              <a:gd name="connsiteY2" fmla="*/ 1257300 h 1257300"/>
              <a:gd name="connsiteX3" fmla="*/ 0 w 6903299"/>
              <a:gd name="connsiteY3" fmla="*/ 1257300 h 1257300"/>
            </a:gdLst>
            <a:rect l="l" t="t" r="r" b="b"/>
            <a:pathLst>
              <a:path w="6903299" h="1257300">
                <a:moveTo>
                  <a:pt x="0" y="0"/>
                </a:moveTo>
                <a:lnTo>
                  <a:pt x="6903299" y="0"/>
                </a:lnTo>
                <a:lnTo>
                  <a:pt x="6903299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7.xml><?xml version="1.0" encoding="utf-8"?>
<p:sldLayout xmlns:p="http://schemas.openxmlformats.org/presentationml/2006/main" userDrawn="1">
  <p:cSld name="23_Information Data Inf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E02ABDC-B5E7-4D6D-91BD-45160B8329F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95828" y="2095500"/>
            <a:ext cx="5000172" cy="2418443"/>
          </a:xfrm>
          <a:custGeom xmlns:a="http://schemas.openxmlformats.org/drawingml/2006/main">
            <a:gdLst>
              <a:gd name="connsiteX0" fmla="*/ 0 w 5000172"/>
              <a:gd name="connsiteY0" fmla="*/ 0 h 2418443"/>
              <a:gd name="connsiteX1" fmla="*/ 5000172 w 5000172"/>
              <a:gd name="connsiteY1" fmla="*/ 0 h 2418443"/>
              <a:gd name="connsiteX2" fmla="*/ 5000172 w 5000172"/>
              <a:gd name="connsiteY2" fmla="*/ 2418443 h 2418443"/>
              <a:gd name="connsiteX3" fmla="*/ 0 w 5000172"/>
              <a:gd name="connsiteY3" fmla="*/ 2418443 h 2418443"/>
            </a:gdLst>
            <a:rect l="l" t="t" r="r" b="b"/>
            <a:pathLst>
              <a:path w="5000172" h="2418443">
                <a:moveTo>
                  <a:pt x="0" y="0"/>
                </a:moveTo>
                <a:lnTo>
                  <a:pt x="5000172" y="0"/>
                </a:lnTo>
                <a:lnTo>
                  <a:pt x="5000172" y="2418443"/>
                </a:lnTo>
                <a:lnTo>
                  <a:pt x="0" y="241844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8.xml><?xml version="1.0" encoding="utf-8"?>
<p:sldLayout xmlns:p="http://schemas.openxmlformats.org/presentationml/2006/main" userDrawn="1">
  <p:cSld name="Agenda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33E2F2D-4A8B-4E39-89E5-79AF20702B4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2347913" y="1023939"/>
            <a:ext cx="4210050" cy="4810125"/>
          </a:xfrm>
          <a:custGeom xmlns:a="http://schemas.openxmlformats.org/drawingml/2006/main">
            <a:gdLst>
              <a:gd name="connsiteX0" fmla="*/ 0 w 4210050"/>
              <a:gd name="connsiteY0" fmla="*/ 0 h 4810125"/>
              <a:gd name="connsiteX1" fmla="*/ 1808163 w 4210050"/>
              <a:gd name="connsiteY1" fmla="*/ 0 h 4810125"/>
              <a:gd name="connsiteX2" fmla="*/ 4210050 w 4210050"/>
              <a:gd name="connsiteY2" fmla="*/ 2405063 h 4810125"/>
              <a:gd name="connsiteX3" fmla="*/ 1808163 w 4210050"/>
              <a:gd name="connsiteY3" fmla="*/ 4810125 h 4810125"/>
              <a:gd name="connsiteX4" fmla="*/ 0 w 4210050"/>
              <a:gd name="connsiteY4" fmla="*/ 4810125 h 4810125"/>
              <a:gd name="connsiteX5" fmla="*/ 2403475 w 4210050"/>
              <a:gd name="connsiteY5" fmla="*/ 2405063 h 4810125"/>
            </a:gdLst>
            <a:rect l="l" t="t" r="r" b="b"/>
            <a:pathLst>
              <a:path w="4210050" h="4810125">
                <a:moveTo>
                  <a:pt x="0" y="0"/>
                </a:moveTo>
                <a:lnTo>
                  <a:pt x="1808163" y="0"/>
                </a:lnTo>
                <a:lnTo>
                  <a:pt x="4210050" y="2405063"/>
                </a:lnTo>
                <a:lnTo>
                  <a:pt x="1808163" y="4810125"/>
                </a:lnTo>
                <a:lnTo>
                  <a:pt x="0" y="4810125"/>
                </a:lnTo>
                <a:lnTo>
                  <a:pt x="2403475" y="240506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9.xml><?xml version="1.0" encoding="utf-8"?>
<p:sldLayout xmlns:p="http://schemas.openxmlformats.org/presentationml/2006/main" userDrawn="1">
  <p:cSld name="Agenda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7F31DDD-9BDB-471E-B096-84EB15550B1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1"/>
            <a:ext cx="6124172" cy="6857999"/>
          </a:xfrm>
          <a:custGeom xmlns:a="http://schemas.openxmlformats.org/drawingml/2006/main">
            <a:gdLst>
              <a:gd name="connsiteX0" fmla="*/ 0 w 6124172"/>
              <a:gd name="connsiteY0" fmla="*/ 0 h 6857999"/>
              <a:gd name="connsiteX1" fmla="*/ 2622912 w 6124172"/>
              <a:gd name="connsiteY1" fmla="*/ 0 h 6857999"/>
              <a:gd name="connsiteX2" fmla="*/ 6124172 w 6124172"/>
              <a:gd name="connsiteY2" fmla="*/ 4858528 h 6857999"/>
              <a:gd name="connsiteX3" fmla="*/ 4681495 w 6124172"/>
              <a:gd name="connsiteY3" fmla="*/ 6857999 h 6857999"/>
              <a:gd name="connsiteX4" fmla="*/ 0 w 6124172"/>
              <a:gd name="connsiteY4" fmla="*/ 6857999 h 6857999"/>
              <a:gd name="connsiteX5" fmla="*/ 0 w 6124172"/>
              <a:gd name="connsiteY5" fmla="*/ 4858528 h 6857999"/>
            </a:gdLst>
            <a:rect l="l" t="t" r="r" b="b"/>
            <a:pathLst>
              <a:path w="6124172" h="6857999">
                <a:moveTo>
                  <a:pt x="0" y="0"/>
                </a:moveTo>
                <a:lnTo>
                  <a:pt x="2622912" y="0"/>
                </a:lnTo>
                <a:lnTo>
                  <a:pt x="6124172" y="4858528"/>
                </a:lnTo>
                <a:lnTo>
                  <a:pt x="4681495" y="6857999"/>
                </a:lnTo>
                <a:lnTo>
                  <a:pt x="0" y="6857999"/>
                </a:lnTo>
                <a:lnTo>
                  <a:pt x="0" y="485852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0.xml><?xml version="1.0" encoding="utf-8"?>
<p:sldLayout xmlns:p="http://schemas.openxmlformats.org/presentationml/2006/main" userDrawn="1">
  <p:cSld name="Agenda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7B3B552-02D1-4509-8926-82FC1445588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3290888" y="1636"/>
            <a:ext cx="5611813" cy="4295481"/>
          </a:xfrm>
          <a:custGeom xmlns:a="http://schemas.openxmlformats.org/drawingml/2006/main">
            <a:gdLst>
              <a:gd name="connsiteX0" fmla="*/ 4444960 w 5611813"/>
              <a:gd name="connsiteY0" fmla="*/ 2296944 h 4295481"/>
              <a:gd name="connsiteX1" fmla="*/ 5456237 w 5611813"/>
              <a:gd name="connsiteY1" fmla="*/ 3250433 h 4295481"/>
              <a:gd name="connsiteX2" fmla="*/ 4533829 w 5611813"/>
              <a:gd name="connsiteY2" fmla="*/ 4295481 h 4295481"/>
              <a:gd name="connsiteX3" fmla="*/ 3519487 w 5611813"/>
              <a:gd name="connsiteY3" fmla="*/ 3341993 h 4295481"/>
              <a:gd name="connsiteX4" fmla="*/ 1165265 w 5611813"/>
              <a:gd name="connsiteY4" fmla="*/ 2296944 h 4295481"/>
              <a:gd name="connsiteX5" fmla="*/ 2090737 w 5611813"/>
              <a:gd name="connsiteY5" fmla="*/ 3341993 h 4295481"/>
              <a:gd name="connsiteX6" fmla="*/ 1076395 w 5611813"/>
              <a:gd name="connsiteY6" fmla="*/ 4295481 h 4295481"/>
              <a:gd name="connsiteX7" fmla="*/ 153987 w 5611813"/>
              <a:gd name="connsiteY7" fmla="*/ 3250433 h 4295481"/>
              <a:gd name="connsiteX8" fmla="*/ 0 w 5611813"/>
              <a:gd name="connsiteY8" fmla="*/ 0 h 4295481"/>
              <a:gd name="connsiteX9" fmla="*/ 5611813 w 5611813"/>
              <a:gd name="connsiteY9" fmla="*/ 0 h 4295481"/>
              <a:gd name="connsiteX10" fmla="*/ 2805113 w 5611813"/>
              <a:gd name="connsiteY10" fmla="*/ 3172978 h 4295481"/>
            </a:gdLst>
            <a:rect l="l" t="t" r="r" b="b"/>
            <a:pathLst>
              <a:path w="5611813" h="4295481">
                <a:moveTo>
                  <a:pt x="4444960" y="2296944"/>
                </a:moveTo>
                <a:lnTo>
                  <a:pt x="5456237" y="3250433"/>
                </a:lnTo>
                <a:lnTo>
                  <a:pt x="4533829" y="4295481"/>
                </a:lnTo>
                <a:lnTo>
                  <a:pt x="3519487" y="3341993"/>
                </a:lnTo>
                <a:close/>
                <a:moveTo>
                  <a:pt x="1165265" y="2296944"/>
                </a:moveTo>
                <a:lnTo>
                  <a:pt x="2090737" y="3341993"/>
                </a:lnTo>
                <a:lnTo>
                  <a:pt x="1076395" y="4295481"/>
                </a:lnTo>
                <a:lnTo>
                  <a:pt x="153987" y="3250433"/>
                </a:lnTo>
                <a:close/>
                <a:moveTo>
                  <a:pt x="0" y="0"/>
                </a:moveTo>
                <a:lnTo>
                  <a:pt x="5611813" y="0"/>
                </a:lnTo>
                <a:lnTo>
                  <a:pt x="2805113" y="317297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1.xml><?xml version="1.0" encoding="utf-8"?>
<p:sldLayout xmlns:p="http://schemas.openxmlformats.org/presentationml/2006/main" userDrawn="1">
  <p:cSld name="Agenda 05">
    <p:bg>
      <p:bgPr>
        <a:solidFill xmlns:a="http://schemas.openxmlformats.org/drawingml/2006/main"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96264A29-3B40-4135-A9E1-E1E0DCB5EB9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453544" y="1290319"/>
            <a:ext cx="4864608" cy="4279392"/>
          </a:xfrm>
          <a:custGeom xmlns:a="http://schemas.openxmlformats.org/drawingml/2006/main">
            <a:gdLst>
              <a:gd name="connsiteX0" fmla="*/ 2728057 w 4864608"/>
              <a:gd name="connsiteY0" fmla="*/ 1790910 h 4279392"/>
              <a:gd name="connsiteX1" fmla="*/ 3665916 w 4864608"/>
              <a:gd name="connsiteY1" fmla="*/ 2729074 h 4279392"/>
              <a:gd name="connsiteX2" fmla="*/ 2728057 w 4864608"/>
              <a:gd name="connsiteY2" fmla="*/ 3667238 h 4279392"/>
              <a:gd name="connsiteX3" fmla="*/ 1790198 w 4864608"/>
              <a:gd name="connsiteY3" fmla="*/ 2729074 h 4279392"/>
              <a:gd name="connsiteX4" fmla="*/ 2728057 w 4864608"/>
              <a:gd name="connsiteY4" fmla="*/ 1790910 h 4279392"/>
              <a:gd name="connsiteX5" fmla="*/ 2728150 w 4864608"/>
              <a:gd name="connsiteY5" fmla="*/ 1178755 h 4279392"/>
              <a:gd name="connsiteX6" fmla="*/ 3823237 w 4864608"/>
              <a:gd name="connsiteY6" fmla="*/ 1632978 h 4279392"/>
              <a:gd name="connsiteX7" fmla="*/ 4277377 w 4864608"/>
              <a:gd name="connsiteY7" fmla="*/ 2728268 h 4279392"/>
              <a:gd name="connsiteX8" fmla="*/ 3823237 w 4864608"/>
              <a:gd name="connsiteY8" fmla="*/ 3825169 h 4279392"/>
              <a:gd name="connsiteX9" fmla="*/ 2728150 w 4864608"/>
              <a:gd name="connsiteY9" fmla="*/ 4279392 h 4279392"/>
              <a:gd name="connsiteX10" fmla="*/ 2728150 w 4864608"/>
              <a:gd name="connsiteY10" fmla="*/ 3828390 h 4279392"/>
              <a:gd name="connsiteX11" fmla="*/ 3826459 w 4864608"/>
              <a:gd name="connsiteY11" fmla="*/ 2728268 h 4279392"/>
              <a:gd name="connsiteX12" fmla="*/ 2728150 w 4864608"/>
              <a:gd name="connsiteY12" fmla="*/ 1629757 h 4279392"/>
              <a:gd name="connsiteX13" fmla="*/ 1628230 w 4864608"/>
              <a:gd name="connsiteY13" fmla="*/ 2728268 h 4279392"/>
              <a:gd name="connsiteX14" fmla="*/ 1177312 w 4864608"/>
              <a:gd name="connsiteY14" fmla="*/ 2728268 h 4279392"/>
              <a:gd name="connsiteX15" fmla="*/ 1631451 w 4864608"/>
              <a:gd name="connsiteY15" fmla="*/ 1632978 h 4279392"/>
              <a:gd name="connsiteX16" fmla="*/ 2728150 w 4864608"/>
              <a:gd name="connsiteY16" fmla="*/ 1178755 h 4279392"/>
              <a:gd name="connsiteX17" fmla="*/ 2728863 w 4864608"/>
              <a:gd name="connsiteY17" fmla="*/ 590801 h 4279392"/>
              <a:gd name="connsiteX18" fmla="*/ 3559967 w 4864608"/>
              <a:gd name="connsiteY18" fmla="*/ 759881 h 4279392"/>
              <a:gd name="connsiteX19" fmla="*/ 4239669 w 4864608"/>
              <a:gd name="connsiteY19" fmla="*/ 1217202 h 4279392"/>
              <a:gd name="connsiteX20" fmla="*/ 4697099 w 4864608"/>
              <a:gd name="connsiteY20" fmla="*/ 1896742 h 4279392"/>
              <a:gd name="connsiteX21" fmla="*/ 4864608 w 4864608"/>
              <a:gd name="connsiteY21" fmla="*/ 2727649 h 4279392"/>
              <a:gd name="connsiteX22" fmla="*/ 4413621 w 4864608"/>
              <a:gd name="connsiteY22" fmla="*/ 2727649 h 4279392"/>
              <a:gd name="connsiteX23" fmla="*/ 2728863 w 4864608"/>
              <a:gd name="connsiteY23" fmla="*/ 1041681 h 4279392"/>
              <a:gd name="connsiteX24" fmla="*/ 1042494 w 4864608"/>
              <a:gd name="connsiteY24" fmla="*/ 2727649 h 4279392"/>
              <a:gd name="connsiteX25" fmla="*/ 591507 w 4864608"/>
              <a:gd name="connsiteY25" fmla="*/ 2727649 h 4279392"/>
              <a:gd name="connsiteX26" fmla="*/ 760627 w 4864608"/>
              <a:gd name="connsiteY26" fmla="*/ 1896742 h 4279392"/>
              <a:gd name="connsiteX27" fmla="*/ 1218056 w 4864608"/>
              <a:gd name="connsiteY27" fmla="*/ 1217202 h 4279392"/>
              <a:gd name="connsiteX28" fmla="*/ 1896148 w 4864608"/>
              <a:gd name="connsiteY28" fmla="*/ 759881 h 4279392"/>
              <a:gd name="connsiteX29" fmla="*/ 2728863 w 4864608"/>
              <a:gd name="connsiteY29" fmla="*/ 590801 h 4279392"/>
              <a:gd name="connsiteX30" fmla="*/ 2728057 w 4864608"/>
              <a:gd name="connsiteY30" fmla="*/ 0 h 4279392"/>
              <a:gd name="connsiteX31" fmla="*/ 2728057 w 4864608"/>
              <a:gd name="connsiteY31" fmla="*/ 450851 h 4279392"/>
              <a:gd name="connsiteX32" fmla="*/ 450918 w 4864608"/>
              <a:gd name="connsiteY32" fmla="*/ 2727650 h 4279392"/>
              <a:gd name="connsiteX33" fmla="*/ 0 w 4864608"/>
              <a:gd name="connsiteY33" fmla="*/ 2727650 h 4279392"/>
              <a:gd name="connsiteX34" fmla="*/ 214186 w 4864608"/>
              <a:gd name="connsiteY34" fmla="*/ 1666539 h 4279392"/>
              <a:gd name="connsiteX35" fmla="*/ 798770 w 4864608"/>
              <a:gd name="connsiteY35" fmla="*/ 798651 h 4279392"/>
              <a:gd name="connsiteX36" fmla="*/ 1665177 w 4864608"/>
              <a:gd name="connsiteY36" fmla="*/ 214154 h 4279392"/>
              <a:gd name="connsiteX37" fmla="*/ 2728057 w 4864608"/>
              <a:gd name="connsiteY37" fmla="*/ 0 h 4279392"/>
            </a:gdLst>
            <a:rect l="l" t="t" r="r" b="b"/>
            <a:pathLst>
              <a:path w="4864608" h="4279392">
                <a:moveTo>
                  <a:pt x="2728057" y="1790910"/>
                </a:moveTo>
                <a:cubicBezTo>
                  <a:pt x="3246022" y="1790910"/>
                  <a:pt x="3665916" y="2210940"/>
                  <a:pt x="3665916" y="2729074"/>
                </a:cubicBezTo>
                <a:cubicBezTo>
                  <a:pt x="3665916" y="3247208"/>
                  <a:pt x="3246022" y="3667238"/>
                  <a:pt x="2728057" y="3667238"/>
                </a:cubicBezTo>
                <a:cubicBezTo>
                  <a:pt x="2210092" y="3667238"/>
                  <a:pt x="1790198" y="3247208"/>
                  <a:pt x="1790198" y="2729074"/>
                </a:cubicBezTo>
                <a:cubicBezTo>
                  <a:pt x="1790198" y="2210940"/>
                  <a:pt x="2210092" y="1790910"/>
                  <a:pt x="2728057" y="1790910"/>
                </a:cubicBezTo>
                <a:close/>
                <a:moveTo>
                  <a:pt x="2728150" y="1178755"/>
                </a:moveTo>
                <a:cubicBezTo>
                  <a:pt x="3142029" y="1178755"/>
                  <a:pt x="3531751" y="1339827"/>
                  <a:pt x="3823237" y="1632978"/>
                </a:cubicBezTo>
                <a:cubicBezTo>
                  <a:pt x="4116335" y="1924519"/>
                  <a:pt x="4277377" y="2314313"/>
                  <a:pt x="4277377" y="2728268"/>
                </a:cubicBezTo>
                <a:cubicBezTo>
                  <a:pt x="4277377" y="3142224"/>
                  <a:pt x="4116335" y="3532018"/>
                  <a:pt x="3823237" y="3825169"/>
                </a:cubicBezTo>
                <a:cubicBezTo>
                  <a:pt x="3531751" y="4118320"/>
                  <a:pt x="3142029" y="4279392"/>
                  <a:pt x="2728150" y="4279392"/>
                </a:cubicBezTo>
                <a:cubicBezTo>
                  <a:pt x="2728150" y="4279392"/>
                  <a:pt x="2728150" y="4279392"/>
                  <a:pt x="2728150" y="3828390"/>
                </a:cubicBezTo>
                <a:cubicBezTo>
                  <a:pt x="3333669" y="3828390"/>
                  <a:pt x="3826459" y="3333899"/>
                  <a:pt x="3826459" y="2728268"/>
                </a:cubicBezTo>
                <a:cubicBezTo>
                  <a:pt x="3826459" y="2122637"/>
                  <a:pt x="3333669" y="1629757"/>
                  <a:pt x="2728150" y="1629757"/>
                </a:cubicBezTo>
                <a:cubicBezTo>
                  <a:pt x="2122631" y="1629757"/>
                  <a:pt x="1628230" y="2122637"/>
                  <a:pt x="1628230" y="2728268"/>
                </a:cubicBezTo>
                <a:cubicBezTo>
                  <a:pt x="1628230" y="2728268"/>
                  <a:pt x="1628230" y="2728268"/>
                  <a:pt x="1177312" y="2728268"/>
                </a:cubicBezTo>
                <a:cubicBezTo>
                  <a:pt x="1177312" y="2314313"/>
                  <a:pt x="1338354" y="1924519"/>
                  <a:pt x="1631451" y="1632978"/>
                </a:cubicBezTo>
                <a:cubicBezTo>
                  <a:pt x="1924549" y="1339827"/>
                  <a:pt x="2314271" y="1178755"/>
                  <a:pt x="2728150" y="1178755"/>
                </a:cubicBezTo>
                <a:close/>
                <a:moveTo>
                  <a:pt x="2728863" y="590801"/>
                </a:moveTo>
                <a:cubicBezTo>
                  <a:pt x="3017172" y="590801"/>
                  <a:pt x="3297429" y="648771"/>
                  <a:pt x="3559967" y="759881"/>
                </a:cubicBezTo>
                <a:cubicBezTo>
                  <a:pt x="3814453" y="867770"/>
                  <a:pt x="4043167" y="1020747"/>
                  <a:pt x="4239669" y="1217202"/>
                </a:cubicBezTo>
                <a:cubicBezTo>
                  <a:pt x="4436171" y="1413656"/>
                  <a:pt x="4589184" y="1642317"/>
                  <a:pt x="4697099" y="1896742"/>
                </a:cubicBezTo>
                <a:cubicBezTo>
                  <a:pt x="4808235" y="2159219"/>
                  <a:pt x="4864608" y="2439408"/>
                  <a:pt x="4864608" y="2727649"/>
                </a:cubicBezTo>
                <a:cubicBezTo>
                  <a:pt x="4864608" y="2727649"/>
                  <a:pt x="4864608" y="2727649"/>
                  <a:pt x="4413621" y="2727649"/>
                </a:cubicBezTo>
                <a:cubicBezTo>
                  <a:pt x="4413621" y="1798515"/>
                  <a:pt x="3658218" y="1041681"/>
                  <a:pt x="2728863" y="1041681"/>
                </a:cubicBezTo>
                <a:cubicBezTo>
                  <a:pt x="1799508" y="1041681"/>
                  <a:pt x="1042494" y="1798515"/>
                  <a:pt x="1042494" y="2727649"/>
                </a:cubicBezTo>
                <a:cubicBezTo>
                  <a:pt x="1042494" y="2727649"/>
                  <a:pt x="1042494" y="2727649"/>
                  <a:pt x="591507" y="2727649"/>
                </a:cubicBezTo>
                <a:cubicBezTo>
                  <a:pt x="591507" y="2439408"/>
                  <a:pt x="647880" y="2159219"/>
                  <a:pt x="760627" y="1896742"/>
                </a:cubicBezTo>
                <a:cubicBezTo>
                  <a:pt x="866931" y="1642317"/>
                  <a:pt x="1021555" y="1413656"/>
                  <a:pt x="1218056" y="1217202"/>
                </a:cubicBezTo>
                <a:cubicBezTo>
                  <a:pt x="1414558" y="1020747"/>
                  <a:pt x="1641662" y="867770"/>
                  <a:pt x="1896148" y="759881"/>
                </a:cubicBezTo>
                <a:cubicBezTo>
                  <a:pt x="2160297" y="648771"/>
                  <a:pt x="2440553" y="590801"/>
                  <a:pt x="2728863" y="590801"/>
                </a:cubicBezTo>
                <a:close/>
                <a:moveTo>
                  <a:pt x="2728057" y="0"/>
                </a:moveTo>
                <a:cubicBezTo>
                  <a:pt x="2728057" y="0"/>
                  <a:pt x="2728057" y="0"/>
                  <a:pt x="2728057" y="450851"/>
                </a:cubicBezTo>
                <a:cubicBezTo>
                  <a:pt x="1471927" y="450851"/>
                  <a:pt x="450918" y="1471707"/>
                  <a:pt x="450918" y="2727650"/>
                </a:cubicBezTo>
                <a:cubicBezTo>
                  <a:pt x="450918" y="2727650"/>
                  <a:pt x="450918" y="2727650"/>
                  <a:pt x="0" y="2727650"/>
                </a:cubicBezTo>
                <a:cubicBezTo>
                  <a:pt x="0" y="2358918"/>
                  <a:pt x="72469" y="2003068"/>
                  <a:pt x="214186" y="1666539"/>
                </a:cubicBezTo>
                <a:cubicBezTo>
                  <a:pt x="351072" y="1341282"/>
                  <a:pt x="547544" y="1049839"/>
                  <a:pt x="798770" y="798651"/>
                </a:cubicBezTo>
                <a:cubicBezTo>
                  <a:pt x="1048385" y="549073"/>
                  <a:pt x="1341482" y="352630"/>
                  <a:pt x="1665177" y="214154"/>
                </a:cubicBezTo>
                <a:cubicBezTo>
                  <a:pt x="2001756" y="72458"/>
                  <a:pt x="2359270" y="0"/>
                  <a:pt x="2728057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2.xml><?xml version="1.0" encoding="utf-8"?>
<p:sldLayout xmlns:p="http://schemas.openxmlformats.org/presentationml/2006/main" userDrawn="1">
  <p:cSld name="Agenda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9ACF846-4F67-4B92-9CAF-1FD6176B2AE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535613" y="1987550"/>
            <a:ext cx="1120775" cy="1292225"/>
          </a:xfrm>
          <a:custGeom xmlns:a="http://schemas.openxmlformats.org/drawingml/2006/main">
            <a:gdLst>
              <a:gd name="connsiteX0" fmla="*/ 561975 w 1120775"/>
              <a:gd name="connsiteY0" fmla="*/ 0 h 1292225"/>
              <a:gd name="connsiteX1" fmla="*/ 1120775 w 1120775"/>
              <a:gd name="connsiteY1" fmla="*/ 323850 h 1292225"/>
              <a:gd name="connsiteX2" fmla="*/ 1120775 w 1120775"/>
              <a:gd name="connsiteY2" fmla="*/ 969963 h 1292225"/>
              <a:gd name="connsiteX3" fmla="*/ 561975 w 1120775"/>
              <a:gd name="connsiteY3" fmla="*/ 1292225 h 1292225"/>
              <a:gd name="connsiteX4" fmla="*/ 0 w 1120775"/>
              <a:gd name="connsiteY4" fmla="*/ 969963 h 1292225"/>
              <a:gd name="connsiteX5" fmla="*/ 0 w 1120775"/>
              <a:gd name="connsiteY5" fmla="*/ 323850 h 1292225"/>
            </a:gdLst>
            <a:rect l="l" t="t" r="r" b="b"/>
            <a:pathLst>
              <a:path w="1120775" h="1292225">
                <a:moveTo>
                  <a:pt x="561975" y="0"/>
                </a:moveTo>
                <a:lnTo>
                  <a:pt x="1120775" y="323850"/>
                </a:lnTo>
                <a:lnTo>
                  <a:pt x="1120775" y="969963"/>
                </a:lnTo>
                <a:lnTo>
                  <a:pt x="561975" y="1292225"/>
                </a:lnTo>
                <a:lnTo>
                  <a:pt x="0" y="969963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3.xml><?xml version="1.0" encoding="utf-8"?>
<p:sldLayout xmlns:p="http://schemas.openxmlformats.org/presentationml/2006/main" userDrawn="1">
  <p:cSld name="Agenda 06">
    <p:bg>
      <p:bgPr>
        <a:solidFill xmlns:a="http://schemas.openxmlformats.org/drawingml/2006/main"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E882D7BC-01E9-4587-BFFD-373986FC94D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704828"/>
            <a:ext cx="4227365" cy="4153170"/>
          </a:xfrm>
          <a:custGeom xmlns:a="http://schemas.openxmlformats.org/drawingml/2006/main">
            <a:gdLst>
              <a:gd name="connsiteX0" fmla="*/ 1990757 w 4227365"/>
              <a:gd name="connsiteY0" fmla="*/ 0 h 4153170"/>
              <a:gd name="connsiteX1" fmla="*/ 3572399 w 4227365"/>
              <a:gd name="connsiteY1" fmla="*/ 1583793 h 4153170"/>
              <a:gd name="connsiteX2" fmla="*/ 4063624 w 4227365"/>
              <a:gd name="connsiteY2" fmla="*/ 4010497 h 4153170"/>
              <a:gd name="connsiteX3" fmla="*/ 3997514 w 4227365"/>
              <a:gd name="connsiteY3" fmla="*/ 4153170 h 4153170"/>
              <a:gd name="connsiteX4" fmla="*/ 0 w 4227365"/>
              <a:gd name="connsiteY4" fmla="*/ 4153170 h 4153170"/>
              <a:gd name="connsiteX5" fmla="*/ 0 w 4227365"/>
              <a:gd name="connsiteY5" fmla="*/ 2151219 h 4153170"/>
              <a:gd name="connsiteX6" fmla="*/ 11731 w 4227365"/>
              <a:gd name="connsiteY6" fmla="*/ 2125903 h 4153170"/>
              <a:gd name="connsiteX7" fmla="*/ 410851 w 4227365"/>
              <a:gd name="connsiteY7" fmla="*/ 1583793 h 4153170"/>
              <a:gd name="connsiteX8" fmla="*/ 1990757 w 4227365"/>
              <a:gd name="connsiteY8" fmla="*/ 0 h 4153170"/>
            </a:gdLst>
            <a:rect l="l" t="t" r="r" b="b"/>
            <a:pathLst>
              <a:path w="4227365" h="4153170">
                <a:moveTo>
                  <a:pt x="1990757" y="0"/>
                </a:moveTo>
                <a:cubicBezTo>
                  <a:pt x="1990757" y="0"/>
                  <a:pt x="1990757" y="0"/>
                  <a:pt x="3572399" y="1583793"/>
                </a:cubicBezTo>
                <a:cubicBezTo>
                  <a:pt x="4227365" y="2239650"/>
                  <a:pt x="4391107" y="3201596"/>
                  <a:pt x="4063624" y="4010497"/>
                </a:cubicBezTo>
                <a:lnTo>
                  <a:pt x="3997514" y="4153170"/>
                </a:lnTo>
                <a:lnTo>
                  <a:pt x="0" y="4153170"/>
                </a:lnTo>
                <a:lnTo>
                  <a:pt x="0" y="2151219"/>
                </a:lnTo>
                <a:lnTo>
                  <a:pt x="11731" y="2125903"/>
                </a:lnTo>
                <a:cubicBezTo>
                  <a:pt x="114070" y="1930852"/>
                  <a:pt x="247110" y="1747757"/>
                  <a:pt x="410851" y="1583793"/>
                </a:cubicBezTo>
                <a:cubicBezTo>
                  <a:pt x="410851" y="1583793"/>
                  <a:pt x="410851" y="1583793"/>
                  <a:pt x="1990757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4.xml><?xml version="1.0" encoding="utf-8"?>
<p:sldLayout xmlns:p="http://schemas.openxmlformats.org/presentationml/2006/main" userDrawn="1">
  <p:cSld name="24_Tra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7E26051-F3A2-42E7-7502-C23E6D7AA82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066800" y="1983868"/>
            <a:ext cx="4296406" cy="2372343"/>
          </a:xfrm>
          <a:custGeom xmlns:a="http://schemas.openxmlformats.org/drawingml/2006/main">
            <a:gdLst>
              <a:gd name="connsiteX0" fmla="*/ 0 w 3077501"/>
              <a:gd name="connsiteY0" fmla="*/ 0 h 3742467"/>
              <a:gd name="connsiteX1" fmla="*/ 3077501 w 3077501"/>
              <a:gd name="connsiteY1" fmla="*/ 0 h 3742467"/>
              <a:gd name="connsiteX2" fmla="*/ 3077501 w 3077501"/>
              <a:gd name="connsiteY2" fmla="*/ 3742467 h 3742467"/>
              <a:gd name="connsiteX3" fmla="*/ 0 w 3077501"/>
              <a:gd name="connsiteY3" fmla="*/ 3742467 h 3742467"/>
            </a:gdLst>
            <a:rect l="l" t="t" r="r" b="b"/>
            <a:pathLst>
              <a:path w="3077501" h="3742467">
                <a:moveTo>
                  <a:pt x="0" y="0"/>
                </a:moveTo>
                <a:lnTo>
                  <a:pt x="3077501" y="0"/>
                </a:lnTo>
                <a:lnTo>
                  <a:pt x="3077501" y="3742467"/>
                </a:lnTo>
                <a:lnTo>
                  <a:pt x="0" y="374246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5.xml><?xml version="1.0" encoding="utf-8"?>
<p:sldLayout xmlns:p="http://schemas.openxmlformats.org/presentationml/2006/main" userDrawn="1">
  <p:cSld name="25_Tra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563D4EF5-F485-40CD-958A-76435565F9F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103324" y="1544481"/>
            <a:ext cx="4088677" cy="2300980"/>
          </a:xfrm>
          <a:custGeom xmlns:a="http://schemas.openxmlformats.org/drawingml/2006/main">
            <a:gdLst>
              <a:gd name="connsiteX0" fmla="*/ 0 w 4088677"/>
              <a:gd name="connsiteY0" fmla="*/ 0 h 2300980"/>
              <a:gd name="connsiteX1" fmla="*/ 4088677 w 4088677"/>
              <a:gd name="connsiteY1" fmla="*/ 0 h 2300980"/>
              <a:gd name="connsiteX2" fmla="*/ 4088677 w 4088677"/>
              <a:gd name="connsiteY2" fmla="*/ 2300980 h 2300980"/>
              <a:gd name="connsiteX3" fmla="*/ 0 w 4088677"/>
              <a:gd name="connsiteY3" fmla="*/ 2300980 h 2300980"/>
            </a:gdLst>
            <a:rect l="l" t="t" r="r" b="b"/>
            <a:pathLst>
              <a:path w="4088677" h="2300980">
                <a:moveTo>
                  <a:pt x="0" y="0"/>
                </a:moveTo>
                <a:lnTo>
                  <a:pt x="4088677" y="0"/>
                </a:lnTo>
                <a:lnTo>
                  <a:pt x="4088677" y="2300980"/>
                </a:lnTo>
                <a:lnTo>
                  <a:pt x="0" y="230098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6.xml><?xml version="1.0" encoding="utf-8"?>
<p:sldLayout xmlns:p="http://schemas.openxmlformats.org/presentationml/2006/main" userDrawn="1">
  <p:cSld name="26_Tra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AB9F8979-EF8F-457D-B0F0-3E83338097B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9274175" y="1660526"/>
            <a:ext cx="2914650" cy="5197475"/>
          </a:xfrm>
          <a:custGeom xmlns:a="http://schemas.openxmlformats.org/drawingml/2006/main">
            <a:gdLst>
              <a:gd name="connsiteX0" fmla="*/ 0 w 2914650"/>
              <a:gd name="connsiteY0" fmla="*/ 0 h 5197475"/>
              <a:gd name="connsiteX1" fmla="*/ 2914650 w 2914650"/>
              <a:gd name="connsiteY1" fmla="*/ 0 h 5197475"/>
              <a:gd name="connsiteX2" fmla="*/ 2914650 w 2914650"/>
              <a:gd name="connsiteY2" fmla="*/ 5197475 h 5197475"/>
              <a:gd name="connsiteX3" fmla="*/ 0 w 2914650"/>
              <a:gd name="connsiteY3" fmla="*/ 5197475 h 5197475"/>
            </a:gdLst>
            <a:rect l="l" t="t" r="r" b="b"/>
            <a:pathLst>
              <a:path w="2914650" h="5197475">
                <a:moveTo>
                  <a:pt x="0" y="0"/>
                </a:moveTo>
                <a:lnTo>
                  <a:pt x="2914650" y="0"/>
                </a:lnTo>
                <a:lnTo>
                  <a:pt x="2914650" y="5197475"/>
                </a:lnTo>
                <a:lnTo>
                  <a:pt x="0" y="519747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7.xml><?xml version="1.0" encoding="utf-8"?>
<p:sldLayout xmlns:p="http://schemas.openxmlformats.org/presentationml/2006/main" userDrawn="1">
  <p:cSld name="27_Tra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8D3A090-2DE3-4E23-B995-3848412C76E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7692572" y="1763486"/>
            <a:ext cx="3394527" cy="4561114"/>
          </a:xfrm>
          <a:custGeom xmlns:a="http://schemas.openxmlformats.org/drawingml/2006/main">
            <a:gdLst>
              <a:gd name="connsiteX0" fmla="*/ 0 w 3394527"/>
              <a:gd name="connsiteY0" fmla="*/ 0 h 4561114"/>
              <a:gd name="connsiteX1" fmla="*/ 3394527 w 3394527"/>
              <a:gd name="connsiteY1" fmla="*/ 0 h 4561114"/>
              <a:gd name="connsiteX2" fmla="*/ 3394527 w 3394527"/>
              <a:gd name="connsiteY2" fmla="*/ 4561114 h 4561114"/>
              <a:gd name="connsiteX3" fmla="*/ 0 w 3394527"/>
              <a:gd name="connsiteY3" fmla="*/ 4561114 h 4561114"/>
            </a:gdLst>
            <a:rect l="l" t="t" r="r" b="b"/>
            <a:pathLst>
              <a:path w="3394527" h="4561114">
                <a:moveTo>
                  <a:pt x="0" y="0"/>
                </a:moveTo>
                <a:lnTo>
                  <a:pt x="3394527" y="0"/>
                </a:lnTo>
                <a:lnTo>
                  <a:pt x="3394527" y="4561114"/>
                </a:lnTo>
                <a:lnTo>
                  <a:pt x="0" y="45611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8.xml><?xml version="1.0" encoding="utf-8"?>
<p:sldLayout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9.xml><?xml version="1.0" encoding="utf-8"?>
<p:sldLayout xmlns:p="http://schemas.openxmlformats.org/presentationml/2006/main" userDrawn="1">
  <p:cSld name="Mobile Apps Page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F27AABD-7B5A-4691-B640-F658688FE39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747675" y="1244081"/>
            <a:ext cx="2149267" cy="4638208"/>
          </a:xfrm>
          <a:custGeom xmlns:a="http://schemas.openxmlformats.org/drawingml/2006/main">
            <a:gdLst>
              <a:gd name="connsiteX0" fmla="*/ 1706218 w 2149267"/>
              <a:gd name="connsiteY0" fmla="*/ 10 h 4638208"/>
              <a:gd name="connsiteX1" fmla="*/ 1711701 w 2149267"/>
              <a:gd name="connsiteY1" fmla="*/ 482 h 4638208"/>
              <a:gd name="connsiteX2" fmla="*/ 1936983 w 2149267"/>
              <a:gd name="connsiteY2" fmla="*/ 482 h 4638208"/>
              <a:gd name="connsiteX3" fmla="*/ 2149267 w 2149267"/>
              <a:gd name="connsiteY3" fmla="*/ 222765 h 4638208"/>
              <a:gd name="connsiteX4" fmla="*/ 2149267 w 2149267"/>
              <a:gd name="connsiteY4" fmla="*/ 4407293 h 4638208"/>
              <a:gd name="connsiteX5" fmla="*/ 1926152 w 2149267"/>
              <a:gd name="connsiteY5" fmla="*/ 4638208 h 4638208"/>
              <a:gd name="connsiteX6" fmla="*/ 230042 w 2149267"/>
              <a:gd name="connsiteY6" fmla="*/ 4638208 h 4638208"/>
              <a:gd name="connsiteX7" fmla="*/ 428 w 2149267"/>
              <a:gd name="connsiteY7" fmla="*/ 4396503 h 4638208"/>
              <a:gd name="connsiteX8" fmla="*/ 428 w 2149267"/>
              <a:gd name="connsiteY8" fmla="*/ 270243 h 4638208"/>
              <a:gd name="connsiteX9" fmla="*/ 52416 w 2149267"/>
              <a:gd name="connsiteY9" fmla="*/ 86806 h 4638208"/>
              <a:gd name="connsiteX10" fmla="*/ 230042 w 2149267"/>
              <a:gd name="connsiteY10" fmla="*/ 482 h 4638208"/>
              <a:gd name="connsiteX11" fmla="*/ 437994 w 2149267"/>
              <a:gd name="connsiteY11" fmla="*/ 482 h 4638208"/>
              <a:gd name="connsiteX12" fmla="*/ 483484 w 2149267"/>
              <a:gd name="connsiteY12" fmla="*/ 35012 h 4638208"/>
              <a:gd name="connsiteX13" fmla="*/ 483484 w 2149267"/>
              <a:gd name="connsiteY13" fmla="*/ 69541 h 4638208"/>
              <a:gd name="connsiteX14" fmla="*/ 609122 w 2149267"/>
              <a:gd name="connsiteY14" fmla="*/ 170971 h 4638208"/>
              <a:gd name="connsiteX15" fmla="*/ 1557903 w 2149267"/>
              <a:gd name="connsiteY15" fmla="*/ 170971 h 4638208"/>
              <a:gd name="connsiteX16" fmla="*/ 1672710 w 2149267"/>
              <a:gd name="connsiteY16" fmla="*/ 63067 h 4638208"/>
              <a:gd name="connsiteX17" fmla="*/ 1672710 w 2149267"/>
              <a:gd name="connsiteY17" fmla="*/ 28538 h 4638208"/>
              <a:gd name="connsiteX18" fmla="*/ 1706218 w 2149267"/>
              <a:gd name="connsiteY18" fmla="*/ 10 h 4638208"/>
            </a:gdLst>
            <a:rect l="l" t="t" r="r" b="b"/>
            <a:pathLst>
              <a:path w="2149267" h="4638208">
                <a:moveTo>
                  <a:pt x="1706218" y="10"/>
                </a:moveTo>
                <a:cubicBezTo>
                  <a:pt x="1709535" y="78"/>
                  <a:pt x="1711701" y="482"/>
                  <a:pt x="1711701" y="482"/>
                </a:cubicBezTo>
                <a:cubicBezTo>
                  <a:pt x="1711701" y="482"/>
                  <a:pt x="1713867" y="482"/>
                  <a:pt x="1936983" y="482"/>
                </a:cubicBezTo>
                <a:cubicBezTo>
                  <a:pt x="2144935" y="19905"/>
                  <a:pt x="2149267" y="222765"/>
                  <a:pt x="2149267" y="222765"/>
                </a:cubicBezTo>
                <a:cubicBezTo>
                  <a:pt x="2149267" y="222765"/>
                  <a:pt x="2149267" y="4180694"/>
                  <a:pt x="2149267" y="4407293"/>
                </a:cubicBezTo>
                <a:cubicBezTo>
                  <a:pt x="2136270" y="4636050"/>
                  <a:pt x="1926152" y="4638208"/>
                  <a:pt x="1926152" y="4638208"/>
                </a:cubicBezTo>
                <a:cubicBezTo>
                  <a:pt x="1926152" y="4638208"/>
                  <a:pt x="476985" y="4638208"/>
                  <a:pt x="230042" y="4638208"/>
                </a:cubicBezTo>
                <a:cubicBezTo>
                  <a:pt x="-12569" y="4612311"/>
                  <a:pt x="428" y="4396503"/>
                  <a:pt x="428" y="4396503"/>
                </a:cubicBezTo>
                <a:cubicBezTo>
                  <a:pt x="428" y="4396503"/>
                  <a:pt x="428" y="317721"/>
                  <a:pt x="428" y="270243"/>
                </a:cubicBezTo>
                <a:cubicBezTo>
                  <a:pt x="428" y="220607"/>
                  <a:pt x="-8236" y="166655"/>
                  <a:pt x="52416" y="86806"/>
                </a:cubicBezTo>
                <a:cubicBezTo>
                  <a:pt x="115235" y="-1676"/>
                  <a:pt x="230042" y="482"/>
                  <a:pt x="230042" y="482"/>
                </a:cubicBezTo>
                <a:cubicBezTo>
                  <a:pt x="230042" y="482"/>
                  <a:pt x="390339" y="482"/>
                  <a:pt x="437994" y="482"/>
                </a:cubicBezTo>
                <a:cubicBezTo>
                  <a:pt x="483484" y="482"/>
                  <a:pt x="483484" y="35012"/>
                  <a:pt x="483484" y="35012"/>
                </a:cubicBezTo>
                <a:cubicBezTo>
                  <a:pt x="483484" y="35012"/>
                  <a:pt x="483484" y="32854"/>
                  <a:pt x="483484" y="69541"/>
                </a:cubicBezTo>
                <a:cubicBezTo>
                  <a:pt x="498647" y="175287"/>
                  <a:pt x="609122" y="170971"/>
                  <a:pt x="609122" y="170971"/>
                </a:cubicBezTo>
                <a:cubicBezTo>
                  <a:pt x="609122" y="170971"/>
                  <a:pt x="1453927" y="170971"/>
                  <a:pt x="1557903" y="170971"/>
                </a:cubicBezTo>
                <a:cubicBezTo>
                  <a:pt x="1659713" y="164497"/>
                  <a:pt x="1672710" y="63067"/>
                  <a:pt x="1672710" y="63067"/>
                </a:cubicBezTo>
                <a:cubicBezTo>
                  <a:pt x="1672710" y="63067"/>
                  <a:pt x="1672710" y="63067"/>
                  <a:pt x="1672710" y="28538"/>
                </a:cubicBezTo>
                <a:cubicBezTo>
                  <a:pt x="1675959" y="2641"/>
                  <a:pt x="1696267" y="-192"/>
                  <a:pt x="1706218" y="1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0.xml><?xml version="1.0" encoding="utf-8"?>
<p:sldLayout xmlns:p="http://schemas.openxmlformats.org/presentationml/2006/main" userDrawn="1">
  <p:cSld name="Mobile Apps Page-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74F8602-81C2-4306-9998-532FEB68F2C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585504" y="710812"/>
            <a:ext cx="2516552" cy="5441271"/>
          </a:xfrm>
          <a:custGeom xmlns:a="http://schemas.openxmlformats.org/drawingml/2006/main">
            <a:gdLst>
              <a:gd name="connsiteX0" fmla="*/ 1997791 w 2516552"/>
              <a:gd name="connsiteY0" fmla="*/ 12 h 5441271"/>
              <a:gd name="connsiteX1" fmla="*/ 2004211 w 2516552"/>
              <a:gd name="connsiteY1" fmla="*/ 566 h 5441271"/>
              <a:gd name="connsiteX2" fmla="*/ 2267990 w 2516552"/>
              <a:gd name="connsiteY2" fmla="*/ 566 h 5441271"/>
              <a:gd name="connsiteX3" fmla="*/ 2516552 w 2516552"/>
              <a:gd name="connsiteY3" fmla="*/ 261335 h 5441271"/>
              <a:gd name="connsiteX4" fmla="*/ 2516552 w 2516552"/>
              <a:gd name="connsiteY4" fmla="*/ 5170375 h 5441271"/>
              <a:gd name="connsiteX5" fmla="*/ 2255309 w 2516552"/>
              <a:gd name="connsiteY5" fmla="*/ 5441271 h 5441271"/>
              <a:gd name="connsiteX6" fmla="*/ 269354 w 2516552"/>
              <a:gd name="connsiteY6" fmla="*/ 5441271 h 5441271"/>
              <a:gd name="connsiteX7" fmla="*/ 501 w 2516552"/>
              <a:gd name="connsiteY7" fmla="*/ 5157717 h 5441271"/>
              <a:gd name="connsiteX8" fmla="*/ 501 w 2516552"/>
              <a:gd name="connsiteY8" fmla="*/ 317034 h 5441271"/>
              <a:gd name="connsiteX9" fmla="*/ 61373 w 2516552"/>
              <a:gd name="connsiteY9" fmla="*/ 101836 h 5441271"/>
              <a:gd name="connsiteX10" fmla="*/ 269354 w 2516552"/>
              <a:gd name="connsiteY10" fmla="*/ 566 h 5441271"/>
              <a:gd name="connsiteX11" fmla="*/ 512842 w 2516552"/>
              <a:gd name="connsiteY11" fmla="*/ 566 h 5441271"/>
              <a:gd name="connsiteX12" fmla="*/ 566105 w 2516552"/>
              <a:gd name="connsiteY12" fmla="*/ 41074 h 5441271"/>
              <a:gd name="connsiteX13" fmla="*/ 566105 w 2516552"/>
              <a:gd name="connsiteY13" fmla="*/ 81582 h 5441271"/>
              <a:gd name="connsiteX14" fmla="*/ 713213 w 2516552"/>
              <a:gd name="connsiteY14" fmla="*/ 200574 h 5441271"/>
              <a:gd name="connsiteX15" fmla="*/ 1824131 w 2516552"/>
              <a:gd name="connsiteY15" fmla="*/ 200574 h 5441271"/>
              <a:gd name="connsiteX16" fmla="*/ 1958557 w 2516552"/>
              <a:gd name="connsiteY16" fmla="*/ 73987 h 5441271"/>
              <a:gd name="connsiteX17" fmla="*/ 1958557 w 2516552"/>
              <a:gd name="connsiteY17" fmla="*/ 33479 h 5441271"/>
              <a:gd name="connsiteX18" fmla="*/ 1997791 w 2516552"/>
              <a:gd name="connsiteY18" fmla="*/ 12 h 5441271"/>
            </a:gdLst>
            <a:rect l="l" t="t" r="r" b="b"/>
            <a:pathLst>
              <a:path w="2516552" h="5441271">
                <a:moveTo>
                  <a:pt x="1997791" y="12"/>
                </a:moveTo>
                <a:cubicBezTo>
                  <a:pt x="2001675" y="92"/>
                  <a:pt x="2004211" y="566"/>
                  <a:pt x="2004211" y="566"/>
                </a:cubicBezTo>
                <a:cubicBezTo>
                  <a:pt x="2004211" y="566"/>
                  <a:pt x="2006747" y="566"/>
                  <a:pt x="2267990" y="566"/>
                </a:cubicBezTo>
                <a:cubicBezTo>
                  <a:pt x="2511479" y="23352"/>
                  <a:pt x="2516552" y="261335"/>
                  <a:pt x="2516552" y="261335"/>
                </a:cubicBezTo>
                <a:cubicBezTo>
                  <a:pt x="2516552" y="261335"/>
                  <a:pt x="2516552" y="4904543"/>
                  <a:pt x="2516552" y="5170375"/>
                </a:cubicBezTo>
                <a:cubicBezTo>
                  <a:pt x="2501334" y="5438740"/>
                  <a:pt x="2255309" y="5441271"/>
                  <a:pt x="2255309" y="5441271"/>
                </a:cubicBezTo>
                <a:cubicBezTo>
                  <a:pt x="2255309" y="5441271"/>
                  <a:pt x="558496" y="5441271"/>
                  <a:pt x="269354" y="5441271"/>
                </a:cubicBezTo>
                <a:cubicBezTo>
                  <a:pt x="-14717" y="5410890"/>
                  <a:pt x="501" y="5157717"/>
                  <a:pt x="501" y="5157717"/>
                </a:cubicBezTo>
                <a:cubicBezTo>
                  <a:pt x="501" y="5157717"/>
                  <a:pt x="501" y="372732"/>
                  <a:pt x="501" y="317034"/>
                </a:cubicBezTo>
                <a:cubicBezTo>
                  <a:pt x="501" y="258804"/>
                  <a:pt x="-9644" y="195510"/>
                  <a:pt x="61373" y="101836"/>
                </a:cubicBezTo>
                <a:cubicBezTo>
                  <a:pt x="134927" y="-1965"/>
                  <a:pt x="269354" y="566"/>
                  <a:pt x="269354" y="566"/>
                </a:cubicBezTo>
                <a:cubicBezTo>
                  <a:pt x="269354" y="566"/>
                  <a:pt x="457043" y="566"/>
                  <a:pt x="512842" y="566"/>
                </a:cubicBezTo>
                <a:cubicBezTo>
                  <a:pt x="566105" y="566"/>
                  <a:pt x="566105" y="41074"/>
                  <a:pt x="566105" y="41074"/>
                </a:cubicBezTo>
                <a:cubicBezTo>
                  <a:pt x="566105" y="41074"/>
                  <a:pt x="566105" y="38542"/>
                  <a:pt x="566105" y="81582"/>
                </a:cubicBezTo>
                <a:cubicBezTo>
                  <a:pt x="583860" y="205637"/>
                  <a:pt x="713213" y="200574"/>
                  <a:pt x="713213" y="200574"/>
                </a:cubicBezTo>
                <a:cubicBezTo>
                  <a:pt x="713213" y="200574"/>
                  <a:pt x="1702386" y="200574"/>
                  <a:pt x="1824131" y="200574"/>
                </a:cubicBezTo>
                <a:cubicBezTo>
                  <a:pt x="1943339" y="192978"/>
                  <a:pt x="1958557" y="73987"/>
                  <a:pt x="1958557" y="73987"/>
                </a:cubicBezTo>
                <a:cubicBezTo>
                  <a:pt x="1958557" y="73987"/>
                  <a:pt x="1958557" y="73987"/>
                  <a:pt x="1958557" y="33479"/>
                </a:cubicBezTo>
                <a:cubicBezTo>
                  <a:pt x="1962362" y="3098"/>
                  <a:pt x="1986140" y="-225"/>
                  <a:pt x="1997791" y="12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1.xml><?xml version="1.0" encoding="utf-8"?>
<p:sldLayout xmlns:p="http://schemas.openxmlformats.org/presentationml/2006/main" userDrawn="1">
  <p:cSld name="Mobile Apps Page-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A34C69FC-5E3E-48C5-8BFB-0B9EEA985314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-4764" y="0"/>
            <a:ext cx="12207877" cy="6858000"/>
          </a:xfrm>
          <a:custGeom xmlns:a="http://schemas.openxmlformats.org/drawingml/2006/main">
            <a:gdLst>
              <a:gd name="connsiteX0" fmla="*/ 0 w 12207877"/>
              <a:gd name="connsiteY0" fmla="*/ 0 h 6858000"/>
              <a:gd name="connsiteX1" fmla="*/ 12207877 w 12207877"/>
              <a:gd name="connsiteY1" fmla="*/ 0 h 6858000"/>
              <a:gd name="connsiteX2" fmla="*/ 12207877 w 12207877"/>
              <a:gd name="connsiteY2" fmla="*/ 6858000 h 6858000"/>
              <a:gd name="connsiteX3" fmla="*/ 0 w 12207877"/>
              <a:gd name="connsiteY3" fmla="*/ 6858000 h 6858000"/>
            </a:gdLst>
            <a:rect l="l" t="t" r="r" b="b"/>
            <a:pathLst>
              <a:path w="12207877" h="6858000">
                <a:moveTo>
                  <a:pt x="0" y="0"/>
                </a:moveTo>
                <a:lnTo>
                  <a:pt x="12207877" y="0"/>
                </a:lnTo>
                <a:lnTo>
                  <a:pt x="12207877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AD4207FC-B5DB-4742-BDCE-CBA97CCB352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789307" y="634505"/>
            <a:ext cx="2623525" cy="5681750"/>
          </a:xfrm>
          <a:custGeom xmlns:a="http://schemas.openxmlformats.org/drawingml/2006/main">
            <a:gdLst>
              <a:gd name="connsiteX0" fmla="*/ 2039564 w 2623525"/>
              <a:gd name="connsiteY0" fmla="*/ 8 h 5681750"/>
              <a:gd name="connsiteX1" fmla="*/ 2047366 w 2623525"/>
              <a:gd name="connsiteY1" fmla="*/ 609 h 5681750"/>
              <a:gd name="connsiteX2" fmla="*/ 2415010 w 2623525"/>
              <a:gd name="connsiteY2" fmla="*/ 609 h 5681750"/>
              <a:gd name="connsiteX3" fmla="*/ 2623525 w 2623525"/>
              <a:gd name="connsiteY3" fmla="*/ 198597 h 5681750"/>
              <a:gd name="connsiteX4" fmla="*/ 2623525 w 2623525"/>
              <a:gd name="connsiteY4" fmla="*/ 5384769 h 5681750"/>
              <a:gd name="connsiteX5" fmla="*/ 2343677 w 2623525"/>
              <a:gd name="connsiteY5" fmla="*/ 5681750 h 5681750"/>
              <a:gd name="connsiteX6" fmla="*/ 280479 w 2623525"/>
              <a:gd name="connsiteY6" fmla="*/ 5681750 h 5681750"/>
              <a:gd name="connsiteX7" fmla="*/ 630 w 2623525"/>
              <a:gd name="connsiteY7" fmla="*/ 5379269 h 5681750"/>
              <a:gd name="connsiteX8" fmla="*/ 630 w 2623525"/>
              <a:gd name="connsiteY8" fmla="*/ 193097 h 5681750"/>
              <a:gd name="connsiteX9" fmla="*/ 198171 w 2623525"/>
              <a:gd name="connsiteY9" fmla="*/ 609 h 5681750"/>
              <a:gd name="connsiteX10" fmla="*/ 571302 w 2623525"/>
              <a:gd name="connsiteY10" fmla="*/ 609 h 5681750"/>
              <a:gd name="connsiteX11" fmla="*/ 615200 w 2623525"/>
              <a:gd name="connsiteY11" fmla="*/ 50106 h 5681750"/>
              <a:gd name="connsiteX12" fmla="*/ 615200 w 2623525"/>
              <a:gd name="connsiteY12" fmla="*/ 105103 h 5681750"/>
              <a:gd name="connsiteX13" fmla="*/ 730432 w 2623525"/>
              <a:gd name="connsiteY13" fmla="*/ 215096 h 5681750"/>
              <a:gd name="connsiteX14" fmla="*/ 1882749 w 2623525"/>
              <a:gd name="connsiteY14" fmla="*/ 215096 h 5681750"/>
              <a:gd name="connsiteX15" fmla="*/ 1992494 w 2623525"/>
              <a:gd name="connsiteY15" fmla="*/ 116102 h 5681750"/>
              <a:gd name="connsiteX16" fmla="*/ 1992494 w 2623525"/>
              <a:gd name="connsiteY16" fmla="*/ 61106 h 5681750"/>
              <a:gd name="connsiteX17" fmla="*/ 2039564 w 2623525"/>
              <a:gd name="connsiteY17" fmla="*/ 8 h 5681750"/>
            </a:gdLst>
            <a:rect l="l" t="t" r="r" b="b"/>
            <a:pathLst>
              <a:path w="2623525" h="5681750">
                <a:moveTo>
                  <a:pt x="2039564" y="8"/>
                </a:moveTo>
                <a:cubicBezTo>
                  <a:pt x="2044280" y="-78"/>
                  <a:pt x="2047366" y="609"/>
                  <a:pt x="2047366" y="609"/>
                </a:cubicBezTo>
                <a:cubicBezTo>
                  <a:pt x="2047366" y="609"/>
                  <a:pt x="2211983" y="609"/>
                  <a:pt x="2415010" y="609"/>
                </a:cubicBezTo>
                <a:cubicBezTo>
                  <a:pt x="2618038" y="28108"/>
                  <a:pt x="2623525" y="198597"/>
                  <a:pt x="2623525" y="198597"/>
                </a:cubicBezTo>
                <a:cubicBezTo>
                  <a:pt x="2623525" y="198597"/>
                  <a:pt x="2623525" y="5120786"/>
                  <a:pt x="2623525" y="5384769"/>
                </a:cubicBezTo>
                <a:cubicBezTo>
                  <a:pt x="2596089" y="5654252"/>
                  <a:pt x="2343677" y="5681750"/>
                  <a:pt x="2343677" y="5681750"/>
                </a:cubicBezTo>
                <a:cubicBezTo>
                  <a:pt x="2343677" y="5681750"/>
                  <a:pt x="631662" y="5681750"/>
                  <a:pt x="280479" y="5681750"/>
                </a:cubicBezTo>
                <a:cubicBezTo>
                  <a:pt x="-26806" y="5615754"/>
                  <a:pt x="630" y="5379269"/>
                  <a:pt x="630" y="5379269"/>
                </a:cubicBezTo>
                <a:cubicBezTo>
                  <a:pt x="630" y="5379269"/>
                  <a:pt x="630" y="396584"/>
                  <a:pt x="630" y="193097"/>
                </a:cubicBezTo>
                <a:cubicBezTo>
                  <a:pt x="28067" y="-4890"/>
                  <a:pt x="198171" y="609"/>
                  <a:pt x="198171" y="609"/>
                </a:cubicBezTo>
                <a:cubicBezTo>
                  <a:pt x="198171" y="609"/>
                  <a:pt x="521917" y="609"/>
                  <a:pt x="571302" y="609"/>
                </a:cubicBezTo>
                <a:cubicBezTo>
                  <a:pt x="615200" y="609"/>
                  <a:pt x="615200" y="50106"/>
                  <a:pt x="615200" y="50106"/>
                </a:cubicBezTo>
                <a:cubicBezTo>
                  <a:pt x="615200" y="50106"/>
                  <a:pt x="615200" y="50106"/>
                  <a:pt x="615200" y="105103"/>
                </a:cubicBezTo>
                <a:cubicBezTo>
                  <a:pt x="626174" y="193097"/>
                  <a:pt x="730432" y="215096"/>
                  <a:pt x="730432" y="215096"/>
                </a:cubicBezTo>
                <a:cubicBezTo>
                  <a:pt x="730432" y="215096"/>
                  <a:pt x="1800441" y="215096"/>
                  <a:pt x="1882749" y="215096"/>
                </a:cubicBezTo>
                <a:cubicBezTo>
                  <a:pt x="1970545" y="193097"/>
                  <a:pt x="1992494" y="116102"/>
                  <a:pt x="1992494" y="116102"/>
                </a:cubicBezTo>
                <a:cubicBezTo>
                  <a:pt x="1992494" y="116102"/>
                  <a:pt x="1992494" y="116102"/>
                  <a:pt x="1992494" y="61106"/>
                </a:cubicBezTo>
                <a:cubicBezTo>
                  <a:pt x="1996610" y="7484"/>
                  <a:pt x="2025417" y="266"/>
                  <a:pt x="2039564" y="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2.xml><?xml version="1.0" encoding="utf-8"?>
<p:sldLayout xmlns:p="http://schemas.openxmlformats.org/presentationml/2006/main" userDrawn="1">
  <p:cSld name="Mobile Apps Page-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101B7281-3AEE-4369-88B5-C6888E129935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314693" y="977137"/>
            <a:ext cx="2144631" cy="4254666"/>
          </a:xfrm>
          <a:custGeom xmlns:a="http://schemas.openxmlformats.org/drawingml/2006/main">
            <a:gdLst>
              <a:gd name="connsiteX0" fmla="*/ 422850 w 2144631"/>
              <a:gd name="connsiteY0" fmla="*/ 281 h 4254666"/>
              <a:gd name="connsiteX1" fmla="*/ 1926891 w 2144631"/>
              <a:gd name="connsiteY1" fmla="*/ 74078 h 4254666"/>
              <a:gd name="connsiteX2" fmla="*/ 2144351 w 2144631"/>
              <a:gd name="connsiteY2" fmla="*/ 313978 h 4254666"/>
              <a:gd name="connsiteX3" fmla="*/ 1961681 w 2144631"/>
              <a:gd name="connsiteY3" fmla="*/ 4036926 h 4254666"/>
              <a:gd name="connsiteX4" fmla="*/ 1721782 w 2144631"/>
              <a:gd name="connsiteY4" fmla="*/ 4254386 h 4254666"/>
              <a:gd name="connsiteX5" fmla="*/ 217740 w 2144631"/>
              <a:gd name="connsiteY5" fmla="*/ 4180589 h 4254666"/>
              <a:gd name="connsiteX6" fmla="*/ 281 w 2144631"/>
              <a:gd name="connsiteY6" fmla="*/ 3940689 h 4254666"/>
              <a:gd name="connsiteX7" fmla="*/ 182949 w 2144631"/>
              <a:gd name="connsiteY7" fmla="*/ 217741 h 4254666"/>
              <a:gd name="connsiteX8" fmla="*/ 422850 w 2144631"/>
              <a:gd name="connsiteY8" fmla="*/ 281 h 4254666"/>
            </a:gdLst>
            <a:rect l="l" t="t" r="r" b="b"/>
            <a:pathLst>
              <a:path w="2144631" h="4254666">
                <a:moveTo>
                  <a:pt x="422850" y="281"/>
                </a:moveTo>
                <a:lnTo>
                  <a:pt x="1926891" y="74078"/>
                </a:lnTo>
                <a:cubicBezTo>
                  <a:pt x="2053187" y="80275"/>
                  <a:pt x="2150548" y="187682"/>
                  <a:pt x="2144351" y="313978"/>
                </a:cubicBezTo>
                <a:lnTo>
                  <a:pt x="1961681" y="4036926"/>
                </a:lnTo>
                <a:cubicBezTo>
                  <a:pt x="1955485" y="4163223"/>
                  <a:pt x="1848078" y="4260582"/>
                  <a:pt x="1721782" y="4254386"/>
                </a:cubicBezTo>
                <a:lnTo>
                  <a:pt x="217740" y="4180589"/>
                </a:lnTo>
                <a:cubicBezTo>
                  <a:pt x="91444" y="4174393"/>
                  <a:pt x="-5916" y="4066985"/>
                  <a:pt x="281" y="3940689"/>
                </a:cubicBezTo>
                <a:lnTo>
                  <a:pt x="182949" y="217741"/>
                </a:lnTo>
                <a:cubicBezTo>
                  <a:pt x="189146" y="91445"/>
                  <a:pt x="296554" y="-5915"/>
                  <a:pt x="422850" y="28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3.xml><?xml version="1.0" encoding="utf-8"?>
<p:sldLayout xmlns:p="http://schemas.openxmlformats.org/presentationml/2006/main" userDrawn="1">
  <p:cSld name="Mobile Apps Page-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581574F8-1FF0-4A11-A03E-AFFFC9362D2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618566" y="2298769"/>
            <a:ext cx="5021331" cy="2262472"/>
          </a:xfrm>
          <a:custGeom xmlns:a="http://schemas.openxmlformats.org/drawingml/2006/main">
            <a:gdLst>
              <a:gd name="connsiteX0" fmla="*/ 216043 w 5021331"/>
              <a:gd name="connsiteY0" fmla="*/ 0 h 2262472"/>
              <a:gd name="connsiteX1" fmla="*/ 4805288 w 5021331"/>
              <a:gd name="connsiteY1" fmla="*/ 0 h 2262472"/>
              <a:gd name="connsiteX2" fmla="*/ 5021331 w 5021331"/>
              <a:gd name="connsiteY2" fmla="*/ 216043 h 2262472"/>
              <a:gd name="connsiteX3" fmla="*/ 5021331 w 5021331"/>
              <a:gd name="connsiteY3" fmla="*/ 2046429 h 2262472"/>
              <a:gd name="connsiteX4" fmla="*/ 4805288 w 5021331"/>
              <a:gd name="connsiteY4" fmla="*/ 2262472 h 2262472"/>
              <a:gd name="connsiteX5" fmla="*/ 216043 w 5021331"/>
              <a:gd name="connsiteY5" fmla="*/ 2262472 h 2262472"/>
              <a:gd name="connsiteX6" fmla="*/ 0 w 5021331"/>
              <a:gd name="connsiteY6" fmla="*/ 2046429 h 2262472"/>
              <a:gd name="connsiteX7" fmla="*/ 0 w 5021331"/>
              <a:gd name="connsiteY7" fmla="*/ 216043 h 2262472"/>
              <a:gd name="connsiteX8" fmla="*/ 216043 w 5021331"/>
              <a:gd name="connsiteY8" fmla="*/ 0 h 2262472"/>
            </a:gdLst>
            <a:rect l="l" t="t" r="r" b="b"/>
            <a:pathLst>
              <a:path w="5021331" h="2262472">
                <a:moveTo>
                  <a:pt x="216043" y="0"/>
                </a:moveTo>
                <a:lnTo>
                  <a:pt x="4805288" y="0"/>
                </a:lnTo>
                <a:cubicBezTo>
                  <a:pt x="4924605" y="0"/>
                  <a:pt x="5021331" y="96726"/>
                  <a:pt x="5021331" y="216043"/>
                </a:cubicBezTo>
                <a:lnTo>
                  <a:pt x="5021331" y="2046429"/>
                </a:lnTo>
                <a:cubicBezTo>
                  <a:pt x="5021331" y="2165746"/>
                  <a:pt x="4924605" y="2262472"/>
                  <a:pt x="4805288" y="2262472"/>
                </a:cubicBezTo>
                <a:lnTo>
                  <a:pt x="216043" y="2262472"/>
                </a:lnTo>
                <a:cubicBezTo>
                  <a:pt x="96726" y="2262472"/>
                  <a:pt x="0" y="2165746"/>
                  <a:pt x="0" y="2046429"/>
                </a:cubicBezTo>
                <a:lnTo>
                  <a:pt x="0" y="216043"/>
                </a:lnTo>
                <a:cubicBezTo>
                  <a:pt x="0" y="96726"/>
                  <a:pt x="96726" y="0"/>
                  <a:pt x="21604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4.xml><?xml version="1.0" encoding="utf-8"?>
<p:sldLayout xmlns:p="http://schemas.openxmlformats.org/presentationml/2006/main" userDrawn="1">
  <p:cSld name="Mobile Apps-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AEAC2FE-BE0F-44BD-944C-7DD31D183D58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908007" y="1470237"/>
            <a:ext cx="1897345" cy="3636439"/>
          </a:xfrm>
          <a:custGeom xmlns:a="http://schemas.openxmlformats.org/drawingml/2006/main">
            <a:gdLst>
              <a:gd name="connsiteX0" fmla="*/ 1491889 w 1897345"/>
              <a:gd name="connsiteY0" fmla="*/ 374 h 3636439"/>
              <a:gd name="connsiteX1" fmla="*/ 1707702 w 1897345"/>
              <a:gd name="connsiteY1" fmla="*/ 191725 h 3636439"/>
              <a:gd name="connsiteX2" fmla="*/ 1896972 w 1897345"/>
              <a:gd name="connsiteY2" fmla="*/ 3342142 h 3636439"/>
              <a:gd name="connsiteX3" fmla="*/ 1705621 w 1897345"/>
              <a:gd name="connsiteY3" fmla="*/ 3557955 h 3636439"/>
              <a:gd name="connsiteX4" fmla="*/ 405456 w 1897345"/>
              <a:gd name="connsiteY4" fmla="*/ 3636066 h 3636439"/>
              <a:gd name="connsiteX5" fmla="*/ 189643 w 1897345"/>
              <a:gd name="connsiteY5" fmla="*/ 3444715 h 3636439"/>
              <a:gd name="connsiteX6" fmla="*/ 374 w 1897345"/>
              <a:gd name="connsiteY6" fmla="*/ 294298 h 3636439"/>
              <a:gd name="connsiteX7" fmla="*/ 191725 w 1897345"/>
              <a:gd name="connsiteY7" fmla="*/ 78485 h 3636439"/>
            </a:gdLst>
            <a:rect l="l" t="t" r="r" b="b"/>
            <a:pathLst>
              <a:path w="1897345" h="3636439">
                <a:moveTo>
                  <a:pt x="1491889" y="374"/>
                </a:moveTo>
                <a:cubicBezTo>
                  <a:pt x="1604324" y="-6380"/>
                  <a:pt x="1700947" y="79290"/>
                  <a:pt x="1707702" y="191725"/>
                </a:cubicBezTo>
                <a:lnTo>
                  <a:pt x="1896972" y="3342142"/>
                </a:lnTo>
                <a:cubicBezTo>
                  <a:pt x="1903727" y="3454576"/>
                  <a:pt x="1818057" y="3551199"/>
                  <a:pt x="1705621" y="3557955"/>
                </a:cubicBezTo>
                <a:lnTo>
                  <a:pt x="405456" y="3636066"/>
                </a:lnTo>
                <a:cubicBezTo>
                  <a:pt x="293022" y="3642821"/>
                  <a:pt x="196399" y="3557149"/>
                  <a:pt x="189643" y="3444715"/>
                </a:cubicBezTo>
                <a:lnTo>
                  <a:pt x="374" y="294298"/>
                </a:lnTo>
                <a:cubicBezTo>
                  <a:pt x="-6382" y="181863"/>
                  <a:pt x="79289" y="85240"/>
                  <a:pt x="191725" y="7848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5.xml><?xml version="1.0" encoding="utf-8"?>
<p:sldLayout xmlns:p="http://schemas.openxmlformats.org/presentationml/2006/main" userDrawn="1">
  <p:cSld name="Mobile Apps Page-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6EC1461-F799-4039-83C5-FB4D0EEE40E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2F405A63-9A11-440D-9C40-2EC1E498826C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520601" y="460844"/>
            <a:ext cx="2295297" cy="4389704"/>
          </a:xfrm>
          <a:custGeom xmlns:a="http://schemas.openxmlformats.org/drawingml/2006/main">
            <a:gdLst>
              <a:gd name="connsiteX0" fmla="*/ 1780298 w 2295297"/>
              <a:gd name="connsiteY0" fmla="*/ 613 h 4389704"/>
              <a:gd name="connsiteX1" fmla="*/ 1984376 w 2295297"/>
              <a:gd name="connsiteY1" fmla="*/ 174481 h 4389704"/>
              <a:gd name="connsiteX2" fmla="*/ 2294685 w 2295297"/>
              <a:gd name="connsiteY2" fmla="*/ 4056659 h 4389704"/>
              <a:gd name="connsiteX3" fmla="*/ 2120817 w 2295297"/>
              <a:gd name="connsiteY3" fmla="*/ 4260737 h 4389704"/>
              <a:gd name="connsiteX4" fmla="*/ 515001 w 2295297"/>
              <a:gd name="connsiteY4" fmla="*/ 4389092 h 4389704"/>
              <a:gd name="connsiteX5" fmla="*/ 310923 w 2295297"/>
              <a:gd name="connsiteY5" fmla="*/ 4215225 h 4389704"/>
              <a:gd name="connsiteX6" fmla="*/ 613 w 2295297"/>
              <a:gd name="connsiteY6" fmla="*/ 333047 h 4389704"/>
              <a:gd name="connsiteX7" fmla="*/ 174482 w 2295297"/>
              <a:gd name="connsiteY7" fmla="*/ 128969 h 4389704"/>
            </a:gdLst>
            <a:rect l="l" t="t" r="r" b="b"/>
            <a:pathLst>
              <a:path w="2295297" h="4389704">
                <a:moveTo>
                  <a:pt x="1780298" y="613"/>
                </a:moveTo>
                <a:cubicBezTo>
                  <a:pt x="1884665" y="-7729"/>
                  <a:pt x="1976034" y="70114"/>
                  <a:pt x="1984376" y="174481"/>
                </a:cubicBezTo>
                <a:lnTo>
                  <a:pt x="2294685" y="4056659"/>
                </a:lnTo>
                <a:cubicBezTo>
                  <a:pt x="2303026" y="4161026"/>
                  <a:pt x="2225184" y="4252395"/>
                  <a:pt x="2120817" y="4260737"/>
                </a:cubicBezTo>
                <a:lnTo>
                  <a:pt x="515001" y="4389092"/>
                </a:lnTo>
                <a:cubicBezTo>
                  <a:pt x="410634" y="4397435"/>
                  <a:pt x="319265" y="4319591"/>
                  <a:pt x="310923" y="4215225"/>
                </a:cubicBezTo>
                <a:lnTo>
                  <a:pt x="613" y="333047"/>
                </a:lnTo>
                <a:cubicBezTo>
                  <a:pt x="-7729" y="228680"/>
                  <a:pt x="70114" y="137312"/>
                  <a:pt x="174482" y="128969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6.xml><?xml version="1.0" encoding="utf-8"?>
<p:sldLayout xmlns:p="http://schemas.openxmlformats.org/presentationml/2006/main" userDrawn="1">
  <p:cSld name="Mobile Apps Page-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DEE62CC-4B58-4867-906E-31BA2F5ED173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-1" y="0"/>
            <a:ext cx="12203113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CCBE70D6-E214-4B6F-B481-E85D5D90FFF4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679327" y="2675205"/>
            <a:ext cx="2492467" cy="4182797"/>
          </a:xfrm>
          <a:custGeom xmlns:a="http://schemas.openxmlformats.org/drawingml/2006/main">
            <a:gdLst>
              <a:gd name="connsiteX0" fmla="*/ 0 w 2492467"/>
              <a:gd name="connsiteY0" fmla="*/ 0 h 4182797"/>
              <a:gd name="connsiteX1" fmla="*/ 2492467 w 2492467"/>
              <a:gd name="connsiteY1" fmla="*/ 0 h 4182797"/>
              <a:gd name="connsiteX2" fmla="*/ 2492467 w 2492467"/>
              <a:gd name="connsiteY2" fmla="*/ 4182797 h 4182797"/>
              <a:gd name="connsiteX3" fmla="*/ 0 w 2492467"/>
              <a:gd name="connsiteY3" fmla="*/ 4182797 h 4182797"/>
            </a:gdLst>
            <a:rect l="l" t="t" r="r" b="b"/>
            <a:pathLst>
              <a:path w="2492467" h="4182797">
                <a:moveTo>
                  <a:pt x="0" y="0"/>
                </a:moveTo>
                <a:lnTo>
                  <a:pt x="2492467" y="0"/>
                </a:lnTo>
                <a:lnTo>
                  <a:pt x="2492467" y="4182797"/>
                </a:lnTo>
                <a:lnTo>
                  <a:pt x="0" y="418279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7.xml><?xml version="1.0" encoding="utf-8"?>
<p:sldLayout xmlns:p="http://schemas.openxmlformats.org/presentationml/2006/main" userDrawn="1">
  <p:cSld name="Mobile Apps Page-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341E156-0B2C-43DF-82B2-D51A9FC10368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974506" y="2306439"/>
            <a:ext cx="1983650" cy="3525907"/>
          </a:xfrm>
          <a:custGeom xmlns:a="http://schemas.openxmlformats.org/drawingml/2006/main">
            <a:gdLst>
              <a:gd name="connsiteX0" fmla="*/ 0 w 1983650"/>
              <a:gd name="connsiteY0" fmla="*/ 0 h 3525907"/>
              <a:gd name="connsiteX1" fmla="*/ 1983650 w 1983650"/>
              <a:gd name="connsiteY1" fmla="*/ 0 h 3525907"/>
              <a:gd name="connsiteX2" fmla="*/ 1983650 w 1983650"/>
              <a:gd name="connsiteY2" fmla="*/ 3525907 h 3525907"/>
              <a:gd name="connsiteX3" fmla="*/ 0 w 1983650"/>
              <a:gd name="connsiteY3" fmla="*/ 3525907 h 3525907"/>
            </a:gdLst>
            <a:rect l="l" t="t" r="r" b="b"/>
            <a:pathLst>
              <a:path w="1983650" h="3525907">
                <a:moveTo>
                  <a:pt x="0" y="0"/>
                </a:moveTo>
                <a:lnTo>
                  <a:pt x="1983650" y="0"/>
                </a:lnTo>
                <a:lnTo>
                  <a:pt x="1983650" y="3525907"/>
                </a:lnTo>
                <a:lnTo>
                  <a:pt x="0" y="352590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8.xml><?xml version="1.0" encoding="utf-8"?>
<p:sldLayout xmlns:p="http://schemas.openxmlformats.org/presentationml/2006/main" userDrawn="1">
  <p:cSld name="Mobile Apps Page-1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B4DE3D3-8AD7-461D-8BC3-E35D7EBA9087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B5A450B2-3FE0-438B-9D08-965AD3A7F3B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7741709" y="1488519"/>
            <a:ext cx="2522889" cy="3763763"/>
          </a:xfrm>
          <a:custGeom xmlns:a="http://schemas.openxmlformats.org/drawingml/2006/main">
            <a:gdLst>
              <a:gd name="connsiteX0" fmla="*/ 0 w 2522889"/>
              <a:gd name="connsiteY0" fmla="*/ 0 h 3763763"/>
              <a:gd name="connsiteX1" fmla="*/ 2522889 w 2522889"/>
              <a:gd name="connsiteY1" fmla="*/ 0 h 3763763"/>
              <a:gd name="connsiteX2" fmla="*/ 2522889 w 2522889"/>
              <a:gd name="connsiteY2" fmla="*/ 3763763 h 3763763"/>
              <a:gd name="connsiteX3" fmla="*/ 0 w 2522889"/>
              <a:gd name="connsiteY3" fmla="*/ 3763763 h 3763763"/>
            </a:gdLst>
            <a:rect l="l" t="t" r="r" b="b"/>
            <a:pathLst>
              <a:path w="2522889" h="3763763">
                <a:moveTo>
                  <a:pt x="0" y="0"/>
                </a:moveTo>
                <a:lnTo>
                  <a:pt x="2522889" y="0"/>
                </a:lnTo>
                <a:lnTo>
                  <a:pt x="2522889" y="3763763"/>
                </a:lnTo>
                <a:lnTo>
                  <a:pt x="0" y="376376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9.xml><?xml version="1.0" encoding="utf-8"?>
<p:sldLayout xmlns:p="http://schemas.openxmlformats.org/presentationml/2006/main" userDrawn="1">
  <p:cSld name="Mobile Apps Page-1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358C69A-3E34-4155-9D3A-057617F5D5E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422400" y="2258836"/>
            <a:ext cx="2754435" cy="3508728"/>
          </a:xfrm>
          <a:custGeom xmlns:a="http://schemas.openxmlformats.org/drawingml/2006/main">
            <a:gdLst>
              <a:gd name="connsiteX0" fmla="*/ 1116516 w 2754435"/>
              <a:gd name="connsiteY0" fmla="*/ 0 h 3508728"/>
              <a:gd name="connsiteX1" fmla="*/ 2754435 w 2754435"/>
              <a:gd name="connsiteY1" fmla="*/ 636764 h 3508728"/>
              <a:gd name="connsiteX2" fmla="*/ 1637918 w 2754435"/>
              <a:gd name="connsiteY2" fmla="*/ 3508728 h 3508728"/>
              <a:gd name="connsiteX3" fmla="*/ 0 w 2754435"/>
              <a:gd name="connsiteY3" fmla="*/ 2871964 h 3508728"/>
            </a:gdLst>
            <a:rect l="l" t="t" r="r" b="b"/>
            <a:pathLst>
              <a:path w="2754435" h="3508728">
                <a:moveTo>
                  <a:pt x="1116516" y="0"/>
                </a:moveTo>
                <a:lnTo>
                  <a:pt x="2754435" y="636764"/>
                </a:lnTo>
                <a:lnTo>
                  <a:pt x="1637918" y="3508728"/>
                </a:lnTo>
                <a:lnTo>
                  <a:pt x="0" y="287196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0.xml><?xml version="1.0" encoding="utf-8"?>
<p:sldLayout xmlns:p="http://schemas.openxmlformats.org/presentationml/2006/main" userDrawn="1">
  <p:cSld name="Mobile Apps Page-1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0E56BCA-C532-4BF0-83DF-E86F7F99DBB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342017" y="1369156"/>
            <a:ext cx="3191073" cy="4106552"/>
          </a:xfrm>
          <a:custGeom xmlns:a="http://schemas.openxmlformats.org/drawingml/2006/main">
            <a:gdLst>
              <a:gd name="connsiteX0" fmla="*/ 1911983 w 3191073"/>
              <a:gd name="connsiteY0" fmla="*/ 0 h 4106552"/>
              <a:gd name="connsiteX1" fmla="*/ 3191073 w 3191073"/>
              <a:gd name="connsiteY1" fmla="*/ 3383819 h 4106552"/>
              <a:gd name="connsiteX2" fmla="*/ 1279090 w 3191073"/>
              <a:gd name="connsiteY2" fmla="*/ 4106552 h 4106552"/>
              <a:gd name="connsiteX3" fmla="*/ 0 w 3191073"/>
              <a:gd name="connsiteY3" fmla="*/ 722733 h 4106552"/>
            </a:gdLst>
            <a:rect l="l" t="t" r="r" b="b"/>
            <a:pathLst>
              <a:path w="3191073" h="4106552">
                <a:moveTo>
                  <a:pt x="1911983" y="0"/>
                </a:moveTo>
                <a:lnTo>
                  <a:pt x="3191073" y="3383819"/>
                </a:lnTo>
                <a:lnTo>
                  <a:pt x="1279090" y="4106552"/>
                </a:lnTo>
                <a:lnTo>
                  <a:pt x="0" y="72273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1.xml><?xml version="1.0" encoding="utf-8"?>
<p:sldLayout xmlns:p="http://schemas.openxmlformats.org/presentationml/2006/main" userDrawn="1">
  <p:cSld name="Mobile Apps Page-1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95B720C-0704-4622-A4E7-834514AA69E5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5859128D-DC30-4556-8EF6-78530FE356FD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5610227" y="1243013"/>
            <a:ext cx="1486694" cy="2617788"/>
          </a:xfrm>
          <a:custGeom xmlns:a="http://schemas.openxmlformats.org/drawingml/2006/main">
            <a:gdLst>
              <a:gd name="connsiteX0" fmla="*/ 0 w 1486694"/>
              <a:gd name="connsiteY0" fmla="*/ 0 h 2617788"/>
              <a:gd name="connsiteX1" fmla="*/ 1486694 w 1486694"/>
              <a:gd name="connsiteY1" fmla="*/ 0 h 2617788"/>
              <a:gd name="connsiteX2" fmla="*/ 1486694 w 1486694"/>
              <a:gd name="connsiteY2" fmla="*/ 2617788 h 2617788"/>
              <a:gd name="connsiteX3" fmla="*/ 0 w 1486694"/>
              <a:gd name="connsiteY3" fmla="*/ 2617788 h 2617788"/>
            </a:gdLst>
            <a:rect l="l" t="t" r="r" b="b"/>
            <a:pathLst>
              <a:path w="1486694" h="2617788">
                <a:moveTo>
                  <a:pt x="0" y="0"/>
                </a:moveTo>
                <a:lnTo>
                  <a:pt x="1486694" y="0"/>
                </a:lnTo>
                <a:lnTo>
                  <a:pt x="1486694" y="2617788"/>
                </a:lnTo>
                <a:lnTo>
                  <a:pt x="0" y="261778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2.xml><?xml version="1.0" encoding="utf-8"?>
<p:sldLayout xmlns:p="http://schemas.openxmlformats.org/presentationml/2006/main" userDrawn="1">
  <p:cSld name="Tablet Page-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5037B49F-5F12-4A0B-88AE-1FF4BFCE584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2018784" y="2053036"/>
            <a:ext cx="2541971" cy="3627827"/>
          </a:xfrm>
          <a:custGeom xmlns:a="http://schemas.openxmlformats.org/drawingml/2006/main">
            <a:gdLst>
              <a:gd name="connsiteX0" fmla="*/ 2431547 w 2541971"/>
              <a:gd name="connsiteY0" fmla="*/ 47 h 3627827"/>
              <a:gd name="connsiteX1" fmla="*/ 2490225 w 2541971"/>
              <a:gd name="connsiteY1" fmla="*/ 54321 h 3627827"/>
              <a:gd name="connsiteX2" fmla="*/ 2541045 w 2541971"/>
              <a:gd name="connsiteY2" fmla="*/ 3221667 h 3627827"/>
              <a:gd name="connsiteX3" fmla="*/ 2479526 w 2541971"/>
              <a:gd name="connsiteY3" fmla="*/ 3298853 h 3627827"/>
              <a:gd name="connsiteX4" fmla="*/ 205973 w 2541971"/>
              <a:gd name="connsiteY4" fmla="*/ 3626235 h 3627827"/>
              <a:gd name="connsiteX5" fmla="*/ 136429 w 2541971"/>
              <a:gd name="connsiteY5" fmla="*/ 3573002 h 3627827"/>
              <a:gd name="connsiteX6" fmla="*/ 15 w 2541971"/>
              <a:gd name="connsiteY6" fmla="*/ 182078 h 3627827"/>
              <a:gd name="connsiteX7" fmla="*/ 64210 w 2541971"/>
              <a:gd name="connsiteY7" fmla="*/ 123523 h 3627827"/>
              <a:gd name="connsiteX8" fmla="*/ 2420681 w 2541971"/>
              <a:gd name="connsiteY8" fmla="*/ 1087 h 3627827"/>
              <a:gd name="connsiteX9" fmla="*/ 2431547 w 2541971"/>
              <a:gd name="connsiteY9" fmla="*/ 47 h 3627827"/>
            </a:gdLst>
            <a:rect l="l" t="t" r="r" b="b"/>
            <a:pathLst>
              <a:path w="2541971" h="3627827">
                <a:moveTo>
                  <a:pt x="2431547" y="47"/>
                </a:moveTo>
                <a:cubicBezTo>
                  <a:pt x="2451106" y="-576"/>
                  <a:pt x="2490224" y="4414"/>
                  <a:pt x="2490225" y="54321"/>
                </a:cubicBezTo>
                <a:cubicBezTo>
                  <a:pt x="2492899" y="123523"/>
                  <a:pt x="2541045" y="3221667"/>
                  <a:pt x="2541045" y="3221667"/>
                </a:cubicBezTo>
                <a:cubicBezTo>
                  <a:pt x="2541045" y="3221667"/>
                  <a:pt x="2554419" y="3290868"/>
                  <a:pt x="2479526" y="3298853"/>
                </a:cubicBezTo>
                <a:cubicBezTo>
                  <a:pt x="2399283" y="3309500"/>
                  <a:pt x="205973" y="3626235"/>
                  <a:pt x="205973" y="3626235"/>
                </a:cubicBezTo>
                <a:cubicBezTo>
                  <a:pt x="205973" y="3626235"/>
                  <a:pt x="136429" y="3642204"/>
                  <a:pt x="136429" y="3573002"/>
                </a:cubicBezTo>
                <a:cubicBezTo>
                  <a:pt x="136429" y="3503799"/>
                  <a:pt x="15" y="182078"/>
                  <a:pt x="15" y="182078"/>
                </a:cubicBezTo>
                <a:cubicBezTo>
                  <a:pt x="15" y="182078"/>
                  <a:pt x="-2659" y="123523"/>
                  <a:pt x="64210" y="123523"/>
                </a:cubicBezTo>
                <a:cubicBezTo>
                  <a:pt x="136429" y="118200"/>
                  <a:pt x="2420681" y="1087"/>
                  <a:pt x="2420681" y="1087"/>
                </a:cubicBezTo>
                <a:cubicBezTo>
                  <a:pt x="2420681" y="1087"/>
                  <a:pt x="2425028" y="256"/>
                  <a:pt x="2431547" y="4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80BB03E8-4098-4B07-AE5D-BF079441003E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813709" y="2050693"/>
            <a:ext cx="2544354" cy="3271560"/>
          </a:xfrm>
          <a:custGeom xmlns:a="http://schemas.openxmlformats.org/drawingml/2006/main">
            <a:gdLst>
              <a:gd name="connsiteX0" fmla="*/ 48331 w 2544354"/>
              <a:gd name="connsiteY0" fmla="*/ 9 h 3271560"/>
              <a:gd name="connsiteX1" fmla="*/ 55949 w 2544354"/>
              <a:gd name="connsiteY1" fmla="*/ 757 h 3271560"/>
              <a:gd name="connsiteX2" fmla="*/ 2496398 w 2544354"/>
              <a:gd name="connsiteY2" fmla="*/ 757 h 3271560"/>
              <a:gd name="connsiteX3" fmla="*/ 2544354 w 2544354"/>
              <a:gd name="connsiteY3" fmla="*/ 51281 h 3271560"/>
              <a:gd name="connsiteX4" fmla="*/ 2504390 w 2544354"/>
              <a:gd name="connsiteY4" fmla="*/ 3186458 h 3271560"/>
              <a:gd name="connsiteX5" fmla="*/ 2456434 w 2544354"/>
              <a:gd name="connsiteY5" fmla="*/ 3271552 h 3271560"/>
              <a:gd name="connsiteX6" fmla="*/ 87920 w 2544354"/>
              <a:gd name="connsiteY6" fmla="*/ 3271552 h 3271560"/>
              <a:gd name="connsiteX7" fmla="*/ 39964 w 2544354"/>
              <a:gd name="connsiteY7" fmla="*/ 3226346 h 3271560"/>
              <a:gd name="connsiteX8" fmla="*/ 0 w 2544354"/>
              <a:gd name="connsiteY8" fmla="*/ 48622 h 3271560"/>
              <a:gd name="connsiteX9" fmla="*/ 48331 w 2544354"/>
              <a:gd name="connsiteY9" fmla="*/ 9 h 3271560"/>
            </a:gdLst>
            <a:rect l="l" t="t" r="r" b="b"/>
            <a:pathLst>
              <a:path w="2544354" h="3271560">
                <a:moveTo>
                  <a:pt x="48331" y="9"/>
                </a:moveTo>
                <a:cubicBezTo>
                  <a:pt x="52952" y="92"/>
                  <a:pt x="55949" y="757"/>
                  <a:pt x="55949" y="757"/>
                </a:cubicBezTo>
                <a:cubicBezTo>
                  <a:pt x="55949" y="757"/>
                  <a:pt x="55949" y="757"/>
                  <a:pt x="2496398" y="757"/>
                </a:cubicBezTo>
                <a:cubicBezTo>
                  <a:pt x="2544354" y="3416"/>
                  <a:pt x="2544354" y="51281"/>
                  <a:pt x="2544354" y="51281"/>
                </a:cubicBezTo>
                <a:cubicBezTo>
                  <a:pt x="2544354" y="51281"/>
                  <a:pt x="2504390" y="3085409"/>
                  <a:pt x="2504390" y="3186458"/>
                </a:cubicBezTo>
                <a:cubicBezTo>
                  <a:pt x="2509719" y="3274211"/>
                  <a:pt x="2456434" y="3271552"/>
                  <a:pt x="2456434" y="3271552"/>
                </a:cubicBezTo>
                <a:cubicBezTo>
                  <a:pt x="2456434" y="3271552"/>
                  <a:pt x="133212" y="3271552"/>
                  <a:pt x="87920" y="3271552"/>
                </a:cubicBezTo>
                <a:cubicBezTo>
                  <a:pt x="42628" y="3271552"/>
                  <a:pt x="39964" y="3226346"/>
                  <a:pt x="39964" y="3226346"/>
                </a:cubicBezTo>
                <a:cubicBezTo>
                  <a:pt x="39964" y="3226346"/>
                  <a:pt x="0" y="112442"/>
                  <a:pt x="0" y="48622"/>
                </a:cubicBezTo>
                <a:cubicBezTo>
                  <a:pt x="5995" y="4746"/>
                  <a:pt x="34469" y="-240"/>
                  <a:pt x="48331" y="9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95C7426C-0A8C-43BA-A4AA-8266D9FFB0F5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641431" y="2059865"/>
            <a:ext cx="2514371" cy="3628201"/>
          </a:xfrm>
          <a:custGeom xmlns:a="http://schemas.openxmlformats.org/drawingml/2006/main">
            <a:gdLst>
              <a:gd name="connsiteX0" fmla="*/ 95381 w 2514371"/>
              <a:gd name="connsiteY0" fmla="*/ 0 h 3628201"/>
              <a:gd name="connsiteX1" fmla="*/ 2461343 w 2514371"/>
              <a:gd name="connsiteY1" fmla="*/ 122510 h 3628201"/>
              <a:gd name="connsiteX2" fmla="*/ 2514334 w 2514371"/>
              <a:gd name="connsiteY2" fmla="*/ 183766 h 3628201"/>
              <a:gd name="connsiteX3" fmla="*/ 2379210 w 2514371"/>
              <a:gd name="connsiteY3" fmla="*/ 3582109 h 3628201"/>
              <a:gd name="connsiteX4" fmla="*/ 2315623 w 2514371"/>
              <a:gd name="connsiteY4" fmla="*/ 3627385 h 3628201"/>
              <a:gd name="connsiteX5" fmla="*/ 47690 w 2514371"/>
              <a:gd name="connsiteY5" fmla="*/ 3297139 h 3628201"/>
              <a:gd name="connsiteX6" fmla="*/ 1 w 2514371"/>
              <a:gd name="connsiteY6" fmla="*/ 3235882 h 3628201"/>
              <a:gd name="connsiteX7" fmla="*/ 50340 w 2514371"/>
              <a:gd name="connsiteY7" fmla="*/ 47939 h 3628201"/>
              <a:gd name="connsiteX8" fmla="*/ 95381 w 2514371"/>
              <a:gd name="connsiteY8" fmla="*/ 0 h 3628201"/>
            </a:gdLst>
            <a:rect l="l" t="t" r="r" b="b"/>
            <a:pathLst>
              <a:path w="2514371" h="3628201">
                <a:moveTo>
                  <a:pt x="95381" y="0"/>
                </a:moveTo>
                <a:cubicBezTo>
                  <a:pt x="2461343" y="122510"/>
                  <a:pt x="2461343" y="122510"/>
                  <a:pt x="2461343" y="122510"/>
                </a:cubicBezTo>
                <a:cubicBezTo>
                  <a:pt x="2461343" y="122510"/>
                  <a:pt x="2514333" y="122510"/>
                  <a:pt x="2514334" y="183766"/>
                </a:cubicBezTo>
                <a:cubicBezTo>
                  <a:pt x="2516983" y="242358"/>
                  <a:pt x="2379210" y="3582109"/>
                  <a:pt x="2379210" y="3582109"/>
                </a:cubicBezTo>
                <a:cubicBezTo>
                  <a:pt x="2379210" y="3582109"/>
                  <a:pt x="2376561" y="3635375"/>
                  <a:pt x="2315623" y="3627385"/>
                </a:cubicBezTo>
                <a:cubicBezTo>
                  <a:pt x="2252037" y="3619394"/>
                  <a:pt x="47690" y="3297139"/>
                  <a:pt x="47690" y="3297139"/>
                </a:cubicBezTo>
                <a:cubicBezTo>
                  <a:pt x="47690" y="3297139"/>
                  <a:pt x="0" y="3286485"/>
                  <a:pt x="1" y="3235882"/>
                </a:cubicBezTo>
                <a:cubicBezTo>
                  <a:pt x="0" y="3185281"/>
                  <a:pt x="50340" y="47939"/>
                  <a:pt x="50340" y="47939"/>
                </a:cubicBezTo>
                <a:cubicBezTo>
                  <a:pt x="50340" y="47939"/>
                  <a:pt x="50340" y="0"/>
                  <a:pt x="9538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3.xml><?xml version="1.0" encoding="utf-8"?>
<p:sldLayout xmlns:p="http://schemas.openxmlformats.org/presentationml/2006/main" userDrawn="1">
  <p:cSld name="Tablet Page-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D953DD30-3409-4E8C-BBF6-F0FF01C4E42B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9038349" y="2447109"/>
            <a:ext cx="2319388" cy="3098029"/>
          </a:xfrm>
          <a:custGeom xmlns:a="http://schemas.openxmlformats.org/drawingml/2006/main">
            <a:gdLst>
              <a:gd name="connsiteX0" fmla="*/ 0 w 2319388"/>
              <a:gd name="connsiteY0" fmla="*/ 0 h 3098029"/>
              <a:gd name="connsiteX1" fmla="*/ 2319388 w 2319388"/>
              <a:gd name="connsiteY1" fmla="*/ 0 h 3098029"/>
              <a:gd name="connsiteX2" fmla="*/ 2319388 w 2319388"/>
              <a:gd name="connsiteY2" fmla="*/ 3098029 h 3098029"/>
              <a:gd name="connsiteX3" fmla="*/ 0 w 2319388"/>
              <a:gd name="connsiteY3" fmla="*/ 3098029 h 3098029"/>
            </a:gdLst>
            <a:rect l="l" t="t" r="r" b="b"/>
            <a:pathLst>
              <a:path w="2319388" h="3098029">
                <a:moveTo>
                  <a:pt x="0" y="0"/>
                </a:moveTo>
                <a:lnTo>
                  <a:pt x="2319388" y="0"/>
                </a:lnTo>
                <a:lnTo>
                  <a:pt x="2319388" y="3098029"/>
                </a:lnTo>
                <a:lnTo>
                  <a:pt x="0" y="309802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554E9A5D-7A2C-4E4C-85BD-62C3179EA772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6124973" y="2447109"/>
            <a:ext cx="2281147" cy="3098029"/>
          </a:xfrm>
          <a:custGeom xmlns:a="http://schemas.openxmlformats.org/drawingml/2006/main">
            <a:gdLst>
              <a:gd name="connsiteX0" fmla="*/ 0 w 2281147"/>
              <a:gd name="connsiteY0" fmla="*/ 0 h 3098029"/>
              <a:gd name="connsiteX1" fmla="*/ 2281147 w 2281147"/>
              <a:gd name="connsiteY1" fmla="*/ 0 h 3098029"/>
              <a:gd name="connsiteX2" fmla="*/ 2281147 w 2281147"/>
              <a:gd name="connsiteY2" fmla="*/ 3098029 h 3098029"/>
              <a:gd name="connsiteX3" fmla="*/ 0 w 2281147"/>
              <a:gd name="connsiteY3" fmla="*/ 3098029 h 3098029"/>
            </a:gdLst>
            <a:rect l="l" t="t" r="r" b="b"/>
            <a:pathLst>
              <a:path w="2281147" h="3098029">
                <a:moveTo>
                  <a:pt x="0" y="0"/>
                </a:moveTo>
                <a:lnTo>
                  <a:pt x="2281147" y="0"/>
                </a:lnTo>
                <a:lnTo>
                  <a:pt x="2281147" y="3098029"/>
                </a:lnTo>
                <a:lnTo>
                  <a:pt x="0" y="309802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4.xml><?xml version="1.0" encoding="utf-8"?>
<p:sldLayout xmlns:p="http://schemas.openxmlformats.org/presentationml/2006/main" userDrawn="1">
  <p:cSld name="Tablet Page-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5EE6A72-0845-47AC-9B8F-CF2C31E5EAF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348664" y="2453640"/>
            <a:ext cx="2967037" cy="3954781"/>
          </a:xfrm>
          <a:custGeom xmlns:a="http://schemas.openxmlformats.org/drawingml/2006/main">
            <a:gdLst>
              <a:gd name="connsiteX0" fmla="*/ 51597 w 2967037"/>
              <a:gd name="connsiteY0" fmla="*/ 0 h 3954781"/>
              <a:gd name="connsiteX1" fmla="*/ 2915440 w 2967037"/>
              <a:gd name="connsiteY1" fmla="*/ 0 h 3954781"/>
              <a:gd name="connsiteX2" fmla="*/ 2967037 w 2967037"/>
              <a:gd name="connsiteY2" fmla="*/ 51597 h 3954781"/>
              <a:gd name="connsiteX3" fmla="*/ 2967037 w 2967037"/>
              <a:gd name="connsiteY3" fmla="*/ 3903184 h 3954781"/>
              <a:gd name="connsiteX4" fmla="*/ 2915440 w 2967037"/>
              <a:gd name="connsiteY4" fmla="*/ 3954781 h 3954781"/>
              <a:gd name="connsiteX5" fmla="*/ 51597 w 2967037"/>
              <a:gd name="connsiteY5" fmla="*/ 3954781 h 3954781"/>
              <a:gd name="connsiteX6" fmla="*/ 0 w 2967037"/>
              <a:gd name="connsiteY6" fmla="*/ 3903184 h 3954781"/>
              <a:gd name="connsiteX7" fmla="*/ 0 w 2967037"/>
              <a:gd name="connsiteY7" fmla="*/ 51597 h 3954781"/>
              <a:gd name="connsiteX8" fmla="*/ 51597 w 2967037"/>
              <a:gd name="connsiteY8" fmla="*/ 0 h 3954781"/>
            </a:gdLst>
            <a:rect l="l" t="t" r="r" b="b"/>
            <a:pathLst>
              <a:path w="2967037" h="3954781">
                <a:moveTo>
                  <a:pt x="51597" y="0"/>
                </a:moveTo>
                <a:lnTo>
                  <a:pt x="2915440" y="0"/>
                </a:lnTo>
                <a:cubicBezTo>
                  <a:pt x="2943936" y="0"/>
                  <a:pt x="2967037" y="23101"/>
                  <a:pt x="2967037" y="51597"/>
                </a:cubicBezTo>
                <a:lnTo>
                  <a:pt x="2967037" y="3903184"/>
                </a:lnTo>
                <a:cubicBezTo>
                  <a:pt x="2967037" y="3931680"/>
                  <a:pt x="2943936" y="3954781"/>
                  <a:pt x="2915440" y="3954781"/>
                </a:cubicBezTo>
                <a:lnTo>
                  <a:pt x="51597" y="3954781"/>
                </a:lnTo>
                <a:cubicBezTo>
                  <a:pt x="23101" y="3954781"/>
                  <a:pt x="0" y="3931680"/>
                  <a:pt x="0" y="3903184"/>
                </a:cubicBezTo>
                <a:lnTo>
                  <a:pt x="0" y="51597"/>
                </a:lnTo>
                <a:cubicBezTo>
                  <a:pt x="0" y="23101"/>
                  <a:pt x="23101" y="0"/>
                  <a:pt x="5159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5.xml><?xml version="1.0" encoding="utf-8"?>
<p:sldLayout xmlns:p="http://schemas.openxmlformats.org/presentationml/2006/main" userDrawn="1">
  <p:cSld name="Tablet Page-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2386986-D2CA-4A6B-97DC-618A3F8864C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990975" y="2350271"/>
            <a:ext cx="4444875" cy="3295998"/>
          </a:xfrm>
          <a:custGeom xmlns:a="http://schemas.openxmlformats.org/drawingml/2006/main">
            <a:gdLst>
              <a:gd name="connsiteX0" fmla="*/ 0 w 4444875"/>
              <a:gd name="connsiteY0" fmla="*/ 0 h 3295998"/>
              <a:gd name="connsiteX1" fmla="*/ 4444875 w 4444875"/>
              <a:gd name="connsiteY1" fmla="*/ 0 h 3295998"/>
              <a:gd name="connsiteX2" fmla="*/ 4444875 w 4444875"/>
              <a:gd name="connsiteY2" fmla="*/ 3295998 h 3295998"/>
              <a:gd name="connsiteX3" fmla="*/ 0 w 4444875"/>
              <a:gd name="connsiteY3" fmla="*/ 3295998 h 3295998"/>
            </a:gdLst>
            <a:rect l="l" t="t" r="r" b="b"/>
            <a:pathLst>
              <a:path w="4444875" h="3295998">
                <a:moveTo>
                  <a:pt x="0" y="0"/>
                </a:moveTo>
                <a:lnTo>
                  <a:pt x="4444875" y="0"/>
                </a:lnTo>
                <a:lnTo>
                  <a:pt x="4444875" y="3295998"/>
                </a:lnTo>
                <a:lnTo>
                  <a:pt x="0" y="329599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6.xml><?xml version="1.0" encoding="utf-8"?>
<p:sldLayout xmlns:p="http://schemas.openxmlformats.org/presentationml/2006/main" userDrawn="1">
  <p:cSld name="Tablet Page-0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48950E0-34B0-45B1-9EE0-8AEB6EFB3B1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465345" y="1886726"/>
            <a:ext cx="2885088" cy="3881614"/>
          </a:xfrm>
          <a:custGeom xmlns:a="http://schemas.openxmlformats.org/drawingml/2006/main">
            <a:gdLst>
              <a:gd name="connsiteX0" fmla="*/ 0 w 2885088"/>
              <a:gd name="connsiteY0" fmla="*/ 0 h 3881614"/>
              <a:gd name="connsiteX1" fmla="*/ 2885088 w 2885088"/>
              <a:gd name="connsiteY1" fmla="*/ 0 h 3881614"/>
              <a:gd name="connsiteX2" fmla="*/ 2885088 w 2885088"/>
              <a:gd name="connsiteY2" fmla="*/ 3881614 h 3881614"/>
              <a:gd name="connsiteX3" fmla="*/ 0 w 2885088"/>
              <a:gd name="connsiteY3" fmla="*/ 3881614 h 3881614"/>
            </a:gdLst>
            <a:rect l="l" t="t" r="r" b="b"/>
            <a:pathLst>
              <a:path w="2885088" h="3881614">
                <a:moveTo>
                  <a:pt x="0" y="0"/>
                </a:moveTo>
                <a:lnTo>
                  <a:pt x="2885088" y="0"/>
                </a:lnTo>
                <a:lnTo>
                  <a:pt x="2885088" y="3881614"/>
                </a:lnTo>
                <a:lnTo>
                  <a:pt x="0" y="38816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7.xml><?xml version="1.0" encoding="utf-8"?>
<p:sldLayout xmlns:p="http://schemas.openxmlformats.org/presentationml/2006/main" userDrawn="1">
  <p:cSld name="Tablet Page-0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3897829-CDA6-482D-9AFC-037FEEAEFCC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184123" y="1378160"/>
            <a:ext cx="3607378" cy="3313110"/>
          </a:xfrm>
          <a:custGeom xmlns:a="http://schemas.openxmlformats.org/drawingml/2006/main">
            <a:gdLst>
              <a:gd name="connsiteX0" fmla="*/ 2768108 w 3607378"/>
              <a:gd name="connsiteY0" fmla="*/ 156 h 3313110"/>
              <a:gd name="connsiteX1" fmla="*/ 2848899 w 3607378"/>
              <a:gd name="connsiteY1" fmla="*/ 60799 h 3313110"/>
              <a:gd name="connsiteX2" fmla="*/ 3597893 w 3607378"/>
              <a:gd name="connsiteY2" fmla="*/ 2137612 h 3313110"/>
              <a:gd name="connsiteX3" fmla="*/ 3564625 w 3607378"/>
              <a:gd name="connsiteY3" fmla="*/ 2241625 h 3313110"/>
              <a:gd name="connsiteX4" fmla="*/ 896410 w 3607378"/>
              <a:gd name="connsiteY4" fmla="*/ 3305564 h 3313110"/>
              <a:gd name="connsiteX5" fmla="*/ 779698 w 3607378"/>
              <a:gd name="connsiteY5" fmla="*/ 3264357 h 3313110"/>
              <a:gd name="connsiteX6" fmla="*/ 5304 w 3607378"/>
              <a:gd name="connsiteY6" fmla="*/ 1071655 h 3313110"/>
              <a:gd name="connsiteX7" fmla="*/ 60799 w 3607378"/>
              <a:gd name="connsiteY7" fmla="*/ 954943 h 3313110"/>
              <a:gd name="connsiteX8" fmla="*/ 2732187 w 3607378"/>
              <a:gd name="connsiteY8" fmla="*/ 5304 h 3313110"/>
              <a:gd name="connsiteX9" fmla="*/ 2768108 w 3607378"/>
              <a:gd name="connsiteY9" fmla="*/ 156 h 3313110"/>
            </a:gdLst>
            <a:rect l="l" t="t" r="r" b="b"/>
            <a:pathLst>
              <a:path w="3607378" h="3313110">
                <a:moveTo>
                  <a:pt x="2768108" y="156"/>
                </a:moveTo>
                <a:cubicBezTo>
                  <a:pt x="2803658" y="2242"/>
                  <a:pt x="2836221" y="25133"/>
                  <a:pt x="2848899" y="60799"/>
                </a:cubicBezTo>
                <a:cubicBezTo>
                  <a:pt x="3107030" y="786936"/>
                  <a:pt x="3339761" y="1411475"/>
                  <a:pt x="3597893" y="2137612"/>
                </a:cubicBezTo>
                <a:cubicBezTo>
                  <a:pt x="3614797" y="2185166"/>
                  <a:pt x="3612178" y="2224720"/>
                  <a:pt x="3564625" y="2241625"/>
                </a:cubicBezTo>
                <a:lnTo>
                  <a:pt x="896410" y="3305564"/>
                </a:lnTo>
                <a:cubicBezTo>
                  <a:pt x="848856" y="3322469"/>
                  <a:pt x="796603" y="3311909"/>
                  <a:pt x="779698" y="3264357"/>
                </a:cubicBezTo>
                <a:lnTo>
                  <a:pt x="5304" y="1071655"/>
                </a:lnTo>
                <a:cubicBezTo>
                  <a:pt x="-11601" y="1024101"/>
                  <a:pt x="13245" y="971848"/>
                  <a:pt x="60799" y="954943"/>
                </a:cubicBezTo>
                <a:lnTo>
                  <a:pt x="2732187" y="5304"/>
                </a:lnTo>
                <a:cubicBezTo>
                  <a:pt x="2744075" y="1078"/>
                  <a:pt x="2756258" y="-539"/>
                  <a:pt x="2768108" y="156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8.xml><?xml version="1.0" encoding="utf-8"?>
<p:sldLayout xmlns:p="http://schemas.openxmlformats.org/presentationml/2006/main" userDrawn="1">
  <p:cSld name="All Divie Page-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09228360-1F65-42BD-B8F7-3A986DC65EF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4222794" y="3468848"/>
            <a:ext cx="3662799" cy="2273525"/>
          </a:xfrm>
          <a:custGeom xmlns:a="http://schemas.openxmlformats.org/drawingml/2006/main">
            <a:gdLst>
              <a:gd name="connsiteX0" fmla="*/ 0 w 3662799"/>
              <a:gd name="connsiteY0" fmla="*/ 0 h 2273525"/>
              <a:gd name="connsiteX1" fmla="*/ 3662799 w 3662799"/>
              <a:gd name="connsiteY1" fmla="*/ 0 h 2273525"/>
              <a:gd name="connsiteX2" fmla="*/ 3662799 w 3662799"/>
              <a:gd name="connsiteY2" fmla="*/ 2273525 h 2273525"/>
              <a:gd name="connsiteX3" fmla="*/ 0 w 3662799"/>
              <a:gd name="connsiteY3" fmla="*/ 2273525 h 2273525"/>
            </a:gdLst>
            <a:rect l="l" t="t" r="r" b="b"/>
            <a:pathLst>
              <a:path w="3662799" h="2273525">
                <a:moveTo>
                  <a:pt x="0" y="0"/>
                </a:moveTo>
                <a:lnTo>
                  <a:pt x="3662799" y="0"/>
                </a:lnTo>
                <a:lnTo>
                  <a:pt x="3662799" y="2273525"/>
                </a:lnTo>
                <a:lnTo>
                  <a:pt x="0" y="227352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07FF5A6E-AE55-4CCE-909B-47212CBEF475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2866022" y="4085831"/>
            <a:ext cx="1252659" cy="1787027"/>
          </a:xfrm>
          <a:custGeom xmlns:a="http://schemas.openxmlformats.org/drawingml/2006/main">
            <a:gdLst>
              <a:gd name="connsiteX0" fmla="*/ 0 w 1252659"/>
              <a:gd name="connsiteY0" fmla="*/ 0 h 1787027"/>
              <a:gd name="connsiteX1" fmla="*/ 1252659 w 1252659"/>
              <a:gd name="connsiteY1" fmla="*/ 0 h 1787027"/>
              <a:gd name="connsiteX2" fmla="*/ 1252659 w 1252659"/>
              <a:gd name="connsiteY2" fmla="*/ 1787027 h 1787027"/>
              <a:gd name="connsiteX3" fmla="*/ 0 w 1252659"/>
              <a:gd name="connsiteY3" fmla="*/ 1787027 h 1787027"/>
            </a:gdLst>
            <a:rect l="l" t="t" r="r" b="b"/>
            <a:pathLst>
              <a:path w="1252659" h="1787027">
                <a:moveTo>
                  <a:pt x="0" y="0"/>
                </a:moveTo>
                <a:lnTo>
                  <a:pt x="1252659" y="0"/>
                </a:lnTo>
                <a:lnTo>
                  <a:pt x="1252659" y="1787027"/>
                </a:lnTo>
                <a:lnTo>
                  <a:pt x="0" y="178702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607E39B0-2064-4EB2-A750-FF08C189F3DE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977006" y="4040568"/>
            <a:ext cx="1426501" cy="1787027"/>
          </a:xfrm>
          <a:custGeom xmlns:a="http://schemas.openxmlformats.org/drawingml/2006/main">
            <a:gdLst>
              <a:gd name="connsiteX0" fmla="*/ 0 w 1426501"/>
              <a:gd name="connsiteY0" fmla="*/ 0 h 1787027"/>
              <a:gd name="connsiteX1" fmla="*/ 1426501 w 1426501"/>
              <a:gd name="connsiteY1" fmla="*/ 0 h 1787027"/>
              <a:gd name="connsiteX2" fmla="*/ 1426501 w 1426501"/>
              <a:gd name="connsiteY2" fmla="*/ 1787027 h 1787027"/>
              <a:gd name="connsiteX3" fmla="*/ 0 w 1426501"/>
              <a:gd name="connsiteY3" fmla="*/ 1787027 h 1787027"/>
            </a:gdLst>
            <a:rect l="l" t="t" r="r" b="b"/>
            <a:pathLst>
              <a:path w="1426501" h="1787027">
                <a:moveTo>
                  <a:pt x="0" y="0"/>
                </a:moveTo>
                <a:lnTo>
                  <a:pt x="1426501" y="0"/>
                </a:lnTo>
                <a:lnTo>
                  <a:pt x="1426501" y="1787027"/>
                </a:lnTo>
                <a:lnTo>
                  <a:pt x="0" y="178702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9.xml><?xml version="1.0" encoding="utf-8"?>
<p:sldLayout xmlns:p="http://schemas.openxmlformats.org/presentationml/2006/main" userDrawn="1">
  <p:cSld name="All Divie Page-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BCA633F-D29A-4CF1-9B58-910FF2FF17D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600575" y="3061069"/>
            <a:ext cx="2905124" cy="1830019"/>
          </a:xfrm>
          <a:custGeom xmlns:a="http://schemas.openxmlformats.org/drawingml/2006/main">
            <a:gdLst>
              <a:gd name="connsiteX0" fmla="*/ 0 w 2905124"/>
              <a:gd name="connsiteY0" fmla="*/ 0 h 1830019"/>
              <a:gd name="connsiteX1" fmla="*/ 2905124 w 2905124"/>
              <a:gd name="connsiteY1" fmla="*/ 0 h 1830019"/>
              <a:gd name="connsiteX2" fmla="*/ 2905124 w 2905124"/>
              <a:gd name="connsiteY2" fmla="*/ 1830019 h 1830019"/>
              <a:gd name="connsiteX3" fmla="*/ 0 w 2905124"/>
              <a:gd name="connsiteY3" fmla="*/ 1830019 h 1830019"/>
            </a:gdLst>
            <a:rect l="l" t="t" r="r" b="b"/>
            <a:pathLst>
              <a:path w="2905124" h="1830019">
                <a:moveTo>
                  <a:pt x="0" y="0"/>
                </a:moveTo>
                <a:lnTo>
                  <a:pt x="2905124" y="0"/>
                </a:lnTo>
                <a:lnTo>
                  <a:pt x="2905124" y="1830019"/>
                </a:lnTo>
                <a:lnTo>
                  <a:pt x="0" y="183001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0.xml><?xml version="1.0" encoding="utf-8"?>
<p:sldLayout xmlns:p="http://schemas.openxmlformats.org/presentationml/2006/main" userDrawn="1">
  <p:cSld name="All Divie Page-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30A3530-4937-4E24-98FA-87258D26F93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261184" y="2745627"/>
            <a:ext cx="4897356" cy="2994345"/>
          </a:xfrm>
          <a:custGeom xmlns:a="http://schemas.openxmlformats.org/drawingml/2006/main">
            <a:gdLst>
              <a:gd name="connsiteX0" fmla="*/ 0 w 4897356"/>
              <a:gd name="connsiteY0" fmla="*/ 0 h 2994345"/>
              <a:gd name="connsiteX1" fmla="*/ 4897356 w 4897356"/>
              <a:gd name="connsiteY1" fmla="*/ 0 h 2994345"/>
              <a:gd name="connsiteX2" fmla="*/ 4897356 w 4897356"/>
              <a:gd name="connsiteY2" fmla="*/ 2994345 h 2994345"/>
              <a:gd name="connsiteX3" fmla="*/ 0 w 4897356"/>
              <a:gd name="connsiteY3" fmla="*/ 2994345 h 2994345"/>
            </a:gdLst>
            <a:rect l="l" t="t" r="r" b="b"/>
            <a:pathLst>
              <a:path w="4897356" h="2994345">
                <a:moveTo>
                  <a:pt x="0" y="0"/>
                </a:moveTo>
                <a:lnTo>
                  <a:pt x="4897356" y="0"/>
                </a:lnTo>
                <a:lnTo>
                  <a:pt x="4897356" y="2994345"/>
                </a:lnTo>
                <a:lnTo>
                  <a:pt x="0" y="299434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1.xml><?xml version="1.0" encoding="utf-8"?>
<p:sldLayout xmlns:p="http://schemas.openxmlformats.org/presentationml/2006/main" userDrawn="1">
  <p:cSld name="All Divie Page-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79F62C9-CB16-4814-9898-8C9A7504A06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457325" y="3443289"/>
            <a:ext cx="3490914" cy="2195512"/>
          </a:xfrm>
          <a:custGeom xmlns:a="http://schemas.openxmlformats.org/drawingml/2006/main">
            <a:gdLst>
              <a:gd name="connsiteX0" fmla="*/ 0 w 3490914"/>
              <a:gd name="connsiteY0" fmla="*/ 0 h 2195512"/>
              <a:gd name="connsiteX1" fmla="*/ 3490914 w 3490914"/>
              <a:gd name="connsiteY1" fmla="*/ 0 h 2195512"/>
              <a:gd name="connsiteX2" fmla="*/ 3490914 w 3490914"/>
              <a:gd name="connsiteY2" fmla="*/ 2195512 h 2195512"/>
              <a:gd name="connsiteX3" fmla="*/ 0 w 3490914"/>
              <a:gd name="connsiteY3" fmla="*/ 2195512 h 2195512"/>
            </a:gdLst>
            <a:rect l="l" t="t" r="r" b="b"/>
            <a:pathLst>
              <a:path w="3490914" h="2195512">
                <a:moveTo>
                  <a:pt x="0" y="0"/>
                </a:moveTo>
                <a:lnTo>
                  <a:pt x="3490914" y="0"/>
                </a:lnTo>
                <a:lnTo>
                  <a:pt x="3490914" y="2195512"/>
                </a:lnTo>
                <a:lnTo>
                  <a:pt x="0" y="219551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2.xml><?xml version="1.0" encoding="utf-8"?>
<p:sldLayout xmlns:p="http://schemas.openxmlformats.org/presentationml/2006/main" userDrawn="1">
  <p:cSld name="All Divie Page-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3D62458-4DB4-4B0F-98C1-95C2308F6DB5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005638" y="1052514"/>
            <a:ext cx="3424236" cy="1904999"/>
          </a:xfrm>
          <a:custGeom xmlns:a="http://schemas.openxmlformats.org/drawingml/2006/main">
            <a:gdLst>
              <a:gd name="connsiteX0" fmla="*/ 0 w 3424236"/>
              <a:gd name="connsiteY0" fmla="*/ 0 h 1904999"/>
              <a:gd name="connsiteX1" fmla="*/ 3424236 w 3424236"/>
              <a:gd name="connsiteY1" fmla="*/ 0 h 1904999"/>
              <a:gd name="connsiteX2" fmla="*/ 3424236 w 3424236"/>
              <a:gd name="connsiteY2" fmla="*/ 1904999 h 1904999"/>
              <a:gd name="connsiteX3" fmla="*/ 0 w 3424236"/>
              <a:gd name="connsiteY3" fmla="*/ 1904999 h 1904999"/>
            </a:gdLst>
            <a:rect l="l" t="t" r="r" b="b"/>
            <a:pathLst>
              <a:path w="3424236" h="1904999">
                <a:moveTo>
                  <a:pt x="0" y="0"/>
                </a:moveTo>
                <a:lnTo>
                  <a:pt x="3424236" y="0"/>
                </a:lnTo>
                <a:lnTo>
                  <a:pt x="3424236" y="1904999"/>
                </a:lnTo>
                <a:lnTo>
                  <a:pt x="0" y="19049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3.xml><?xml version="1.0" encoding="utf-8"?>
<p:sldLayout xmlns:p="http://schemas.openxmlformats.org/presentationml/2006/main" userDrawn="1">
  <p:cSld name="All Divie Page-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33BF561-A090-46BB-BFFF-3E741D5E330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375282" y="1269964"/>
            <a:ext cx="4518924" cy="3602550"/>
          </a:xfrm>
          <a:custGeom xmlns:a="http://schemas.openxmlformats.org/drawingml/2006/main">
            <a:gdLst>
              <a:gd name="connsiteX0" fmla="*/ 3998178 w 4518924"/>
              <a:gd name="connsiteY0" fmla="*/ 0 h 3602550"/>
              <a:gd name="connsiteX1" fmla="*/ 4518924 w 4518924"/>
              <a:gd name="connsiteY1" fmla="*/ 2510108 h 3602550"/>
              <a:gd name="connsiteX2" fmla="*/ 654134 w 4518924"/>
              <a:gd name="connsiteY2" fmla="*/ 3602550 h 3602550"/>
              <a:gd name="connsiteX3" fmla="*/ 0 w 4518924"/>
              <a:gd name="connsiteY3" fmla="*/ 756075 h 3602550"/>
            </a:gdLst>
            <a:rect l="l" t="t" r="r" b="b"/>
            <a:pathLst>
              <a:path w="4518924" h="3602550">
                <a:moveTo>
                  <a:pt x="3998178" y="0"/>
                </a:moveTo>
                <a:cubicBezTo>
                  <a:pt x="4171760" y="836703"/>
                  <a:pt x="4345342" y="1673405"/>
                  <a:pt x="4518924" y="2510108"/>
                </a:cubicBezTo>
                <a:lnTo>
                  <a:pt x="654134" y="3602550"/>
                </a:lnTo>
                <a:lnTo>
                  <a:pt x="0" y="75607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4.xml><?xml version="1.0" encoding="utf-8"?>
<p:sldLayout xmlns:p="http://schemas.openxmlformats.org/presentationml/2006/main" userDrawn="1">
  <p:cSld name="All Divie Page-0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F3A1AF16-E6CE-4540-9086-3CC6C19BC9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1338" y="2345079"/>
            <a:ext cx="2419350" cy="3469935"/>
          </a:xfrm>
          <a:custGeom xmlns:a="http://schemas.openxmlformats.org/drawingml/2006/main">
            <a:gdLst>
              <a:gd name="connsiteX0" fmla="*/ 72242 w 2419350"/>
              <a:gd name="connsiteY0" fmla="*/ 0 h 3469935"/>
              <a:gd name="connsiteX1" fmla="*/ 2347108 w 2419350"/>
              <a:gd name="connsiteY1" fmla="*/ 0 h 3469935"/>
              <a:gd name="connsiteX2" fmla="*/ 2419350 w 2419350"/>
              <a:gd name="connsiteY2" fmla="*/ 72242 h 3469935"/>
              <a:gd name="connsiteX3" fmla="*/ 2419350 w 2419350"/>
              <a:gd name="connsiteY3" fmla="*/ 3397693 h 3469935"/>
              <a:gd name="connsiteX4" fmla="*/ 2347108 w 2419350"/>
              <a:gd name="connsiteY4" fmla="*/ 3469935 h 3469935"/>
              <a:gd name="connsiteX5" fmla="*/ 72242 w 2419350"/>
              <a:gd name="connsiteY5" fmla="*/ 3469935 h 3469935"/>
              <a:gd name="connsiteX6" fmla="*/ 0 w 2419350"/>
              <a:gd name="connsiteY6" fmla="*/ 3397693 h 3469935"/>
              <a:gd name="connsiteX7" fmla="*/ 0 w 2419350"/>
              <a:gd name="connsiteY7" fmla="*/ 72242 h 3469935"/>
              <a:gd name="connsiteX8" fmla="*/ 72242 w 2419350"/>
              <a:gd name="connsiteY8" fmla="*/ 0 h 3469935"/>
            </a:gdLst>
            <a:rect l="l" t="t" r="r" b="b"/>
            <a:pathLst>
              <a:path w="2419350" h="3469935">
                <a:moveTo>
                  <a:pt x="72242" y="0"/>
                </a:moveTo>
                <a:lnTo>
                  <a:pt x="2347108" y="0"/>
                </a:lnTo>
                <a:cubicBezTo>
                  <a:pt x="2387006" y="0"/>
                  <a:pt x="2419350" y="32344"/>
                  <a:pt x="2419350" y="72242"/>
                </a:cubicBezTo>
                <a:lnTo>
                  <a:pt x="2419350" y="3397693"/>
                </a:lnTo>
                <a:cubicBezTo>
                  <a:pt x="2419350" y="3437591"/>
                  <a:pt x="2387006" y="3469935"/>
                  <a:pt x="2347108" y="3469935"/>
                </a:cubicBezTo>
                <a:lnTo>
                  <a:pt x="72242" y="3469935"/>
                </a:lnTo>
                <a:cubicBezTo>
                  <a:pt x="32344" y="3469935"/>
                  <a:pt x="0" y="3437591"/>
                  <a:pt x="0" y="3397693"/>
                </a:cubicBezTo>
                <a:lnTo>
                  <a:pt x="0" y="72242"/>
                </a:lnTo>
                <a:cubicBezTo>
                  <a:pt x="0" y="32344"/>
                  <a:pt x="32344" y="0"/>
                  <a:pt x="7224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6" name="Picture Placeholder 15">
            <a:extLst xmlns:a="http://schemas.openxmlformats.org/drawingml/2006/main">
              <a:ext uri="{FF2B5EF4-FFF2-40B4-BE49-F238E27FC236}">
                <a16:creationId xmlns:a16="http://schemas.microsoft.com/office/drawing/2014/main" id="{C92B3E28-847E-4607-8910-84B2BBD5D413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85DB4CB3-3174-4A46-898B-B8823F56307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2516507" y="2719389"/>
            <a:ext cx="4776787" cy="3000375"/>
          </a:xfrm>
          <a:custGeom xmlns:a="http://schemas.openxmlformats.org/drawingml/2006/main">
            <a:gdLst>
              <a:gd name="connsiteX0" fmla="*/ 0 w 4776787"/>
              <a:gd name="connsiteY0" fmla="*/ 0 h 3000375"/>
              <a:gd name="connsiteX1" fmla="*/ 4776787 w 4776787"/>
              <a:gd name="connsiteY1" fmla="*/ 0 h 3000375"/>
              <a:gd name="connsiteX2" fmla="*/ 4776787 w 4776787"/>
              <a:gd name="connsiteY2" fmla="*/ 3000375 h 3000375"/>
              <a:gd name="connsiteX3" fmla="*/ 0 w 4776787"/>
              <a:gd name="connsiteY3" fmla="*/ 3000375 h 3000375"/>
            </a:gdLst>
            <a:rect l="l" t="t" r="r" b="b"/>
            <a:pathLst>
              <a:path w="4776787" h="3000375">
                <a:moveTo>
                  <a:pt x="0" y="0"/>
                </a:moveTo>
                <a:lnTo>
                  <a:pt x="4776787" y="0"/>
                </a:lnTo>
                <a:lnTo>
                  <a:pt x="4776787" y="3000375"/>
                </a:lnTo>
                <a:lnTo>
                  <a:pt x="0" y="300037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73D03639-67EE-4C6B-9E3E-E5D578DFA84E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8858253" y="3820908"/>
            <a:ext cx="1036440" cy="2190046"/>
          </a:xfrm>
          <a:custGeom xmlns:a="http://schemas.openxmlformats.org/drawingml/2006/main">
            <a:gdLst>
              <a:gd name="connsiteX0" fmla="*/ 98899 w 1036440"/>
              <a:gd name="connsiteY0" fmla="*/ 151 h 2190046"/>
              <a:gd name="connsiteX1" fmla="*/ 108101 w 1036440"/>
              <a:gd name="connsiteY1" fmla="*/ 188 h 2190046"/>
              <a:gd name="connsiteX2" fmla="*/ 220169 w 1036440"/>
              <a:gd name="connsiteY2" fmla="*/ 188 h 2190046"/>
              <a:gd name="connsiteX3" fmla="*/ 234476 w 1036440"/>
              <a:gd name="connsiteY3" fmla="*/ 7313 h 2190046"/>
              <a:gd name="connsiteX4" fmla="*/ 240834 w 1036440"/>
              <a:gd name="connsiteY4" fmla="*/ 40565 h 2190046"/>
              <a:gd name="connsiteX5" fmla="*/ 294086 w 1036440"/>
              <a:gd name="connsiteY5" fmla="*/ 83316 h 2190046"/>
              <a:gd name="connsiteX6" fmla="*/ 740770 w 1036440"/>
              <a:gd name="connsiteY6" fmla="*/ 83316 h 2190046"/>
              <a:gd name="connsiteX7" fmla="*/ 805945 w 1036440"/>
              <a:gd name="connsiteY7" fmla="*/ 16813 h 2190046"/>
              <a:gd name="connsiteX8" fmla="*/ 821841 w 1036440"/>
              <a:gd name="connsiteY8" fmla="*/ 979 h 2190046"/>
              <a:gd name="connsiteX9" fmla="*/ 918808 w 1036440"/>
              <a:gd name="connsiteY9" fmla="*/ 979 h 2190046"/>
              <a:gd name="connsiteX10" fmla="*/ 999084 w 1036440"/>
              <a:gd name="connsiteY10" fmla="*/ 24731 h 2190046"/>
              <a:gd name="connsiteX11" fmla="*/ 1036440 w 1036440"/>
              <a:gd name="connsiteY11" fmla="*/ 95192 h 2190046"/>
              <a:gd name="connsiteX12" fmla="*/ 1027697 w 1036440"/>
              <a:gd name="connsiteY12" fmla="*/ 2038821 h 2190046"/>
              <a:gd name="connsiteX13" fmla="*/ 1007827 w 1036440"/>
              <a:gd name="connsiteY13" fmla="*/ 2151242 h 2190046"/>
              <a:gd name="connsiteX14" fmla="*/ 932320 w 1036440"/>
              <a:gd name="connsiteY14" fmla="*/ 2190036 h 2190046"/>
              <a:gd name="connsiteX15" fmla="*/ 137509 w 1036440"/>
              <a:gd name="connsiteY15" fmla="*/ 2190036 h 2190046"/>
              <a:gd name="connsiteX16" fmla="*/ 27030 w 1036440"/>
              <a:gd name="connsiteY16" fmla="*/ 2156784 h 2190046"/>
              <a:gd name="connsiteX17" fmla="*/ 801 w 1036440"/>
              <a:gd name="connsiteY17" fmla="*/ 2049113 h 2190046"/>
              <a:gd name="connsiteX18" fmla="*/ 5570 w 1036440"/>
              <a:gd name="connsiteY18" fmla="*/ 169612 h 2190046"/>
              <a:gd name="connsiteX19" fmla="*/ 19877 w 1036440"/>
              <a:gd name="connsiteY19" fmla="*/ 54815 h 2190046"/>
              <a:gd name="connsiteX20" fmla="*/ 98899 w 1036440"/>
              <a:gd name="connsiteY20" fmla="*/ 151 h 2190046"/>
            </a:gdLst>
            <a:rect l="l" t="t" r="r" b="b"/>
            <a:pathLst>
              <a:path w="1036440" h="2190046">
                <a:moveTo>
                  <a:pt x="98899" y="151"/>
                </a:moveTo>
                <a:cubicBezTo>
                  <a:pt x="104624" y="-208"/>
                  <a:pt x="108101" y="188"/>
                  <a:pt x="108101" y="188"/>
                </a:cubicBezTo>
                <a:cubicBezTo>
                  <a:pt x="108101" y="188"/>
                  <a:pt x="108101" y="188"/>
                  <a:pt x="220169" y="188"/>
                </a:cubicBezTo>
                <a:cubicBezTo>
                  <a:pt x="229707" y="979"/>
                  <a:pt x="231296" y="2563"/>
                  <a:pt x="234476" y="7313"/>
                </a:cubicBezTo>
                <a:cubicBezTo>
                  <a:pt x="236860" y="12063"/>
                  <a:pt x="237655" y="22355"/>
                  <a:pt x="240834" y="40565"/>
                </a:cubicBezTo>
                <a:cubicBezTo>
                  <a:pt x="248782" y="80150"/>
                  <a:pt x="294086" y="83316"/>
                  <a:pt x="294086" y="83316"/>
                </a:cubicBezTo>
                <a:cubicBezTo>
                  <a:pt x="294086" y="83316"/>
                  <a:pt x="681159" y="83316"/>
                  <a:pt x="740770" y="83316"/>
                </a:cubicBezTo>
                <a:cubicBezTo>
                  <a:pt x="800381" y="83316"/>
                  <a:pt x="805945" y="31856"/>
                  <a:pt x="805945" y="16813"/>
                </a:cubicBezTo>
                <a:cubicBezTo>
                  <a:pt x="805945" y="979"/>
                  <a:pt x="821841" y="979"/>
                  <a:pt x="821841" y="979"/>
                </a:cubicBezTo>
                <a:cubicBezTo>
                  <a:pt x="821841" y="979"/>
                  <a:pt x="890990" y="979"/>
                  <a:pt x="918808" y="979"/>
                </a:cubicBezTo>
                <a:cubicBezTo>
                  <a:pt x="946626" y="979"/>
                  <a:pt x="968881" y="4938"/>
                  <a:pt x="999084" y="24731"/>
                </a:cubicBezTo>
                <a:cubicBezTo>
                  <a:pt x="1034850" y="48482"/>
                  <a:pt x="1036440" y="95192"/>
                  <a:pt x="1036440" y="95192"/>
                </a:cubicBezTo>
                <a:cubicBezTo>
                  <a:pt x="1036440" y="95192"/>
                  <a:pt x="1027697" y="2009528"/>
                  <a:pt x="1027697" y="2038821"/>
                </a:cubicBezTo>
                <a:cubicBezTo>
                  <a:pt x="1027697" y="2068114"/>
                  <a:pt x="1034850" y="2115616"/>
                  <a:pt x="1007827" y="2151242"/>
                </a:cubicBezTo>
                <a:cubicBezTo>
                  <a:pt x="980803" y="2187661"/>
                  <a:pt x="932320" y="2190036"/>
                  <a:pt x="932320" y="2190036"/>
                </a:cubicBezTo>
                <a:cubicBezTo>
                  <a:pt x="932320" y="2190036"/>
                  <a:pt x="168506" y="2190036"/>
                  <a:pt x="137509" y="2190036"/>
                </a:cubicBezTo>
                <a:cubicBezTo>
                  <a:pt x="106511" y="2190036"/>
                  <a:pt x="61207" y="2191619"/>
                  <a:pt x="27030" y="2156784"/>
                </a:cubicBezTo>
                <a:cubicBezTo>
                  <a:pt x="-7147" y="2121158"/>
                  <a:pt x="801" y="2049113"/>
                  <a:pt x="801" y="2049113"/>
                </a:cubicBezTo>
                <a:cubicBezTo>
                  <a:pt x="801" y="2049113"/>
                  <a:pt x="5570" y="204447"/>
                  <a:pt x="5570" y="169612"/>
                </a:cubicBezTo>
                <a:cubicBezTo>
                  <a:pt x="5570" y="133985"/>
                  <a:pt x="1596" y="90442"/>
                  <a:pt x="19877" y="54815"/>
                </a:cubicBezTo>
                <a:cubicBezTo>
                  <a:pt x="44317" y="9094"/>
                  <a:pt x="81723" y="1227"/>
                  <a:pt x="98899" y="15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5.xml><?xml version="1.0" encoding="utf-8"?>
<p:sldLayout xmlns:p="http://schemas.openxmlformats.org/presentationml/2006/main" userDrawn="1">
  <p:cSld name="All Divie Page-0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FD68CDE-FEA7-487B-A275-0C8544B3651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169857" y="2448379"/>
            <a:ext cx="4158796" cy="2385302"/>
          </a:xfrm>
          <a:custGeom xmlns:a="http://schemas.openxmlformats.org/drawingml/2006/main">
            <a:gdLst>
              <a:gd name="connsiteX0" fmla="*/ 0 w 4158796"/>
              <a:gd name="connsiteY0" fmla="*/ 0 h 2385302"/>
              <a:gd name="connsiteX1" fmla="*/ 4158796 w 4158796"/>
              <a:gd name="connsiteY1" fmla="*/ 0 h 2385302"/>
              <a:gd name="connsiteX2" fmla="*/ 4158796 w 4158796"/>
              <a:gd name="connsiteY2" fmla="*/ 2385302 h 2385302"/>
              <a:gd name="connsiteX3" fmla="*/ 0 w 4158796"/>
              <a:gd name="connsiteY3" fmla="*/ 2385302 h 2385302"/>
            </a:gdLst>
            <a:rect l="l" t="t" r="r" b="b"/>
            <a:pathLst>
              <a:path w="4158796" h="2385302">
                <a:moveTo>
                  <a:pt x="0" y="0"/>
                </a:moveTo>
                <a:lnTo>
                  <a:pt x="4158796" y="0"/>
                </a:lnTo>
                <a:lnTo>
                  <a:pt x="4158796" y="2385302"/>
                </a:lnTo>
                <a:lnTo>
                  <a:pt x="0" y="238530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6.xml><?xml version="1.0" encoding="utf-8"?>
<p:sldLayout xmlns:p="http://schemas.openxmlformats.org/presentationml/2006/main" userDrawn="1">
  <p:cSld name="All Divie Page-1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D4B02B3-C9AF-454F-B561-5BDD504B7AA2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1586"/>
            <a:ext cx="12203112" cy="53800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0066C88B-B403-4E45-8381-25AC0AC5367F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3609373" y="2448379"/>
            <a:ext cx="4158796" cy="2385303"/>
          </a:xfrm>
          <a:custGeom xmlns:a="http://schemas.openxmlformats.org/drawingml/2006/main">
            <a:gdLst>
              <a:gd name="connsiteX0" fmla="*/ 0 w 4158796"/>
              <a:gd name="connsiteY0" fmla="*/ 0 h 2385303"/>
              <a:gd name="connsiteX1" fmla="*/ 4158796 w 4158796"/>
              <a:gd name="connsiteY1" fmla="*/ 0 h 2385303"/>
              <a:gd name="connsiteX2" fmla="*/ 4158796 w 4158796"/>
              <a:gd name="connsiteY2" fmla="*/ 2385303 h 2385303"/>
              <a:gd name="connsiteX3" fmla="*/ 0 w 4158796"/>
              <a:gd name="connsiteY3" fmla="*/ 2385303 h 2385303"/>
            </a:gdLst>
            <a:rect l="l" t="t" r="r" b="b"/>
            <a:pathLst>
              <a:path w="4158796" h="2385303">
                <a:moveTo>
                  <a:pt x="0" y="0"/>
                </a:moveTo>
                <a:lnTo>
                  <a:pt x="4158796" y="0"/>
                </a:lnTo>
                <a:lnTo>
                  <a:pt x="4158796" y="2385303"/>
                </a:lnTo>
                <a:lnTo>
                  <a:pt x="0" y="238530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7B7B230E-CF94-4A8E-B380-A4738723F632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4699" y="3989164"/>
            <a:ext cx="3354565" cy="2106837"/>
          </a:xfrm>
          <a:custGeom xmlns:a="http://schemas.openxmlformats.org/drawingml/2006/main">
            <a:gdLst>
              <a:gd name="connsiteX0" fmla="*/ 0 w 3354565"/>
              <a:gd name="connsiteY0" fmla="*/ 0 h 2106837"/>
              <a:gd name="connsiteX1" fmla="*/ 3354565 w 3354565"/>
              <a:gd name="connsiteY1" fmla="*/ 0 h 2106837"/>
              <a:gd name="connsiteX2" fmla="*/ 3354565 w 3354565"/>
              <a:gd name="connsiteY2" fmla="*/ 2106837 h 2106837"/>
              <a:gd name="connsiteX3" fmla="*/ 0 w 3354565"/>
              <a:gd name="connsiteY3" fmla="*/ 2106837 h 2106837"/>
            </a:gdLst>
            <a:rect l="l" t="t" r="r" b="b"/>
            <a:pathLst>
              <a:path w="3354565" h="2106837">
                <a:moveTo>
                  <a:pt x="0" y="0"/>
                </a:moveTo>
                <a:lnTo>
                  <a:pt x="3354565" y="0"/>
                </a:lnTo>
                <a:lnTo>
                  <a:pt x="3354565" y="2106837"/>
                </a:lnTo>
                <a:lnTo>
                  <a:pt x="0" y="210683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5245365C-FB59-472C-ACF6-D1FF6D10B704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2524593" y="4248754"/>
            <a:ext cx="1367204" cy="1960902"/>
          </a:xfrm>
          <a:custGeom xmlns:a="http://schemas.openxmlformats.org/drawingml/2006/main">
            <a:gdLst>
              <a:gd name="connsiteX0" fmla="*/ 40825 w 1367204"/>
              <a:gd name="connsiteY0" fmla="*/ 0 h 1960902"/>
              <a:gd name="connsiteX1" fmla="*/ 1326379 w 1367204"/>
              <a:gd name="connsiteY1" fmla="*/ 0 h 1960902"/>
              <a:gd name="connsiteX2" fmla="*/ 1367204 w 1367204"/>
              <a:gd name="connsiteY2" fmla="*/ 40825 h 1960902"/>
              <a:gd name="connsiteX3" fmla="*/ 1367204 w 1367204"/>
              <a:gd name="connsiteY3" fmla="*/ 1920077 h 1960902"/>
              <a:gd name="connsiteX4" fmla="*/ 1326379 w 1367204"/>
              <a:gd name="connsiteY4" fmla="*/ 1960902 h 1960902"/>
              <a:gd name="connsiteX5" fmla="*/ 40825 w 1367204"/>
              <a:gd name="connsiteY5" fmla="*/ 1960902 h 1960902"/>
              <a:gd name="connsiteX6" fmla="*/ 0 w 1367204"/>
              <a:gd name="connsiteY6" fmla="*/ 1920077 h 1960902"/>
              <a:gd name="connsiteX7" fmla="*/ 0 w 1367204"/>
              <a:gd name="connsiteY7" fmla="*/ 40825 h 1960902"/>
              <a:gd name="connsiteX8" fmla="*/ 40825 w 1367204"/>
              <a:gd name="connsiteY8" fmla="*/ 0 h 1960902"/>
            </a:gdLst>
            <a:rect l="l" t="t" r="r" b="b"/>
            <a:pathLst>
              <a:path w="1367204" h="1960902">
                <a:moveTo>
                  <a:pt x="40825" y="0"/>
                </a:moveTo>
                <a:lnTo>
                  <a:pt x="1326379" y="0"/>
                </a:lnTo>
                <a:cubicBezTo>
                  <a:pt x="1348926" y="0"/>
                  <a:pt x="1367204" y="18278"/>
                  <a:pt x="1367204" y="40825"/>
                </a:cubicBezTo>
                <a:lnTo>
                  <a:pt x="1367204" y="1920077"/>
                </a:lnTo>
                <a:cubicBezTo>
                  <a:pt x="1367204" y="1942624"/>
                  <a:pt x="1348926" y="1960902"/>
                  <a:pt x="1326379" y="1960902"/>
                </a:cubicBezTo>
                <a:lnTo>
                  <a:pt x="40825" y="1960902"/>
                </a:lnTo>
                <a:cubicBezTo>
                  <a:pt x="18278" y="1960902"/>
                  <a:pt x="0" y="1942624"/>
                  <a:pt x="0" y="1920077"/>
                </a:cubicBezTo>
                <a:lnTo>
                  <a:pt x="0" y="40825"/>
                </a:lnTo>
                <a:cubicBezTo>
                  <a:pt x="0" y="18278"/>
                  <a:pt x="18278" y="0"/>
                  <a:pt x="4082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8E64D445-DC20-41EF-AF9B-A363362D0C81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1992310" y="4962071"/>
            <a:ext cx="638397" cy="1348964"/>
          </a:xfrm>
          <a:custGeom xmlns:a="http://schemas.openxmlformats.org/drawingml/2006/main">
            <a:gdLst>
              <a:gd name="connsiteX0" fmla="*/ 60917 w 638397"/>
              <a:gd name="connsiteY0" fmla="*/ 93 h 1348964"/>
              <a:gd name="connsiteX1" fmla="*/ 66585 w 638397"/>
              <a:gd name="connsiteY1" fmla="*/ 116 h 1348964"/>
              <a:gd name="connsiteX2" fmla="*/ 135614 w 638397"/>
              <a:gd name="connsiteY2" fmla="*/ 116 h 1348964"/>
              <a:gd name="connsiteX3" fmla="*/ 144426 w 638397"/>
              <a:gd name="connsiteY3" fmla="*/ 4505 h 1348964"/>
              <a:gd name="connsiteX4" fmla="*/ 148342 w 638397"/>
              <a:gd name="connsiteY4" fmla="*/ 24987 h 1348964"/>
              <a:gd name="connsiteX5" fmla="*/ 181143 w 638397"/>
              <a:gd name="connsiteY5" fmla="*/ 51320 h 1348964"/>
              <a:gd name="connsiteX6" fmla="*/ 456279 w 638397"/>
              <a:gd name="connsiteY6" fmla="*/ 51320 h 1348964"/>
              <a:gd name="connsiteX7" fmla="*/ 496423 w 638397"/>
              <a:gd name="connsiteY7" fmla="*/ 10357 h 1348964"/>
              <a:gd name="connsiteX8" fmla="*/ 506215 w 638397"/>
              <a:gd name="connsiteY8" fmla="*/ 604 h 1348964"/>
              <a:gd name="connsiteX9" fmla="*/ 565942 w 638397"/>
              <a:gd name="connsiteY9" fmla="*/ 604 h 1348964"/>
              <a:gd name="connsiteX10" fmla="*/ 615388 w 638397"/>
              <a:gd name="connsiteY10" fmla="*/ 15234 h 1348964"/>
              <a:gd name="connsiteX11" fmla="*/ 638397 w 638397"/>
              <a:gd name="connsiteY11" fmla="*/ 58635 h 1348964"/>
              <a:gd name="connsiteX12" fmla="*/ 633012 w 638397"/>
              <a:gd name="connsiteY12" fmla="*/ 1255817 h 1348964"/>
              <a:gd name="connsiteX13" fmla="*/ 620773 w 638397"/>
              <a:gd name="connsiteY13" fmla="*/ 1325063 h 1348964"/>
              <a:gd name="connsiteX14" fmla="*/ 574264 w 638397"/>
              <a:gd name="connsiteY14" fmla="*/ 1348958 h 1348964"/>
              <a:gd name="connsiteX15" fmla="*/ 84699 w 638397"/>
              <a:gd name="connsiteY15" fmla="*/ 1348958 h 1348964"/>
              <a:gd name="connsiteX16" fmla="*/ 16649 w 638397"/>
              <a:gd name="connsiteY16" fmla="*/ 1328477 h 1348964"/>
              <a:gd name="connsiteX17" fmla="*/ 494 w 638397"/>
              <a:gd name="connsiteY17" fmla="*/ 1262156 h 1348964"/>
              <a:gd name="connsiteX18" fmla="*/ 3431 w 638397"/>
              <a:gd name="connsiteY18" fmla="*/ 104474 h 1348964"/>
              <a:gd name="connsiteX19" fmla="*/ 12243 w 638397"/>
              <a:gd name="connsiteY19" fmla="*/ 33764 h 1348964"/>
              <a:gd name="connsiteX20" fmla="*/ 60917 w 638397"/>
              <a:gd name="connsiteY20" fmla="*/ 93 h 1348964"/>
            </a:gdLst>
            <a:rect l="l" t="t" r="r" b="b"/>
            <a:pathLst>
              <a:path w="638397" h="1348964">
                <a:moveTo>
                  <a:pt x="60917" y="93"/>
                </a:moveTo>
                <a:cubicBezTo>
                  <a:pt x="64443" y="-128"/>
                  <a:pt x="66585" y="116"/>
                  <a:pt x="66585" y="116"/>
                </a:cubicBezTo>
                <a:cubicBezTo>
                  <a:pt x="66585" y="116"/>
                  <a:pt x="66585" y="116"/>
                  <a:pt x="135614" y="116"/>
                </a:cubicBezTo>
                <a:cubicBezTo>
                  <a:pt x="141489" y="604"/>
                  <a:pt x="142468" y="1579"/>
                  <a:pt x="144426" y="4505"/>
                </a:cubicBezTo>
                <a:cubicBezTo>
                  <a:pt x="145895" y="7431"/>
                  <a:pt x="146384" y="13771"/>
                  <a:pt x="148342" y="24987"/>
                </a:cubicBezTo>
                <a:cubicBezTo>
                  <a:pt x="153238" y="49369"/>
                  <a:pt x="181143" y="51320"/>
                  <a:pt x="181143" y="51320"/>
                </a:cubicBezTo>
                <a:cubicBezTo>
                  <a:pt x="181143" y="51320"/>
                  <a:pt x="419562" y="51320"/>
                  <a:pt x="456279" y="51320"/>
                </a:cubicBezTo>
                <a:cubicBezTo>
                  <a:pt x="492996" y="51320"/>
                  <a:pt x="496423" y="19622"/>
                  <a:pt x="496423" y="10357"/>
                </a:cubicBezTo>
                <a:cubicBezTo>
                  <a:pt x="496423" y="604"/>
                  <a:pt x="506215" y="604"/>
                  <a:pt x="506215" y="604"/>
                </a:cubicBezTo>
                <a:cubicBezTo>
                  <a:pt x="506215" y="604"/>
                  <a:pt x="548807" y="604"/>
                  <a:pt x="565942" y="604"/>
                </a:cubicBezTo>
                <a:cubicBezTo>
                  <a:pt x="583076" y="604"/>
                  <a:pt x="596784" y="3042"/>
                  <a:pt x="615388" y="15234"/>
                </a:cubicBezTo>
                <a:cubicBezTo>
                  <a:pt x="637418" y="29863"/>
                  <a:pt x="638397" y="58635"/>
                  <a:pt x="638397" y="58635"/>
                </a:cubicBezTo>
                <a:cubicBezTo>
                  <a:pt x="638397" y="58635"/>
                  <a:pt x="633012" y="1237774"/>
                  <a:pt x="633012" y="1255817"/>
                </a:cubicBezTo>
                <a:cubicBezTo>
                  <a:pt x="633012" y="1273860"/>
                  <a:pt x="637418" y="1303119"/>
                  <a:pt x="620773" y="1325063"/>
                </a:cubicBezTo>
                <a:cubicBezTo>
                  <a:pt x="604128" y="1347495"/>
                  <a:pt x="574264" y="1348958"/>
                  <a:pt x="574264" y="1348958"/>
                </a:cubicBezTo>
                <a:cubicBezTo>
                  <a:pt x="574264" y="1348958"/>
                  <a:pt x="103792" y="1348958"/>
                  <a:pt x="84699" y="1348958"/>
                </a:cubicBezTo>
                <a:cubicBezTo>
                  <a:pt x="65606" y="1348958"/>
                  <a:pt x="37701" y="1349933"/>
                  <a:pt x="16649" y="1328477"/>
                </a:cubicBezTo>
                <a:cubicBezTo>
                  <a:pt x="-4402" y="1306532"/>
                  <a:pt x="494" y="1262156"/>
                  <a:pt x="494" y="1262156"/>
                </a:cubicBezTo>
                <a:cubicBezTo>
                  <a:pt x="494" y="1262156"/>
                  <a:pt x="3431" y="125930"/>
                  <a:pt x="3431" y="104474"/>
                </a:cubicBezTo>
                <a:cubicBezTo>
                  <a:pt x="3431" y="82529"/>
                  <a:pt x="983" y="55709"/>
                  <a:pt x="12243" y="33764"/>
                </a:cubicBezTo>
                <a:cubicBezTo>
                  <a:pt x="27297" y="5603"/>
                  <a:pt x="50338" y="756"/>
                  <a:pt x="60917" y="9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7.xml><?xml version="1.0" encoding="utf-8"?>
<p:sldLayout xmlns:p="http://schemas.openxmlformats.org/presentationml/2006/main" userDrawn="1">
  <p:cSld name="All Divie Page-1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833984C-DE7E-45D3-B407-8B9E65A24307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F0632431-51EF-4B6E-8EB1-CC65C9CAB990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809002" y="2163014"/>
            <a:ext cx="2327387" cy="2764391"/>
          </a:xfrm>
          <a:custGeom xmlns:a="http://schemas.openxmlformats.org/drawingml/2006/main">
            <a:gdLst>
              <a:gd name="connsiteX0" fmla="*/ 375198 w 2327387"/>
              <a:gd name="connsiteY0" fmla="*/ 0 h 2764391"/>
              <a:gd name="connsiteX1" fmla="*/ 1952189 w 2327387"/>
              <a:gd name="connsiteY1" fmla="*/ 0 h 2764391"/>
              <a:gd name="connsiteX2" fmla="*/ 2327387 w 2327387"/>
              <a:gd name="connsiteY2" fmla="*/ 375198 h 2764391"/>
              <a:gd name="connsiteX3" fmla="*/ 2327387 w 2327387"/>
              <a:gd name="connsiteY3" fmla="*/ 2389193 h 2764391"/>
              <a:gd name="connsiteX4" fmla="*/ 1952189 w 2327387"/>
              <a:gd name="connsiteY4" fmla="*/ 2764391 h 2764391"/>
              <a:gd name="connsiteX5" fmla="*/ 375198 w 2327387"/>
              <a:gd name="connsiteY5" fmla="*/ 2764391 h 2764391"/>
              <a:gd name="connsiteX6" fmla="*/ 0 w 2327387"/>
              <a:gd name="connsiteY6" fmla="*/ 2389193 h 2764391"/>
              <a:gd name="connsiteX7" fmla="*/ 0 w 2327387"/>
              <a:gd name="connsiteY7" fmla="*/ 375198 h 2764391"/>
              <a:gd name="connsiteX8" fmla="*/ 375198 w 2327387"/>
              <a:gd name="connsiteY8" fmla="*/ 0 h 2764391"/>
            </a:gdLst>
            <a:rect l="l" t="t" r="r" b="b"/>
            <a:pathLst>
              <a:path w="2327387" h="2764391">
                <a:moveTo>
                  <a:pt x="375198" y="0"/>
                </a:moveTo>
                <a:lnTo>
                  <a:pt x="1952189" y="0"/>
                </a:lnTo>
                <a:cubicBezTo>
                  <a:pt x="2159405" y="0"/>
                  <a:pt x="2327387" y="167982"/>
                  <a:pt x="2327387" y="375198"/>
                </a:cubicBezTo>
                <a:lnTo>
                  <a:pt x="2327387" y="2389193"/>
                </a:lnTo>
                <a:cubicBezTo>
                  <a:pt x="2327387" y="2596409"/>
                  <a:pt x="2159405" y="2764391"/>
                  <a:pt x="1952189" y="2764391"/>
                </a:cubicBezTo>
                <a:lnTo>
                  <a:pt x="375198" y="2764391"/>
                </a:lnTo>
                <a:cubicBezTo>
                  <a:pt x="167982" y="2764391"/>
                  <a:pt x="0" y="2596409"/>
                  <a:pt x="0" y="2389193"/>
                </a:cubicBezTo>
                <a:lnTo>
                  <a:pt x="0" y="375198"/>
                </a:lnTo>
                <a:cubicBezTo>
                  <a:pt x="0" y="167982"/>
                  <a:pt x="167982" y="0"/>
                  <a:pt x="37519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8.xml><?xml version="1.0" encoding="utf-8"?>
<p:sldLayout xmlns:p="http://schemas.openxmlformats.org/presentationml/2006/main" userDrawn="1">
  <p:cSld name="All Divie Page-1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0EBD4F6-B5FF-4F7F-A9A8-BCE4AFDA8C8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588018" y="2172910"/>
            <a:ext cx="1800345" cy="2634397"/>
          </a:xfrm>
          <a:custGeom xmlns:a="http://schemas.openxmlformats.org/drawingml/2006/main">
            <a:gdLst>
              <a:gd name="connsiteX0" fmla="*/ 1464875 w 1800345"/>
              <a:gd name="connsiteY0" fmla="*/ 348 h 2634397"/>
              <a:gd name="connsiteX1" fmla="*/ 1800233 w 1800345"/>
              <a:gd name="connsiteY1" fmla="*/ 326462 h 2634397"/>
              <a:gd name="connsiteX2" fmla="*/ 1728848 w 1800345"/>
              <a:gd name="connsiteY2" fmla="*/ 2276742 h 2634397"/>
              <a:gd name="connsiteX3" fmla="*/ 1385524 w 1800345"/>
              <a:gd name="connsiteY3" fmla="*/ 2625994 h 2634397"/>
              <a:gd name="connsiteX4" fmla="*/ 307959 w 1800345"/>
              <a:gd name="connsiteY4" fmla="*/ 2622537 h 2634397"/>
              <a:gd name="connsiteX5" fmla="*/ 5426 w 1800345"/>
              <a:gd name="connsiteY5" fmla="*/ 2287116 h 2634397"/>
              <a:gd name="connsiteX6" fmla="*/ 83608 w 1800345"/>
              <a:gd name="connsiteY6" fmla="*/ 426742 h 2634397"/>
              <a:gd name="connsiteX7" fmla="*/ 375945 w 1800345"/>
              <a:gd name="connsiteY7" fmla="*/ 39453 h 2634397"/>
              <a:gd name="connsiteX8" fmla="*/ 1450109 w 1800345"/>
              <a:gd name="connsiteY8" fmla="*/ 1415 h 2634397"/>
              <a:gd name="connsiteX9" fmla="*/ 1464875 w 1800345"/>
              <a:gd name="connsiteY9" fmla="*/ 348 h 2634397"/>
            </a:gdLst>
            <a:rect l="l" t="t" r="r" b="b"/>
            <a:pathLst>
              <a:path w="1800345" h="2634397">
                <a:moveTo>
                  <a:pt x="1464875" y="348"/>
                </a:moveTo>
                <a:cubicBezTo>
                  <a:pt x="1530682" y="-2583"/>
                  <a:pt x="1794284" y="5738"/>
                  <a:pt x="1800233" y="326462"/>
                </a:cubicBezTo>
                <a:cubicBezTo>
                  <a:pt x="1803632" y="696462"/>
                  <a:pt x="1728848" y="2276742"/>
                  <a:pt x="1728848" y="2276742"/>
                </a:cubicBezTo>
                <a:cubicBezTo>
                  <a:pt x="1728848" y="2276742"/>
                  <a:pt x="1739046" y="2608705"/>
                  <a:pt x="1385524" y="2625994"/>
                </a:cubicBezTo>
                <a:cubicBezTo>
                  <a:pt x="1032001" y="2646742"/>
                  <a:pt x="307959" y="2622537"/>
                  <a:pt x="307959" y="2622537"/>
                </a:cubicBezTo>
                <a:cubicBezTo>
                  <a:pt x="307959" y="2622537"/>
                  <a:pt x="32620" y="2612163"/>
                  <a:pt x="5426" y="2287116"/>
                </a:cubicBezTo>
                <a:cubicBezTo>
                  <a:pt x="-25168" y="1962069"/>
                  <a:pt x="83608" y="426742"/>
                  <a:pt x="83608" y="426742"/>
                </a:cubicBezTo>
                <a:cubicBezTo>
                  <a:pt x="83608" y="426742"/>
                  <a:pt x="83608" y="60200"/>
                  <a:pt x="375945" y="39453"/>
                </a:cubicBezTo>
                <a:cubicBezTo>
                  <a:pt x="1450109" y="1415"/>
                  <a:pt x="1450109" y="1415"/>
                  <a:pt x="1450109" y="1415"/>
                </a:cubicBezTo>
                <a:cubicBezTo>
                  <a:pt x="1450109" y="1415"/>
                  <a:pt x="1455473" y="767"/>
                  <a:pt x="1464875" y="34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9.xml><?xml version="1.0" encoding="utf-8"?>
<p:sldLayout xmlns:p="http://schemas.openxmlformats.org/presentationml/2006/main" userDrawn="1">
  <p:cSld name="Infographic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DE7D589-C818-405E-A02A-35197D249F04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30.xml><?xml version="1.0" encoding="utf-8"?>
<p:sldLayout xmlns:p="http://schemas.openxmlformats.org/presentationml/2006/main" userDrawn="1">
  <p:cSld name="Contact_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F978C8C-65C0-4AE6-825E-63AF8D447A5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171700"/>
            <a:ext cx="12192000" cy="4686300"/>
          </a:xfrm>
          <a:custGeom xmlns:a="http://schemas.openxmlformats.org/drawingml/2006/main">
            <a:gdLst>
              <a:gd name="connsiteX0" fmla="*/ 7590971 w 12192000"/>
              <a:gd name="connsiteY0" fmla="*/ 0 h 4686300"/>
              <a:gd name="connsiteX1" fmla="*/ 12192000 w 12192000"/>
              <a:gd name="connsiteY1" fmla="*/ 0 h 4686300"/>
              <a:gd name="connsiteX2" fmla="*/ 12192000 w 12192000"/>
              <a:gd name="connsiteY2" fmla="*/ 4686300 h 4686300"/>
              <a:gd name="connsiteX3" fmla="*/ 8153400 w 12192000"/>
              <a:gd name="connsiteY3" fmla="*/ 4686300 h 4686300"/>
              <a:gd name="connsiteX4" fmla="*/ 7590971 w 12192000"/>
              <a:gd name="connsiteY4" fmla="*/ 4686300 h 4686300"/>
              <a:gd name="connsiteX5" fmla="*/ 0 w 12192000"/>
              <a:gd name="connsiteY5" fmla="*/ 4686300 h 4686300"/>
              <a:gd name="connsiteX6" fmla="*/ 0 w 12192000"/>
              <a:gd name="connsiteY6" fmla="*/ 2381250 h 4686300"/>
              <a:gd name="connsiteX7" fmla="*/ 7590971 w 12192000"/>
              <a:gd name="connsiteY7" fmla="*/ 2381250 h 4686300"/>
            </a:gdLst>
            <a:rect l="l" t="t" r="r" b="b"/>
            <a:pathLst>
              <a:path w="12192000" h="4686300">
                <a:moveTo>
                  <a:pt x="7590971" y="0"/>
                </a:moveTo>
                <a:lnTo>
                  <a:pt x="12192000" y="0"/>
                </a:lnTo>
                <a:lnTo>
                  <a:pt x="12192000" y="4686300"/>
                </a:lnTo>
                <a:lnTo>
                  <a:pt x="8153400" y="4686300"/>
                </a:lnTo>
                <a:lnTo>
                  <a:pt x="7590971" y="4686300"/>
                </a:lnTo>
                <a:lnTo>
                  <a:pt x="0" y="4686300"/>
                </a:lnTo>
                <a:lnTo>
                  <a:pt x="0" y="2381250"/>
                </a:lnTo>
                <a:lnTo>
                  <a:pt x="7590971" y="23812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31.xml><?xml version="1.0" encoding="utf-8"?>
<p:sldLayout xmlns:p="http://schemas.openxmlformats.org/presentationml/2006/main" userDrawn="1">
  <p:cSld name="Contact-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B766A13-F3BF-4A60-908B-0FF8F790E9D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029717" y="1330610"/>
            <a:ext cx="2558766" cy="3114391"/>
          </a:xfrm>
          <a:custGeom xmlns:a="http://schemas.openxmlformats.org/drawingml/2006/main">
            <a:gdLst>
              <a:gd name="connsiteX0" fmla="*/ 0 w 2558766"/>
              <a:gd name="connsiteY0" fmla="*/ 0 h 3114391"/>
              <a:gd name="connsiteX1" fmla="*/ 2558766 w 2558766"/>
              <a:gd name="connsiteY1" fmla="*/ 0 h 3114391"/>
              <a:gd name="connsiteX2" fmla="*/ 2558766 w 2558766"/>
              <a:gd name="connsiteY2" fmla="*/ 1835008 h 3114391"/>
              <a:gd name="connsiteX3" fmla="*/ 1279383 w 2558766"/>
              <a:gd name="connsiteY3" fmla="*/ 3114391 h 3114391"/>
              <a:gd name="connsiteX4" fmla="*/ 0 w 2558766"/>
              <a:gd name="connsiteY4" fmla="*/ 1835008 h 3114391"/>
            </a:gdLst>
            <a:rect l="l" t="t" r="r" b="b"/>
            <a:pathLst>
              <a:path w="2558766" h="3114391">
                <a:moveTo>
                  <a:pt x="0" y="0"/>
                </a:moveTo>
                <a:lnTo>
                  <a:pt x="2558766" y="0"/>
                </a:lnTo>
                <a:lnTo>
                  <a:pt x="2558766" y="1835008"/>
                </a:lnTo>
                <a:cubicBezTo>
                  <a:pt x="2558766" y="2541592"/>
                  <a:pt x="1985967" y="3114391"/>
                  <a:pt x="1279383" y="3114391"/>
                </a:cubicBezTo>
                <a:cubicBezTo>
                  <a:pt x="572799" y="3114391"/>
                  <a:pt x="0" y="2541592"/>
                  <a:pt x="0" y="1835008"/>
                </a:cubicBez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32.xml><?xml version="1.0" encoding="utf-8"?>
<p:sldLayout xmlns:p="http://schemas.openxmlformats.org/presentationml/2006/main" userDrawn="1">
  <p:cSld name="Contact-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EB23FC5E-E667-43C2-A436-B273DD201DC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809875"/>
            <a:ext cx="6997700" cy="4048125"/>
          </a:xfrm>
          <a:custGeom xmlns:a="http://schemas.openxmlformats.org/drawingml/2006/main">
            <a:gdLst>
              <a:gd name="connsiteX0" fmla="*/ 0 w 6997700"/>
              <a:gd name="connsiteY0" fmla="*/ 0 h 4048125"/>
              <a:gd name="connsiteX1" fmla="*/ 6997700 w 6997700"/>
              <a:gd name="connsiteY1" fmla="*/ 0 h 4048125"/>
              <a:gd name="connsiteX2" fmla="*/ 6997700 w 6997700"/>
              <a:gd name="connsiteY2" fmla="*/ 4048125 h 4048125"/>
              <a:gd name="connsiteX3" fmla="*/ 0 w 6997700"/>
              <a:gd name="connsiteY3" fmla="*/ 4048125 h 4048125"/>
            </a:gdLst>
            <a:rect l="l" t="t" r="r" b="b"/>
            <a:pathLst>
              <a:path w="6997700" h="4048125">
                <a:moveTo>
                  <a:pt x="0" y="0"/>
                </a:moveTo>
                <a:lnTo>
                  <a:pt x="6997700" y="0"/>
                </a:lnTo>
                <a:lnTo>
                  <a:pt x="6997700" y="4048125"/>
                </a:lnTo>
                <a:lnTo>
                  <a:pt x="0" y="404812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33.xml><?xml version="1.0" encoding="utf-8"?>
<p:sldLayout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icture Placeholder 23">
            <a:extLst xmlns:a="http://schemas.openxmlformats.org/drawingml/2006/main">
              <a:ext uri="{FF2B5EF4-FFF2-40B4-BE49-F238E27FC236}">
                <a16:creationId xmlns:a16="http://schemas.microsoft.com/office/drawing/2014/main" id="{6A70C71E-BCDB-499B-94FA-B06D7A16189D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913392" y="1495924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Picture Placeholder 22">
            <a:extLst xmlns:a="http://schemas.openxmlformats.org/drawingml/2006/main">
              <a:ext uri="{FF2B5EF4-FFF2-40B4-BE49-F238E27FC236}">
                <a16:creationId xmlns:a16="http://schemas.microsoft.com/office/drawing/2014/main" id="{28CFBD46-32FC-4678-B59E-54A17E031BC8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5646899" y="1495924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Picture Placeholder 21">
            <a:extLst xmlns:a="http://schemas.openxmlformats.org/drawingml/2006/main">
              <a:ext uri="{FF2B5EF4-FFF2-40B4-BE49-F238E27FC236}">
                <a16:creationId xmlns:a16="http://schemas.microsoft.com/office/drawing/2014/main" id="{12E7293C-0372-437A-8F5F-C4A0A9E7A46E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9380406" y="1495924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Picture Placeholder 24">
            <a:extLst xmlns:a="http://schemas.openxmlformats.org/drawingml/2006/main">
              <a:ext uri="{FF2B5EF4-FFF2-40B4-BE49-F238E27FC236}">
                <a16:creationId xmlns:a16="http://schemas.microsoft.com/office/drawing/2014/main" id="{E34A6DC4-E4B0-4D39-A7B2-2F14EF7E5F29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1913392" y="4108496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Picture Placeholder 25">
            <a:extLst xmlns:a="http://schemas.openxmlformats.org/drawingml/2006/main">
              <a:ext uri="{FF2B5EF4-FFF2-40B4-BE49-F238E27FC236}">
                <a16:creationId xmlns:a16="http://schemas.microsoft.com/office/drawing/2014/main" id="{D090163D-36FE-4D26-8842-6C835B27502F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646899" y="4108496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Picture Placeholder 20">
            <a:extLst xmlns:a="http://schemas.openxmlformats.org/drawingml/2006/main">
              <a:ext uri="{FF2B5EF4-FFF2-40B4-BE49-F238E27FC236}">
                <a16:creationId xmlns:a16="http://schemas.microsoft.com/office/drawing/2014/main" id="{D6489D0C-0C97-4FCC-B6A2-4C8FA663EA70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9380406" y="4108496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34.xml><?xml version="1.0" encoding="utf-8"?>
<p:sldLayout xmlns:p="http://schemas.openxmlformats.org/presentationml/2006/main" userDrawn="1">
  <p:cSld name="Contact Us-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A3211BED-193D-4322-8E70-D92B569A3BEF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4678978"/>
            <a:ext cx="12192000" cy="21790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65ad6a985a4ff1" /><Relationship Type="http://schemas.openxmlformats.org/officeDocument/2006/relationships/slideLayout" Target="/ppt/slideLayouts/slideLayout1.xml" Id="R17a51d4c9b174190" /><Relationship Type="http://schemas.openxmlformats.org/officeDocument/2006/relationships/slideLayout" Target="/ppt/slideLayouts/slideLayout2.xml" Id="Rc1417e78b0294de1" /><Relationship Type="http://schemas.openxmlformats.org/officeDocument/2006/relationships/slideLayout" Target="/ppt/slideLayouts/slideLayout3.xml" Id="R6a4169b37d4f4d7c" /><Relationship Type="http://schemas.openxmlformats.org/officeDocument/2006/relationships/slideLayout" Target="/ppt/slideLayouts/slideLayout4.xml" Id="R4c9b81f88dbc4f6b" /><Relationship Type="http://schemas.openxmlformats.org/officeDocument/2006/relationships/slideLayout" Target="/ppt/slideLayouts/slideLayout5.xml" Id="R03270fde16984941" /><Relationship Type="http://schemas.openxmlformats.org/officeDocument/2006/relationships/slideLayout" Target="/ppt/slideLayouts/slideLayout6.xml" Id="R2656ec53b3e4418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37118f83c5e41f0" /><Relationship Type="http://schemas.openxmlformats.org/officeDocument/2006/relationships/slideLayout" Target="/ppt/slideLayouts/slideLayout7.xml" Id="R70713c625fc6452c" /><Relationship Type="http://schemas.openxmlformats.org/officeDocument/2006/relationships/slideLayout" Target="/ppt/slideLayouts/slideLayout8.xml" Id="R25ab6846b71340b9" /><Relationship Type="http://schemas.openxmlformats.org/officeDocument/2006/relationships/slideLayout" Target="/ppt/slideLayouts/slideLayout9.xml" Id="R06b4a9465cbc490e" /><Relationship Type="http://schemas.openxmlformats.org/officeDocument/2006/relationships/slideLayout" Target="/ppt/slideLayouts/slideLayout10.xml" Id="Rcc98a114cd7a459d" /><Relationship Type="http://schemas.openxmlformats.org/officeDocument/2006/relationships/slideLayout" Target="/ppt/slideLayouts/slideLayout11.xml" Id="R6c3764fc918547be" /><Relationship Type="http://schemas.openxmlformats.org/officeDocument/2006/relationships/slideLayout" Target="/ppt/slideLayouts/slideLayout12.xml" Id="R44aaf4f747b44a10" /><Relationship Type="http://schemas.openxmlformats.org/officeDocument/2006/relationships/slideLayout" Target="/ppt/slideLayouts/slideLayout13.xml" Id="R8a5f3b34828944b3" /><Relationship Type="http://schemas.openxmlformats.org/officeDocument/2006/relationships/slideLayout" Target="/ppt/slideLayouts/slideLayout14.xml" Id="R75cc8e3170c14592" /><Relationship Type="http://schemas.openxmlformats.org/officeDocument/2006/relationships/slideLayout" Target="/ppt/slideLayouts/slideLayout15.xml" Id="R5e9b1def5ad04fcf" /><Relationship Type="http://schemas.openxmlformats.org/officeDocument/2006/relationships/slideLayout" Target="/ppt/slideLayouts/slideLayout16.xml" Id="Re05bb9bff6c5483f" /><Relationship Type="http://schemas.openxmlformats.org/officeDocument/2006/relationships/slideLayout" Target="/ppt/slideLayouts/slideLayout17.xml" Id="Ra8fdefe398294f91" /><Relationship Type="http://schemas.openxmlformats.org/officeDocument/2006/relationships/slideLayout" Target="/ppt/slideLayouts/slideLayout18.xml" Id="Rd51d320d67ed44da" /><Relationship Type="http://schemas.openxmlformats.org/officeDocument/2006/relationships/slideLayout" Target="/ppt/slideLayouts/slideLayout19.xml" Id="R5bb4d9d68ed14ddb" /><Relationship Type="http://schemas.openxmlformats.org/officeDocument/2006/relationships/slideLayout" Target="/ppt/slideLayouts/slideLayout20.xml" Id="Re920f0ca5ddf4354" /><Relationship Type="http://schemas.openxmlformats.org/officeDocument/2006/relationships/slideLayout" Target="/ppt/slideLayouts/slideLayout21.xml" Id="Rda54f4be59f54458" /><Relationship Type="http://schemas.openxmlformats.org/officeDocument/2006/relationships/slideLayout" Target="/ppt/slideLayouts/slideLayout22.xml" Id="Ra4608fd4ea224ce2" /><Relationship Type="http://schemas.openxmlformats.org/officeDocument/2006/relationships/slideLayout" Target="/ppt/slideLayouts/slideLayout23.xml" Id="R632c3abad1e249e5" /><Relationship Type="http://schemas.openxmlformats.org/officeDocument/2006/relationships/slideLayout" Target="/ppt/slideLayouts/slideLayout24.xml" Id="Rbcc6c20321244b8b" /><Relationship Type="http://schemas.openxmlformats.org/officeDocument/2006/relationships/slideLayout" Target="/ppt/slideLayouts/slideLayout25.xml" Id="R437f0c96e80e43a8" /><Relationship Type="http://schemas.openxmlformats.org/officeDocument/2006/relationships/slideLayout" Target="/ppt/slideLayouts/slideLayout26.xml" Id="R1b9a749cac5a438f" /><Relationship Type="http://schemas.openxmlformats.org/officeDocument/2006/relationships/slideLayout" Target="/ppt/slideLayouts/slideLayout27.xml" Id="R07fb4fd673c542a9" /><Relationship Type="http://schemas.openxmlformats.org/officeDocument/2006/relationships/slideLayout" Target="/ppt/slideLayouts/slideLayout28.xml" Id="Rb3fbbca13dd548db" /><Relationship Type="http://schemas.openxmlformats.org/officeDocument/2006/relationships/slideLayout" Target="/ppt/slideLayouts/slideLayout29.xml" Id="Rc374f6f95cf94452" /><Relationship Type="http://schemas.openxmlformats.org/officeDocument/2006/relationships/slideLayout" Target="/ppt/slideLayouts/slideLayout30.xml" Id="Rb89f962a54144215" /><Relationship Type="http://schemas.openxmlformats.org/officeDocument/2006/relationships/slideLayout" Target="/ppt/slideLayouts/slideLayout31.xml" Id="Rcae2d32cde4d47e6" /><Relationship Type="http://schemas.openxmlformats.org/officeDocument/2006/relationships/slideLayout" Target="/ppt/slideLayouts/slideLayout32.xml" Id="Rca34c63b57494eb5" /><Relationship Type="http://schemas.openxmlformats.org/officeDocument/2006/relationships/slideLayout" Target="/ppt/slideLayouts/slideLayout33.xml" Id="R51d3d515d7524b69" /><Relationship Type="http://schemas.openxmlformats.org/officeDocument/2006/relationships/slideLayout" Target="/ppt/slideLayouts/slideLayout34.xml" Id="R6828081a1f8c4c04" /><Relationship Type="http://schemas.openxmlformats.org/officeDocument/2006/relationships/slideLayout" Target="/ppt/slideLayouts/slideLayout35.xml" Id="Rf3e3139f35004a6a" /><Relationship Type="http://schemas.openxmlformats.org/officeDocument/2006/relationships/slideLayout" Target="/ppt/slideLayouts/slideLayout36.xml" Id="R0e74dc5d2ecd4996" /><Relationship Type="http://schemas.openxmlformats.org/officeDocument/2006/relationships/slideLayout" Target="/ppt/slideLayouts/slideLayout37.xml" Id="Rc8fb20d2caa14671" /><Relationship Type="http://schemas.openxmlformats.org/officeDocument/2006/relationships/slideLayout" Target="/ppt/slideLayouts/slideLayout38.xml" Id="Rdaecf66586bf4deb" /><Relationship Type="http://schemas.openxmlformats.org/officeDocument/2006/relationships/slideLayout" Target="/ppt/slideLayouts/slideLayout39.xml" Id="R6ba9c70a45cf45cb" /><Relationship Type="http://schemas.openxmlformats.org/officeDocument/2006/relationships/slideLayout" Target="/ppt/slideLayouts/slideLayout40.xml" Id="R23e4113ef8214100" /><Relationship Type="http://schemas.openxmlformats.org/officeDocument/2006/relationships/slideLayout" Target="/ppt/slideLayouts/slideLayout41.xml" Id="R8901691426c64075" /><Relationship Type="http://schemas.openxmlformats.org/officeDocument/2006/relationships/slideLayout" Target="/ppt/slideLayouts/slideLayout42.xml" Id="Rcefb0c54e24a456d" /><Relationship Type="http://schemas.openxmlformats.org/officeDocument/2006/relationships/slideLayout" Target="/ppt/slideLayouts/slideLayout43.xml" Id="R90aeef7c52f049a9" /><Relationship Type="http://schemas.openxmlformats.org/officeDocument/2006/relationships/slideLayout" Target="/ppt/slideLayouts/slideLayout44.xml" Id="Rb0b1d7d3f2e747df" /><Relationship Type="http://schemas.openxmlformats.org/officeDocument/2006/relationships/slideLayout" Target="/ppt/slideLayouts/slideLayout45.xml" Id="R170dcb141f5543c3" /><Relationship Type="http://schemas.openxmlformats.org/officeDocument/2006/relationships/slideLayout" Target="/ppt/slideLayouts/slideLayout46.xml" Id="Rb318a2c2063849d7" /><Relationship Type="http://schemas.openxmlformats.org/officeDocument/2006/relationships/slideLayout" Target="/ppt/slideLayouts/slideLayout47.xml" Id="R0a92041613d94284" /><Relationship Type="http://schemas.openxmlformats.org/officeDocument/2006/relationships/slideLayout" Target="/ppt/slideLayouts/slideLayout48.xml" Id="Rbd22dbd55f9f4f54" /><Relationship Type="http://schemas.openxmlformats.org/officeDocument/2006/relationships/slideLayout" Target="/ppt/slideLayouts/slideLayout49.xml" Id="Rde1aa3a9a27148aa" /><Relationship Type="http://schemas.openxmlformats.org/officeDocument/2006/relationships/slideLayout" Target="/ppt/slideLayouts/slideLayout50.xml" Id="R9af27c5975dc4114" /><Relationship Type="http://schemas.openxmlformats.org/officeDocument/2006/relationships/slideLayout" Target="/ppt/slideLayouts/slideLayout51.xml" Id="Rd667eee9c25e4b3b" /><Relationship Type="http://schemas.openxmlformats.org/officeDocument/2006/relationships/slideLayout" Target="/ppt/slideLayouts/slideLayout52.xml" Id="Re3b5db12dd574b93" /><Relationship Type="http://schemas.openxmlformats.org/officeDocument/2006/relationships/slideLayout" Target="/ppt/slideLayouts/slideLayout53.xml" Id="R0c5c2b170c8e4c22" /><Relationship Type="http://schemas.openxmlformats.org/officeDocument/2006/relationships/slideLayout" Target="/ppt/slideLayouts/slideLayout54.xml" Id="R606c72dc32954d6f" /><Relationship Type="http://schemas.openxmlformats.org/officeDocument/2006/relationships/slideLayout" Target="/ppt/slideLayouts/slideLayout55.xml" Id="R3932249158b04327" /><Relationship Type="http://schemas.openxmlformats.org/officeDocument/2006/relationships/slideLayout" Target="/ppt/slideLayouts/slideLayout56.xml" Id="Ra701bb92085945c1" /><Relationship Type="http://schemas.openxmlformats.org/officeDocument/2006/relationships/slideLayout" Target="/ppt/slideLayouts/slideLayout57.xml" Id="R5a012c55ef604fb2" /><Relationship Type="http://schemas.openxmlformats.org/officeDocument/2006/relationships/slideLayout" Target="/ppt/slideLayouts/slideLayout58.xml" Id="R81ac8a5afd994309" /><Relationship Type="http://schemas.openxmlformats.org/officeDocument/2006/relationships/slideLayout" Target="/ppt/slideLayouts/slideLayout59.xml" Id="R5004e381a5b74d8d" /><Relationship Type="http://schemas.openxmlformats.org/officeDocument/2006/relationships/slideLayout" Target="/ppt/slideLayouts/slideLayout60.xml" Id="R036f8e70d78f47e4" /><Relationship Type="http://schemas.openxmlformats.org/officeDocument/2006/relationships/slideLayout" Target="/ppt/slideLayouts/slideLayout61.xml" Id="R91c6ed730ea54832" /><Relationship Type="http://schemas.openxmlformats.org/officeDocument/2006/relationships/slideLayout" Target="/ppt/slideLayouts/slideLayout62.xml" Id="R52c0e7b6ef7d4fca" /><Relationship Type="http://schemas.openxmlformats.org/officeDocument/2006/relationships/slideLayout" Target="/ppt/slideLayouts/slideLayout63.xml" Id="Ra4c0ef32304f4744" /><Relationship Type="http://schemas.openxmlformats.org/officeDocument/2006/relationships/slideLayout" Target="/ppt/slideLayouts/slideLayout64.xml" Id="R13d62c5e4f6f4cd0" /><Relationship Type="http://schemas.openxmlformats.org/officeDocument/2006/relationships/slideLayout" Target="/ppt/slideLayouts/slideLayout65.xml" Id="Re7528eeae6a446eb" /><Relationship Type="http://schemas.openxmlformats.org/officeDocument/2006/relationships/slideLayout" Target="/ppt/slideLayouts/slideLayout66.xml" Id="R5ff77b9c9c58433e" /><Relationship Type="http://schemas.openxmlformats.org/officeDocument/2006/relationships/slideLayout" Target="/ppt/slideLayouts/slideLayout67.xml" Id="Re37a8bee01534771" /><Relationship Type="http://schemas.openxmlformats.org/officeDocument/2006/relationships/slideLayout" Target="/ppt/slideLayouts/slideLayout68.xml" Id="R9692687ad6cc4ef6" /><Relationship Type="http://schemas.openxmlformats.org/officeDocument/2006/relationships/slideLayout" Target="/ppt/slideLayouts/slideLayout69.xml" Id="R432ed031037c4a5b" /><Relationship Type="http://schemas.openxmlformats.org/officeDocument/2006/relationships/slideLayout" Target="/ppt/slideLayouts/slideLayout70.xml" Id="Rf45669b1af584c5e" /><Relationship Type="http://schemas.openxmlformats.org/officeDocument/2006/relationships/slideLayout" Target="/ppt/slideLayouts/slideLayout71.xml" Id="R587f94463c304854" /><Relationship Type="http://schemas.openxmlformats.org/officeDocument/2006/relationships/slideLayout" Target="/ppt/slideLayouts/slideLayout72.xml" Id="R655c13b9266943a6" /><Relationship Type="http://schemas.openxmlformats.org/officeDocument/2006/relationships/slideLayout" Target="/ppt/slideLayouts/slideLayout73.xml" Id="Rb65a7c2648f74372" /><Relationship Type="http://schemas.openxmlformats.org/officeDocument/2006/relationships/slideLayout" Target="/ppt/slideLayouts/slideLayout74.xml" Id="R4f94a28ab2d64014" /><Relationship Type="http://schemas.openxmlformats.org/officeDocument/2006/relationships/slideLayout" Target="/ppt/slideLayouts/slideLayout75.xml" Id="Rb90cf360d0ad4a95" /><Relationship Type="http://schemas.openxmlformats.org/officeDocument/2006/relationships/slideLayout" Target="/ppt/slideLayouts/slideLayout76.xml" Id="Rfffde1b364f14970" /><Relationship Type="http://schemas.openxmlformats.org/officeDocument/2006/relationships/slideLayout" Target="/ppt/slideLayouts/slideLayout77.xml" Id="Rbacda7c5667d4b1b" /><Relationship Type="http://schemas.openxmlformats.org/officeDocument/2006/relationships/slideLayout" Target="/ppt/slideLayouts/slideLayout78.xml" Id="Rf74b3e6ba6884dbd" /><Relationship Type="http://schemas.openxmlformats.org/officeDocument/2006/relationships/slideLayout" Target="/ppt/slideLayouts/slideLayout79.xml" Id="R86f152cf99a84730" /><Relationship Type="http://schemas.openxmlformats.org/officeDocument/2006/relationships/slideLayout" Target="/ppt/slideLayouts/slideLayout80.xml" Id="R9bef9b1151ca4821" /><Relationship Type="http://schemas.openxmlformats.org/officeDocument/2006/relationships/slideLayout" Target="/ppt/slideLayouts/slideLayout81.xml" Id="Rb31969eb582b4c16" /><Relationship Type="http://schemas.openxmlformats.org/officeDocument/2006/relationships/slideLayout" Target="/ppt/slideLayouts/slideLayout82.xml" Id="R6ac336011b964e76" /><Relationship Type="http://schemas.openxmlformats.org/officeDocument/2006/relationships/slideLayout" Target="/ppt/slideLayouts/slideLayout83.xml" Id="R4b1086859a8b4bc0" /><Relationship Type="http://schemas.openxmlformats.org/officeDocument/2006/relationships/slideLayout" Target="/ppt/slideLayouts/slideLayout84.xml" Id="R0a27983db1394276" /><Relationship Type="http://schemas.openxmlformats.org/officeDocument/2006/relationships/slideLayout" Target="/ppt/slideLayouts/slideLayout85.xml" Id="Rb4f4d8a8821d4c52" /><Relationship Type="http://schemas.openxmlformats.org/officeDocument/2006/relationships/slideLayout" Target="/ppt/slideLayouts/slideLayout86.xml" Id="Rfe5ae8aa45574a27" /><Relationship Type="http://schemas.openxmlformats.org/officeDocument/2006/relationships/slideLayout" Target="/ppt/slideLayouts/slideLayout87.xml" Id="R63402acea08f4031" /><Relationship Type="http://schemas.openxmlformats.org/officeDocument/2006/relationships/slideLayout" Target="/ppt/slideLayouts/slideLayout88.xml" Id="R03c2e8bbb974485f" /><Relationship Type="http://schemas.openxmlformats.org/officeDocument/2006/relationships/slideLayout" Target="/ppt/slideLayouts/slideLayout89.xml" Id="Rdaca343b5bbc46eb" /><Relationship Type="http://schemas.openxmlformats.org/officeDocument/2006/relationships/slideLayout" Target="/ppt/slideLayouts/slideLayout90.xml" Id="Rddc50b215d204491" /><Relationship Type="http://schemas.openxmlformats.org/officeDocument/2006/relationships/slideLayout" Target="/ppt/slideLayouts/slideLayout91.xml" Id="R69ee06abb9f44945" /><Relationship Type="http://schemas.openxmlformats.org/officeDocument/2006/relationships/slideLayout" Target="/ppt/slideLayouts/slideLayout92.xml" Id="R137e727b38bf4609" /><Relationship Type="http://schemas.openxmlformats.org/officeDocument/2006/relationships/slideLayout" Target="/ppt/slideLayouts/slideLayout93.xml" Id="R89aae6a8347f4f5b" /><Relationship Type="http://schemas.openxmlformats.org/officeDocument/2006/relationships/slideLayout" Target="/ppt/slideLayouts/slideLayout94.xml" Id="R217d7027edf64bf8" /><Relationship Type="http://schemas.openxmlformats.org/officeDocument/2006/relationships/slideLayout" Target="/ppt/slideLayouts/slideLayout95.xml" Id="R5c6de7472fa5482c" /><Relationship Type="http://schemas.openxmlformats.org/officeDocument/2006/relationships/slideLayout" Target="/ppt/slideLayouts/slideLayout96.xml" Id="R297ad47b97a541e5" /><Relationship Type="http://schemas.openxmlformats.org/officeDocument/2006/relationships/slideLayout" Target="/ppt/slideLayouts/slideLayout97.xml" Id="Rabdad3a4d7244217" /><Relationship Type="http://schemas.openxmlformats.org/officeDocument/2006/relationships/slideLayout" Target="/ppt/slideLayouts/slideLayout98.xml" Id="R86634e323eaf4f4f" /><Relationship Type="http://schemas.openxmlformats.org/officeDocument/2006/relationships/slideLayout" Target="/ppt/slideLayouts/slideLayout99.xml" Id="R6712552569f3443f" /><Relationship Type="http://schemas.openxmlformats.org/officeDocument/2006/relationships/slideLayout" Target="/ppt/slideLayouts/slideLayout100.xml" Id="R9079dea43307499d" /><Relationship Type="http://schemas.openxmlformats.org/officeDocument/2006/relationships/slideLayout" Target="/ppt/slideLayouts/slideLayout101.xml" Id="Rbf276dca2d714dab" /><Relationship Type="http://schemas.openxmlformats.org/officeDocument/2006/relationships/slideLayout" Target="/ppt/slideLayouts/slideLayout102.xml" Id="Ra7ab0240a7a747ca" /><Relationship Type="http://schemas.openxmlformats.org/officeDocument/2006/relationships/slideLayout" Target="/ppt/slideLayouts/slideLayout103.xml" Id="R8af8648ec50d481a" /><Relationship Type="http://schemas.openxmlformats.org/officeDocument/2006/relationships/slideLayout" Target="/ppt/slideLayouts/slideLayout104.xml" Id="R88f40879e6b1401e" /><Relationship Type="http://schemas.openxmlformats.org/officeDocument/2006/relationships/slideLayout" Target="/ppt/slideLayouts/slideLayout105.xml" Id="R83339d8452aa4ed2" /><Relationship Type="http://schemas.openxmlformats.org/officeDocument/2006/relationships/slideLayout" Target="/ppt/slideLayouts/slideLayout106.xml" Id="R3e9e9d916885424e" /><Relationship Type="http://schemas.openxmlformats.org/officeDocument/2006/relationships/slideLayout" Target="/ppt/slideLayouts/slideLayout107.xml" Id="R4899312452e04f34" /><Relationship Type="http://schemas.openxmlformats.org/officeDocument/2006/relationships/slideLayout" Target="/ppt/slideLayouts/slideLayout108.xml" Id="R20b037fa09ba492a" /><Relationship Type="http://schemas.openxmlformats.org/officeDocument/2006/relationships/slideLayout" Target="/ppt/slideLayouts/slideLayout109.xml" Id="R0839ba6040644e79" /><Relationship Type="http://schemas.openxmlformats.org/officeDocument/2006/relationships/slideLayout" Target="/ppt/slideLayouts/slideLayout110.xml" Id="R54d3a96c129648af" /><Relationship Type="http://schemas.openxmlformats.org/officeDocument/2006/relationships/slideLayout" Target="/ppt/slideLayouts/slideLayout111.xml" Id="Rcf887e5b2deb4420" /><Relationship Type="http://schemas.openxmlformats.org/officeDocument/2006/relationships/slideLayout" Target="/ppt/slideLayouts/slideLayout112.xml" Id="R2e38a850ee4e4352" /><Relationship Type="http://schemas.openxmlformats.org/officeDocument/2006/relationships/slideLayout" Target="/ppt/slideLayouts/slideLayout113.xml" Id="R3c0eaaa5ef2b4eeb" /><Relationship Type="http://schemas.openxmlformats.org/officeDocument/2006/relationships/slideLayout" Target="/ppt/slideLayouts/slideLayout114.xml" Id="Rbe76d21133e54abf" /><Relationship Type="http://schemas.openxmlformats.org/officeDocument/2006/relationships/slideLayout" Target="/ppt/slideLayouts/slideLayout115.xml" Id="R47f4c8afe19a429d" /><Relationship Type="http://schemas.openxmlformats.org/officeDocument/2006/relationships/slideLayout" Target="/ppt/slideLayouts/slideLayout116.xml" Id="R7ad5605e4131456d" /><Relationship Type="http://schemas.openxmlformats.org/officeDocument/2006/relationships/slideLayout" Target="/ppt/slideLayouts/slideLayout117.xml" Id="R02094bf1f4234901" /><Relationship Type="http://schemas.openxmlformats.org/officeDocument/2006/relationships/slideLayout" Target="/ppt/slideLayouts/slideLayout118.xml" Id="Rc4ab14671a8c42b3" /><Relationship Type="http://schemas.openxmlformats.org/officeDocument/2006/relationships/slideLayout" Target="/ppt/slideLayouts/slideLayout119.xml" Id="R8e27daa4ef834296" /><Relationship Type="http://schemas.openxmlformats.org/officeDocument/2006/relationships/slideLayout" Target="/ppt/slideLayouts/slideLayout120.xml" Id="Re3d6453f06f643a6" /><Relationship Type="http://schemas.openxmlformats.org/officeDocument/2006/relationships/slideLayout" Target="/ppt/slideLayouts/slideLayout121.xml" Id="R411833dca97c417d" /><Relationship Type="http://schemas.openxmlformats.org/officeDocument/2006/relationships/slideLayout" Target="/ppt/slideLayouts/slideLayout122.xml" Id="R04dcade1e3784733" /><Relationship Type="http://schemas.openxmlformats.org/officeDocument/2006/relationships/slideLayout" Target="/ppt/slideLayouts/slideLayout123.xml" Id="R272d59d1e4fa4591" /><Relationship Type="http://schemas.openxmlformats.org/officeDocument/2006/relationships/slideLayout" Target="/ppt/slideLayouts/slideLayout124.xml" Id="R1c2704024f044422" /><Relationship Type="http://schemas.openxmlformats.org/officeDocument/2006/relationships/slideLayout" Target="/ppt/slideLayouts/slideLayout125.xml" Id="Rca1c48b0551741d3" /><Relationship Type="http://schemas.openxmlformats.org/officeDocument/2006/relationships/slideLayout" Target="/ppt/slideLayouts/slideLayout126.xml" Id="R138dd08d8e2c4d10" /><Relationship Type="http://schemas.openxmlformats.org/officeDocument/2006/relationships/slideLayout" Target="/ppt/slideLayouts/slideLayout127.xml" Id="Rffc47eda5cff4d7c" /><Relationship Type="http://schemas.openxmlformats.org/officeDocument/2006/relationships/slideLayout" Target="/ppt/slideLayouts/slideLayout128.xml" Id="Ree560e35abb74261" /><Relationship Type="http://schemas.openxmlformats.org/officeDocument/2006/relationships/slideLayout" Target="/ppt/slideLayouts/slideLayout129.xml" Id="R85debb8ced554cdf" /><Relationship Type="http://schemas.openxmlformats.org/officeDocument/2006/relationships/slideLayout" Target="/ppt/slideLayouts/slideLayout130.xml" Id="Rdca4c8deede346a6" /><Relationship Type="http://schemas.openxmlformats.org/officeDocument/2006/relationships/slideLayout" Target="/ppt/slideLayouts/slideLayout131.xml" Id="R5d71f576c3fb4f22" /><Relationship Type="http://schemas.openxmlformats.org/officeDocument/2006/relationships/slideLayout" Target="/ppt/slideLayouts/slideLayout132.xml" Id="Rb2f68e854db649e2" /><Relationship Type="http://schemas.openxmlformats.org/officeDocument/2006/relationships/slideLayout" Target="/ppt/slideLayouts/slideLayout133.xml" Id="R89a1d255431248f1" /><Relationship Type="http://schemas.openxmlformats.org/officeDocument/2006/relationships/slideLayout" Target="/ppt/slideLayouts/slideLayout134.xml" Id="Rc7aa743b458746c9" /><Relationship Type="http://schemas.openxmlformats.org/officeDocument/2006/relationships/slideLayout" Target="/ppt/slideLayouts/slideLayout135.xml" Id="R32fbbcc95af842c2" /><Relationship Type="http://schemas.openxmlformats.org/officeDocument/2006/relationships/slideLayout" Target="/ppt/slideLayouts/slideLayout136.xml" Id="R1cfc12eaaba04914" /><Relationship Type="http://schemas.openxmlformats.org/officeDocument/2006/relationships/slideLayout" Target="/ppt/slideLayouts/slideLayout137.xml" Id="R1146b449b7ae49e2" /><Relationship Type="http://schemas.openxmlformats.org/officeDocument/2006/relationships/slideLayout" Target="/ppt/slideLayouts/slideLayout138.xml" Id="R849bd164522540f5" /><Relationship Type="http://schemas.openxmlformats.org/officeDocument/2006/relationships/slideLayout" Target="/ppt/slideLayouts/slideLayout139.xml" Id="R99c39ec32bef4881" /><Relationship Type="http://schemas.openxmlformats.org/officeDocument/2006/relationships/slideLayout" Target="/ppt/slideLayouts/slideLayout140.xml" Id="R626382fd0de74ee2" /><Relationship Type="http://schemas.openxmlformats.org/officeDocument/2006/relationships/slideLayout" Target="/ppt/slideLayouts/slideLayout141.xml" Id="Rc80881d0255e4d73" /><Relationship Type="http://schemas.openxmlformats.org/officeDocument/2006/relationships/slideLayout" Target="/ppt/slideLayouts/slideLayout142.xml" Id="R3d46d04b34724bc3" /><Relationship Type="http://schemas.openxmlformats.org/officeDocument/2006/relationships/slideLayout" Target="/ppt/slideLayouts/slideLayout143.xml" Id="Rba0bc50a99e6415d" /><Relationship Type="http://schemas.openxmlformats.org/officeDocument/2006/relationships/slideLayout" Target="/ppt/slideLayouts/slideLayout144.xml" Id="Rb87dd2f8d24a4fdb" /><Relationship Type="http://schemas.openxmlformats.org/officeDocument/2006/relationships/slideLayout" Target="/ppt/slideLayouts/slideLayout145.xml" Id="Rd4de31ea9c484e37" /><Relationship Type="http://schemas.openxmlformats.org/officeDocument/2006/relationships/slideLayout" Target="/ppt/slideLayouts/slideLayout146.xml" Id="R29f5399b4a144cfe" /><Relationship Type="http://schemas.openxmlformats.org/officeDocument/2006/relationships/slideLayout" Target="/ppt/slideLayouts/slideLayout147.xml" Id="R79c338475f4945d0" /><Relationship Type="http://schemas.openxmlformats.org/officeDocument/2006/relationships/slideLayout" Target="/ppt/slideLayouts/slideLayout148.xml" Id="R17567be1aeef4d76" /><Relationship Type="http://schemas.openxmlformats.org/officeDocument/2006/relationships/slideLayout" Target="/ppt/slideLayouts/slideLayout149.xml" Id="Rbb9142996b1f40fe" /><Relationship Type="http://schemas.openxmlformats.org/officeDocument/2006/relationships/slideLayout" Target="/ppt/slideLayouts/slideLayout150.xml" Id="R3820bbde6fa34cb1" /><Relationship Type="http://schemas.openxmlformats.org/officeDocument/2006/relationships/slideLayout" Target="/ppt/slideLayouts/slideLayout151.xml" Id="Rf911d383e9d442e6" /><Relationship Type="http://schemas.openxmlformats.org/officeDocument/2006/relationships/slideLayout" Target="/ppt/slideLayouts/slideLayout152.xml" Id="Rff8f6480c148400f" /><Relationship Type="http://schemas.openxmlformats.org/officeDocument/2006/relationships/slideLayout" Target="/ppt/slideLayouts/slideLayout153.xml" Id="R9db6775ba9e941c0" /><Relationship Type="http://schemas.openxmlformats.org/officeDocument/2006/relationships/slideLayout" Target="/ppt/slideLayouts/slideLayout154.xml" Id="Re1da27594efd4ff5" /><Relationship Type="http://schemas.openxmlformats.org/officeDocument/2006/relationships/slideLayout" Target="/ppt/slideLayouts/slideLayout155.xml" Id="R0d1ca7da4de94942" /><Relationship Type="http://schemas.openxmlformats.org/officeDocument/2006/relationships/slideLayout" Target="/ppt/slideLayouts/slideLayout156.xml" Id="Rc60a54fbd28e4efb" /><Relationship Type="http://schemas.openxmlformats.org/officeDocument/2006/relationships/slideLayout" Target="/ppt/slideLayouts/slideLayout157.xml" Id="Rabbd007cace74eed" /><Relationship Type="http://schemas.openxmlformats.org/officeDocument/2006/relationships/slideLayout" Target="/ppt/slideLayouts/slideLayout158.xml" Id="Rb671ab8464734b49" /><Relationship Type="http://schemas.openxmlformats.org/officeDocument/2006/relationships/slideLayout" Target="/ppt/slideLayouts/slideLayout159.xml" Id="R4eb6f981672242d6" /><Relationship Type="http://schemas.openxmlformats.org/officeDocument/2006/relationships/slideLayout" Target="/ppt/slideLayouts/slideLayout160.xml" Id="R574239c433a24a42" /><Relationship Type="http://schemas.openxmlformats.org/officeDocument/2006/relationships/slideLayout" Target="/ppt/slideLayouts/slideLayout161.xml" Id="R62c70b9553d64afc" /><Relationship Type="http://schemas.openxmlformats.org/officeDocument/2006/relationships/slideLayout" Target="/ppt/slideLayouts/slideLayout162.xml" Id="R8571ad6683a24933" /><Relationship Type="http://schemas.openxmlformats.org/officeDocument/2006/relationships/slideLayout" Target="/ppt/slideLayouts/slideLayout163.xml" Id="R3daf502065464e89" /><Relationship Type="http://schemas.openxmlformats.org/officeDocument/2006/relationships/slideLayout" Target="/ppt/slideLayouts/slideLayout164.xml" Id="Rcc1291977d7641c0" /><Relationship Type="http://schemas.openxmlformats.org/officeDocument/2006/relationships/slideLayout" Target="/ppt/slideLayouts/slideLayout165.xml" Id="R8197836da41d4561" /><Relationship Type="http://schemas.openxmlformats.org/officeDocument/2006/relationships/slideLayout" Target="/ppt/slideLayouts/slideLayout166.xml" Id="R0cce9eb2128f43cf" /><Relationship Type="http://schemas.openxmlformats.org/officeDocument/2006/relationships/slideLayout" Target="/ppt/slideLayouts/slideLayout167.xml" Id="R1612f4a3631c4b4e" /><Relationship Type="http://schemas.openxmlformats.org/officeDocument/2006/relationships/slideLayout" Target="/ppt/slideLayouts/slideLayout168.xml" Id="Ra66c69f9f3d8408d" /><Relationship Type="http://schemas.openxmlformats.org/officeDocument/2006/relationships/slideLayout" Target="/ppt/slideLayouts/slideLayout169.xml" Id="R3b0610c325234320" /><Relationship Type="http://schemas.openxmlformats.org/officeDocument/2006/relationships/slideLayout" Target="/ppt/slideLayouts/slideLayout170.xml" Id="R02a32196bf3b4630" /><Relationship Type="http://schemas.openxmlformats.org/officeDocument/2006/relationships/slideLayout" Target="/ppt/slideLayouts/slideLayout171.xml" Id="Re3000b1b1af24d69" /><Relationship Type="http://schemas.openxmlformats.org/officeDocument/2006/relationships/slideLayout" Target="/ppt/slideLayouts/slideLayout172.xml" Id="R1f1ff7a4befe4f09" /><Relationship Type="http://schemas.openxmlformats.org/officeDocument/2006/relationships/slideLayout" Target="/ppt/slideLayouts/slideLayout173.xml" Id="Rad2c1cecef354137" /><Relationship Type="http://schemas.openxmlformats.org/officeDocument/2006/relationships/slideLayout" Target="/ppt/slideLayouts/slideLayout174.xml" Id="R8c079e24eb37417d" /><Relationship Type="http://schemas.openxmlformats.org/officeDocument/2006/relationships/slideLayout" Target="/ppt/slideLayouts/slideLayout175.xml" Id="Rc29ef796df2f4def" /><Relationship Type="http://schemas.openxmlformats.org/officeDocument/2006/relationships/slideLayout" Target="/ppt/slideLayouts/slideLayout176.xml" Id="R9982c7e20d2b4185" /><Relationship Type="http://schemas.openxmlformats.org/officeDocument/2006/relationships/slideLayout" Target="/ppt/slideLayouts/slideLayout177.xml" Id="Ra9a075c78c74498c" /><Relationship Type="http://schemas.openxmlformats.org/officeDocument/2006/relationships/slideLayout" Target="/ppt/slideLayouts/slideLayout178.xml" Id="R04761b415e604e4f" /><Relationship Type="http://schemas.openxmlformats.org/officeDocument/2006/relationships/slideLayout" Target="/ppt/slideLayouts/slideLayout179.xml" Id="Re7e6f2850fc54830" /><Relationship Type="http://schemas.openxmlformats.org/officeDocument/2006/relationships/slideLayout" Target="/ppt/slideLayouts/slideLayout180.xml" Id="R7b7d1a78ab0b4049" /><Relationship Type="http://schemas.openxmlformats.org/officeDocument/2006/relationships/slideLayout" Target="/ppt/slideLayouts/slideLayout181.xml" Id="R14249dc09cb5472d" /><Relationship Type="http://schemas.openxmlformats.org/officeDocument/2006/relationships/slideLayout" Target="/ppt/slideLayouts/slideLayout182.xml" Id="Rc55ca42fd4e04ab0" /><Relationship Type="http://schemas.openxmlformats.org/officeDocument/2006/relationships/slideLayout" Target="/ppt/slideLayouts/slideLayout183.xml" Id="R0f4331537c284bc9" /><Relationship Type="http://schemas.openxmlformats.org/officeDocument/2006/relationships/slideLayout" Target="/ppt/slideLayouts/slideLayout184.xml" Id="R536c2304695c455f" /><Relationship Type="http://schemas.openxmlformats.org/officeDocument/2006/relationships/slideLayout" Target="/ppt/slideLayouts/slideLayout185.xml" Id="Rae7f45bfe58f4c9f" /><Relationship Type="http://schemas.openxmlformats.org/officeDocument/2006/relationships/slideLayout" Target="/ppt/slideLayouts/slideLayout186.xml" Id="R7cd0003e7eca45cb" /><Relationship Type="http://schemas.openxmlformats.org/officeDocument/2006/relationships/slideLayout" Target="/ppt/slideLayouts/slideLayout187.xml" Id="R5bdd7bfb678d4d30" /><Relationship Type="http://schemas.openxmlformats.org/officeDocument/2006/relationships/slideLayout" Target="/ppt/slideLayouts/slideLayout188.xml" Id="R5cf0a385a45c4a28" /><Relationship Type="http://schemas.openxmlformats.org/officeDocument/2006/relationships/slideLayout" Target="/ppt/slideLayouts/slideLayout189.xml" Id="R51a5674b2c51472b" /><Relationship Type="http://schemas.openxmlformats.org/officeDocument/2006/relationships/slideLayout" Target="/ppt/slideLayouts/slideLayout190.xml" Id="Rb697e2ad7405403b" /><Relationship Type="http://schemas.openxmlformats.org/officeDocument/2006/relationships/slideLayout" Target="/ppt/slideLayouts/slideLayout191.xml" Id="Rdfd1b8c880c246c1" /><Relationship Type="http://schemas.openxmlformats.org/officeDocument/2006/relationships/slideLayout" Target="/ppt/slideLayouts/slideLayout192.xml" Id="R1abea1ba066b4af4" /><Relationship Type="http://schemas.openxmlformats.org/officeDocument/2006/relationships/slideLayout" Target="/ppt/slideLayouts/slideLayout193.xml" Id="Raf6b88c20fc44bb5" /><Relationship Type="http://schemas.openxmlformats.org/officeDocument/2006/relationships/slideLayout" Target="/ppt/slideLayouts/slideLayout194.xml" Id="R2b9a110796a14a4d" /><Relationship Type="http://schemas.openxmlformats.org/officeDocument/2006/relationships/slideLayout" Target="/ppt/slideLayouts/slideLayout195.xml" Id="R445391895865442f" /><Relationship Type="http://schemas.openxmlformats.org/officeDocument/2006/relationships/slideLayout" Target="/ppt/slideLayouts/slideLayout196.xml" Id="R69e1c3a78635428c" /><Relationship Type="http://schemas.openxmlformats.org/officeDocument/2006/relationships/slideLayout" Target="/ppt/slideLayouts/slideLayout197.xml" Id="R3c02bcccbf03498b" /><Relationship Type="http://schemas.openxmlformats.org/officeDocument/2006/relationships/slideLayout" Target="/ppt/slideLayouts/slideLayout198.xml" Id="R0c39b993be9c43a2" /><Relationship Type="http://schemas.openxmlformats.org/officeDocument/2006/relationships/slideLayout" Target="/ppt/slideLayouts/slideLayout199.xml" Id="R2f5b850768b44b23" /><Relationship Type="http://schemas.openxmlformats.org/officeDocument/2006/relationships/slideLayout" Target="/ppt/slideLayouts/slideLayout200.xml" Id="R1882fd327ec94251" /><Relationship Type="http://schemas.openxmlformats.org/officeDocument/2006/relationships/slideLayout" Target="/ppt/slideLayouts/slideLayout201.xml" Id="R5638936b21794776" /><Relationship Type="http://schemas.openxmlformats.org/officeDocument/2006/relationships/slideLayout" Target="/ppt/slideLayouts/slideLayout202.xml" Id="R46033303bcb24cda" /><Relationship Type="http://schemas.openxmlformats.org/officeDocument/2006/relationships/slideLayout" Target="/ppt/slideLayouts/slideLayout203.xml" Id="R1bdee98955024309" /><Relationship Type="http://schemas.openxmlformats.org/officeDocument/2006/relationships/slideLayout" Target="/ppt/slideLayouts/slideLayout204.xml" Id="Re9159fdb00174189" /><Relationship Type="http://schemas.openxmlformats.org/officeDocument/2006/relationships/slideLayout" Target="/ppt/slideLayouts/slideLayout205.xml" Id="R8c0ffb4fb5e64da9" /><Relationship Type="http://schemas.openxmlformats.org/officeDocument/2006/relationships/slideLayout" Target="/ppt/slideLayouts/slideLayout206.xml" Id="Rc382e253bbf946f0" /><Relationship Type="http://schemas.openxmlformats.org/officeDocument/2006/relationships/slideLayout" Target="/ppt/slideLayouts/slideLayout207.xml" Id="R441b6a5225d24976" /><Relationship Type="http://schemas.openxmlformats.org/officeDocument/2006/relationships/slideLayout" Target="/ppt/slideLayouts/slideLayout208.xml" Id="R204b836c19c94666" /><Relationship Type="http://schemas.openxmlformats.org/officeDocument/2006/relationships/slideLayout" Target="/ppt/slideLayouts/slideLayout209.xml" Id="R84147c7db8ff4d1d" /><Relationship Type="http://schemas.openxmlformats.org/officeDocument/2006/relationships/slideLayout" Target="/ppt/slideLayouts/slideLayout210.xml" Id="Rbb9cf3dfcf4c4685" /><Relationship Type="http://schemas.openxmlformats.org/officeDocument/2006/relationships/slideLayout" Target="/ppt/slideLayouts/slideLayout211.xml" Id="R46d97488b2484681" /><Relationship Type="http://schemas.openxmlformats.org/officeDocument/2006/relationships/slideLayout" Target="/ppt/slideLayouts/slideLayout212.xml" Id="R5001bcfd366d4c7b" /><Relationship Type="http://schemas.openxmlformats.org/officeDocument/2006/relationships/slideLayout" Target="/ppt/slideLayouts/slideLayout213.xml" Id="R03cc924b41b04456" /><Relationship Type="http://schemas.openxmlformats.org/officeDocument/2006/relationships/slideLayout" Target="/ppt/slideLayouts/slideLayout214.xml" Id="Rbe657f220bde49c5" /><Relationship Type="http://schemas.openxmlformats.org/officeDocument/2006/relationships/slideLayout" Target="/ppt/slideLayouts/slideLayout215.xml" Id="R426c1b1e79c54572" /><Relationship Type="http://schemas.openxmlformats.org/officeDocument/2006/relationships/slideLayout" Target="/ppt/slideLayouts/slideLayout216.xml" Id="R0067e1f4a3ac43c7" /><Relationship Type="http://schemas.openxmlformats.org/officeDocument/2006/relationships/slideLayout" Target="/ppt/slideLayouts/slideLayout217.xml" Id="R46d5a6657c934e68" /><Relationship Type="http://schemas.openxmlformats.org/officeDocument/2006/relationships/slideLayout" Target="/ppt/slideLayouts/slideLayout218.xml" Id="R512d0c1d60dd414a" /><Relationship Type="http://schemas.openxmlformats.org/officeDocument/2006/relationships/slideLayout" Target="/ppt/slideLayouts/slideLayout219.xml" Id="R1e1794692c904c00" /><Relationship Type="http://schemas.openxmlformats.org/officeDocument/2006/relationships/slideLayout" Target="/ppt/slideLayouts/slideLayout220.xml" Id="R67120f4cde50446f" /><Relationship Type="http://schemas.openxmlformats.org/officeDocument/2006/relationships/slideLayout" Target="/ppt/slideLayouts/slideLayout221.xml" Id="Rdb79e38466ef45d7" /><Relationship Type="http://schemas.openxmlformats.org/officeDocument/2006/relationships/slideLayout" Target="/ppt/slideLayouts/slideLayout222.xml" Id="Rbebb696108a740ac" /><Relationship Type="http://schemas.openxmlformats.org/officeDocument/2006/relationships/slideLayout" Target="/ppt/slideLayouts/slideLayout223.xml" Id="R77fe87d87a094e74" /><Relationship Type="http://schemas.openxmlformats.org/officeDocument/2006/relationships/slideLayout" Target="/ppt/slideLayouts/slideLayout224.xml" Id="R5ff9b44b1e3b40eb" /><Relationship Type="http://schemas.openxmlformats.org/officeDocument/2006/relationships/slideLayout" Target="/ppt/slideLayouts/slideLayout225.xml" Id="R6f06140471044aae" /><Relationship Type="http://schemas.openxmlformats.org/officeDocument/2006/relationships/slideLayout" Target="/ppt/slideLayouts/slideLayout226.xml" Id="R5c5727b285ce43aa" /><Relationship Type="http://schemas.openxmlformats.org/officeDocument/2006/relationships/slideLayout" Target="/ppt/slideLayouts/slideLayout227.xml" Id="R10a9071646df415f" /><Relationship Type="http://schemas.openxmlformats.org/officeDocument/2006/relationships/slideLayout" Target="/ppt/slideLayouts/slideLayout228.xml" Id="R4aaf47a740d1404b" /><Relationship Type="http://schemas.openxmlformats.org/officeDocument/2006/relationships/slideLayout" Target="/ppt/slideLayouts/slideLayout229.xml" Id="R002fbacd594f4bee" /><Relationship Type="http://schemas.openxmlformats.org/officeDocument/2006/relationships/slideLayout" Target="/ppt/slideLayouts/slideLayout230.xml" Id="R020a37e375334076" /><Relationship Type="http://schemas.openxmlformats.org/officeDocument/2006/relationships/slideLayout" Target="/ppt/slideLayouts/slideLayout231.xml" Id="R421f3a094e644c9d" /><Relationship Type="http://schemas.openxmlformats.org/officeDocument/2006/relationships/slideLayout" Target="/ppt/slideLayouts/slideLayout232.xml" Id="Rc5cdb49f527e4f53" /><Relationship Type="http://schemas.openxmlformats.org/officeDocument/2006/relationships/slideLayout" Target="/ppt/slideLayouts/slideLayout233.xml" Id="R37d8d65c32a54774" /><Relationship Type="http://schemas.openxmlformats.org/officeDocument/2006/relationships/slideLayout" Target="/ppt/slideLayouts/slideLayout234.xml" Id="R47740da9bc1846b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EEF0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a51d4c9b174190"/>
    <p:sldLayoutId xmlns:r="http://schemas.openxmlformats.org/officeDocument/2006/relationships" id="2147483650" r:id="Rc1417e78b0294de1"/>
    <p:sldLayoutId xmlns:r="http://schemas.openxmlformats.org/officeDocument/2006/relationships" id="2147483651" r:id="R6a4169b37d4f4d7c"/>
    <p:sldLayoutId xmlns:r="http://schemas.openxmlformats.org/officeDocument/2006/relationships" id="2147483652" r:id="R4c9b81f88dbc4f6b"/>
    <p:sldLayoutId xmlns:r="http://schemas.openxmlformats.org/officeDocument/2006/relationships" id="2147483653" r:id="R03270fde16984941"/>
    <p:sldLayoutId xmlns:r="http://schemas.openxmlformats.org/officeDocument/2006/relationships" id="2147483654" r:id="R2656ec53b3e4418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70713c625fc6452c"/>
    <p:sldLayoutId xmlns:r="http://schemas.openxmlformats.org/officeDocument/2006/relationships" id="2147483657" r:id="R25ab6846b71340b9"/>
    <p:sldLayoutId xmlns:r="http://schemas.openxmlformats.org/officeDocument/2006/relationships" id="2147483658" r:id="R06b4a9465cbc490e"/>
    <p:sldLayoutId xmlns:r="http://schemas.openxmlformats.org/officeDocument/2006/relationships" id="2147483659" r:id="Rcc98a114cd7a459d"/>
    <p:sldLayoutId xmlns:r="http://schemas.openxmlformats.org/officeDocument/2006/relationships" id="2147483660" r:id="R6c3764fc918547be"/>
    <p:sldLayoutId xmlns:r="http://schemas.openxmlformats.org/officeDocument/2006/relationships" id="2147483661" r:id="R44aaf4f747b44a10"/>
    <p:sldLayoutId xmlns:r="http://schemas.openxmlformats.org/officeDocument/2006/relationships" id="2147483662" r:id="R8a5f3b34828944b3"/>
    <p:sldLayoutId xmlns:r="http://schemas.openxmlformats.org/officeDocument/2006/relationships" id="2147483663" r:id="R75cc8e3170c14592"/>
    <p:sldLayoutId xmlns:r="http://schemas.openxmlformats.org/officeDocument/2006/relationships" id="2147483664" r:id="R5e9b1def5ad04fcf"/>
    <p:sldLayoutId xmlns:r="http://schemas.openxmlformats.org/officeDocument/2006/relationships" id="2147483665" r:id="Re05bb9bff6c5483f"/>
    <p:sldLayoutId xmlns:r="http://schemas.openxmlformats.org/officeDocument/2006/relationships" id="2147483666" r:id="Ra8fdefe398294f91"/>
    <p:sldLayoutId xmlns:r="http://schemas.openxmlformats.org/officeDocument/2006/relationships" id="2147483667" r:id="Rd51d320d67ed44da"/>
    <p:sldLayoutId xmlns:r="http://schemas.openxmlformats.org/officeDocument/2006/relationships" id="2147483668" r:id="R5bb4d9d68ed14ddb"/>
    <p:sldLayoutId xmlns:r="http://schemas.openxmlformats.org/officeDocument/2006/relationships" id="2147483669" r:id="Re920f0ca5ddf4354"/>
    <p:sldLayoutId xmlns:r="http://schemas.openxmlformats.org/officeDocument/2006/relationships" id="2147483670" r:id="Rda54f4be59f54458"/>
    <p:sldLayoutId xmlns:r="http://schemas.openxmlformats.org/officeDocument/2006/relationships" id="2147483671" r:id="Ra4608fd4ea224ce2"/>
    <p:sldLayoutId xmlns:r="http://schemas.openxmlformats.org/officeDocument/2006/relationships" id="2147483672" r:id="R632c3abad1e249e5"/>
    <p:sldLayoutId xmlns:r="http://schemas.openxmlformats.org/officeDocument/2006/relationships" id="2147483673" r:id="Rbcc6c20321244b8b"/>
    <p:sldLayoutId xmlns:r="http://schemas.openxmlformats.org/officeDocument/2006/relationships" id="2147483674" r:id="R437f0c96e80e43a8"/>
    <p:sldLayoutId xmlns:r="http://schemas.openxmlformats.org/officeDocument/2006/relationships" id="2147483675" r:id="R1b9a749cac5a438f"/>
    <p:sldLayoutId xmlns:r="http://schemas.openxmlformats.org/officeDocument/2006/relationships" id="2147483676" r:id="R07fb4fd673c542a9"/>
    <p:sldLayoutId xmlns:r="http://schemas.openxmlformats.org/officeDocument/2006/relationships" id="2147483677" r:id="Rb3fbbca13dd548db"/>
    <p:sldLayoutId xmlns:r="http://schemas.openxmlformats.org/officeDocument/2006/relationships" id="2147483678" r:id="Rc374f6f95cf94452"/>
    <p:sldLayoutId xmlns:r="http://schemas.openxmlformats.org/officeDocument/2006/relationships" id="2147483679" r:id="Rb89f962a54144215"/>
    <p:sldLayoutId xmlns:r="http://schemas.openxmlformats.org/officeDocument/2006/relationships" id="2147483680" r:id="Rcae2d32cde4d47e6"/>
    <p:sldLayoutId xmlns:r="http://schemas.openxmlformats.org/officeDocument/2006/relationships" id="2147483681" r:id="Rca34c63b57494eb5"/>
    <p:sldLayoutId xmlns:r="http://schemas.openxmlformats.org/officeDocument/2006/relationships" id="2147483682" r:id="R51d3d515d7524b69"/>
    <p:sldLayoutId xmlns:r="http://schemas.openxmlformats.org/officeDocument/2006/relationships" id="2147483683" r:id="R6828081a1f8c4c04"/>
    <p:sldLayoutId xmlns:r="http://schemas.openxmlformats.org/officeDocument/2006/relationships" id="2147483684" r:id="Rf3e3139f35004a6a"/>
    <p:sldLayoutId xmlns:r="http://schemas.openxmlformats.org/officeDocument/2006/relationships" id="2147483685" r:id="R0e74dc5d2ecd4996"/>
    <p:sldLayoutId xmlns:r="http://schemas.openxmlformats.org/officeDocument/2006/relationships" id="2147483686" r:id="Rc8fb20d2caa14671"/>
    <p:sldLayoutId xmlns:r="http://schemas.openxmlformats.org/officeDocument/2006/relationships" id="2147483687" r:id="Rdaecf66586bf4deb"/>
    <p:sldLayoutId xmlns:r="http://schemas.openxmlformats.org/officeDocument/2006/relationships" id="2147483688" r:id="R6ba9c70a45cf45cb"/>
    <p:sldLayoutId xmlns:r="http://schemas.openxmlformats.org/officeDocument/2006/relationships" id="2147483689" r:id="R23e4113ef8214100"/>
    <p:sldLayoutId xmlns:r="http://schemas.openxmlformats.org/officeDocument/2006/relationships" id="2147483690" r:id="R8901691426c64075"/>
    <p:sldLayoutId xmlns:r="http://schemas.openxmlformats.org/officeDocument/2006/relationships" id="2147483691" r:id="Rcefb0c54e24a456d"/>
    <p:sldLayoutId xmlns:r="http://schemas.openxmlformats.org/officeDocument/2006/relationships" id="2147483692" r:id="R90aeef7c52f049a9"/>
    <p:sldLayoutId xmlns:r="http://schemas.openxmlformats.org/officeDocument/2006/relationships" id="2147483693" r:id="Rb0b1d7d3f2e747df"/>
    <p:sldLayoutId xmlns:r="http://schemas.openxmlformats.org/officeDocument/2006/relationships" id="2147483694" r:id="R170dcb141f5543c3"/>
    <p:sldLayoutId xmlns:r="http://schemas.openxmlformats.org/officeDocument/2006/relationships" id="2147483695" r:id="Rb318a2c2063849d7"/>
    <p:sldLayoutId xmlns:r="http://schemas.openxmlformats.org/officeDocument/2006/relationships" id="2147483696" r:id="R0a92041613d94284"/>
    <p:sldLayoutId xmlns:r="http://schemas.openxmlformats.org/officeDocument/2006/relationships" id="2147483697" r:id="Rbd22dbd55f9f4f54"/>
    <p:sldLayoutId xmlns:r="http://schemas.openxmlformats.org/officeDocument/2006/relationships" id="2147483698" r:id="Rde1aa3a9a27148aa"/>
    <p:sldLayoutId xmlns:r="http://schemas.openxmlformats.org/officeDocument/2006/relationships" id="2147483699" r:id="R9af27c5975dc4114"/>
    <p:sldLayoutId xmlns:r="http://schemas.openxmlformats.org/officeDocument/2006/relationships" id="2147483700" r:id="Rd667eee9c25e4b3b"/>
    <p:sldLayoutId xmlns:r="http://schemas.openxmlformats.org/officeDocument/2006/relationships" id="2147483701" r:id="Re3b5db12dd574b93"/>
    <p:sldLayoutId xmlns:r="http://schemas.openxmlformats.org/officeDocument/2006/relationships" id="2147483702" r:id="R0c5c2b170c8e4c22"/>
    <p:sldLayoutId xmlns:r="http://schemas.openxmlformats.org/officeDocument/2006/relationships" id="2147483703" r:id="R606c72dc32954d6f"/>
    <p:sldLayoutId xmlns:r="http://schemas.openxmlformats.org/officeDocument/2006/relationships" id="2147483704" r:id="R3932249158b04327"/>
    <p:sldLayoutId xmlns:r="http://schemas.openxmlformats.org/officeDocument/2006/relationships" id="2147483705" r:id="Ra701bb92085945c1"/>
    <p:sldLayoutId xmlns:r="http://schemas.openxmlformats.org/officeDocument/2006/relationships" id="2147483706" r:id="R5a012c55ef604fb2"/>
    <p:sldLayoutId xmlns:r="http://schemas.openxmlformats.org/officeDocument/2006/relationships" id="2147483707" r:id="R81ac8a5afd994309"/>
    <p:sldLayoutId xmlns:r="http://schemas.openxmlformats.org/officeDocument/2006/relationships" id="2147483708" r:id="R5004e381a5b74d8d"/>
    <p:sldLayoutId xmlns:r="http://schemas.openxmlformats.org/officeDocument/2006/relationships" id="2147483709" r:id="R036f8e70d78f47e4"/>
    <p:sldLayoutId xmlns:r="http://schemas.openxmlformats.org/officeDocument/2006/relationships" id="2147483710" r:id="R91c6ed730ea54832"/>
    <p:sldLayoutId xmlns:r="http://schemas.openxmlformats.org/officeDocument/2006/relationships" id="2147483711" r:id="R52c0e7b6ef7d4fca"/>
    <p:sldLayoutId xmlns:r="http://schemas.openxmlformats.org/officeDocument/2006/relationships" id="2147483712" r:id="Ra4c0ef32304f4744"/>
    <p:sldLayoutId xmlns:r="http://schemas.openxmlformats.org/officeDocument/2006/relationships" id="2147483713" r:id="R13d62c5e4f6f4cd0"/>
    <p:sldLayoutId xmlns:r="http://schemas.openxmlformats.org/officeDocument/2006/relationships" id="2147483714" r:id="Re7528eeae6a446eb"/>
    <p:sldLayoutId xmlns:r="http://schemas.openxmlformats.org/officeDocument/2006/relationships" id="2147483715" r:id="R5ff77b9c9c58433e"/>
    <p:sldLayoutId xmlns:r="http://schemas.openxmlformats.org/officeDocument/2006/relationships" id="2147483716" r:id="Re37a8bee01534771"/>
    <p:sldLayoutId xmlns:r="http://schemas.openxmlformats.org/officeDocument/2006/relationships" id="2147483717" r:id="R9692687ad6cc4ef6"/>
    <p:sldLayoutId xmlns:r="http://schemas.openxmlformats.org/officeDocument/2006/relationships" id="2147483718" r:id="R432ed031037c4a5b"/>
    <p:sldLayoutId xmlns:r="http://schemas.openxmlformats.org/officeDocument/2006/relationships" id="2147483719" r:id="Rf45669b1af584c5e"/>
    <p:sldLayoutId xmlns:r="http://schemas.openxmlformats.org/officeDocument/2006/relationships" id="2147483720" r:id="R587f94463c304854"/>
    <p:sldLayoutId xmlns:r="http://schemas.openxmlformats.org/officeDocument/2006/relationships" id="2147483721" r:id="R655c13b9266943a6"/>
    <p:sldLayoutId xmlns:r="http://schemas.openxmlformats.org/officeDocument/2006/relationships" id="2147483722" r:id="Rb65a7c2648f74372"/>
    <p:sldLayoutId xmlns:r="http://schemas.openxmlformats.org/officeDocument/2006/relationships" id="2147483723" r:id="R4f94a28ab2d64014"/>
    <p:sldLayoutId xmlns:r="http://schemas.openxmlformats.org/officeDocument/2006/relationships" id="2147483724" r:id="Rb90cf360d0ad4a95"/>
    <p:sldLayoutId xmlns:r="http://schemas.openxmlformats.org/officeDocument/2006/relationships" id="2147483725" r:id="Rfffde1b364f14970"/>
    <p:sldLayoutId xmlns:r="http://schemas.openxmlformats.org/officeDocument/2006/relationships" id="2147483726" r:id="Rbacda7c5667d4b1b"/>
    <p:sldLayoutId xmlns:r="http://schemas.openxmlformats.org/officeDocument/2006/relationships" id="2147483727" r:id="Rf74b3e6ba6884dbd"/>
    <p:sldLayoutId xmlns:r="http://schemas.openxmlformats.org/officeDocument/2006/relationships" id="2147483728" r:id="R86f152cf99a84730"/>
    <p:sldLayoutId xmlns:r="http://schemas.openxmlformats.org/officeDocument/2006/relationships" id="2147483729" r:id="R9bef9b1151ca4821"/>
    <p:sldLayoutId xmlns:r="http://schemas.openxmlformats.org/officeDocument/2006/relationships" id="2147483730" r:id="Rb31969eb582b4c16"/>
    <p:sldLayoutId xmlns:r="http://schemas.openxmlformats.org/officeDocument/2006/relationships" id="2147483731" r:id="R6ac336011b964e76"/>
    <p:sldLayoutId xmlns:r="http://schemas.openxmlformats.org/officeDocument/2006/relationships" id="2147483732" r:id="R4b1086859a8b4bc0"/>
    <p:sldLayoutId xmlns:r="http://schemas.openxmlformats.org/officeDocument/2006/relationships" id="2147483733" r:id="R0a27983db1394276"/>
    <p:sldLayoutId xmlns:r="http://schemas.openxmlformats.org/officeDocument/2006/relationships" id="2147483734" r:id="Rb4f4d8a8821d4c52"/>
    <p:sldLayoutId xmlns:r="http://schemas.openxmlformats.org/officeDocument/2006/relationships" id="2147483735" r:id="Rfe5ae8aa45574a27"/>
    <p:sldLayoutId xmlns:r="http://schemas.openxmlformats.org/officeDocument/2006/relationships" id="2147483736" r:id="R63402acea08f4031"/>
    <p:sldLayoutId xmlns:r="http://schemas.openxmlformats.org/officeDocument/2006/relationships" id="2147483737" r:id="R03c2e8bbb974485f"/>
    <p:sldLayoutId xmlns:r="http://schemas.openxmlformats.org/officeDocument/2006/relationships" id="2147483738" r:id="Rdaca343b5bbc46eb"/>
    <p:sldLayoutId xmlns:r="http://schemas.openxmlformats.org/officeDocument/2006/relationships" id="2147483739" r:id="Rddc50b215d204491"/>
    <p:sldLayoutId xmlns:r="http://schemas.openxmlformats.org/officeDocument/2006/relationships" id="2147483740" r:id="R69ee06abb9f44945"/>
    <p:sldLayoutId xmlns:r="http://schemas.openxmlformats.org/officeDocument/2006/relationships" id="2147483741" r:id="R137e727b38bf4609"/>
    <p:sldLayoutId xmlns:r="http://schemas.openxmlformats.org/officeDocument/2006/relationships" id="2147483742" r:id="R89aae6a8347f4f5b"/>
    <p:sldLayoutId xmlns:r="http://schemas.openxmlformats.org/officeDocument/2006/relationships" id="2147483743" r:id="R217d7027edf64bf8"/>
    <p:sldLayoutId xmlns:r="http://schemas.openxmlformats.org/officeDocument/2006/relationships" id="2147483744" r:id="R5c6de7472fa5482c"/>
    <p:sldLayoutId xmlns:r="http://schemas.openxmlformats.org/officeDocument/2006/relationships" id="2147483745" r:id="R297ad47b97a541e5"/>
    <p:sldLayoutId xmlns:r="http://schemas.openxmlformats.org/officeDocument/2006/relationships" id="2147483746" r:id="Rabdad3a4d7244217"/>
    <p:sldLayoutId xmlns:r="http://schemas.openxmlformats.org/officeDocument/2006/relationships" id="2147483747" r:id="R86634e323eaf4f4f"/>
    <p:sldLayoutId xmlns:r="http://schemas.openxmlformats.org/officeDocument/2006/relationships" id="2147483748" r:id="R6712552569f3443f"/>
    <p:sldLayoutId xmlns:r="http://schemas.openxmlformats.org/officeDocument/2006/relationships" id="2147483749" r:id="R9079dea43307499d"/>
    <p:sldLayoutId xmlns:r="http://schemas.openxmlformats.org/officeDocument/2006/relationships" id="2147483750" r:id="Rbf276dca2d714dab"/>
    <p:sldLayoutId xmlns:r="http://schemas.openxmlformats.org/officeDocument/2006/relationships" id="2147483751" r:id="Ra7ab0240a7a747ca"/>
    <p:sldLayoutId xmlns:r="http://schemas.openxmlformats.org/officeDocument/2006/relationships" id="2147483752" r:id="R8af8648ec50d481a"/>
    <p:sldLayoutId xmlns:r="http://schemas.openxmlformats.org/officeDocument/2006/relationships" id="2147483753" r:id="R88f40879e6b1401e"/>
    <p:sldLayoutId xmlns:r="http://schemas.openxmlformats.org/officeDocument/2006/relationships" id="2147483754" r:id="R83339d8452aa4ed2"/>
    <p:sldLayoutId xmlns:r="http://schemas.openxmlformats.org/officeDocument/2006/relationships" id="2147483755" r:id="R3e9e9d916885424e"/>
    <p:sldLayoutId xmlns:r="http://schemas.openxmlformats.org/officeDocument/2006/relationships" id="2147483756" r:id="R4899312452e04f34"/>
    <p:sldLayoutId xmlns:r="http://schemas.openxmlformats.org/officeDocument/2006/relationships" id="2147483757" r:id="R20b037fa09ba492a"/>
    <p:sldLayoutId xmlns:r="http://schemas.openxmlformats.org/officeDocument/2006/relationships" id="2147483758" r:id="R0839ba6040644e79"/>
    <p:sldLayoutId xmlns:r="http://schemas.openxmlformats.org/officeDocument/2006/relationships" id="2147483759" r:id="R54d3a96c129648af"/>
    <p:sldLayoutId xmlns:r="http://schemas.openxmlformats.org/officeDocument/2006/relationships" id="2147483760" r:id="Rcf887e5b2deb4420"/>
    <p:sldLayoutId xmlns:r="http://schemas.openxmlformats.org/officeDocument/2006/relationships" id="2147483761" r:id="R2e38a850ee4e4352"/>
    <p:sldLayoutId xmlns:r="http://schemas.openxmlformats.org/officeDocument/2006/relationships" id="2147483762" r:id="R3c0eaaa5ef2b4eeb"/>
    <p:sldLayoutId xmlns:r="http://schemas.openxmlformats.org/officeDocument/2006/relationships" id="2147483763" r:id="Rbe76d21133e54abf"/>
    <p:sldLayoutId xmlns:r="http://schemas.openxmlformats.org/officeDocument/2006/relationships" id="2147483764" r:id="R47f4c8afe19a429d"/>
    <p:sldLayoutId xmlns:r="http://schemas.openxmlformats.org/officeDocument/2006/relationships" id="2147483765" r:id="R7ad5605e4131456d"/>
    <p:sldLayoutId xmlns:r="http://schemas.openxmlformats.org/officeDocument/2006/relationships" id="2147483766" r:id="R02094bf1f4234901"/>
    <p:sldLayoutId xmlns:r="http://schemas.openxmlformats.org/officeDocument/2006/relationships" id="2147483767" r:id="Rc4ab14671a8c42b3"/>
    <p:sldLayoutId xmlns:r="http://schemas.openxmlformats.org/officeDocument/2006/relationships" id="2147483768" r:id="R8e27daa4ef834296"/>
    <p:sldLayoutId xmlns:r="http://schemas.openxmlformats.org/officeDocument/2006/relationships" id="2147483769" r:id="Re3d6453f06f643a6"/>
    <p:sldLayoutId xmlns:r="http://schemas.openxmlformats.org/officeDocument/2006/relationships" id="2147483770" r:id="R411833dca97c417d"/>
    <p:sldLayoutId xmlns:r="http://schemas.openxmlformats.org/officeDocument/2006/relationships" id="2147483771" r:id="R04dcade1e3784733"/>
    <p:sldLayoutId xmlns:r="http://schemas.openxmlformats.org/officeDocument/2006/relationships" id="2147483772" r:id="R272d59d1e4fa4591"/>
    <p:sldLayoutId xmlns:r="http://schemas.openxmlformats.org/officeDocument/2006/relationships" id="2147483773" r:id="R1c2704024f044422"/>
    <p:sldLayoutId xmlns:r="http://schemas.openxmlformats.org/officeDocument/2006/relationships" id="2147483774" r:id="Rca1c48b0551741d3"/>
    <p:sldLayoutId xmlns:r="http://schemas.openxmlformats.org/officeDocument/2006/relationships" id="2147483775" r:id="R138dd08d8e2c4d10"/>
    <p:sldLayoutId xmlns:r="http://schemas.openxmlformats.org/officeDocument/2006/relationships" id="2147483776" r:id="Rffc47eda5cff4d7c"/>
    <p:sldLayoutId xmlns:r="http://schemas.openxmlformats.org/officeDocument/2006/relationships" id="2147483777" r:id="Ree560e35abb74261"/>
    <p:sldLayoutId xmlns:r="http://schemas.openxmlformats.org/officeDocument/2006/relationships" id="2147483778" r:id="R85debb8ced554cdf"/>
    <p:sldLayoutId xmlns:r="http://schemas.openxmlformats.org/officeDocument/2006/relationships" id="2147483779" r:id="Rdca4c8deede346a6"/>
    <p:sldLayoutId xmlns:r="http://schemas.openxmlformats.org/officeDocument/2006/relationships" id="2147483780" r:id="R5d71f576c3fb4f22"/>
    <p:sldLayoutId xmlns:r="http://schemas.openxmlformats.org/officeDocument/2006/relationships" id="2147483781" r:id="Rb2f68e854db649e2"/>
    <p:sldLayoutId xmlns:r="http://schemas.openxmlformats.org/officeDocument/2006/relationships" id="2147483782" r:id="R89a1d255431248f1"/>
    <p:sldLayoutId xmlns:r="http://schemas.openxmlformats.org/officeDocument/2006/relationships" id="2147483783" r:id="Rc7aa743b458746c9"/>
    <p:sldLayoutId xmlns:r="http://schemas.openxmlformats.org/officeDocument/2006/relationships" id="2147483784" r:id="R32fbbcc95af842c2"/>
    <p:sldLayoutId xmlns:r="http://schemas.openxmlformats.org/officeDocument/2006/relationships" id="2147483785" r:id="R1cfc12eaaba04914"/>
    <p:sldLayoutId xmlns:r="http://schemas.openxmlformats.org/officeDocument/2006/relationships" id="2147483786" r:id="R1146b449b7ae49e2"/>
    <p:sldLayoutId xmlns:r="http://schemas.openxmlformats.org/officeDocument/2006/relationships" id="2147483787" r:id="R849bd164522540f5"/>
    <p:sldLayoutId xmlns:r="http://schemas.openxmlformats.org/officeDocument/2006/relationships" id="2147483788" r:id="R99c39ec32bef4881"/>
    <p:sldLayoutId xmlns:r="http://schemas.openxmlformats.org/officeDocument/2006/relationships" id="2147483789" r:id="R626382fd0de74ee2"/>
    <p:sldLayoutId xmlns:r="http://schemas.openxmlformats.org/officeDocument/2006/relationships" id="2147483790" r:id="Rc80881d0255e4d73"/>
    <p:sldLayoutId xmlns:r="http://schemas.openxmlformats.org/officeDocument/2006/relationships" id="2147483791" r:id="R3d46d04b34724bc3"/>
    <p:sldLayoutId xmlns:r="http://schemas.openxmlformats.org/officeDocument/2006/relationships" id="2147483792" r:id="Rba0bc50a99e6415d"/>
    <p:sldLayoutId xmlns:r="http://schemas.openxmlformats.org/officeDocument/2006/relationships" id="2147483793" r:id="Rb87dd2f8d24a4fdb"/>
    <p:sldLayoutId xmlns:r="http://schemas.openxmlformats.org/officeDocument/2006/relationships" id="2147483794" r:id="Rd4de31ea9c484e37"/>
    <p:sldLayoutId xmlns:r="http://schemas.openxmlformats.org/officeDocument/2006/relationships" id="2147483795" r:id="R29f5399b4a144cfe"/>
    <p:sldLayoutId xmlns:r="http://schemas.openxmlformats.org/officeDocument/2006/relationships" id="2147483796" r:id="R79c338475f4945d0"/>
    <p:sldLayoutId xmlns:r="http://schemas.openxmlformats.org/officeDocument/2006/relationships" id="2147483797" r:id="R17567be1aeef4d76"/>
    <p:sldLayoutId xmlns:r="http://schemas.openxmlformats.org/officeDocument/2006/relationships" id="2147483798" r:id="Rbb9142996b1f40fe"/>
    <p:sldLayoutId xmlns:r="http://schemas.openxmlformats.org/officeDocument/2006/relationships" id="2147483799" r:id="R3820bbde6fa34cb1"/>
    <p:sldLayoutId xmlns:r="http://schemas.openxmlformats.org/officeDocument/2006/relationships" id="2147483800" r:id="Rf911d383e9d442e6"/>
    <p:sldLayoutId xmlns:r="http://schemas.openxmlformats.org/officeDocument/2006/relationships" id="2147483801" r:id="Rff8f6480c148400f"/>
    <p:sldLayoutId xmlns:r="http://schemas.openxmlformats.org/officeDocument/2006/relationships" id="2147483802" r:id="R9db6775ba9e941c0"/>
    <p:sldLayoutId xmlns:r="http://schemas.openxmlformats.org/officeDocument/2006/relationships" id="2147483803" r:id="Re1da27594efd4ff5"/>
    <p:sldLayoutId xmlns:r="http://schemas.openxmlformats.org/officeDocument/2006/relationships" id="2147483804" r:id="R0d1ca7da4de94942"/>
    <p:sldLayoutId xmlns:r="http://schemas.openxmlformats.org/officeDocument/2006/relationships" id="2147483805" r:id="Rc60a54fbd28e4efb"/>
    <p:sldLayoutId xmlns:r="http://schemas.openxmlformats.org/officeDocument/2006/relationships" id="2147483806" r:id="Rabbd007cace74eed"/>
    <p:sldLayoutId xmlns:r="http://schemas.openxmlformats.org/officeDocument/2006/relationships" id="2147483807" r:id="Rb671ab8464734b49"/>
    <p:sldLayoutId xmlns:r="http://schemas.openxmlformats.org/officeDocument/2006/relationships" id="2147483808" r:id="R4eb6f981672242d6"/>
    <p:sldLayoutId xmlns:r="http://schemas.openxmlformats.org/officeDocument/2006/relationships" id="2147483809" r:id="R574239c433a24a42"/>
    <p:sldLayoutId xmlns:r="http://schemas.openxmlformats.org/officeDocument/2006/relationships" id="2147483810" r:id="R62c70b9553d64afc"/>
    <p:sldLayoutId xmlns:r="http://schemas.openxmlformats.org/officeDocument/2006/relationships" id="2147483811" r:id="R8571ad6683a24933"/>
    <p:sldLayoutId xmlns:r="http://schemas.openxmlformats.org/officeDocument/2006/relationships" id="2147483812" r:id="R3daf502065464e89"/>
    <p:sldLayoutId xmlns:r="http://schemas.openxmlformats.org/officeDocument/2006/relationships" id="2147483813" r:id="Rcc1291977d7641c0"/>
    <p:sldLayoutId xmlns:r="http://schemas.openxmlformats.org/officeDocument/2006/relationships" id="2147483814" r:id="R8197836da41d4561"/>
    <p:sldLayoutId xmlns:r="http://schemas.openxmlformats.org/officeDocument/2006/relationships" id="2147483815" r:id="R0cce9eb2128f43cf"/>
    <p:sldLayoutId xmlns:r="http://schemas.openxmlformats.org/officeDocument/2006/relationships" id="2147483816" r:id="R1612f4a3631c4b4e"/>
    <p:sldLayoutId xmlns:r="http://schemas.openxmlformats.org/officeDocument/2006/relationships" id="2147483817" r:id="Ra66c69f9f3d8408d"/>
    <p:sldLayoutId xmlns:r="http://schemas.openxmlformats.org/officeDocument/2006/relationships" id="2147483818" r:id="R3b0610c325234320"/>
    <p:sldLayoutId xmlns:r="http://schemas.openxmlformats.org/officeDocument/2006/relationships" id="2147483819" r:id="R02a32196bf3b4630"/>
    <p:sldLayoutId xmlns:r="http://schemas.openxmlformats.org/officeDocument/2006/relationships" id="2147483820" r:id="Re3000b1b1af24d69"/>
    <p:sldLayoutId xmlns:r="http://schemas.openxmlformats.org/officeDocument/2006/relationships" id="2147483821" r:id="R1f1ff7a4befe4f09"/>
    <p:sldLayoutId xmlns:r="http://schemas.openxmlformats.org/officeDocument/2006/relationships" id="2147483822" r:id="Rad2c1cecef354137"/>
    <p:sldLayoutId xmlns:r="http://schemas.openxmlformats.org/officeDocument/2006/relationships" id="2147483823" r:id="R8c079e24eb37417d"/>
    <p:sldLayoutId xmlns:r="http://schemas.openxmlformats.org/officeDocument/2006/relationships" id="2147483824" r:id="Rc29ef796df2f4def"/>
    <p:sldLayoutId xmlns:r="http://schemas.openxmlformats.org/officeDocument/2006/relationships" id="2147483825" r:id="R9982c7e20d2b4185"/>
    <p:sldLayoutId xmlns:r="http://schemas.openxmlformats.org/officeDocument/2006/relationships" id="2147483826" r:id="Ra9a075c78c74498c"/>
    <p:sldLayoutId xmlns:r="http://schemas.openxmlformats.org/officeDocument/2006/relationships" id="2147483827" r:id="R04761b415e604e4f"/>
    <p:sldLayoutId xmlns:r="http://schemas.openxmlformats.org/officeDocument/2006/relationships" id="2147483828" r:id="Re7e6f2850fc54830"/>
    <p:sldLayoutId xmlns:r="http://schemas.openxmlformats.org/officeDocument/2006/relationships" id="2147483829" r:id="R7b7d1a78ab0b4049"/>
    <p:sldLayoutId xmlns:r="http://schemas.openxmlformats.org/officeDocument/2006/relationships" id="2147483830" r:id="R14249dc09cb5472d"/>
    <p:sldLayoutId xmlns:r="http://schemas.openxmlformats.org/officeDocument/2006/relationships" id="2147483831" r:id="Rc55ca42fd4e04ab0"/>
    <p:sldLayoutId xmlns:r="http://schemas.openxmlformats.org/officeDocument/2006/relationships" id="2147483832" r:id="R0f4331537c284bc9"/>
    <p:sldLayoutId xmlns:r="http://schemas.openxmlformats.org/officeDocument/2006/relationships" id="2147483833" r:id="R536c2304695c455f"/>
    <p:sldLayoutId xmlns:r="http://schemas.openxmlformats.org/officeDocument/2006/relationships" id="2147483834" r:id="Rae7f45bfe58f4c9f"/>
    <p:sldLayoutId xmlns:r="http://schemas.openxmlformats.org/officeDocument/2006/relationships" id="2147483835" r:id="R7cd0003e7eca45cb"/>
    <p:sldLayoutId xmlns:r="http://schemas.openxmlformats.org/officeDocument/2006/relationships" id="2147483836" r:id="R5bdd7bfb678d4d30"/>
    <p:sldLayoutId xmlns:r="http://schemas.openxmlformats.org/officeDocument/2006/relationships" id="2147483837" r:id="R5cf0a385a45c4a28"/>
    <p:sldLayoutId xmlns:r="http://schemas.openxmlformats.org/officeDocument/2006/relationships" id="2147483838" r:id="R51a5674b2c51472b"/>
    <p:sldLayoutId xmlns:r="http://schemas.openxmlformats.org/officeDocument/2006/relationships" id="2147483839" r:id="Rb697e2ad7405403b"/>
    <p:sldLayoutId xmlns:r="http://schemas.openxmlformats.org/officeDocument/2006/relationships" id="2147483840" r:id="Rdfd1b8c880c246c1"/>
    <p:sldLayoutId xmlns:r="http://schemas.openxmlformats.org/officeDocument/2006/relationships" id="2147483841" r:id="R1abea1ba066b4af4"/>
    <p:sldLayoutId xmlns:r="http://schemas.openxmlformats.org/officeDocument/2006/relationships" id="2147483842" r:id="Raf6b88c20fc44bb5"/>
    <p:sldLayoutId xmlns:r="http://schemas.openxmlformats.org/officeDocument/2006/relationships" id="2147483843" r:id="R2b9a110796a14a4d"/>
    <p:sldLayoutId xmlns:r="http://schemas.openxmlformats.org/officeDocument/2006/relationships" id="2147483844" r:id="R445391895865442f"/>
    <p:sldLayoutId xmlns:r="http://schemas.openxmlformats.org/officeDocument/2006/relationships" id="2147483845" r:id="R69e1c3a78635428c"/>
    <p:sldLayoutId xmlns:r="http://schemas.openxmlformats.org/officeDocument/2006/relationships" id="2147483846" r:id="R3c02bcccbf03498b"/>
    <p:sldLayoutId xmlns:r="http://schemas.openxmlformats.org/officeDocument/2006/relationships" id="2147483847" r:id="R0c39b993be9c43a2"/>
    <p:sldLayoutId xmlns:r="http://schemas.openxmlformats.org/officeDocument/2006/relationships" id="2147483848" r:id="R2f5b850768b44b23"/>
    <p:sldLayoutId xmlns:r="http://schemas.openxmlformats.org/officeDocument/2006/relationships" id="2147483849" r:id="R1882fd327ec94251"/>
    <p:sldLayoutId xmlns:r="http://schemas.openxmlformats.org/officeDocument/2006/relationships" id="2147483850" r:id="R5638936b21794776"/>
    <p:sldLayoutId xmlns:r="http://schemas.openxmlformats.org/officeDocument/2006/relationships" id="2147483851" r:id="R46033303bcb24cda"/>
    <p:sldLayoutId xmlns:r="http://schemas.openxmlformats.org/officeDocument/2006/relationships" id="2147483852" r:id="R1bdee98955024309"/>
    <p:sldLayoutId xmlns:r="http://schemas.openxmlformats.org/officeDocument/2006/relationships" id="2147483853" r:id="Re9159fdb00174189"/>
    <p:sldLayoutId xmlns:r="http://schemas.openxmlformats.org/officeDocument/2006/relationships" id="2147483854" r:id="R8c0ffb4fb5e64da9"/>
    <p:sldLayoutId xmlns:r="http://schemas.openxmlformats.org/officeDocument/2006/relationships" id="2147483855" r:id="Rc382e253bbf946f0"/>
    <p:sldLayoutId xmlns:r="http://schemas.openxmlformats.org/officeDocument/2006/relationships" id="2147483856" r:id="R441b6a5225d24976"/>
    <p:sldLayoutId xmlns:r="http://schemas.openxmlformats.org/officeDocument/2006/relationships" id="2147483857" r:id="R204b836c19c94666"/>
    <p:sldLayoutId xmlns:r="http://schemas.openxmlformats.org/officeDocument/2006/relationships" id="2147483858" r:id="R84147c7db8ff4d1d"/>
    <p:sldLayoutId xmlns:r="http://schemas.openxmlformats.org/officeDocument/2006/relationships" id="2147483859" r:id="Rbb9cf3dfcf4c4685"/>
    <p:sldLayoutId xmlns:r="http://schemas.openxmlformats.org/officeDocument/2006/relationships" id="2147483860" r:id="R46d97488b2484681"/>
    <p:sldLayoutId xmlns:r="http://schemas.openxmlformats.org/officeDocument/2006/relationships" id="2147483861" r:id="R5001bcfd366d4c7b"/>
    <p:sldLayoutId xmlns:r="http://schemas.openxmlformats.org/officeDocument/2006/relationships" id="2147483862" r:id="R03cc924b41b04456"/>
    <p:sldLayoutId xmlns:r="http://schemas.openxmlformats.org/officeDocument/2006/relationships" id="2147483863" r:id="Rbe657f220bde49c5"/>
    <p:sldLayoutId xmlns:r="http://schemas.openxmlformats.org/officeDocument/2006/relationships" id="2147483864" r:id="R426c1b1e79c54572"/>
    <p:sldLayoutId xmlns:r="http://schemas.openxmlformats.org/officeDocument/2006/relationships" id="2147483865" r:id="R0067e1f4a3ac43c7"/>
    <p:sldLayoutId xmlns:r="http://schemas.openxmlformats.org/officeDocument/2006/relationships" id="2147483866" r:id="R46d5a6657c934e68"/>
    <p:sldLayoutId xmlns:r="http://schemas.openxmlformats.org/officeDocument/2006/relationships" id="2147483867" r:id="R512d0c1d60dd414a"/>
    <p:sldLayoutId xmlns:r="http://schemas.openxmlformats.org/officeDocument/2006/relationships" id="2147483868" r:id="R1e1794692c904c00"/>
    <p:sldLayoutId xmlns:r="http://schemas.openxmlformats.org/officeDocument/2006/relationships" id="2147483869" r:id="R67120f4cde50446f"/>
    <p:sldLayoutId xmlns:r="http://schemas.openxmlformats.org/officeDocument/2006/relationships" id="2147483870" r:id="Rdb79e38466ef45d7"/>
    <p:sldLayoutId xmlns:r="http://schemas.openxmlformats.org/officeDocument/2006/relationships" id="2147483871" r:id="Rbebb696108a740ac"/>
    <p:sldLayoutId xmlns:r="http://schemas.openxmlformats.org/officeDocument/2006/relationships" id="2147483872" r:id="R77fe87d87a094e74"/>
    <p:sldLayoutId xmlns:r="http://schemas.openxmlformats.org/officeDocument/2006/relationships" id="2147483873" r:id="R5ff9b44b1e3b40eb"/>
    <p:sldLayoutId xmlns:r="http://schemas.openxmlformats.org/officeDocument/2006/relationships" id="2147483874" r:id="R6f06140471044aae"/>
    <p:sldLayoutId xmlns:r="http://schemas.openxmlformats.org/officeDocument/2006/relationships" id="2147483875" r:id="R5c5727b285ce43aa"/>
    <p:sldLayoutId xmlns:r="http://schemas.openxmlformats.org/officeDocument/2006/relationships" id="2147483876" r:id="R10a9071646df415f"/>
    <p:sldLayoutId xmlns:r="http://schemas.openxmlformats.org/officeDocument/2006/relationships" id="2147483877" r:id="R4aaf47a740d1404b"/>
    <p:sldLayoutId xmlns:r="http://schemas.openxmlformats.org/officeDocument/2006/relationships" id="2147483878" r:id="R002fbacd594f4bee"/>
    <p:sldLayoutId xmlns:r="http://schemas.openxmlformats.org/officeDocument/2006/relationships" id="2147483879" r:id="R020a37e375334076"/>
    <p:sldLayoutId xmlns:r="http://schemas.openxmlformats.org/officeDocument/2006/relationships" id="2147483880" r:id="R421f3a094e644c9d"/>
    <p:sldLayoutId xmlns:r="http://schemas.openxmlformats.org/officeDocument/2006/relationships" id="2147483881" r:id="Rc5cdb49f527e4f53"/>
    <p:sldLayoutId xmlns:r="http://schemas.openxmlformats.org/officeDocument/2006/relationships" id="2147483882" r:id="R37d8d65c32a54774"/>
    <p:sldLayoutId xmlns:r="http://schemas.openxmlformats.org/officeDocument/2006/relationships" id="2147483883" r:id="R47740da9bc1846b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Другая 4">
      <a:dk1>
        <a:srgbClr val="3F454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Другая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Custom 9">
      <a:dk1>
        <a:sysClr val="windowText" lastClr="000000"/>
      </a:dk1>
      <a:lt1>
        <a:sysClr val="window" lastClr="FFFFFF"/>
      </a:lt1>
      <a:dk2>
        <a:srgbClr val="232323"/>
      </a:dk2>
      <a:lt2>
        <a:srgbClr val="FFFFFF"/>
      </a:lt2>
      <a:accent1>
        <a:srgbClr val="FDB913"/>
      </a:accent1>
      <a:accent2>
        <a:srgbClr val="F5822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1F4F9"/>
      </a:accent6>
      <a:hlink>
        <a:srgbClr val="FFFFFF"/>
      </a:hlink>
      <a:folHlink>
        <a:srgbClr val="FFFFF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ustom 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557d05796b84f7f" /><Relationship Type="http://schemas.openxmlformats.org/officeDocument/2006/relationships/image" Target="/ppt/media/image.png" Id="R75bb9d34f8904b3b" /><Relationship Type="http://schemas.openxmlformats.org/officeDocument/2006/relationships/image" Target="/ppt/media/image.svg" Id="R99edc6cb52654ceb" /><Relationship Type="http://schemas.openxmlformats.org/officeDocument/2006/relationships/image" Target="/ppt/media/image2.png" Id="R0fbd6d8e7efc4bf9" /><Relationship Type="http://schemas.openxmlformats.org/officeDocument/2006/relationships/image" Target="/ppt/media/image2.svg" Id="R5ff7f16521504004" /><Relationship Type="http://schemas.openxmlformats.org/officeDocument/2006/relationships/image" Target="/ppt/media/image3.png" Id="R75e151d75f064126" /><Relationship Type="http://schemas.openxmlformats.org/officeDocument/2006/relationships/image" Target="/ppt/media/image3.svg" Id="R532e721a23d8432f" /><Relationship Type="http://schemas.openxmlformats.org/officeDocument/2006/relationships/image" Target="/ppt/media/image4.png" Id="R1dad8752faed484d" /><Relationship Type="http://schemas.openxmlformats.org/officeDocument/2006/relationships/image" Target="/ppt/media/image4.svg" Id="Rb827ff11450e4f8a" /><Relationship Type="http://schemas.openxmlformats.org/officeDocument/2006/relationships/image" Target="/ppt/media/image5.png" Id="R090d526c1db947bf" /><Relationship Type="http://schemas.openxmlformats.org/officeDocument/2006/relationships/image" Target="/ppt/media/image5.svg" Id="R4b0d927b4baf4d50" /><Relationship Type="http://schemas.openxmlformats.org/officeDocument/2006/relationships/image" Target="/ppt/media/image6.png" Id="Rf498d33504dd4760" /><Relationship Type="http://schemas.openxmlformats.org/officeDocument/2006/relationships/image" Target="/ppt/media/image6.svg" Id="Ra43845e2a97d4469" /><Relationship Type="http://schemas.openxmlformats.org/officeDocument/2006/relationships/image" Target="/ppt/media/image7.png" Id="R61e4e18c26714ae8" /><Relationship Type="http://schemas.openxmlformats.org/officeDocument/2006/relationships/image" Target="/ppt/media/image7.svg" Id="R0bdb7bc16b1344c6" /><Relationship Type="http://schemas.openxmlformats.org/officeDocument/2006/relationships/image" Target="/ppt/media/image8.png" Id="R436ffc501d0b4671" /><Relationship Type="http://schemas.openxmlformats.org/officeDocument/2006/relationships/image" Target="/ppt/media/image8.svg" Id="Rb15c432dbce347cf" /><Relationship Type="http://schemas.openxmlformats.org/officeDocument/2006/relationships/image" Target="/ppt/media/image9.png" Id="R918a7912088e4fed" /><Relationship Type="http://schemas.openxmlformats.org/officeDocument/2006/relationships/image" Target="/ppt/media/image9.svg" Id="Raed719ecf3ac43b1" /><Relationship Type="http://schemas.openxmlformats.org/officeDocument/2006/relationships/image" Target="/ppt/media/image10.png" Id="Re54eeac8def84179" /><Relationship Type="http://schemas.openxmlformats.org/officeDocument/2006/relationships/image" Target="/ppt/media/image10.svg" Id="R10d5954e25034dc9" /><Relationship Type="http://schemas.openxmlformats.org/officeDocument/2006/relationships/image" Target="/ppt/media/image11.png" Id="R81cbb34a0cf94162" /><Relationship Type="http://schemas.openxmlformats.org/officeDocument/2006/relationships/image" Target="/ppt/media/image11.svg" Id="R2e09c2e8b41b4fca" /><Relationship Type="http://schemas.openxmlformats.org/officeDocument/2006/relationships/image" Target="/ppt/media/image12.png" Id="R8eade8b984c745aa" /><Relationship Type="http://schemas.openxmlformats.org/officeDocument/2006/relationships/image" Target="/ppt/media/image12.svg" Id="R976d518e8316460d" /><Relationship Type="http://schemas.openxmlformats.org/officeDocument/2006/relationships/image" Target="/ppt/media/image13.png" Id="Rb317d51d9d064d08" /><Relationship Type="http://schemas.openxmlformats.org/officeDocument/2006/relationships/image" Target="/ppt/media/image13.svg" Id="Re9494d62ead643fc" /><Relationship Type="http://schemas.openxmlformats.org/officeDocument/2006/relationships/image" Target="/ppt/media/image14.png" Id="Rc45bf7e63ac84f6a" /><Relationship Type="http://schemas.openxmlformats.org/officeDocument/2006/relationships/image" Target="/ppt/media/image14.svg" Id="Re50ff91d6de7450b" /><Relationship Type="http://schemas.openxmlformats.org/officeDocument/2006/relationships/notesSlide" Target="/ppt/notesSlides/notesSlide1.xml" Id="R711505f860f74b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f0d10f3fe45a1" /><Relationship Type="http://schemas.openxmlformats.org/officeDocument/2006/relationships/notesSlide" Target="/ppt/notesSlides/notesSlide2.xml" Id="R7c42025fbabe4ec6" /><Relationship Id="rIdDialogueScene2" Type="http://schemas.openxmlformats.org/officeDocument/2006/relationships/image" Target="../media/dialogue-scene-002.png"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48d06697c6430b" /><Relationship Type="http://schemas.openxmlformats.org/officeDocument/2006/relationships/image" Target="/ppt/media/image15.png" Id="R3c8b76bdc11f40f3" /><Relationship Type="http://schemas.openxmlformats.org/officeDocument/2006/relationships/image" Target="/ppt/media/image15.svg" Id="R62cec338c2f74984" /><Relationship Type="http://schemas.openxmlformats.org/officeDocument/2006/relationships/image" Target="/ppt/media/image16.png" Id="Read178afd66f4ccd" /><Relationship Type="http://schemas.openxmlformats.org/officeDocument/2006/relationships/image" Target="/ppt/media/image16.svg" Id="Rf008f7a4957a4f91" /><Relationship Type="http://schemas.openxmlformats.org/officeDocument/2006/relationships/image" Target="/ppt/media/image17.png" Id="R8f60a19395594b13" /><Relationship Type="http://schemas.openxmlformats.org/officeDocument/2006/relationships/image" Target="/ppt/media/image17.svg" Id="Rf878221dc21d4726" /><Relationship Type="http://schemas.openxmlformats.org/officeDocument/2006/relationships/image" Target="/ppt/media/image18.png" Id="R6ffb9560612e4d6b" /><Relationship Type="http://schemas.openxmlformats.org/officeDocument/2006/relationships/image" Target="/ppt/media/image18.svg" Id="R4b129f8c420141d8" /><Relationship Type="http://schemas.openxmlformats.org/officeDocument/2006/relationships/image" Target="/ppt/media/image19.png" Id="R2c57ceb10e854a01" /><Relationship Type="http://schemas.openxmlformats.org/officeDocument/2006/relationships/image" Target="/ppt/media/image19.svg" Id="Rd0a98b4700764378" /><Relationship Type="http://schemas.openxmlformats.org/officeDocument/2006/relationships/image" Target="/ppt/media/image20.png" Id="R73f41e0f0b9e4ce1" /><Relationship Type="http://schemas.openxmlformats.org/officeDocument/2006/relationships/image" Target="/ppt/media/image20.svg" Id="Rd7a322fdf3884f88" /><Relationship Type="http://schemas.openxmlformats.org/officeDocument/2006/relationships/image" Target="/ppt/media/image21.png" Id="R6820fcff32344796" /><Relationship Type="http://schemas.openxmlformats.org/officeDocument/2006/relationships/image" Target="/ppt/media/image21.svg" Id="R2598b4f57633414b" /><Relationship Type="http://schemas.openxmlformats.org/officeDocument/2006/relationships/image" Target="/ppt/media/image22.png" Id="R22c570efb16e4a7d" /><Relationship Type="http://schemas.openxmlformats.org/officeDocument/2006/relationships/image" Target="/ppt/media/image22.svg" Id="R23d504adfe294243" /><Relationship Type="http://schemas.openxmlformats.org/officeDocument/2006/relationships/image" Target="/ppt/media/image23.png" Id="Rece7213735c34cdd" /><Relationship Type="http://schemas.openxmlformats.org/officeDocument/2006/relationships/image" Target="/ppt/media/image23.svg" Id="Rc95da54554c8490e" /><Relationship Type="http://schemas.openxmlformats.org/officeDocument/2006/relationships/image" Target="/ppt/media/image24.png" Id="R4c9aadcc3cee4f68" /><Relationship Type="http://schemas.openxmlformats.org/officeDocument/2006/relationships/image" Target="/ppt/media/image24.svg" Id="Rf44a67c24ace406c" /><Relationship Type="http://schemas.openxmlformats.org/officeDocument/2006/relationships/image" Target="/ppt/media/image25.png" Id="Rd9e0771554a04896" /><Relationship Type="http://schemas.openxmlformats.org/officeDocument/2006/relationships/image" Target="/ppt/media/image25.svg" Id="R44f5ce015f324edb" /><Relationship Type="http://schemas.openxmlformats.org/officeDocument/2006/relationships/image" Target="/ppt/media/image26.png" Id="Ra2cf774481cb4eb6" /><Relationship Type="http://schemas.openxmlformats.org/officeDocument/2006/relationships/image" Target="/ppt/media/image26.svg" Id="R94337187fdaa4b3b" /><Relationship Type="http://schemas.openxmlformats.org/officeDocument/2006/relationships/image" Target="/ppt/media/image27.png" Id="Rb7515f4ebce148ac" /><Relationship Type="http://schemas.openxmlformats.org/officeDocument/2006/relationships/image" Target="/ppt/media/image27.svg" Id="Rfa8e14d501884a7a" /><Relationship Type="http://schemas.openxmlformats.org/officeDocument/2006/relationships/image" Target="/ppt/media/image28.png" Id="R5a222ed677c247da" /><Relationship Type="http://schemas.openxmlformats.org/officeDocument/2006/relationships/image" Target="/ppt/media/image28.svg" Id="R4b10c5cdbecd4113" /><Relationship Type="http://schemas.openxmlformats.org/officeDocument/2006/relationships/image" Target="/ppt/media/image7.png" Id="R6cafe24ada7e494f" /><Relationship Type="http://schemas.openxmlformats.org/officeDocument/2006/relationships/image" Target="/ppt/media/image7.svg" Id="R3c73a81664d44065" /><Relationship Type="http://schemas.openxmlformats.org/officeDocument/2006/relationships/notesSlide" Target="/ppt/notesSlides/notesSlide3.xml" Id="Ra7da61d2e28747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db96a64c94918" /><Relationship Type="http://schemas.openxmlformats.org/officeDocument/2006/relationships/image" Target="/ppt/media/image29.png" Id="Re14c726ed0ca4d29" /><Relationship Type="http://schemas.openxmlformats.org/officeDocument/2006/relationships/image" Target="/ppt/media/image29.svg" Id="R0ed4dc66e74c4ab5" /><Relationship Type="http://schemas.openxmlformats.org/officeDocument/2006/relationships/image" Target="/ppt/media/image30.png" Id="R5677cf749f8145dd" /><Relationship Type="http://schemas.openxmlformats.org/officeDocument/2006/relationships/image" Target="/ppt/media/image31.png" Id="R170f1b11345e47a1" /><Relationship Type="http://schemas.openxmlformats.org/officeDocument/2006/relationships/image" Target="/ppt/media/image32.png" Id="R9abb87dd859143c6" /><Relationship Type="http://schemas.openxmlformats.org/officeDocument/2006/relationships/image" Target="/ppt/media/image16.png" Id="R3b5e142b0d0c422f" /><Relationship Type="http://schemas.openxmlformats.org/officeDocument/2006/relationships/image" Target="/ppt/media/image16.svg" Id="R0479970e31814a67" /><Relationship Type="http://schemas.openxmlformats.org/officeDocument/2006/relationships/image" Target="/ppt/media/image17.png" Id="R0b9c0214078b411d" /><Relationship Type="http://schemas.openxmlformats.org/officeDocument/2006/relationships/image" Target="/ppt/media/image17.svg" Id="R53e914926b444494" /><Relationship Type="http://schemas.openxmlformats.org/officeDocument/2006/relationships/image" Target="/ppt/media/image18.png" Id="R97f75f7711a94c5d" /><Relationship Type="http://schemas.openxmlformats.org/officeDocument/2006/relationships/image" Target="/ppt/media/image18.svg" Id="R2d0440585871497c" /><Relationship Type="http://schemas.openxmlformats.org/officeDocument/2006/relationships/image" Target="/ppt/media/image19.png" Id="R95a4aa5c86034963" /><Relationship Type="http://schemas.openxmlformats.org/officeDocument/2006/relationships/image" Target="/ppt/media/image19.svg" Id="R2216aed0ae1d4c8b" /><Relationship Type="http://schemas.openxmlformats.org/officeDocument/2006/relationships/image" Target="/ppt/media/image33.png" Id="R1114c51add4d4ac7" /><Relationship Type="http://schemas.openxmlformats.org/officeDocument/2006/relationships/image" Target="/ppt/media/image30.svg" Id="Rbec71a3a82234a49" /><Relationship Type="http://schemas.openxmlformats.org/officeDocument/2006/relationships/image" Target="/ppt/media/image15.png" Id="Ra65003efef6847ea" /><Relationship Type="http://schemas.openxmlformats.org/officeDocument/2006/relationships/image" Target="/ppt/media/image15.svg" Id="R40d87101ca5e4c90" /><Relationship Type="http://schemas.openxmlformats.org/officeDocument/2006/relationships/image" Target="/ppt/media/image21.png" Id="Rd2498005c1ec46a4" /><Relationship Type="http://schemas.openxmlformats.org/officeDocument/2006/relationships/image" Target="/ppt/media/image21.svg" Id="R24b16d49a6fb43ff" /><Relationship Type="http://schemas.openxmlformats.org/officeDocument/2006/relationships/image" Target="/ppt/media/image22.png" Id="R0ebb4fac019d43e6" /><Relationship Type="http://schemas.openxmlformats.org/officeDocument/2006/relationships/image" Target="/ppt/media/image22.svg" Id="Rc19f08a041b24178" /><Relationship Type="http://schemas.openxmlformats.org/officeDocument/2006/relationships/image" Target="/ppt/media/image23.png" Id="R76bc7470432f4e0c" /><Relationship Type="http://schemas.openxmlformats.org/officeDocument/2006/relationships/image" Target="/ppt/media/image23.svg" Id="R3a6edbc30eec4630" /><Relationship Type="http://schemas.openxmlformats.org/officeDocument/2006/relationships/image" Target="/ppt/media/image24.png" Id="R3afa4b4cfe7f4274" /><Relationship Type="http://schemas.openxmlformats.org/officeDocument/2006/relationships/image" Target="/ppt/media/image24.svg" Id="R8377ed206e134209" /><Relationship Type="http://schemas.openxmlformats.org/officeDocument/2006/relationships/image" Target="/ppt/media/image25.png" Id="R69732ce6476042fa" /><Relationship Type="http://schemas.openxmlformats.org/officeDocument/2006/relationships/image" Target="/ppt/media/image25.svg" Id="Ree4090d230154362" /><Relationship Type="http://schemas.openxmlformats.org/officeDocument/2006/relationships/image" Target="/ppt/media/image26.png" Id="R52752fbcf369443d" /><Relationship Type="http://schemas.openxmlformats.org/officeDocument/2006/relationships/image" Target="/ppt/media/image26.svg" Id="R88ec6bdfdb7d4028" /><Relationship Type="http://schemas.openxmlformats.org/officeDocument/2006/relationships/image" Target="/ppt/media/image27.png" Id="Rdd712cb05e404583" /><Relationship Type="http://schemas.openxmlformats.org/officeDocument/2006/relationships/image" Target="/ppt/media/image27.svg" Id="R76a5ef1054e54ffb" /><Relationship Type="http://schemas.openxmlformats.org/officeDocument/2006/relationships/image" Target="/ppt/media/image28.png" Id="Rc1b05b429ddc4758" /><Relationship Type="http://schemas.openxmlformats.org/officeDocument/2006/relationships/image" Target="/ppt/media/image28.svg" Id="R47018025661e44e2" /><Relationship Type="http://schemas.openxmlformats.org/officeDocument/2006/relationships/notesSlide" Target="/ppt/notesSlides/notesSlide4.xml" Id="R244d00204b6140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10b371feae46ab" /><Relationship Type="http://schemas.openxmlformats.org/officeDocument/2006/relationships/image" Target="/ppt/media/image15.png" Id="Rd7ad7a43980b4307" /><Relationship Type="http://schemas.openxmlformats.org/officeDocument/2006/relationships/image" Target="/ppt/media/image15.svg" Id="R1a5bd6e3a31a48d5" /><Relationship Type="http://schemas.openxmlformats.org/officeDocument/2006/relationships/image" Target="/ppt/media/image16.png" Id="R97a2bfb50210422e" /><Relationship Type="http://schemas.openxmlformats.org/officeDocument/2006/relationships/image" Target="/ppt/media/image16.svg" Id="Ra4dc91ce09764f6a" /><Relationship Type="http://schemas.openxmlformats.org/officeDocument/2006/relationships/image" Target="/ppt/media/image17.png" Id="Rd8835230139b4f00" /><Relationship Type="http://schemas.openxmlformats.org/officeDocument/2006/relationships/image" Target="/ppt/media/image17.svg" Id="R94e652073b634b9a" /><Relationship Type="http://schemas.openxmlformats.org/officeDocument/2006/relationships/image" Target="/ppt/media/image18.png" Id="Rde0cdd2d27994d3e" /><Relationship Type="http://schemas.openxmlformats.org/officeDocument/2006/relationships/image" Target="/ppt/media/image18.svg" Id="Re21999cd752140f8" /><Relationship Type="http://schemas.openxmlformats.org/officeDocument/2006/relationships/image" Target="/ppt/media/image19.png" Id="Rf1dee001891748c3" /><Relationship Type="http://schemas.openxmlformats.org/officeDocument/2006/relationships/image" Target="/ppt/media/image19.svg" Id="Rec60b88ce188405d" /><Relationship Type="http://schemas.openxmlformats.org/officeDocument/2006/relationships/image" Target="/ppt/media/image20.png" Id="R9e8743f7ebcb462e" /><Relationship Type="http://schemas.openxmlformats.org/officeDocument/2006/relationships/image" Target="/ppt/media/image20.svg" Id="R05eca245784f4c9f" /><Relationship Type="http://schemas.openxmlformats.org/officeDocument/2006/relationships/image" Target="/ppt/media/image21.png" Id="R01ef0d5cd61a4f9e" /><Relationship Type="http://schemas.openxmlformats.org/officeDocument/2006/relationships/image" Target="/ppt/media/image21.svg" Id="R15a9214310084594" /><Relationship Type="http://schemas.openxmlformats.org/officeDocument/2006/relationships/image" Target="/ppt/media/image22.png" Id="Raa2968b52c8c4d3c" /><Relationship Type="http://schemas.openxmlformats.org/officeDocument/2006/relationships/image" Target="/ppt/media/image22.svg" Id="R1b50f062cd924991" /><Relationship Type="http://schemas.openxmlformats.org/officeDocument/2006/relationships/image" Target="/ppt/media/image23.png" Id="R5529b0deb2f74364" /><Relationship Type="http://schemas.openxmlformats.org/officeDocument/2006/relationships/image" Target="/ppt/media/image23.svg" Id="Ra4e821857ab1457d" /><Relationship Type="http://schemas.openxmlformats.org/officeDocument/2006/relationships/image" Target="/ppt/media/image24.png" Id="Ra90baff6189d47ef" /><Relationship Type="http://schemas.openxmlformats.org/officeDocument/2006/relationships/image" Target="/ppt/media/image24.svg" Id="R55d23e461ea04917" /><Relationship Type="http://schemas.openxmlformats.org/officeDocument/2006/relationships/image" Target="/ppt/media/image25.png" Id="R90f0f05b190c46c4" /><Relationship Type="http://schemas.openxmlformats.org/officeDocument/2006/relationships/image" Target="/ppt/media/image25.svg" Id="R37bf859a98e94923" /><Relationship Type="http://schemas.openxmlformats.org/officeDocument/2006/relationships/image" Target="/ppt/media/image26.png" Id="R2a989f6394bd44f3" /><Relationship Type="http://schemas.openxmlformats.org/officeDocument/2006/relationships/image" Target="/ppt/media/image26.svg" Id="Rec3d409263154d2f" /><Relationship Type="http://schemas.openxmlformats.org/officeDocument/2006/relationships/image" Target="/ppt/media/image27.png" Id="Ra89188e63b1d4078" /><Relationship Type="http://schemas.openxmlformats.org/officeDocument/2006/relationships/image" Target="/ppt/media/image27.svg" Id="Rb16010a15f0e42d9" /><Relationship Type="http://schemas.openxmlformats.org/officeDocument/2006/relationships/image" Target="/ppt/media/image28.png" Id="R930fef12a98f44a6" /><Relationship Type="http://schemas.openxmlformats.org/officeDocument/2006/relationships/image" Target="/ppt/media/image28.svg" Id="R9cfb03a366e04078" /><Relationship Type="http://schemas.openxmlformats.org/officeDocument/2006/relationships/image" Target="/ppt/media/image7.png" Id="Rd51a244c50f84505" /><Relationship Type="http://schemas.openxmlformats.org/officeDocument/2006/relationships/image" Target="/ppt/media/image7.svg" Id="R3e43506d820b4a66" /><Relationship Type="http://schemas.openxmlformats.org/officeDocument/2006/relationships/notesSlide" Target="/ppt/notesSlides/notesSlide5.xml" Id="R021a8fa5663c44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53c248a3f48d2" /><Relationship Type="http://schemas.openxmlformats.org/officeDocument/2006/relationships/image" Target="/ppt/media/image15.png" Id="Rf2626b4f6cc949e7" /><Relationship Type="http://schemas.openxmlformats.org/officeDocument/2006/relationships/image" Target="/ppt/media/image15.svg" Id="R288766f2cf6c4384" /><Relationship Type="http://schemas.openxmlformats.org/officeDocument/2006/relationships/image" Target="/ppt/media/image34.png" Id="R6c658f90675a4e40" /><Relationship Type="http://schemas.openxmlformats.org/officeDocument/2006/relationships/image" Target="/ppt/media/image31.svg" Id="Ra59eb53cf50e4d00" /><Relationship Type="http://schemas.openxmlformats.org/officeDocument/2006/relationships/image" Target="/ppt/media/image30.png" Id="R6d9bbeb634b94e5a" /><Relationship Type="http://schemas.openxmlformats.org/officeDocument/2006/relationships/image" Target="/ppt/media/image16.png" Id="R37368fc0a90948d0" /><Relationship Type="http://schemas.openxmlformats.org/officeDocument/2006/relationships/image" Target="/ppt/media/image16.svg" Id="R9c930aa2b34846b5" /><Relationship Type="http://schemas.openxmlformats.org/officeDocument/2006/relationships/image" Target="/ppt/media/image17.png" Id="R6ac699369c7d4b92" /><Relationship Type="http://schemas.openxmlformats.org/officeDocument/2006/relationships/image" Target="/ppt/media/image17.svg" Id="R493cb434708c4b5f" /><Relationship Type="http://schemas.openxmlformats.org/officeDocument/2006/relationships/image" Target="/ppt/media/image18.png" Id="R510e951a09484bdb" /><Relationship Type="http://schemas.openxmlformats.org/officeDocument/2006/relationships/image" Target="/ppt/media/image18.svg" Id="R23b9cf6cf35943c5" /><Relationship Type="http://schemas.openxmlformats.org/officeDocument/2006/relationships/image" Target="/ppt/media/image19.png" Id="R00bd3c8f38b648d9" /><Relationship Type="http://schemas.openxmlformats.org/officeDocument/2006/relationships/image" Target="/ppt/media/image19.svg" Id="R47b559a8534c4648" /><Relationship Type="http://schemas.openxmlformats.org/officeDocument/2006/relationships/image" Target="/ppt/media/image20.png" Id="Ra7f55a578e484a87" /><Relationship Type="http://schemas.openxmlformats.org/officeDocument/2006/relationships/image" Target="/ppt/media/image20.svg" Id="R1f4c2120905f4932" /><Relationship Type="http://schemas.openxmlformats.org/officeDocument/2006/relationships/image" Target="/ppt/media/image21.png" Id="Rb0d0d85077504296" /><Relationship Type="http://schemas.openxmlformats.org/officeDocument/2006/relationships/image" Target="/ppt/media/image21.svg" Id="R367fd7df84764e95" /><Relationship Type="http://schemas.openxmlformats.org/officeDocument/2006/relationships/image" Target="/ppt/media/image22.png" Id="Reb4f6bd123894645" /><Relationship Type="http://schemas.openxmlformats.org/officeDocument/2006/relationships/image" Target="/ppt/media/image22.svg" Id="Rf94532d911304bc4" /><Relationship Type="http://schemas.openxmlformats.org/officeDocument/2006/relationships/image" Target="/ppt/media/image23.png" Id="R501c83201d234de2" /><Relationship Type="http://schemas.openxmlformats.org/officeDocument/2006/relationships/image" Target="/ppt/media/image23.svg" Id="Rf3bad4e311154372" /><Relationship Type="http://schemas.openxmlformats.org/officeDocument/2006/relationships/image" Target="/ppt/media/image24.png" Id="Rb65b95fc418e4e80" /><Relationship Type="http://schemas.openxmlformats.org/officeDocument/2006/relationships/image" Target="/ppt/media/image24.svg" Id="R4ab73c4781c44306" /><Relationship Type="http://schemas.openxmlformats.org/officeDocument/2006/relationships/image" Target="/ppt/media/image25.png" Id="R30622031d70442d6" /><Relationship Type="http://schemas.openxmlformats.org/officeDocument/2006/relationships/image" Target="/ppt/media/image25.svg" Id="R2b59863bd7a640ff" /><Relationship Type="http://schemas.openxmlformats.org/officeDocument/2006/relationships/image" Target="/ppt/media/image26.png" Id="R90c5c5a20a3448ab" /><Relationship Type="http://schemas.openxmlformats.org/officeDocument/2006/relationships/image" Target="/ppt/media/image26.svg" Id="Rcf872d50cf5a498d" /><Relationship Type="http://schemas.openxmlformats.org/officeDocument/2006/relationships/image" Target="/ppt/media/image27.png" Id="R6e7bba286bda4bf1" /><Relationship Type="http://schemas.openxmlformats.org/officeDocument/2006/relationships/image" Target="/ppt/media/image27.svg" Id="Re564109f88c24f62" /><Relationship Type="http://schemas.openxmlformats.org/officeDocument/2006/relationships/image" Target="/ppt/media/image28.png" Id="R13045bf22e9f4a5e" /><Relationship Type="http://schemas.openxmlformats.org/officeDocument/2006/relationships/image" Target="/ppt/media/image28.svg" Id="R5cf22b11fc404ea4" /><Relationship Type="http://schemas.openxmlformats.org/officeDocument/2006/relationships/image" Target="/ppt/media/image7.png" Id="R85fc5f610a294890" /><Relationship Type="http://schemas.openxmlformats.org/officeDocument/2006/relationships/image" Target="/ppt/media/image7.svg" Id="R888b25916b0344a0" /><Relationship Type="http://schemas.openxmlformats.org/officeDocument/2006/relationships/image" Target="/ppt/media/image35.png" Id="R5a2373fff02a4b53" /><Relationship Type="http://schemas.openxmlformats.org/officeDocument/2006/relationships/notesSlide" Target="/ppt/notesSlides/notesSlide6.xml" Id="Ra63cf562daf841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8536271df453f" /><Relationship Type="http://schemas.openxmlformats.org/officeDocument/2006/relationships/notesSlide" Target="/ppt/notesSlides/notesSlide7.xml" Id="Rd9a46d87b9fb4e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0c854d7d2481f" /><Relationship Type="http://schemas.openxmlformats.org/officeDocument/2006/relationships/notesSlide" Target="/ppt/notesSlides/notesSlide8.xml" Id="Rd0469169ac614b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8867da729b403e" /><Relationship Type="http://schemas.openxmlformats.org/officeDocument/2006/relationships/image" Target="/ppt/media/image15.png" Id="Rcac612b5c2db4aa3" /><Relationship Type="http://schemas.openxmlformats.org/officeDocument/2006/relationships/image" Target="/ppt/media/image15.svg" Id="R39a822fa547a40d3" /><Relationship Type="http://schemas.openxmlformats.org/officeDocument/2006/relationships/image" Target="/ppt/media/image16.png" Id="Rdaa970385fb445b6" /><Relationship Type="http://schemas.openxmlformats.org/officeDocument/2006/relationships/image" Target="/ppt/media/image16.svg" Id="R0c71ed7003ff4e86" /><Relationship Type="http://schemas.openxmlformats.org/officeDocument/2006/relationships/image" Target="/ppt/media/image17.png" Id="Re1748c2ed00c4970" /><Relationship Type="http://schemas.openxmlformats.org/officeDocument/2006/relationships/image" Target="/ppt/media/image17.svg" Id="Rcc944a61a4ff4d87" /><Relationship Type="http://schemas.openxmlformats.org/officeDocument/2006/relationships/image" Target="/ppt/media/image18.png" Id="R50a980bf90d348d2" /><Relationship Type="http://schemas.openxmlformats.org/officeDocument/2006/relationships/image" Target="/ppt/media/image18.svg" Id="R0d58299a4ccb460d" /><Relationship Type="http://schemas.openxmlformats.org/officeDocument/2006/relationships/image" Target="/ppt/media/image19.png" Id="Rda4e24b9888e4cd4" /><Relationship Type="http://schemas.openxmlformats.org/officeDocument/2006/relationships/image" Target="/ppt/media/image19.svg" Id="Re29a84a7b188400f" /><Relationship Type="http://schemas.openxmlformats.org/officeDocument/2006/relationships/image" Target="/ppt/media/image20.png" Id="Rd12417c70cc944ba" /><Relationship Type="http://schemas.openxmlformats.org/officeDocument/2006/relationships/image" Target="/ppt/media/image20.svg" Id="Re43dc5a29e97408d" /><Relationship Type="http://schemas.openxmlformats.org/officeDocument/2006/relationships/image" Target="/ppt/media/image21.png" Id="R4d41559274fa4a1f" /><Relationship Type="http://schemas.openxmlformats.org/officeDocument/2006/relationships/image" Target="/ppt/media/image21.svg" Id="Rcc8cda0bd6fc4f1c" /><Relationship Type="http://schemas.openxmlformats.org/officeDocument/2006/relationships/image" Target="/ppt/media/image36.png" Id="Reda7d7456fd4471f" /><Relationship Type="http://schemas.openxmlformats.org/officeDocument/2006/relationships/image" Target="/ppt/media/image32.svg" Id="R6c6b5d7477c7410a" /><Relationship Type="http://schemas.openxmlformats.org/officeDocument/2006/relationships/image" Target="/ppt/media/image37.png" Id="Ra8d871e5808f4c5c" /><Relationship Type="http://schemas.openxmlformats.org/officeDocument/2006/relationships/image" Target="/ppt/media/image33.svg" Id="R8af47901d6db4b0d" /><Relationship Type="http://schemas.openxmlformats.org/officeDocument/2006/relationships/image" Target="/ppt/media/image24.png" Id="Rd375e80e483c404b" /><Relationship Type="http://schemas.openxmlformats.org/officeDocument/2006/relationships/image" Target="/ppt/media/image24.svg" Id="Rec6b65348570420f" /><Relationship Type="http://schemas.openxmlformats.org/officeDocument/2006/relationships/image" Target="/ppt/media/image25.png" Id="R1f6985bda6e348df" /><Relationship Type="http://schemas.openxmlformats.org/officeDocument/2006/relationships/image" Target="/ppt/media/image25.svg" Id="Rb3ec3351a5ee49c0" /><Relationship Type="http://schemas.openxmlformats.org/officeDocument/2006/relationships/image" Target="/ppt/media/image26.png" Id="R190e0f1e35f841db" /><Relationship Type="http://schemas.openxmlformats.org/officeDocument/2006/relationships/image" Target="/ppt/media/image26.svg" Id="Ra72ea68c26f84d25" /><Relationship Type="http://schemas.openxmlformats.org/officeDocument/2006/relationships/image" Target="/ppt/media/image27.png" Id="Rf77712892b4f4eff" /><Relationship Type="http://schemas.openxmlformats.org/officeDocument/2006/relationships/image" Target="/ppt/media/image27.svg" Id="Reb2f79bdafbb45f5" /><Relationship Type="http://schemas.openxmlformats.org/officeDocument/2006/relationships/image" Target="/ppt/media/image28.png" Id="R7c1818d9cbfc4923" /><Relationship Type="http://schemas.openxmlformats.org/officeDocument/2006/relationships/image" Target="/ppt/media/image28.svg" Id="R9133db228c2d42e7" /><Relationship Type="http://schemas.openxmlformats.org/officeDocument/2006/relationships/image" Target="/ppt/media/image7.png" Id="R1e1b899bd37e4c72" /><Relationship Type="http://schemas.openxmlformats.org/officeDocument/2006/relationships/image" Target="/ppt/media/image7.svg" Id="R3280a6314179479c" /><Relationship Type="http://schemas.openxmlformats.org/officeDocument/2006/relationships/notesSlide" Target="/ppt/notesSlides/notesSlide9.xml" Id="R2eae2f8ed25848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2069ab6e24f2a" /><Relationship Type="http://schemas.openxmlformats.org/officeDocument/2006/relationships/image" Target="/ppt/media/image29.png" Id="R8753638267624452" /><Relationship Type="http://schemas.openxmlformats.org/officeDocument/2006/relationships/image" Target="/ppt/media/image29.svg" Id="R6486ac800468456c" /><Relationship Type="http://schemas.openxmlformats.org/officeDocument/2006/relationships/image" Target="/ppt/media/image30.png" Id="Rec8adeac68744695" /><Relationship Type="http://schemas.openxmlformats.org/officeDocument/2006/relationships/image" Target="/ppt/media/image31.png" Id="R3db82f7736ed4acc" /><Relationship Type="http://schemas.openxmlformats.org/officeDocument/2006/relationships/image" Target="/ppt/media/image32.png" Id="Rca75e86060d845dd" /><Relationship Type="http://schemas.openxmlformats.org/officeDocument/2006/relationships/image" Target="/ppt/media/image16.png" Id="Re5989d1676fe4fda" /><Relationship Type="http://schemas.openxmlformats.org/officeDocument/2006/relationships/image" Target="/ppt/media/image16.svg" Id="R1b235a9fd0344591" /><Relationship Type="http://schemas.openxmlformats.org/officeDocument/2006/relationships/image" Target="/ppt/media/image17.png" Id="R9fa8640add0a48d3" /><Relationship Type="http://schemas.openxmlformats.org/officeDocument/2006/relationships/image" Target="/ppt/media/image17.svg" Id="R144feb8fa5354030" /><Relationship Type="http://schemas.openxmlformats.org/officeDocument/2006/relationships/image" Target="/ppt/media/image18.png" Id="Rf3fbe4193ce34f6e" /><Relationship Type="http://schemas.openxmlformats.org/officeDocument/2006/relationships/image" Target="/ppt/media/image18.svg" Id="Rd64ed706871945a1" /><Relationship Type="http://schemas.openxmlformats.org/officeDocument/2006/relationships/image" Target="/ppt/media/image19.png" Id="R49bafb9e6c244aeb" /><Relationship Type="http://schemas.openxmlformats.org/officeDocument/2006/relationships/image" Target="/ppt/media/image19.svg" Id="R2d545d5afaab4368" /><Relationship Type="http://schemas.openxmlformats.org/officeDocument/2006/relationships/image" Target="/ppt/media/image33.png" Id="R7f8d824d6a1d4c8b" /><Relationship Type="http://schemas.openxmlformats.org/officeDocument/2006/relationships/image" Target="/ppt/media/image30.svg" Id="Re73c6c469d674ed4" /><Relationship Type="http://schemas.openxmlformats.org/officeDocument/2006/relationships/image" Target="/ppt/media/image15.png" Id="R6dc83d36cd444f48" /><Relationship Type="http://schemas.openxmlformats.org/officeDocument/2006/relationships/image" Target="/ppt/media/image15.svg" Id="R540dcfc9625b4f31" /><Relationship Type="http://schemas.openxmlformats.org/officeDocument/2006/relationships/image" Target="/ppt/media/image21.png" Id="Rcc95b5d446b74482" /><Relationship Type="http://schemas.openxmlformats.org/officeDocument/2006/relationships/image" Target="/ppt/media/image21.svg" Id="R1b67188190a047e3" /><Relationship Type="http://schemas.openxmlformats.org/officeDocument/2006/relationships/image" Target="/ppt/media/image22.png" Id="Ra52b5ef3bbfe4687" /><Relationship Type="http://schemas.openxmlformats.org/officeDocument/2006/relationships/image" Target="/ppt/media/image22.svg" Id="Rd5eb7a37c5c444b9" /><Relationship Type="http://schemas.openxmlformats.org/officeDocument/2006/relationships/image" Target="/ppt/media/image23.png" Id="R7f5dea267c65434a" /><Relationship Type="http://schemas.openxmlformats.org/officeDocument/2006/relationships/image" Target="/ppt/media/image23.svg" Id="R49473d207ed54d48" /><Relationship Type="http://schemas.openxmlformats.org/officeDocument/2006/relationships/image" Target="/ppt/media/image24.png" Id="R930b06c13a874977" /><Relationship Type="http://schemas.openxmlformats.org/officeDocument/2006/relationships/image" Target="/ppt/media/image24.svg" Id="R36f827db828b4500" /><Relationship Type="http://schemas.openxmlformats.org/officeDocument/2006/relationships/image" Target="/ppt/media/image25.png" Id="R98e98ae654fb4df0" /><Relationship Type="http://schemas.openxmlformats.org/officeDocument/2006/relationships/image" Target="/ppt/media/image25.svg" Id="R9294f54dab3b4604" /><Relationship Type="http://schemas.openxmlformats.org/officeDocument/2006/relationships/image" Target="/ppt/media/image26.png" Id="R090cb9a4883840e9" /><Relationship Type="http://schemas.openxmlformats.org/officeDocument/2006/relationships/image" Target="/ppt/media/image26.svg" Id="Rf5a6471bc13d4fa8" /><Relationship Type="http://schemas.openxmlformats.org/officeDocument/2006/relationships/image" Target="/ppt/media/image27.png" Id="R25cdc1081a054c32" /><Relationship Type="http://schemas.openxmlformats.org/officeDocument/2006/relationships/image" Target="/ppt/media/image27.svg" Id="Rc53ffededf1d474f" /><Relationship Type="http://schemas.openxmlformats.org/officeDocument/2006/relationships/image" Target="/ppt/media/image28.png" Id="R07cca919c06e4851" /><Relationship Type="http://schemas.openxmlformats.org/officeDocument/2006/relationships/image" Target="/ppt/media/image28.svg" Id="R4607ead160e44582" /><Relationship Type="http://schemas.openxmlformats.org/officeDocument/2006/relationships/notesSlide" Target="/ppt/notesSlides/notesSlide10.xml" Id="Ra06b85cffc2b4b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6f3a2c7884705" /><Relationship Type="http://schemas.openxmlformats.org/officeDocument/2006/relationships/image" Target="/ppt/media/image38.png" Id="Rfb56944658a749f8" /><Relationship Type="http://schemas.openxmlformats.org/officeDocument/2006/relationships/image" Target="/ppt/media/image34.svg" Id="R6b04e7afa0e84f3b" /><Relationship Type="http://schemas.openxmlformats.org/officeDocument/2006/relationships/image" Target="/ppt/media/image31.png" Id="Rfb41420fac684b43" /><Relationship Type="http://schemas.openxmlformats.org/officeDocument/2006/relationships/image" Target="/ppt/media/image32.png" Id="R9873a31c5cf94045" /><Relationship Type="http://schemas.openxmlformats.org/officeDocument/2006/relationships/image" Target="/ppt/media/image16.png" Id="R28fba13455ae4564" /><Relationship Type="http://schemas.openxmlformats.org/officeDocument/2006/relationships/image" Target="/ppt/media/image16.svg" Id="R5e23c341e4fd4136" /><Relationship Type="http://schemas.openxmlformats.org/officeDocument/2006/relationships/image" Target="/ppt/media/image17.png" Id="R1d0c9f3e8c6d48b9" /><Relationship Type="http://schemas.openxmlformats.org/officeDocument/2006/relationships/image" Target="/ppt/media/image17.svg" Id="R7eb3e5326571481f" /><Relationship Type="http://schemas.openxmlformats.org/officeDocument/2006/relationships/image" Target="/ppt/media/image18.png" Id="R67d5e32765144fb1" /><Relationship Type="http://schemas.openxmlformats.org/officeDocument/2006/relationships/image" Target="/ppt/media/image18.svg" Id="Rce7adc1fa5014f77" /><Relationship Type="http://schemas.openxmlformats.org/officeDocument/2006/relationships/image" Target="/ppt/media/image19.png" Id="Re11951f94f074edc" /><Relationship Type="http://schemas.openxmlformats.org/officeDocument/2006/relationships/image" Target="/ppt/media/image19.svg" Id="Rf53399a50bb44860" /><Relationship Type="http://schemas.openxmlformats.org/officeDocument/2006/relationships/image" Target="/ppt/media/image20.png" Id="Rbc905bd8c52c4699" /><Relationship Type="http://schemas.openxmlformats.org/officeDocument/2006/relationships/image" Target="/ppt/media/image20.svg" Id="Ra294fd1ffb164f78" /><Relationship Type="http://schemas.openxmlformats.org/officeDocument/2006/relationships/image" Target="/ppt/media/image15.png" Id="Rad41058f6e854509" /><Relationship Type="http://schemas.openxmlformats.org/officeDocument/2006/relationships/image" Target="/ppt/media/image15.svg" Id="R082aa99cfd0448f8" /><Relationship Type="http://schemas.openxmlformats.org/officeDocument/2006/relationships/image" Target="/ppt/media/image21.png" Id="R2e938f619e774bc4" /><Relationship Type="http://schemas.openxmlformats.org/officeDocument/2006/relationships/image" Target="/ppt/media/image21.svg" Id="Re90de23fe34d4bfd" /><Relationship Type="http://schemas.openxmlformats.org/officeDocument/2006/relationships/image" Target="/ppt/media/image22.png" Id="R129fcca8855149a5" /><Relationship Type="http://schemas.openxmlformats.org/officeDocument/2006/relationships/image" Target="/ppt/media/image22.svg" Id="R113c82164c30407a" /><Relationship Type="http://schemas.openxmlformats.org/officeDocument/2006/relationships/image" Target="/ppt/media/image23.png" Id="Rc9dcda44a14f4b2e" /><Relationship Type="http://schemas.openxmlformats.org/officeDocument/2006/relationships/image" Target="/ppt/media/image23.svg" Id="R87bd667bc1ac406e" /><Relationship Type="http://schemas.openxmlformats.org/officeDocument/2006/relationships/image" Target="/ppt/media/image24.png" Id="R70e4107a21ea493c" /><Relationship Type="http://schemas.openxmlformats.org/officeDocument/2006/relationships/image" Target="/ppt/media/image24.svg" Id="R02494f7982024d12" /><Relationship Type="http://schemas.openxmlformats.org/officeDocument/2006/relationships/image" Target="/ppt/media/image25.png" Id="R41e3cca8c9624352" /><Relationship Type="http://schemas.openxmlformats.org/officeDocument/2006/relationships/image" Target="/ppt/media/image25.svg" Id="Rc03022db91604278" /><Relationship Type="http://schemas.openxmlformats.org/officeDocument/2006/relationships/image" Target="/ppt/media/image26.png" Id="R88890c73b97a4298" /><Relationship Type="http://schemas.openxmlformats.org/officeDocument/2006/relationships/image" Target="/ppt/media/image26.svg" Id="R5984ae8909964423" /><Relationship Type="http://schemas.openxmlformats.org/officeDocument/2006/relationships/image" Target="/ppt/media/image27.png" Id="R81b80f4a81f740c9" /><Relationship Type="http://schemas.openxmlformats.org/officeDocument/2006/relationships/image" Target="/ppt/media/image27.svg" Id="R7d9411cebec14243" /><Relationship Type="http://schemas.openxmlformats.org/officeDocument/2006/relationships/image" Target="/ppt/media/image28.png" Id="R93e1e06340104c9f" /><Relationship Type="http://schemas.openxmlformats.org/officeDocument/2006/relationships/image" Target="/ppt/media/image28.svg" Id="Ra54ead70a0934ab4" /><Relationship Type="http://schemas.openxmlformats.org/officeDocument/2006/relationships/notesSlide" Target="/ppt/notesSlides/notesSlide11.xml" Id="R7549d2c001f440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53f575ed244e4" /><Relationship Type="http://schemas.openxmlformats.org/officeDocument/2006/relationships/image" Target="/ppt/media/image38.png" Id="R07b7466000e4423c" /><Relationship Type="http://schemas.openxmlformats.org/officeDocument/2006/relationships/image" Target="/ppt/media/image34.svg" Id="R2183a9722f9b436d" /><Relationship Type="http://schemas.openxmlformats.org/officeDocument/2006/relationships/image" Target="/ppt/media/image30.png" Id="Rfb7c44894de64326" /><Relationship Type="http://schemas.openxmlformats.org/officeDocument/2006/relationships/image" Target="/ppt/media/image7.png" Id="R07849ef596e942cd" /><Relationship Type="http://schemas.openxmlformats.org/officeDocument/2006/relationships/image" Target="/ppt/media/image7.svg" Id="R0ec127c00d704329" /><Relationship Type="http://schemas.openxmlformats.org/officeDocument/2006/relationships/image" Target="/ppt/media/image11.png" Id="R9e2322726cda492f" /><Relationship Type="http://schemas.openxmlformats.org/officeDocument/2006/relationships/image" Target="/ppt/media/image11.svg" Id="R43d3b6d85bad463b" /><Relationship Type="http://schemas.openxmlformats.org/officeDocument/2006/relationships/image" Target="/ppt/media/image16.png" Id="R161f41eb6fd44e60" /><Relationship Type="http://schemas.openxmlformats.org/officeDocument/2006/relationships/image" Target="/ppt/media/image16.svg" Id="R46b0ec7a445b4997" /><Relationship Type="http://schemas.openxmlformats.org/officeDocument/2006/relationships/image" Target="/ppt/media/image17.png" Id="R20473e0c12d54c1e" /><Relationship Type="http://schemas.openxmlformats.org/officeDocument/2006/relationships/image" Target="/ppt/media/image17.svg" Id="R7240bb5d3d744918" /><Relationship Type="http://schemas.openxmlformats.org/officeDocument/2006/relationships/image" Target="/ppt/media/image18.png" Id="Raf41144fa15647ff" /><Relationship Type="http://schemas.openxmlformats.org/officeDocument/2006/relationships/image" Target="/ppt/media/image18.svg" Id="R7a281ccb6e8549b3" /><Relationship Type="http://schemas.openxmlformats.org/officeDocument/2006/relationships/image" Target="/ppt/media/image19.png" Id="R3db05bec292d4f86" /><Relationship Type="http://schemas.openxmlformats.org/officeDocument/2006/relationships/image" Target="/ppt/media/image19.svg" Id="R88b934f37d5e4cc6" /><Relationship Type="http://schemas.openxmlformats.org/officeDocument/2006/relationships/image" Target="/ppt/media/image20.png" Id="R2e247bcfcfc14fa7" /><Relationship Type="http://schemas.openxmlformats.org/officeDocument/2006/relationships/image" Target="/ppt/media/image20.svg" Id="R9e8067d58b7f4455" /><Relationship Type="http://schemas.openxmlformats.org/officeDocument/2006/relationships/image" Target="/ppt/media/image15.png" Id="R29d0516b36714e83" /><Relationship Type="http://schemas.openxmlformats.org/officeDocument/2006/relationships/image" Target="/ppt/media/image15.svg" Id="Ra98c395c9f3d434d" /><Relationship Type="http://schemas.openxmlformats.org/officeDocument/2006/relationships/image" Target="/ppt/media/image21.png" Id="R292101719d114c3e" /><Relationship Type="http://schemas.openxmlformats.org/officeDocument/2006/relationships/image" Target="/ppt/media/image21.svg" Id="Rc4cd87b7289d4cc3" /><Relationship Type="http://schemas.openxmlformats.org/officeDocument/2006/relationships/image" Target="/ppt/media/image22.png" Id="R59f6537de8c24ea6" /><Relationship Type="http://schemas.openxmlformats.org/officeDocument/2006/relationships/image" Target="/ppt/media/image22.svg" Id="R4a85666f55254ab8" /><Relationship Type="http://schemas.openxmlformats.org/officeDocument/2006/relationships/image" Target="/ppt/media/image23.png" Id="Rf63da39b41994cd1" /><Relationship Type="http://schemas.openxmlformats.org/officeDocument/2006/relationships/image" Target="/ppt/media/image23.svg" Id="R8020c6aa0a6c4dc3" /><Relationship Type="http://schemas.openxmlformats.org/officeDocument/2006/relationships/image" Target="/ppt/media/image24.png" Id="R0d348db5ec0f4fa9" /><Relationship Type="http://schemas.openxmlformats.org/officeDocument/2006/relationships/image" Target="/ppt/media/image24.svg" Id="R3a694268fd74481c" /><Relationship Type="http://schemas.openxmlformats.org/officeDocument/2006/relationships/image" Target="/ppt/media/image25.png" Id="Rf48ea96f319541b4" /><Relationship Type="http://schemas.openxmlformats.org/officeDocument/2006/relationships/image" Target="/ppt/media/image25.svg" Id="R6176071fdb844d89" /><Relationship Type="http://schemas.openxmlformats.org/officeDocument/2006/relationships/image" Target="/ppt/media/image26.png" Id="R6fcd8e9108f34caf" /><Relationship Type="http://schemas.openxmlformats.org/officeDocument/2006/relationships/image" Target="/ppt/media/image26.svg" Id="Rc707a1d46d724014" /><Relationship Type="http://schemas.openxmlformats.org/officeDocument/2006/relationships/image" Target="/ppt/media/image27.png" Id="Rb900e73aab51437b" /><Relationship Type="http://schemas.openxmlformats.org/officeDocument/2006/relationships/image" Target="/ppt/media/image27.svg" Id="Re513ce6648814cee" /><Relationship Type="http://schemas.openxmlformats.org/officeDocument/2006/relationships/image" Target="/ppt/media/image28.png" Id="Rb32839eb4c8d4fb9" /><Relationship Type="http://schemas.openxmlformats.org/officeDocument/2006/relationships/image" Target="/ppt/media/image28.svg" Id="Ref5c97fb72134a86" /><Relationship Type="http://schemas.openxmlformats.org/officeDocument/2006/relationships/notesSlide" Target="/ppt/notesSlides/notesSlide12.xml" Id="R9bfc194248e64d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648a0bbb14671" /><Relationship Type="http://schemas.openxmlformats.org/officeDocument/2006/relationships/image" Target="/ppt/media/image15.png" Id="Rddbc563580694566" /><Relationship Type="http://schemas.openxmlformats.org/officeDocument/2006/relationships/image" Target="/ppt/media/image15.svg" Id="Rc2a961f166734eb5" /><Relationship Type="http://schemas.openxmlformats.org/officeDocument/2006/relationships/image" Target="/ppt/media/image30.png" Id="R60ecf751ab084031" /><Relationship Type="http://schemas.openxmlformats.org/officeDocument/2006/relationships/image" Target="/ppt/media/image16.png" Id="R9d67fa097e0b4770" /><Relationship Type="http://schemas.openxmlformats.org/officeDocument/2006/relationships/image" Target="/ppt/media/image16.svg" Id="Rf70b788b1f2d4f60" /><Relationship Type="http://schemas.openxmlformats.org/officeDocument/2006/relationships/image" Target="/ppt/media/image18.png" Id="R869b9947f7704e74" /><Relationship Type="http://schemas.openxmlformats.org/officeDocument/2006/relationships/image" Target="/ppt/media/image18.svg" Id="Rf833b0acfe7b4cfb" /><Relationship Type="http://schemas.openxmlformats.org/officeDocument/2006/relationships/image" Target="/ppt/media/image19.png" Id="R91b08624d2164243" /><Relationship Type="http://schemas.openxmlformats.org/officeDocument/2006/relationships/image" Target="/ppt/media/image19.svg" Id="R5fb37bafaae74656" /><Relationship Type="http://schemas.openxmlformats.org/officeDocument/2006/relationships/image" Target="/ppt/media/image20.png" Id="Rf1a85e908d024f8e" /><Relationship Type="http://schemas.openxmlformats.org/officeDocument/2006/relationships/image" Target="/ppt/media/image20.svg" Id="R44eeccde66674d28" /><Relationship Type="http://schemas.openxmlformats.org/officeDocument/2006/relationships/image" Target="/ppt/media/image21.png" Id="Rafe9c1b8357a425d" /><Relationship Type="http://schemas.openxmlformats.org/officeDocument/2006/relationships/image" Target="/ppt/media/image21.svg" Id="R6063eb52c5f24ef5" /><Relationship Type="http://schemas.openxmlformats.org/officeDocument/2006/relationships/image" Target="/ppt/media/image22.png" Id="R358e1460d30047de" /><Relationship Type="http://schemas.openxmlformats.org/officeDocument/2006/relationships/image" Target="/ppt/media/image22.svg" Id="R00fd681ebf0344f3" /><Relationship Type="http://schemas.openxmlformats.org/officeDocument/2006/relationships/image" Target="/ppt/media/image23.png" Id="Rb9047e746c264fce" /><Relationship Type="http://schemas.openxmlformats.org/officeDocument/2006/relationships/image" Target="/ppt/media/image23.svg" Id="Re927e68def8543bb" /><Relationship Type="http://schemas.openxmlformats.org/officeDocument/2006/relationships/image" Target="/ppt/media/image24.png" Id="Ra4a6d182a3fc4717" /><Relationship Type="http://schemas.openxmlformats.org/officeDocument/2006/relationships/image" Target="/ppt/media/image24.svg" Id="R59e93f2eb2204e18" /><Relationship Type="http://schemas.openxmlformats.org/officeDocument/2006/relationships/image" Target="/ppt/media/image25.png" Id="R42d2bbd3ddec4b17" /><Relationship Type="http://schemas.openxmlformats.org/officeDocument/2006/relationships/image" Target="/ppt/media/image25.svg" Id="Rc6da5c6224994742" /><Relationship Type="http://schemas.openxmlformats.org/officeDocument/2006/relationships/image" Target="/ppt/media/image26.png" Id="R38cdb3a164a948c3" /><Relationship Type="http://schemas.openxmlformats.org/officeDocument/2006/relationships/image" Target="/ppt/media/image26.svg" Id="Rb8bcb8e359944098" /><Relationship Type="http://schemas.openxmlformats.org/officeDocument/2006/relationships/image" Target="/ppt/media/image27.png" Id="Rb0c078e7a9a14223" /><Relationship Type="http://schemas.openxmlformats.org/officeDocument/2006/relationships/image" Target="/ppt/media/image27.svg" Id="Reed464e7f93440a2" /><Relationship Type="http://schemas.openxmlformats.org/officeDocument/2006/relationships/image" Target="/ppt/media/image28.png" Id="R85760e57f1c54f7e" /><Relationship Type="http://schemas.openxmlformats.org/officeDocument/2006/relationships/image" Target="/ppt/media/image28.svg" Id="R51e6d0dea42d45f8" /><Relationship Type="http://schemas.openxmlformats.org/officeDocument/2006/relationships/image" Target="/ppt/media/image7.png" Id="R376ef818352c45b5" /><Relationship Type="http://schemas.openxmlformats.org/officeDocument/2006/relationships/image" Target="/ppt/media/image7.svg" Id="Rae2c1bcbc2e84ac3" /><Relationship Type="http://schemas.openxmlformats.org/officeDocument/2006/relationships/image" Target="/ppt/media/image38.png" Id="Rde25a6856b184114" /><Relationship Type="http://schemas.openxmlformats.org/officeDocument/2006/relationships/image" Target="/ppt/media/image34.svg" Id="Re633711d07414f69" /><Relationship Type="http://schemas.openxmlformats.org/officeDocument/2006/relationships/image" Target="/ppt/media/image35.png" Id="R7fa458429b684414" /><Relationship Type="http://schemas.openxmlformats.org/officeDocument/2006/relationships/image" Target="/ppt/media/image17.png" Id="R2d034618bd52479a" /><Relationship Type="http://schemas.openxmlformats.org/officeDocument/2006/relationships/image" Target="/ppt/media/image17.svg" Id="R6f578e5d6c8a48bd" /><Relationship Type="http://schemas.openxmlformats.org/officeDocument/2006/relationships/notesSlide" Target="/ppt/notesSlides/notesSlide13.xml" Id="R17d13e54870e40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d5503fbc94c7b" /><Relationship Type="http://schemas.openxmlformats.org/officeDocument/2006/relationships/image" Target="/ppt/media/image15.png" Id="R0c428539a9224e73" /><Relationship Type="http://schemas.openxmlformats.org/officeDocument/2006/relationships/image" Target="/ppt/media/image15.svg" Id="R3fd52ec16fa34aa6" /><Relationship Type="http://schemas.openxmlformats.org/officeDocument/2006/relationships/image" Target="/ppt/media/image39.png" Id="R73407e9997214fd9" /><Relationship Type="http://schemas.openxmlformats.org/officeDocument/2006/relationships/image" Target="/ppt/media/image35.svg" Id="R9c31079417b6412b" /><Relationship Type="http://schemas.openxmlformats.org/officeDocument/2006/relationships/image" Target="/ppt/media/image17.png" Id="R847ddf797fbf4584" /><Relationship Type="http://schemas.openxmlformats.org/officeDocument/2006/relationships/image" Target="/ppt/media/image17.svg" Id="R7b4c924d07c44dda" /><Relationship Type="http://schemas.openxmlformats.org/officeDocument/2006/relationships/image" Target="/ppt/media/image18.png" Id="R3ac09cb3b3094dc1" /><Relationship Type="http://schemas.openxmlformats.org/officeDocument/2006/relationships/image" Target="/ppt/media/image18.svg" Id="R9dc4ac1ad19a454d" /><Relationship Type="http://schemas.openxmlformats.org/officeDocument/2006/relationships/image" Target="/ppt/media/image19.png" Id="R6a3ad3dd39984460" /><Relationship Type="http://schemas.openxmlformats.org/officeDocument/2006/relationships/image" Target="/ppt/media/image19.svg" Id="Rd5395cb02f294fb8" /><Relationship Type="http://schemas.openxmlformats.org/officeDocument/2006/relationships/image" Target="/ppt/media/image40.png" Id="Rdccaa96eecf548ea" /><Relationship Type="http://schemas.openxmlformats.org/officeDocument/2006/relationships/image" Target="/ppt/media/image36.svg" Id="Rb67a64cc38bf409a" /><Relationship Type="http://schemas.openxmlformats.org/officeDocument/2006/relationships/image" Target="/ppt/media/image41.png" Id="R09e2d51f9459416c" /><Relationship Type="http://schemas.openxmlformats.org/officeDocument/2006/relationships/image" Target="/ppt/media/image37.svg" Id="Ref9baf629fa3475a" /><Relationship Type="http://schemas.openxmlformats.org/officeDocument/2006/relationships/image" Target="/ppt/media/image22.png" Id="Rb42e17f737b24dce" /><Relationship Type="http://schemas.openxmlformats.org/officeDocument/2006/relationships/image" Target="/ppt/media/image22.svg" Id="R001a11a61a6b432d" /><Relationship Type="http://schemas.openxmlformats.org/officeDocument/2006/relationships/image" Target="/ppt/media/image23.png" Id="R9d755e71117b4ee7" /><Relationship Type="http://schemas.openxmlformats.org/officeDocument/2006/relationships/image" Target="/ppt/media/image23.svg" Id="R5b7400ad59224748" /><Relationship Type="http://schemas.openxmlformats.org/officeDocument/2006/relationships/image" Target="/ppt/media/image24.png" Id="Rab22e07376ad42ac" /><Relationship Type="http://schemas.openxmlformats.org/officeDocument/2006/relationships/image" Target="/ppt/media/image24.svg" Id="R26609da1d8a14370" /><Relationship Type="http://schemas.openxmlformats.org/officeDocument/2006/relationships/image" Target="/ppt/media/image25.png" Id="R15dcf409863e434a" /><Relationship Type="http://schemas.openxmlformats.org/officeDocument/2006/relationships/image" Target="/ppt/media/image25.svg" Id="R084060805c524130" /><Relationship Type="http://schemas.openxmlformats.org/officeDocument/2006/relationships/image" Target="/ppt/media/image26.png" Id="R37bacd5d14564d52" /><Relationship Type="http://schemas.openxmlformats.org/officeDocument/2006/relationships/image" Target="/ppt/media/image26.svg" Id="R8e7d5fc577ce4aef" /><Relationship Type="http://schemas.openxmlformats.org/officeDocument/2006/relationships/image" Target="/ppt/media/image42.png" Id="Rd3cda281d8f040e9" /><Relationship Type="http://schemas.openxmlformats.org/officeDocument/2006/relationships/image" Target="/ppt/media/image38.svg" Id="R17ed783df68e4444" /><Relationship Type="http://schemas.openxmlformats.org/officeDocument/2006/relationships/image" Target="/ppt/media/image28.png" Id="Rb2b4aba850e54c99" /><Relationship Type="http://schemas.openxmlformats.org/officeDocument/2006/relationships/image" Target="/ppt/media/image28.svg" Id="R3a8d38419a574c3b" /><Relationship Type="http://schemas.openxmlformats.org/officeDocument/2006/relationships/image" Target="/ppt/media/image7.png" Id="Rd1edb07b85de4fcb" /><Relationship Type="http://schemas.openxmlformats.org/officeDocument/2006/relationships/image" Target="/ppt/media/image7.svg" Id="R3ce5e315fbbd48bd" /><Relationship Type="http://schemas.openxmlformats.org/officeDocument/2006/relationships/notesSlide" Target="/ppt/notesSlides/notesSlide14.xml" Id="Rdcf5eac0b93943e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a42a4776a745ad" /><Relationship Type="http://schemas.openxmlformats.org/officeDocument/2006/relationships/image" Target="/ppt/media/image15.png" Id="R9037e1924e93484d" /><Relationship Type="http://schemas.openxmlformats.org/officeDocument/2006/relationships/image" Target="/ppt/media/image15.svg" Id="R07a7584d1cf542de" /><Relationship Type="http://schemas.openxmlformats.org/officeDocument/2006/relationships/image" Target="/ppt/media/image16.png" Id="R8c5ab30fb56945c8" /><Relationship Type="http://schemas.openxmlformats.org/officeDocument/2006/relationships/image" Target="/ppt/media/image16.svg" Id="R7c2c7f2430274004" /><Relationship Type="http://schemas.openxmlformats.org/officeDocument/2006/relationships/image" Target="/ppt/media/image17.png" Id="R1c001cd943c14467" /><Relationship Type="http://schemas.openxmlformats.org/officeDocument/2006/relationships/image" Target="/ppt/media/image17.svg" Id="R26f36fc3b6dc466a" /><Relationship Type="http://schemas.openxmlformats.org/officeDocument/2006/relationships/image" Target="/ppt/media/image18.png" Id="R03c809ae93724820" /><Relationship Type="http://schemas.openxmlformats.org/officeDocument/2006/relationships/image" Target="/ppt/media/image18.svg" Id="R85b8f984dd6d4942" /><Relationship Type="http://schemas.openxmlformats.org/officeDocument/2006/relationships/image" Target="/ppt/media/image19.png" Id="R4279a09596ab4c63" /><Relationship Type="http://schemas.openxmlformats.org/officeDocument/2006/relationships/image" Target="/ppt/media/image19.svg" Id="R6da0d7c84e394d4a" /><Relationship Type="http://schemas.openxmlformats.org/officeDocument/2006/relationships/image" Target="/ppt/media/image20.png" Id="Rbf070d86579e450b" /><Relationship Type="http://schemas.openxmlformats.org/officeDocument/2006/relationships/image" Target="/ppt/media/image20.svg" Id="R26d9d1a9d07b4505" /><Relationship Type="http://schemas.openxmlformats.org/officeDocument/2006/relationships/image" Target="/ppt/media/image21.png" Id="R964476e45a5f485b" /><Relationship Type="http://schemas.openxmlformats.org/officeDocument/2006/relationships/image" Target="/ppt/media/image21.svg" Id="R1bd3ed30117744d7" /><Relationship Type="http://schemas.openxmlformats.org/officeDocument/2006/relationships/image" Target="/ppt/media/image36.png" Id="R60ec5b45836447b1" /><Relationship Type="http://schemas.openxmlformats.org/officeDocument/2006/relationships/image" Target="/ppt/media/image32.svg" Id="R1b2bc2de8c074a2d" /><Relationship Type="http://schemas.openxmlformats.org/officeDocument/2006/relationships/image" Target="/ppt/media/image37.png" Id="Rbb52835e6e19449f" /><Relationship Type="http://schemas.openxmlformats.org/officeDocument/2006/relationships/image" Target="/ppt/media/image33.svg" Id="Rf6ba434c1dcc41dd" /><Relationship Type="http://schemas.openxmlformats.org/officeDocument/2006/relationships/image" Target="/ppt/media/image24.png" Id="R668e6d92068d4bb3" /><Relationship Type="http://schemas.openxmlformats.org/officeDocument/2006/relationships/image" Target="/ppt/media/image24.svg" Id="Ra3e7234b60504873" /><Relationship Type="http://schemas.openxmlformats.org/officeDocument/2006/relationships/image" Target="/ppt/media/image25.png" Id="R3824e9791327482e" /><Relationship Type="http://schemas.openxmlformats.org/officeDocument/2006/relationships/image" Target="/ppt/media/image25.svg" Id="R1224ffc7eeae4318" /><Relationship Type="http://schemas.openxmlformats.org/officeDocument/2006/relationships/image" Target="/ppt/media/image26.png" Id="R854a9b6e8f954984" /><Relationship Type="http://schemas.openxmlformats.org/officeDocument/2006/relationships/image" Target="/ppt/media/image26.svg" Id="Ree3d0812fef743e8" /><Relationship Type="http://schemas.openxmlformats.org/officeDocument/2006/relationships/image" Target="/ppt/media/image27.png" Id="R555337bf71bb40f3" /><Relationship Type="http://schemas.openxmlformats.org/officeDocument/2006/relationships/image" Target="/ppt/media/image27.svg" Id="R7d57eda015b84dce" /><Relationship Type="http://schemas.openxmlformats.org/officeDocument/2006/relationships/image" Target="/ppt/media/image28.png" Id="R0d02de29bca4489b" /><Relationship Type="http://schemas.openxmlformats.org/officeDocument/2006/relationships/image" Target="/ppt/media/image28.svg" Id="Ra035c25292bd4f42" /><Relationship Type="http://schemas.openxmlformats.org/officeDocument/2006/relationships/image" Target="/ppt/media/image7.png" Id="R6befd8badb904c00" /><Relationship Type="http://schemas.openxmlformats.org/officeDocument/2006/relationships/image" Target="/ppt/media/image7.svg" Id="R0e6a83712e8d45a4" /><Relationship Type="http://schemas.openxmlformats.org/officeDocument/2006/relationships/notesSlide" Target="/ppt/notesSlides/notesSlide15.xml" Id="R1f1ddafd4649446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147d9088ad46b9" /><Relationship Type="http://schemas.openxmlformats.org/officeDocument/2006/relationships/image" Target="/ppt/media/image15.png" Id="R1716b025fa054050" /><Relationship Type="http://schemas.openxmlformats.org/officeDocument/2006/relationships/image" Target="/ppt/media/image15.svg" Id="Rcb57c7781ed44e3c" /><Relationship Type="http://schemas.openxmlformats.org/officeDocument/2006/relationships/image" Target="/ppt/media/image16.png" Id="R438caafb0dbb488c" /><Relationship Type="http://schemas.openxmlformats.org/officeDocument/2006/relationships/image" Target="/ppt/media/image16.svg" Id="Rfc8926e9c4454ea9" /><Relationship Type="http://schemas.openxmlformats.org/officeDocument/2006/relationships/image" Target="/ppt/media/image17.png" Id="Rf17ddb609f334154" /><Relationship Type="http://schemas.openxmlformats.org/officeDocument/2006/relationships/image" Target="/ppt/media/image17.svg" Id="R85564dfeba684f6a" /><Relationship Type="http://schemas.openxmlformats.org/officeDocument/2006/relationships/image" Target="/ppt/media/image18.png" Id="R89553eff7d154209" /><Relationship Type="http://schemas.openxmlformats.org/officeDocument/2006/relationships/image" Target="/ppt/media/image18.svg" Id="Rc2939df205f34ebc" /><Relationship Type="http://schemas.openxmlformats.org/officeDocument/2006/relationships/image" Target="/ppt/media/image19.png" Id="Rec8277bf5ae24160" /><Relationship Type="http://schemas.openxmlformats.org/officeDocument/2006/relationships/image" Target="/ppt/media/image19.svg" Id="R7a06ed8064f14bbc" /><Relationship Type="http://schemas.openxmlformats.org/officeDocument/2006/relationships/image" Target="/ppt/media/image20.png" Id="R1829646ea157400b" /><Relationship Type="http://schemas.openxmlformats.org/officeDocument/2006/relationships/image" Target="/ppt/media/image20.svg" Id="Rae0f153f3dd444a5" /><Relationship Type="http://schemas.openxmlformats.org/officeDocument/2006/relationships/image" Target="/ppt/media/image21.png" Id="R18d03d38c51942ee" /><Relationship Type="http://schemas.openxmlformats.org/officeDocument/2006/relationships/image" Target="/ppt/media/image21.svg" Id="R666a81a3e33a42d0" /><Relationship Type="http://schemas.openxmlformats.org/officeDocument/2006/relationships/image" Target="/ppt/media/image22.png" Id="R28dc291ad54a4daa" /><Relationship Type="http://schemas.openxmlformats.org/officeDocument/2006/relationships/image" Target="/ppt/media/image22.svg" Id="R04f83f5897514072" /><Relationship Type="http://schemas.openxmlformats.org/officeDocument/2006/relationships/image" Target="/ppt/media/image23.png" Id="R7408e5ac939d4e8d" /><Relationship Type="http://schemas.openxmlformats.org/officeDocument/2006/relationships/image" Target="/ppt/media/image23.svg" Id="Rc43069f4a4744d71" /><Relationship Type="http://schemas.openxmlformats.org/officeDocument/2006/relationships/image" Target="/ppt/media/image24.png" Id="Rae78a76f4d5b4cbe" /><Relationship Type="http://schemas.openxmlformats.org/officeDocument/2006/relationships/image" Target="/ppt/media/image24.svg" Id="Rac847b32289c4b16" /><Relationship Type="http://schemas.openxmlformats.org/officeDocument/2006/relationships/image" Target="/ppt/media/image25.png" Id="Rb5132afea52e4fce" /><Relationship Type="http://schemas.openxmlformats.org/officeDocument/2006/relationships/image" Target="/ppt/media/image25.svg" Id="R82dbe6b9d85f491f" /><Relationship Type="http://schemas.openxmlformats.org/officeDocument/2006/relationships/image" Target="/ppt/media/image26.png" Id="R68922a8860f04034" /><Relationship Type="http://schemas.openxmlformats.org/officeDocument/2006/relationships/image" Target="/ppt/media/image26.svg" Id="Rafc1c288cae54ded" /><Relationship Type="http://schemas.openxmlformats.org/officeDocument/2006/relationships/image" Target="/ppt/media/image27.png" Id="R8609b41ba76f4f0c" /><Relationship Type="http://schemas.openxmlformats.org/officeDocument/2006/relationships/image" Target="/ppt/media/image27.svg" Id="R7289a4466d3d4fc4" /><Relationship Type="http://schemas.openxmlformats.org/officeDocument/2006/relationships/image" Target="/ppt/media/image28.png" Id="Radfe11c8111847d5" /><Relationship Type="http://schemas.openxmlformats.org/officeDocument/2006/relationships/image" Target="/ppt/media/image28.svg" Id="R46af032743124c8f" /><Relationship Type="http://schemas.openxmlformats.org/officeDocument/2006/relationships/image" Target="/ppt/media/image7.png" Id="R8ad6e0238cf948d2" /><Relationship Type="http://schemas.openxmlformats.org/officeDocument/2006/relationships/image" Target="/ppt/media/image7.svg" Id="R7e90175d4cca46c4" /><Relationship Type="http://schemas.openxmlformats.org/officeDocument/2006/relationships/notesSlide" Target="/ppt/notesSlides/notesSlide16.xml" Id="R1d5981561128442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8c587c4e04f3e" /><Relationship Type="http://schemas.openxmlformats.org/officeDocument/2006/relationships/image" Target="/ppt/media/image15.png" Id="R8bd0fd155632434d" /><Relationship Type="http://schemas.openxmlformats.org/officeDocument/2006/relationships/image" Target="/ppt/media/image15.svg" Id="R304ee0a638cc4987" /><Relationship Type="http://schemas.openxmlformats.org/officeDocument/2006/relationships/image" Target="/ppt/media/image39.png" Id="R0914259476464c8d" /><Relationship Type="http://schemas.openxmlformats.org/officeDocument/2006/relationships/image" Target="/ppt/media/image35.svg" Id="R22c6545c7eea4bb4" /><Relationship Type="http://schemas.openxmlformats.org/officeDocument/2006/relationships/image" Target="/ppt/media/image17.png" Id="Rceea35d8bff04b45" /><Relationship Type="http://schemas.openxmlformats.org/officeDocument/2006/relationships/image" Target="/ppt/media/image17.svg" Id="R9f50c2200b1b4b30" /><Relationship Type="http://schemas.openxmlformats.org/officeDocument/2006/relationships/image" Target="/ppt/media/image18.png" Id="Re3dded3957744cf8" /><Relationship Type="http://schemas.openxmlformats.org/officeDocument/2006/relationships/image" Target="/ppt/media/image18.svg" Id="R91199d098a7d4ea0" /><Relationship Type="http://schemas.openxmlformats.org/officeDocument/2006/relationships/image" Target="/ppt/media/image19.png" Id="R3130c8d8fa6d4efa" /><Relationship Type="http://schemas.openxmlformats.org/officeDocument/2006/relationships/image" Target="/ppt/media/image19.svg" Id="Rb12368780cce4110" /><Relationship Type="http://schemas.openxmlformats.org/officeDocument/2006/relationships/image" Target="/ppt/media/image40.png" Id="R4a78010c2ca445b7" /><Relationship Type="http://schemas.openxmlformats.org/officeDocument/2006/relationships/image" Target="/ppt/media/image36.svg" Id="R0131925a2d2145c6" /><Relationship Type="http://schemas.openxmlformats.org/officeDocument/2006/relationships/image" Target="/ppt/media/image41.png" Id="Rac5513518c2849f3" /><Relationship Type="http://schemas.openxmlformats.org/officeDocument/2006/relationships/image" Target="/ppt/media/image37.svg" Id="R28282d1ab768424c" /><Relationship Type="http://schemas.openxmlformats.org/officeDocument/2006/relationships/image" Target="/ppt/media/image22.png" Id="R9d6390841e5447c6" /><Relationship Type="http://schemas.openxmlformats.org/officeDocument/2006/relationships/image" Target="/ppt/media/image22.svg" Id="R06323f436f104adc" /><Relationship Type="http://schemas.openxmlformats.org/officeDocument/2006/relationships/image" Target="/ppt/media/image23.png" Id="R79d59821bb9e4d41" /><Relationship Type="http://schemas.openxmlformats.org/officeDocument/2006/relationships/image" Target="/ppt/media/image23.svg" Id="R92c2b848d1cc43f3" /><Relationship Type="http://schemas.openxmlformats.org/officeDocument/2006/relationships/image" Target="/ppt/media/image24.png" Id="R4b1bf70643614c0b" /><Relationship Type="http://schemas.openxmlformats.org/officeDocument/2006/relationships/image" Target="/ppt/media/image24.svg" Id="Reeb9f4bfcd434112" /><Relationship Type="http://schemas.openxmlformats.org/officeDocument/2006/relationships/image" Target="/ppt/media/image25.png" Id="Ra96b4e25463c4c3a" /><Relationship Type="http://schemas.openxmlformats.org/officeDocument/2006/relationships/image" Target="/ppt/media/image25.svg" Id="Re856072a02394f0a" /><Relationship Type="http://schemas.openxmlformats.org/officeDocument/2006/relationships/image" Target="/ppt/media/image26.png" Id="R9627bee8d1e94643" /><Relationship Type="http://schemas.openxmlformats.org/officeDocument/2006/relationships/image" Target="/ppt/media/image26.svg" Id="Red0599a423ef4e09" /><Relationship Type="http://schemas.openxmlformats.org/officeDocument/2006/relationships/image" Target="/ppt/media/image42.png" Id="Raef864727f7c4257" /><Relationship Type="http://schemas.openxmlformats.org/officeDocument/2006/relationships/image" Target="/ppt/media/image38.svg" Id="R05f7f4d8576e481f" /><Relationship Type="http://schemas.openxmlformats.org/officeDocument/2006/relationships/image" Target="/ppt/media/image28.png" Id="R765756b200ff4ce5" /><Relationship Type="http://schemas.openxmlformats.org/officeDocument/2006/relationships/image" Target="/ppt/media/image28.svg" Id="Rbb2d9b8e9c3246ff" /><Relationship Type="http://schemas.openxmlformats.org/officeDocument/2006/relationships/image" Target="/ppt/media/image7.png" Id="R4304be3f50394702" /><Relationship Type="http://schemas.openxmlformats.org/officeDocument/2006/relationships/image" Target="/ppt/media/image7.svg" Id="R510ecde301144619" /><Relationship Type="http://schemas.openxmlformats.org/officeDocument/2006/relationships/notesSlide" Target="/ppt/notesSlides/notesSlide17.xml" Id="R71602908db6a4f5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ca8e7dc2c640d7" /><Relationship Type="http://schemas.openxmlformats.org/officeDocument/2006/relationships/image" Target="/ppt/media/image15.png" Id="R368470166cce4f84" /><Relationship Type="http://schemas.openxmlformats.org/officeDocument/2006/relationships/image" Target="/ppt/media/image15.svg" Id="R3b6289f6450743ee" /><Relationship Type="http://schemas.openxmlformats.org/officeDocument/2006/relationships/image" Target="/ppt/media/image16.png" Id="R08b531b1e48b4c47" /><Relationship Type="http://schemas.openxmlformats.org/officeDocument/2006/relationships/image" Target="/ppt/media/image16.svg" Id="Rfc64748ad1744c53" /><Relationship Type="http://schemas.openxmlformats.org/officeDocument/2006/relationships/image" Target="/ppt/media/image17.png" Id="R6a1dc7c035344586" /><Relationship Type="http://schemas.openxmlformats.org/officeDocument/2006/relationships/image" Target="/ppt/media/image17.svg" Id="R7801707eb4234337" /><Relationship Type="http://schemas.openxmlformats.org/officeDocument/2006/relationships/image" Target="/ppt/media/image18.png" Id="R7821e19fab064517" /><Relationship Type="http://schemas.openxmlformats.org/officeDocument/2006/relationships/image" Target="/ppt/media/image18.svg" Id="R08350c8507494712" /><Relationship Type="http://schemas.openxmlformats.org/officeDocument/2006/relationships/image" Target="/ppt/media/image19.png" Id="R9507cebf8abc49c0" /><Relationship Type="http://schemas.openxmlformats.org/officeDocument/2006/relationships/image" Target="/ppt/media/image19.svg" Id="Rc8e6e35ef31a493b" /><Relationship Type="http://schemas.openxmlformats.org/officeDocument/2006/relationships/image" Target="/ppt/media/image20.png" Id="R209b96f81bcf48b1" /><Relationship Type="http://schemas.openxmlformats.org/officeDocument/2006/relationships/image" Target="/ppt/media/image20.svg" Id="Rea6e53c258ce4b38" /><Relationship Type="http://schemas.openxmlformats.org/officeDocument/2006/relationships/image" Target="/ppt/media/image21.png" Id="Rd2ce17b256a2425e" /><Relationship Type="http://schemas.openxmlformats.org/officeDocument/2006/relationships/image" Target="/ppt/media/image21.svg" Id="R0f0325b864a94135" /><Relationship Type="http://schemas.openxmlformats.org/officeDocument/2006/relationships/image" Target="/ppt/media/image22.png" Id="Ree80ec1a2b124d24" /><Relationship Type="http://schemas.openxmlformats.org/officeDocument/2006/relationships/image" Target="/ppt/media/image22.svg" Id="R26ba3f9672194f4e" /><Relationship Type="http://schemas.openxmlformats.org/officeDocument/2006/relationships/image" Target="/ppt/media/image23.png" Id="Rc4f946b5151a4df3" /><Relationship Type="http://schemas.openxmlformats.org/officeDocument/2006/relationships/image" Target="/ppt/media/image23.svg" Id="R467e6b52c4634693" /><Relationship Type="http://schemas.openxmlformats.org/officeDocument/2006/relationships/image" Target="/ppt/media/image24.png" Id="R468eedff18e740e4" /><Relationship Type="http://schemas.openxmlformats.org/officeDocument/2006/relationships/image" Target="/ppt/media/image24.svg" Id="R2a2a17e55be1481d" /><Relationship Type="http://schemas.openxmlformats.org/officeDocument/2006/relationships/image" Target="/ppt/media/image25.png" Id="R6503a261c6764263" /><Relationship Type="http://schemas.openxmlformats.org/officeDocument/2006/relationships/image" Target="/ppt/media/image25.svg" Id="R80b4bced001f404c" /><Relationship Type="http://schemas.openxmlformats.org/officeDocument/2006/relationships/image" Target="/ppt/media/image26.png" Id="R90ce54790d7748c3" /><Relationship Type="http://schemas.openxmlformats.org/officeDocument/2006/relationships/image" Target="/ppt/media/image26.svg" Id="Raa4a8a1663b74e02" /><Relationship Type="http://schemas.openxmlformats.org/officeDocument/2006/relationships/image" Target="/ppt/media/image27.png" Id="Re2db047d2bfd442b" /><Relationship Type="http://schemas.openxmlformats.org/officeDocument/2006/relationships/image" Target="/ppt/media/image27.svg" Id="Red4897d770024c9b" /><Relationship Type="http://schemas.openxmlformats.org/officeDocument/2006/relationships/image" Target="/ppt/media/image28.png" Id="Rdf44ec4cb37a42fc" /><Relationship Type="http://schemas.openxmlformats.org/officeDocument/2006/relationships/image" Target="/ppt/media/image28.svg" Id="R33b7229963db476c" /><Relationship Type="http://schemas.openxmlformats.org/officeDocument/2006/relationships/image" Target="/ppt/media/image7.png" Id="R1898579434ca4b2c" /><Relationship Type="http://schemas.openxmlformats.org/officeDocument/2006/relationships/image" Target="/ppt/media/image7.svg" Id="R5db4d729b341485b" /><Relationship Type="http://schemas.openxmlformats.org/officeDocument/2006/relationships/notesSlide" Target="/ppt/notesSlides/notesSlide18.xml" Id="R8118786af57f437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1bf301d344e52" /><Relationship Type="http://schemas.openxmlformats.org/officeDocument/2006/relationships/image" Target="/ppt/media/image15.png" Id="R37231ee878484fa5" /><Relationship Type="http://schemas.openxmlformats.org/officeDocument/2006/relationships/image" Target="/ppt/media/image15.svg" Id="R56dca283a53c4c52" /><Relationship Type="http://schemas.openxmlformats.org/officeDocument/2006/relationships/image" Target="/ppt/media/image39.png" Id="R3d1ef53a284f4edf" /><Relationship Type="http://schemas.openxmlformats.org/officeDocument/2006/relationships/image" Target="/ppt/media/image35.svg" Id="R613e137646c7481a" /><Relationship Type="http://schemas.openxmlformats.org/officeDocument/2006/relationships/image" Target="/ppt/media/image17.png" Id="R94e3c2c0a77245fb" /><Relationship Type="http://schemas.openxmlformats.org/officeDocument/2006/relationships/image" Target="/ppt/media/image17.svg" Id="R1de8df5be5714dc0" /><Relationship Type="http://schemas.openxmlformats.org/officeDocument/2006/relationships/image" Target="/ppt/media/image18.png" Id="R119dabf04150474e" /><Relationship Type="http://schemas.openxmlformats.org/officeDocument/2006/relationships/image" Target="/ppt/media/image18.svg" Id="R36ab892eedcc4e16" /><Relationship Type="http://schemas.openxmlformats.org/officeDocument/2006/relationships/image" Target="/ppt/media/image19.png" Id="R8708730193b1408b" /><Relationship Type="http://schemas.openxmlformats.org/officeDocument/2006/relationships/image" Target="/ppt/media/image19.svg" Id="R5aa2f11bbd2e43f8" /><Relationship Type="http://schemas.openxmlformats.org/officeDocument/2006/relationships/image" Target="/ppt/media/image40.png" Id="R61ca165333f54dda" /><Relationship Type="http://schemas.openxmlformats.org/officeDocument/2006/relationships/image" Target="/ppt/media/image36.svg" Id="R3453dac6f811434f" /><Relationship Type="http://schemas.openxmlformats.org/officeDocument/2006/relationships/image" Target="/ppt/media/image41.png" Id="Ree98f402dd4946f7" /><Relationship Type="http://schemas.openxmlformats.org/officeDocument/2006/relationships/image" Target="/ppt/media/image37.svg" Id="R7db43eb1c6074b26" /><Relationship Type="http://schemas.openxmlformats.org/officeDocument/2006/relationships/image" Target="/ppt/media/image22.png" Id="R6792d16f2cdb4125" /><Relationship Type="http://schemas.openxmlformats.org/officeDocument/2006/relationships/image" Target="/ppt/media/image22.svg" Id="R27dd73020ac64f87" /><Relationship Type="http://schemas.openxmlformats.org/officeDocument/2006/relationships/image" Target="/ppt/media/image23.png" Id="R2e25236014364e1d" /><Relationship Type="http://schemas.openxmlformats.org/officeDocument/2006/relationships/image" Target="/ppt/media/image23.svg" Id="Rc9d312e76845491a" /><Relationship Type="http://schemas.openxmlformats.org/officeDocument/2006/relationships/image" Target="/ppt/media/image24.png" Id="R54fc2e524eee4174" /><Relationship Type="http://schemas.openxmlformats.org/officeDocument/2006/relationships/image" Target="/ppt/media/image24.svg" Id="R999375f4756041be" /><Relationship Type="http://schemas.openxmlformats.org/officeDocument/2006/relationships/image" Target="/ppt/media/image25.png" Id="R81be9bc80a4246bc" /><Relationship Type="http://schemas.openxmlformats.org/officeDocument/2006/relationships/image" Target="/ppt/media/image25.svg" Id="R11008ee516d7451a" /><Relationship Type="http://schemas.openxmlformats.org/officeDocument/2006/relationships/image" Target="/ppt/media/image26.png" Id="R071565c2c5b34a2b" /><Relationship Type="http://schemas.openxmlformats.org/officeDocument/2006/relationships/image" Target="/ppt/media/image26.svg" Id="Rc4c8906e54d64cd7" /><Relationship Type="http://schemas.openxmlformats.org/officeDocument/2006/relationships/image" Target="/ppt/media/image42.png" Id="Ra417f7263fcb437b" /><Relationship Type="http://schemas.openxmlformats.org/officeDocument/2006/relationships/image" Target="/ppt/media/image38.svg" Id="Racb01097e01240d3" /><Relationship Type="http://schemas.openxmlformats.org/officeDocument/2006/relationships/image" Target="/ppt/media/image28.png" Id="Rb304b471cb764ad8" /><Relationship Type="http://schemas.openxmlformats.org/officeDocument/2006/relationships/image" Target="/ppt/media/image28.svg" Id="Rf3ca5a7059aa46f0" /><Relationship Type="http://schemas.openxmlformats.org/officeDocument/2006/relationships/image" Target="/ppt/media/image7.png" Id="Rbefa0b144ec043f0" /><Relationship Type="http://schemas.openxmlformats.org/officeDocument/2006/relationships/image" Target="/ppt/media/image7.svg" Id="Rdc6a2a160d6a4d80" /><Relationship Type="http://schemas.openxmlformats.org/officeDocument/2006/relationships/notesSlide" Target="/ppt/notesSlides/notesSlide19.xml" Id="R804da2d184ba49c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08fed60354586" /><Relationship Type="http://schemas.openxmlformats.org/officeDocument/2006/relationships/image" Target="/ppt/media/image38.png" Id="Rbd7ae34f58384f6b" /><Relationship Type="http://schemas.openxmlformats.org/officeDocument/2006/relationships/image" Target="/ppt/media/image34.svg" Id="R917d3699131d4e80" /><Relationship Type="http://schemas.openxmlformats.org/officeDocument/2006/relationships/image" Target="/ppt/media/image30.png" Id="R4a48982b76c64cb9" /><Relationship Type="http://schemas.openxmlformats.org/officeDocument/2006/relationships/image" Target="/ppt/media/image7.png" Id="R11bdf7e558ad4bde" /><Relationship Type="http://schemas.openxmlformats.org/officeDocument/2006/relationships/image" Target="/ppt/media/image7.svg" Id="Re61be70c339d4607" /><Relationship Type="http://schemas.openxmlformats.org/officeDocument/2006/relationships/image" Target="/ppt/media/image11.png" Id="R503941565fa34571" /><Relationship Type="http://schemas.openxmlformats.org/officeDocument/2006/relationships/image" Target="/ppt/media/image11.svg" Id="R7c331a0fa42c4e3e" /><Relationship Type="http://schemas.openxmlformats.org/officeDocument/2006/relationships/image" Target="/ppt/media/image16.png" Id="Rec3b3ce191d54a80" /><Relationship Type="http://schemas.openxmlformats.org/officeDocument/2006/relationships/image" Target="/ppt/media/image16.svg" Id="R3053f60945314de3" /><Relationship Type="http://schemas.openxmlformats.org/officeDocument/2006/relationships/image" Target="/ppt/media/image17.png" Id="Rbc3578aa4cee42dc" /><Relationship Type="http://schemas.openxmlformats.org/officeDocument/2006/relationships/image" Target="/ppt/media/image17.svg" Id="R291f792ddc8a4f0d" /><Relationship Type="http://schemas.openxmlformats.org/officeDocument/2006/relationships/image" Target="/ppt/media/image18.png" Id="R52c8c17e59944f37" /><Relationship Type="http://schemas.openxmlformats.org/officeDocument/2006/relationships/image" Target="/ppt/media/image18.svg" Id="Rb015064bfa1b4a03" /><Relationship Type="http://schemas.openxmlformats.org/officeDocument/2006/relationships/image" Target="/ppt/media/image19.png" Id="Rc7ed28277ece40ea" /><Relationship Type="http://schemas.openxmlformats.org/officeDocument/2006/relationships/image" Target="/ppt/media/image19.svg" Id="R6ff2846bcf294b02" /><Relationship Type="http://schemas.openxmlformats.org/officeDocument/2006/relationships/image" Target="/ppt/media/image20.png" Id="Reaec04b9147b4469" /><Relationship Type="http://schemas.openxmlformats.org/officeDocument/2006/relationships/image" Target="/ppt/media/image20.svg" Id="Rd7585a7db5b84edc" /><Relationship Type="http://schemas.openxmlformats.org/officeDocument/2006/relationships/image" Target="/ppt/media/image15.png" Id="R66dd7733fe604041" /><Relationship Type="http://schemas.openxmlformats.org/officeDocument/2006/relationships/image" Target="/ppt/media/image15.svg" Id="Rdf49813b5d654dec" /><Relationship Type="http://schemas.openxmlformats.org/officeDocument/2006/relationships/image" Target="/ppt/media/image21.png" Id="R75bff84beb744dc8" /><Relationship Type="http://schemas.openxmlformats.org/officeDocument/2006/relationships/image" Target="/ppt/media/image21.svg" Id="R24c06315c8f44388" /><Relationship Type="http://schemas.openxmlformats.org/officeDocument/2006/relationships/image" Target="/ppt/media/image22.png" Id="R9a7ea67b1f1d4662" /><Relationship Type="http://schemas.openxmlformats.org/officeDocument/2006/relationships/image" Target="/ppt/media/image22.svg" Id="R592971c7ce994bc5" /><Relationship Type="http://schemas.openxmlformats.org/officeDocument/2006/relationships/image" Target="/ppt/media/image23.png" Id="R7d8ac62c21f74b08" /><Relationship Type="http://schemas.openxmlformats.org/officeDocument/2006/relationships/image" Target="/ppt/media/image23.svg" Id="R3e054b19cb494b45" /><Relationship Type="http://schemas.openxmlformats.org/officeDocument/2006/relationships/image" Target="/ppt/media/image24.png" Id="R7aa6ae4180e94574" /><Relationship Type="http://schemas.openxmlformats.org/officeDocument/2006/relationships/image" Target="/ppt/media/image24.svg" Id="R744557a260004f3d" /><Relationship Type="http://schemas.openxmlformats.org/officeDocument/2006/relationships/image" Target="/ppt/media/image25.png" Id="R5d81ee73048d438d" /><Relationship Type="http://schemas.openxmlformats.org/officeDocument/2006/relationships/image" Target="/ppt/media/image25.svg" Id="R898cb67b0bee4f08" /><Relationship Type="http://schemas.openxmlformats.org/officeDocument/2006/relationships/image" Target="/ppt/media/image26.png" Id="R144ccf3beb2d43e9" /><Relationship Type="http://schemas.openxmlformats.org/officeDocument/2006/relationships/image" Target="/ppt/media/image26.svg" Id="Rcbe287a19dc04c83" /><Relationship Type="http://schemas.openxmlformats.org/officeDocument/2006/relationships/image" Target="/ppt/media/image27.png" Id="R60780e51364f491c" /><Relationship Type="http://schemas.openxmlformats.org/officeDocument/2006/relationships/image" Target="/ppt/media/image27.svg" Id="R6358b763dbe6431e" /><Relationship Type="http://schemas.openxmlformats.org/officeDocument/2006/relationships/image" Target="/ppt/media/image28.png" Id="Rde00f21925234459" /><Relationship Type="http://schemas.openxmlformats.org/officeDocument/2006/relationships/image" Target="/ppt/media/image28.svg" Id="R6f53bc6fe698468c" /><Relationship Type="http://schemas.openxmlformats.org/officeDocument/2006/relationships/notesSlide" Target="/ppt/notesSlides/notesSlide20.xml" Id="R25f40fa0d1434ef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535e36f3447b4" /><Relationship Type="http://schemas.openxmlformats.org/officeDocument/2006/relationships/image" Target="/ppt/media/image15.png" Id="R7f72c3290ba34b80" /><Relationship Type="http://schemas.openxmlformats.org/officeDocument/2006/relationships/image" Target="/ppt/media/image15.svg" Id="Rd346730a976c495a" /><Relationship Type="http://schemas.openxmlformats.org/officeDocument/2006/relationships/image" Target="/ppt/media/image39.png" Id="Rc18b6c9bed104727" /><Relationship Type="http://schemas.openxmlformats.org/officeDocument/2006/relationships/image" Target="/ppt/media/image35.svg" Id="R0103d64d7ad94f8b" /><Relationship Type="http://schemas.openxmlformats.org/officeDocument/2006/relationships/image" Target="/ppt/media/image17.png" Id="Re284f000387e444e" /><Relationship Type="http://schemas.openxmlformats.org/officeDocument/2006/relationships/image" Target="/ppt/media/image17.svg" Id="Raaf3e4c37a9945c1" /><Relationship Type="http://schemas.openxmlformats.org/officeDocument/2006/relationships/image" Target="/ppt/media/image18.png" Id="Rac75e6c1fe684e3d" /><Relationship Type="http://schemas.openxmlformats.org/officeDocument/2006/relationships/image" Target="/ppt/media/image18.svg" Id="Rdc719d32d4504a3e" /><Relationship Type="http://schemas.openxmlformats.org/officeDocument/2006/relationships/image" Target="/ppt/media/image19.png" Id="Rcf6a2fdc6a5d4142" /><Relationship Type="http://schemas.openxmlformats.org/officeDocument/2006/relationships/image" Target="/ppt/media/image19.svg" Id="R66932b8c44ae44b8" /><Relationship Type="http://schemas.openxmlformats.org/officeDocument/2006/relationships/image" Target="/ppt/media/image40.png" Id="R339e20e0bc514416" /><Relationship Type="http://schemas.openxmlformats.org/officeDocument/2006/relationships/image" Target="/ppt/media/image36.svg" Id="Rcc44f96f1ed045ec" /><Relationship Type="http://schemas.openxmlformats.org/officeDocument/2006/relationships/image" Target="/ppt/media/image41.png" Id="Rc779ca0a0d9b45be" /><Relationship Type="http://schemas.openxmlformats.org/officeDocument/2006/relationships/image" Target="/ppt/media/image37.svg" Id="Re9c0a52f685d4b71" /><Relationship Type="http://schemas.openxmlformats.org/officeDocument/2006/relationships/image" Target="/ppt/media/image22.png" Id="R90930a6a272d4593" /><Relationship Type="http://schemas.openxmlformats.org/officeDocument/2006/relationships/image" Target="/ppt/media/image22.svg" Id="R3d901fb6d88f4df8" /><Relationship Type="http://schemas.openxmlformats.org/officeDocument/2006/relationships/image" Target="/ppt/media/image23.png" Id="R24df07eafd4040a3" /><Relationship Type="http://schemas.openxmlformats.org/officeDocument/2006/relationships/image" Target="/ppt/media/image23.svg" Id="Rf4e23a4c69834750" /><Relationship Type="http://schemas.openxmlformats.org/officeDocument/2006/relationships/image" Target="/ppt/media/image24.png" Id="Rf235cadc2234463b" /><Relationship Type="http://schemas.openxmlformats.org/officeDocument/2006/relationships/image" Target="/ppt/media/image24.svg" Id="Rfc48d53716784d2c" /><Relationship Type="http://schemas.openxmlformats.org/officeDocument/2006/relationships/image" Target="/ppt/media/image25.png" Id="Rbf005c06abb64af5" /><Relationship Type="http://schemas.openxmlformats.org/officeDocument/2006/relationships/image" Target="/ppt/media/image25.svg" Id="R3e6ba08ec75a415d" /><Relationship Type="http://schemas.openxmlformats.org/officeDocument/2006/relationships/image" Target="/ppt/media/image26.png" Id="Rbb3be3d47ed34321" /><Relationship Type="http://schemas.openxmlformats.org/officeDocument/2006/relationships/image" Target="/ppt/media/image26.svg" Id="R1a8efe7fe2584e5c" /><Relationship Type="http://schemas.openxmlformats.org/officeDocument/2006/relationships/image" Target="/ppt/media/image42.png" Id="R2a07de478ad74c2d" /><Relationship Type="http://schemas.openxmlformats.org/officeDocument/2006/relationships/image" Target="/ppt/media/image38.svg" Id="R588a6c80adc545aa" /><Relationship Type="http://schemas.openxmlformats.org/officeDocument/2006/relationships/image" Target="/ppt/media/image28.png" Id="Rbdd2678d4c5a4039" /><Relationship Type="http://schemas.openxmlformats.org/officeDocument/2006/relationships/image" Target="/ppt/media/image28.svg" Id="R2784d8481b194599" /><Relationship Type="http://schemas.openxmlformats.org/officeDocument/2006/relationships/image" Target="/ppt/media/image7.png" Id="Rd82b72f0d7b14723" /><Relationship Type="http://schemas.openxmlformats.org/officeDocument/2006/relationships/image" Target="/ppt/media/image7.svg" Id="R144626ea5cb04f5a" /><Relationship Type="http://schemas.openxmlformats.org/officeDocument/2006/relationships/notesSlide" Target="/ppt/notesSlides/notesSlide21.xml" Id="R0a0441791ce04df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6da2851417453f" /><Relationship Type="http://schemas.openxmlformats.org/officeDocument/2006/relationships/image" Target="/ppt/media/image15.png" Id="R1be39988bcad481c" /><Relationship Type="http://schemas.openxmlformats.org/officeDocument/2006/relationships/image" Target="/ppt/media/image15.svg" Id="R0ff8e28b37254aae" /><Relationship Type="http://schemas.openxmlformats.org/officeDocument/2006/relationships/image" Target="/ppt/media/image16.png" Id="R4d02b852da0c4e50" /><Relationship Type="http://schemas.openxmlformats.org/officeDocument/2006/relationships/image" Target="/ppt/media/image16.svg" Id="R411289534a1a41c2" /><Relationship Type="http://schemas.openxmlformats.org/officeDocument/2006/relationships/image" Target="/ppt/media/image17.png" Id="R2b13838b46b04b1e" /><Relationship Type="http://schemas.openxmlformats.org/officeDocument/2006/relationships/image" Target="/ppt/media/image17.svg" Id="Rb73ac38157194c8a" /><Relationship Type="http://schemas.openxmlformats.org/officeDocument/2006/relationships/image" Target="/ppt/media/image18.png" Id="R2eb110b3910f4c40" /><Relationship Type="http://schemas.openxmlformats.org/officeDocument/2006/relationships/image" Target="/ppt/media/image18.svg" Id="R8264c9c985e54509" /><Relationship Type="http://schemas.openxmlformats.org/officeDocument/2006/relationships/image" Target="/ppt/media/image19.png" Id="Rf134f8bfb9e94f69" /><Relationship Type="http://schemas.openxmlformats.org/officeDocument/2006/relationships/image" Target="/ppt/media/image19.svg" Id="R0a9ca8fb5c074aa1" /><Relationship Type="http://schemas.openxmlformats.org/officeDocument/2006/relationships/image" Target="/ppt/media/image20.png" Id="R5a447572f76c48e1" /><Relationship Type="http://schemas.openxmlformats.org/officeDocument/2006/relationships/image" Target="/ppt/media/image20.svg" Id="Rd7f5fa17d7894116" /><Relationship Type="http://schemas.openxmlformats.org/officeDocument/2006/relationships/image" Target="/ppt/media/image21.png" Id="Rd45f94d204ce449a" /><Relationship Type="http://schemas.openxmlformats.org/officeDocument/2006/relationships/image" Target="/ppt/media/image21.svg" Id="R38cc2b7db73a424e" /><Relationship Type="http://schemas.openxmlformats.org/officeDocument/2006/relationships/image" Target="/ppt/media/image36.png" Id="R81f72c171626487f" /><Relationship Type="http://schemas.openxmlformats.org/officeDocument/2006/relationships/image" Target="/ppt/media/image32.svg" Id="R40962884acac4171" /><Relationship Type="http://schemas.openxmlformats.org/officeDocument/2006/relationships/image" Target="/ppt/media/image37.png" Id="R7853811dc9ad4774" /><Relationship Type="http://schemas.openxmlformats.org/officeDocument/2006/relationships/image" Target="/ppt/media/image33.svg" Id="R5f4cbd34abb9427d" /><Relationship Type="http://schemas.openxmlformats.org/officeDocument/2006/relationships/image" Target="/ppt/media/image24.png" Id="R7c2e6b7ca68f4bae" /><Relationship Type="http://schemas.openxmlformats.org/officeDocument/2006/relationships/image" Target="/ppt/media/image24.svg" Id="Rdaff9c6ca9544076" /><Relationship Type="http://schemas.openxmlformats.org/officeDocument/2006/relationships/image" Target="/ppt/media/image25.png" Id="R86b4c87a18a44248" /><Relationship Type="http://schemas.openxmlformats.org/officeDocument/2006/relationships/image" Target="/ppt/media/image25.svg" Id="Ra3ec59e7f118448d" /><Relationship Type="http://schemas.openxmlformats.org/officeDocument/2006/relationships/image" Target="/ppt/media/image26.png" Id="R1e1a6e6202cf424e" /><Relationship Type="http://schemas.openxmlformats.org/officeDocument/2006/relationships/image" Target="/ppt/media/image26.svg" Id="Rbecc5bbe338842b9" /><Relationship Type="http://schemas.openxmlformats.org/officeDocument/2006/relationships/image" Target="/ppt/media/image27.png" Id="R781107a562c545f3" /><Relationship Type="http://schemas.openxmlformats.org/officeDocument/2006/relationships/image" Target="/ppt/media/image27.svg" Id="Ra5865c4087a14d79" /><Relationship Type="http://schemas.openxmlformats.org/officeDocument/2006/relationships/image" Target="/ppt/media/image28.png" Id="R67ac08183033490c" /><Relationship Type="http://schemas.openxmlformats.org/officeDocument/2006/relationships/image" Target="/ppt/media/image28.svg" Id="R07ed4a2f15e843ca" /><Relationship Type="http://schemas.openxmlformats.org/officeDocument/2006/relationships/image" Target="/ppt/media/image7.png" Id="R2c869b1d2854402c" /><Relationship Type="http://schemas.openxmlformats.org/officeDocument/2006/relationships/image" Target="/ppt/media/image7.svg" Id="Rf83dcd0345f74c06" /><Relationship Type="http://schemas.openxmlformats.org/officeDocument/2006/relationships/notesSlide" Target="/ppt/notesSlides/notesSlide22.xml" Id="Rb4a20d6a8634471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616dd1be44519" /><Relationship Type="http://schemas.openxmlformats.org/officeDocument/2006/relationships/image" Target="/ppt/media/image15.png" Id="R0fbb310114614b77" /><Relationship Type="http://schemas.openxmlformats.org/officeDocument/2006/relationships/image" Target="/ppt/media/image15.svg" Id="R882c71b2aafb4e40" /><Relationship Type="http://schemas.openxmlformats.org/officeDocument/2006/relationships/image" Target="/ppt/media/image39.png" Id="Rc56ee746fcce478c" /><Relationship Type="http://schemas.openxmlformats.org/officeDocument/2006/relationships/image" Target="/ppt/media/image35.svg" Id="R570b0f9ab7364881" /><Relationship Type="http://schemas.openxmlformats.org/officeDocument/2006/relationships/image" Target="/ppt/media/image17.png" Id="Rea33db8f60704aa9" /><Relationship Type="http://schemas.openxmlformats.org/officeDocument/2006/relationships/image" Target="/ppt/media/image17.svg" Id="R013e1acca4d540ab" /><Relationship Type="http://schemas.openxmlformats.org/officeDocument/2006/relationships/image" Target="/ppt/media/image18.png" Id="R492a7aa569b14c43" /><Relationship Type="http://schemas.openxmlformats.org/officeDocument/2006/relationships/image" Target="/ppt/media/image18.svg" Id="R658f9d865f174137" /><Relationship Type="http://schemas.openxmlformats.org/officeDocument/2006/relationships/image" Target="/ppt/media/image19.png" Id="R0ec25d8d050c4c30" /><Relationship Type="http://schemas.openxmlformats.org/officeDocument/2006/relationships/image" Target="/ppt/media/image19.svg" Id="R7f510c68c8234f52" /><Relationship Type="http://schemas.openxmlformats.org/officeDocument/2006/relationships/image" Target="/ppt/media/image40.png" Id="R89d56275278f48db" /><Relationship Type="http://schemas.openxmlformats.org/officeDocument/2006/relationships/image" Target="/ppt/media/image36.svg" Id="R2bc6a9caf6754f5a" /><Relationship Type="http://schemas.openxmlformats.org/officeDocument/2006/relationships/image" Target="/ppt/media/image41.png" Id="R06cd2789aa8d41eb" /><Relationship Type="http://schemas.openxmlformats.org/officeDocument/2006/relationships/image" Target="/ppt/media/image37.svg" Id="R9753923cc19c4f6b" /><Relationship Type="http://schemas.openxmlformats.org/officeDocument/2006/relationships/image" Target="/ppt/media/image22.png" Id="Rb1244469293648af" /><Relationship Type="http://schemas.openxmlformats.org/officeDocument/2006/relationships/image" Target="/ppt/media/image22.svg" Id="Rba364102bec34585" /><Relationship Type="http://schemas.openxmlformats.org/officeDocument/2006/relationships/image" Target="/ppt/media/image23.png" Id="R39e99c1f058b403d" /><Relationship Type="http://schemas.openxmlformats.org/officeDocument/2006/relationships/image" Target="/ppt/media/image23.svg" Id="R5894ae78584e4142" /><Relationship Type="http://schemas.openxmlformats.org/officeDocument/2006/relationships/image" Target="/ppt/media/image24.png" Id="R6a893ef7988b4c43" /><Relationship Type="http://schemas.openxmlformats.org/officeDocument/2006/relationships/image" Target="/ppt/media/image24.svg" Id="Rf65992e670504174" /><Relationship Type="http://schemas.openxmlformats.org/officeDocument/2006/relationships/image" Target="/ppt/media/image25.png" Id="Rd5f20e13717946b8" /><Relationship Type="http://schemas.openxmlformats.org/officeDocument/2006/relationships/image" Target="/ppt/media/image25.svg" Id="Reb22996919b245c5" /><Relationship Type="http://schemas.openxmlformats.org/officeDocument/2006/relationships/image" Target="/ppt/media/image26.png" Id="Rd3d77b35f0b24262" /><Relationship Type="http://schemas.openxmlformats.org/officeDocument/2006/relationships/image" Target="/ppt/media/image26.svg" Id="R6034138003354bfe" /><Relationship Type="http://schemas.openxmlformats.org/officeDocument/2006/relationships/image" Target="/ppt/media/image42.png" Id="Rb4a2ecb4b35e45e5" /><Relationship Type="http://schemas.openxmlformats.org/officeDocument/2006/relationships/image" Target="/ppt/media/image38.svg" Id="R03c838f722344dac" /><Relationship Type="http://schemas.openxmlformats.org/officeDocument/2006/relationships/image" Target="/ppt/media/image28.png" Id="Ree79ec44be3b4615" /><Relationship Type="http://schemas.openxmlformats.org/officeDocument/2006/relationships/image" Target="/ppt/media/image28.svg" Id="Rfdd52f8ad93642cd" /><Relationship Type="http://schemas.openxmlformats.org/officeDocument/2006/relationships/image" Target="/ppt/media/image7.png" Id="R560b2039a32e4b73" /><Relationship Type="http://schemas.openxmlformats.org/officeDocument/2006/relationships/image" Target="/ppt/media/image7.svg" Id="Rb7dd7a981eae43ed" /><Relationship Type="http://schemas.openxmlformats.org/officeDocument/2006/relationships/notesSlide" Target="/ppt/notesSlides/notesSlide23.xml" Id="Ra0182d353aed471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e5d622f780452f" /><Relationship Type="http://schemas.openxmlformats.org/officeDocument/2006/relationships/image" Target="/ppt/media/image15.png" Id="R52fa358295cd455b" /><Relationship Type="http://schemas.openxmlformats.org/officeDocument/2006/relationships/image" Target="/ppt/media/image15.svg" Id="Rd002b90b09c24b51" /><Relationship Type="http://schemas.openxmlformats.org/officeDocument/2006/relationships/image" Target="/ppt/media/image16.png" Id="Rf333b309a80c4a29" /><Relationship Type="http://schemas.openxmlformats.org/officeDocument/2006/relationships/image" Target="/ppt/media/image16.svg" Id="Rb3e3e72b16ac415a" /><Relationship Type="http://schemas.openxmlformats.org/officeDocument/2006/relationships/image" Target="/ppt/media/image17.png" Id="R025064e372d94e30" /><Relationship Type="http://schemas.openxmlformats.org/officeDocument/2006/relationships/image" Target="/ppt/media/image17.svg" Id="R13c642b1efff4ead" /><Relationship Type="http://schemas.openxmlformats.org/officeDocument/2006/relationships/image" Target="/ppt/media/image18.png" Id="R180241f9c2354dc9" /><Relationship Type="http://schemas.openxmlformats.org/officeDocument/2006/relationships/image" Target="/ppt/media/image18.svg" Id="Ra14f5113cde5497d" /><Relationship Type="http://schemas.openxmlformats.org/officeDocument/2006/relationships/image" Target="/ppt/media/image19.png" Id="R6640e8d6e4af4edf" /><Relationship Type="http://schemas.openxmlformats.org/officeDocument/2006/relationships/image" Target="/ppt/media/image19.svg" Id="R5902ebdb95704308" /><Relationship Type="http://schemas.openxmlformats.org/officeDocument/2006/relationships/image" Target="/ppt/media/image20.png" Id="R48579494b98743b1" /><Relationship Type="http://schemas.openxmlformats.org/officeDocument/2006/relationships/image" Target="/ppt/media/image20.svg" Id="R77c8ad001d7e46d6" /><Relationship Type="http://schemas.openxmlformats.org/officeDocument/2006/relationships/image" Target="/ppt/media/image21.png" Id="Rb479188da0e14b2e" /><Relationship Type="http://schemas.openxmlformats.org/officeDocument/2006/relationships/image" Target="/ppt/media/image21.svg" Id="R45589bd53f184d88" /><Relationship Type="http://schemas.openxmlformats.org/officeDocument/2006/relationships/image" Target="/ppt/media/image36.png" Id="R76093953e6eb4cd3" /><Relationship Type="http://schemas.openxmlformats.org/officeDocument/2006/relationships/image" Target="/ppt/media/image32.svg" Id="Ra4a2d805cb9b4b32" /><Relationship Type="http://schemas.openxmlformats.org/officeDocument/2006/relationships/image" Target="/ppt/media/image37.png" Id="Ra781cd2baeb94618" /><Relationship Type="http://schemas.openxmlformats.org/officeDocument/2006/relationships/image" Target="/ppt/media/image33.svg" Id="Rf009f8d9e1024d50" /><Relationship Type="http://schemas.openxmlformats.org/officeDocument/2006/relationships/image" Target="/ppt/media/image24.png" Id="Reffaf368a33b4c59" /><Relationship Type="http://schemas.openxmlformats.org/officeDocument/2006/relationships/image" Target="/ppt/media/image24.svg" Id="R4680e2f381f343d9" /><Relationship Type="http://schemas.openxmlformats.org/officeDocument/2006/relationships/image" Target="/ppt/media/image25.png" Id="R4d0c8ad46a6b4eec" /><Relationship Type="http://schemas.openxmlformats.org/officeDocument/2006/relationships/image" Target="/ppt/media/image25.svg" Id="R562a1d7dbe76461c" /><Relationship Type="http://schemas.openxmlformats.org/officeDocument/2006/relationships/image" Target="/ppt/media/image26.png" Id="R63e82476889a453e" /><Relationship Type="http://schemas.openxmlformats.org/officeDocument/2006/relationships/image" Target="/ppt/media/image26.svg" Id="Ra25de8c52ede48a5" /><Relationship Type="http://schemas.openxmlformats.org/officeDocument/2006/relationships/image" Target="/ppt/media/image27.png" Id="Rbe6cf38c993a44ac" /><Relationship Type="http://schemas.openxmlformats.org/officeDocument/2006/relationships/image" Target="/ppt/media/image27.svg" Id="R7e81f36bab984a4d" /><Relationship Type="http://schemas.openxmlformats.org/officeDocument/2006/relationships/image" Target="/ppt/media/image28.png" Id="R1c00f659cb0945bc" /><Relationship Type="http://schemas.openxmlformats.org/officeDocument/2006/relationships/image" Target="/ppt/media/image28.svg" Id="Rd4b1383e3ade4823" /><Relationship Type="http://schemas.openxmlformats.org/officeDocument/2006/relationships/image" Target="/ppt/media/image7.png" Id="R7462082dfe5d441c" /><Relationship Type="http://schemas.openxmlformats.org/officeDocument/2006/relationships/image" Target="/ppt/media/image7.svg" Id="Rea8592bc516a4846" /><Relationship Type="http://schemas.openxmlformats.org/officeDocument/2006/relationships/notesSlide" Target="/ppt/notesSlides/notesSlide24.xml" Id="R6d08a8b5f3c444d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d9bebde5f45be" /><Relationship Type="http://schemas.openxmlformats.org/officeDocument/2006/relationships/image" Target="/ppt/media/image15.png" Id="R896cea96b3d0427d" /><Relationship Type="http://schemas.openxmlformats.org/officeDocument/2006/relationships/image" Target="/ppt/media/image15.svg" Id="Rf0af47d053174b77" /><Relationship Type="http://schemas.openxmlformats.org/officeDocument/2006/relationships/image" Target="/ppt/media/image39.png" Id="R63ae403c2dec4dce" /><Relationship Type="http://schemas.openxmlformats.org/officeDocument/2006/relationships/image" Target="/ppt/media/image35.svg" Id="R191bbee33030435f" /><Relationship Type="http://schemas.openxmlformats.org/officeDocument/2006/relationships/image" Target="/ppt/media/image17.png" Id="Rd43a4d441cff4dda" /><Relationship Type="http://schemas.openxmlformats.org/officeDocument/2006/relationships/image" Target="/ppt/media/image17.svg" Id="R5e5998a5199f4be3" /><Relationship Type="http://schemas.openxmlformats.org/officeDocument/2006/relationships/image" Target="/ppt/media/image18.png" Id="R249d98ed9b64417a" /><Relationship Type="http://schemas.openxmlformats.org/officeDocument/2006/relationships/image" Target="/ppt/media/image18.svg" Id="R79431c67df164b97" /><Relationship Type="http://schemas.openxmlformats.org/officeDocument/2006/relationships/image" Target="/ppt/media/image19.png" Id="R39b02d80a76c429a" /><Relationship Type="http://schemas.openxmlformats.org/officeDocument/2006/relationships/image" Target="/ppt/media/image19.svg" Id="R8d9b4532bb984ba9" /><Relationship Type="http://schemas.openxmlformats.org/officeDocument/2006/relationships/image" Target="/ppt/media/image40.png" Id="R05a800f0186d490c" /><Relationship Type="http://schemas.openxmlformats.org/officeDocument/2006/relationships/image" Target="/ppt/media/image36.svg" Id="R3f3855ec6a2c42a6" /><Relationship Type="http://schemas.openxmlformats.org/officeDocument/2006/relationships/image" Target="/ppt/media/image41.png" Id="R46261c6c6e6245f6" /><Relationship Type="http://schemas.openxmlformats.org/officeDocument/2006/relationships/image" Target="/ppt/media/image37.svg" Id="R6782cd282af640f0" /><Relationship Type="http://schemas.openxmlformats.org/officeDocument/2006/relationships/image" Target="/ppt/media/image22.png" Id="R1d96b32f63904343" /><Relationship Type="http://schemas.openxmlformats.org/officeDocument/2006/relationships/image" Target="/ppt/media/image22.svg" Id="R5a56ce3c3a084783" /><Relationship Type="http://schemas.openxmlformats.org/officeDocument/2006/relationships/image" Target="/ppt/media/image23.png" Id="R09d0c2475c9b461b" /><Relationship Type="http://schemas.openxmlformats.org/officeDocument/2006/relationships/image" Target="/ppt/media/image23.svg" Id="R03293e9f84a64eed" /><Relationship Type="http://schemas.openxmlformats.org/officeDocument/2006/relationships/image" Target="/ppt/media/image24.png" Id="R48fac260eeeb41d7" /><Relationship Type="http://schemas.openxmlformats.org/officeDocument/2006/relationships/image" Target="/ppt/media/image24.svg" Id="R811317f7b0f74955" /><Relationship Type="http://schemas.openxmlformats.org/officeDocument/2006/relationships/image" Target="/ppt/media/image25.png" Id="R2d28a4f95827407c" /><Relationship Type="http://schemas.openxmlformats.org/officeDocument/2006/relationships/image" Target="/ppt/media/image25.svg" Id="Ref57961e5f18472d" /><Relationship Type="http://schemas.openxmlformats.org/officeDocument/2006/relationships/image" Target="/ppt/media/image26.png" Id="R7657e0fa17124f4a" /><Relationship Type="http://schemas.openxmlformats.org/officeDocument/2006/relationships/image" Target="/ppt/media/image26.svg" Id="R830c4042a67c4d03" /><Relationship Type="http://schemas.openxmlformats.org/officeDocument/2006/relationships/image" Target="/ppt/media/image42.png" Id="R041f74cb980043a3" /><Relationship Type="http://schemas.openxmlformats.org/officeDocument/2006/relationships/image" Target="/ppt/media/image38.svg" Id="R098db61fa6f748db" /><Relationship Type="http://schemas.openxmlformats.org/officeDocument/2006/relationships/image" Target="/ppt/media/image28.png" Id="R1b474fb1ae714aca" /><Relationship Type="http://schemas.openxmlformats.org/officeDocument/2006/relationships/image" Target="/ppt/media/image28.svg" Id="Rb81cb5a7f1a64af5" /><Relationship Type="http://schemas.openxmlformats.org/officeDocument/2006/relationships/image" Target="/ppt/media/image7.png" Id="R6aa5c16da5ca4a56" /><Relationship Type="http://schemas.openxmlformats.org/officeDocument/2006/relationships/image" Target="/ppt/media/image7.svg" Id="Rfd454caec9d34015" /><Relationship Type="http://schemas.openxmlformats.org/officeDocument/2006/relationships/notesSlide" Target="/ppt/notesSlides/notesSlide25.xml" Id="Ra6728cda41be4bd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2580775fee4e20" /><Relationship Type="http://schemas.openxmlformats.org/officeDocument/2006/relationships/image" Target="/ppt/media/image15.png" Id="R6d47081bee3a4cda" /><Relationship Type="http://schemas.openxmlformats.org/officeDocument/2006/relationships/image" Target="/ppt/media/image15.svg" Id="R1844ff1a83254b69" /><Relationship Type="http://schemas.openxmlformats.org/officeDocument/2006/relationships/image" Target="/ppt/media/image16.png" Id="Re9d0e990f6924a30" /><Relationship Type="http://schemas.openxmlformats.org/officeDocument/2006/relationships/image" Target="/ppt/media/image16.svg" Id="Rf2947d51001447bc" /><Relationship Type="http://schemas.openxmlformats.org/officeDocument/2006/relationships/image" Target="/ppt/media/image17.png" Id="R7453a8731ebe4ac7" /><Relationship Type="http://schemas.openxmlformats.org/officeDocument/2006/relationships/image" Target="/ppt/media/image17.svg" Id="R6b3b1d8faeb741e7" /><Relationship Type="http://schemas.openxmlformats.org/officeDocument/2006/relationships/image" Target="/ppt/media/image18.png" Id="Rff4e8032be164054" /><Relationship Type="http://schemas.openxmlformats.org/officeDocument/2006/relationships/image" Target="/ppt/media/image18.svg" Id="Rfa57a6f5db744413" /><Relationship Type="http://schemas.openxmlformats.org/officeDocument/2006/relationships/image" Target="/ppt/media/image19.png" Id="Rf43257c2779847a6" /><Relationship Type="http://schemas.openxmlformats.org/officeDocument/2006/relationships/image" Target="/ppt/media/image19.svg" Id="R3ee4f3e73ba74080" /><Relationship Type="http://schemas.openxmlformats.org/officeDocument/2006/relationships/image" Target="/ppt/media/image20.png" Id="R47f3c029befc40ee" /><Relationship Type="http://schemas.openxmlformats.org/officeDocument/2006/relationships/image" Target="/ppt/media/image20.svg" Id="R2855b059beb94bd3" /><Relationship Type="http://schemas.openxmlformats.org/officeDocument/2006/relationships/image" Target="/ppt/media/image21.png" Id="R47e55d2dd4ba4684" /><Relationship Type="http://schemas.openxmlformats.org/officeDocument/2006/relationships/image" Target="/ppt/media/image21.svg" Id="Rd8f668bcbe08469a" /><Relationship Type="http://schemas.openxmlformats.org/officeDocument/2006/relationships/image" Target="/ppt/media/image22.png" Id="R96a37f80c02e41b5" /><Relationship Type="http://schemas.openxmlformats.org/officeDocument/2006/relationships/image" Target="/ppt/media/image22.svg" Id="Rd1cc7e18f46943b1" /><Relationship Type="http://schemas.openxmlformats.org/officeDocument/2006/relationships/image" Target="/ppt/media/image23.png" Id="R88c1a729e9e64190" /><Relationship Type="http://schemas.openxmlformats.org/officeDocument/2006/relationships/image" Target="/ppt/media/image23.svg" Id="R580d2ee4c1b345f2" /><Relationship Type="http://schemas.openxmlformats.org/officeDocument/2006/relationships/image" Target="/ppt/media/image24.png" Id="R16a56cae33884bc4" /><Relationship Type="http://schemas.openxmlformats.org/officeDocument/2006/relationships/image" Target="/ppt/media/image24.svg" Id="R94269432630a4486" /><Relationship Type="http://schemas.openxmlformats.org/officeDocument/2006/relationships/image" Target="/ppt/media/image25.png" Id="Rc6308bd50f3e4332" /><Relationship Type="http://schemas.openxmlformats.org/officeDocument/2006/relationships/image" Target="/ppt/media/image25.svg" Id="Rc04500b4b7824d36" /><Relationship Type="http://schemas.openxmlformats.org/officeDocument/2006/relationships/image" Target="/ppt/media/image26.png" Id="R958318537da94a98" /><Relationship Type="http://schemas.openxmlformats.org/officeDocument/2006/relationships/image" Target="/ppt/media/image26.svg" Id="Re6dbd00153844ac2" /><Relationship Type="http://schemas.openxmlformats.org/officeDocument/2006/relationships/image" Target="/ppt/media/image27.png" Id="R28fd21722d0d4f3a" /><Relationship Type="http://schemas.openxmlformats.org/officeDocument/2006/relationships/image" Target="/ppt/media/image27.svg" Id="Re5dac297c7b44939" /><Relationship Type="http://schemas.openxmlformats.org/officeDocument/2006/relationships/image" Target="/ppt/media/image28.png" Id="Rf3db1f26b0274726" /><Relationship Type="http://schemas.openxmlformats.org/officeDocument/2006/relationships/image" Target="/ppt/media/image28.svg" Id="Rf12deb8805b746b7" /><Relationship Type="http://schemas.openxmlformats.org/officeDocument/2006/relationships/image" Target="/ppt/media/image7.png" Id="Rd5637b6189c84a4f" /><Relationship Type="http://schemas.openxmlformats.org/officeDocument/2006/relationships/image" Target="/ppt/media/image7.svg" Id="R613b1a41cdbe46da" /><Relationship Type="http://schemas.openxmlformats.org/officeDocument/2006/relationships/notesSlide" Target="/ppt/notesSlides/notesSlide26.xml" Id="R76d170fadcc848e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dbae348364351" /><Relationship Type="http://schemas.openxmlformats.org/officeDocument/2006/relationships/notesSlide" Target="/ppt/notesSlides/notesSlide27.xml" Id="R2cf261b9e3e7494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861f0c4294947" /><Relationship Type="http://schemas.openxmlformats.org/officeDocument/2006/relationships/image" Target="/ppt/media/image38.png" Id="R24a3526277684cdd" /><Relationship Type="http://schemas.openxmlformats.org/officeDocument/2006/relationships/image" Target="/ppt/media/image34.svg" Id="R4f9fcb522a2c41ae" /><Relationship Type="http://schemas.openxmlformats.org/officeDocument/2006/relationships/image" Target="/ppt/media/image30.png" Id="R1eed00107cd4455f" /><Relationship Type="http://schemas.openxmlformats.org/officeDocument/2006/relationships/image" Target="/ppt/media/image7.png" Id="R9a1ec0e645a8477b" /><Relationship Type="http://schemas.openxmlformats.org/officeDocument/2006/relationships/image" Target="/ppt/media/image7.svg" Id="R3bb2653b993f4ead" /><Relationship Type="http://schemas.openxmlformats.org/officeDocument/2006/relationships/image" Target="/ppt/media/image11.png" Id="Ree172598d5d2494b" /><Relationship Type="http://schemas.openxmlformats.org/officeDocument/2006/relationships/image" Target="/ppt/media/image11.svg" Id="R1f217765639b4bf4" /><Relationship Type="http://schemas.openxmlformats.org/officeDocument/2006/relationships/image" Target="/ppt/media/image16.png" Id="R64401a3db5324338" /><Relationship Type="http://schemas.openxmlformats.org/officeDocument/2006/relationships/image" Target="/ppt/media/image16.svg" Id="Rde03c89ded574f83" /><Relationship Type="http://schemas.openxmlformats.org/officeDocument/2006/relationships/image" Target="/ppt/media/image17.png" Id="Rd7de97a68e934f6d" /><Relationship Type="http://schemas.openxmlformats.org/officeDocument/2006/relationships/image" Target="/ppt/media/image17.svg" Id="R37e7195584a8453b" /><Relationship Type="http://schemas.openxmlformats.org/officeDocument/2006/relationships/image" Target="/ppt/media/image18.png" Id="Rc3ddac1a40564f6d" /><Relationship Type="http://schemas.openxmlformats.org/officeDocument/2006/relationships/image" Target="/ppt/media/image18.svg" Id="R197c44c2eabd412a" /><Relationship Type="http://schemas.openxmlformats.org/officeDocument/2006/relationships/image" Target="/ppt/media/image19.png" Id="Rec468609cdea41fa" /><Relationship Type="http://schemas.openxmlformats.org/officeDocument/2006/relationships/image" Target="/ppt/media/image19.svg" Id="R822a42d8d091456f" /><Relationship Type="http://schemas.openxmlformats.org/officeDocument/2006/relationships/image" Target="/ppt/media/image20.png" Id="R829fe594f90d48f2" /><Relationship Type="http://schemas.openxmlformats.org/officeDocument/2006/relationships/image" Target="/ppt/media/image20.svg" Id="Rc667cb5c83d241e5" /><Relationship Type="http://schemas.openxmlformats.org/officeDocument/2006/relationships/image" Target="/ppt/media/image15.png" Id="R3256b0b40b394ba5" /><Relationship Type="http://schemas.openxmlformats.org/officeDocument/2006/relationships/image" Target="/ppt/media/image15.svg" Id="R585933954ec8482b" /><Relationship Type="http://schemas.openxmlformats.org/officeDocument/2006/relationships/image" Target="/ppt/media/image21.png" Id="R48a251df60404ae3" /><Relationship Type="http://schemas.openxmlformats.org/officeDocument/2006/relationships/image" Target="/ppt/media/image21.svg" Id="R3f43ec14594f4aa0" /><Relationship Type="http://schemas.openxmlformats.org/officeDocument/2006/relationships/image" Target="/ppt/media/image22.png" Id="Ra75fae1875be467b" /><Relationship Type="http://schemas.openxmlformats.org/officeDocument/2006/relationships/image" Target="/ppt/media/image22.svg" Id="R9e571ca3e9c147e6" /><Relationship Type="http://schemas.openxmlformats.org/officeDocument/2006/relationships/image" Target="/ppt/media/image23.png" Id="R26d3825e18cb4d73" /><Relationship Type="http://schemas.openxmlformats.org/officeDocument/2006/relationships/image" Target="/ppt/media/image23.svg" Id="Rb9873d3fcc3a40e3" /><Relationship Type="http://schemas.openxmlformats.org/officeDocument/2006/relationships/image" Target="/ppt/media/image24.png" Id="R200857fcf8c149bd" /><Relationship Type="http://schemas.openxmlformats.org/officeDocument/2006/relationships/image" Target="/ppt/media/image24.svg" Id="R5cc483bd87de4e3d" /><Relationship Type="http://schemas.openxmlformats.org/officeDocument/2006/relationships/image" Target="/ppt/media/image25.png" Id="R7b0cacc2460e4546" /><Relationship Type="http://schemas.openxmlformats.org/officeDocument/2006/relationships/image" Target="/ppt/media/image25.svg" Id="R8cb0d358665b4c99" /><Relationship Type="http://schemas.openxmlformats.org/officeDocument/2006/relationships/image" Target="/ppt/media/image26.png" Id="Rda2167475ef94896" /><Relationship Type="http://schemas.openxmlformats.org/officeDocument/2006/relationships/image" Target="/ppt/media/image26.svg" Id="Ra6c25d6d96434e1c" /><Relationship Type="http://schemas.openxmlformats.org/officeDocument/2006/relationships/image" Target="/ppt/media/image27.png" Id="R3c01dbe9866041d7" /><Relationship Type="http://schemas.openxmlformats.org/officeDocument/2006/relationships/image" Target="/ppt/media/image27.svg" Id="R493b6bc828aa4a74" /><Relationship Type="http://schemas.openxmlformats.org/officeDocument/2006/relationships/image" Target="/ppt/media/image28.png" Id="R4177a65df94b4b83" /><Relationship Type="http://schemas.openxmlformats.org/officeDocument/2006/relationships/image" Target="/ppt/media/image28.svg" Id="Rba114d3620984b3d" /><Relationship Type="http://schemas.openxmlformats.org/officeDocument/2006/relationships/notesSlide" Target="/ppt/notesSlides/notesSlide28.xml" Id="R53e9a7d7a7a94eb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9e2be4deaf488e" /><Relationship Type="http://schemas.openxmlformats.org/officeDocument/2006/relationships/image" Target="/ppt/media/image15.png" Id="R6e04c2bf5a224346" /><Relationship Type="http://schemas.openxmlformats.org/officeDocument/2006/relationships/image" Target="/ppt/media/image15.svg" Id="R7cf9726e441746fa" /><Relationship Type="http://schemas.openxmlformats.org/officeDocument/2006/relationships/image" Target="/ppt/media/image16.png" Id="Re2326fcc4cb04781" /><Relationship Type="http://schemas.openxmlformats.org/officeDocument/2006/relationships/image" Target="/ppt/media/image16.svg" Id="Rb82be8d48e074eea" /><Relationship Type="http://schemas.openxmlformats.org/officeDocument/2006/relationships/image" Target="/ppt/media/image17.png" Id="Rc2f3abee66974fbf" /><Relationship Type="http://schemas.openxmlformats.org/officeDocument/2006/relationships/image" Target="/ppt/media/image17.svg" Id="Rbc735713b02549ff" /><Relationship Type="http://schemas.openxmlformats.org/officeDocument/2006/relationships/image" Target="/ppt/media/image18.png" Id="Rb6c6cdd5c81d4b8f" /><Relationship Type="http://schemas.openxmlformats.org/officeDocument/2006/relationships/image" Target="/ppt/media/image18.svg" Id="R4b1b3b72b8404e86" /><Relationship Type="http://schemas.openxmlformats.org/officeDocument/2006/relationships/image" Target="/ppt/media/image19.png" Id="R2979f1165ad8461b" /><Relationship Type="http://schemas.openxmlformats.org/officeDocument/2006/relationships/image" Target="/ppt/media/image19.svg" Id="Rf6225caebacc4715" /><Relationship Type="http://schemas.openxmlformats.org/officeDocument/2006/relationships/image" Target="/ppt/media/image20.png" Id="R4d8efc48289743bc" /><Relationship Type="http://schemas.openxmlformats.org/officeDocument/2006/relationships/image" Target="/ppt/media/image20.svg" Id="R40a74245fc6e4f48" /><Relationship Type="http://schemas.openxmlformats.org/officeDocument/2006/relationships/image" Target="/ppt/media/image43.png" Id="Rd4c8cd2800254383" /><Relationship Type="http://schemas.openxmlformats.org/officeDocument/2006/relationships/image" Target="/ppt/media/image39.svg" Id="Rbbd6887caa6d427f" /><Relationship Type="http://schemas.openxmlformats.org/officeDocument/2006/relationships/image" Target="/ppt/media/image22.png" Id="R3859833483af4a1a" /><Relationship Type="http://schemas.openxmlformats.org/officeDocument/2006/relationships/image" Target="/ppt/media/image22.svg" Id="R3b3009f960674793" /><Relationship Type="http://schemas.openxmlformats.org/officeDocument/2006/relationships/image" Target="/ppt/media/image23.png" Id="Rb8c03096ba1a4f02" /><Relationship Type="http://schemas.openxmlformats.org/officeDocument/2006/relationships/image" Target="/ppt/media/image23.svg" Id="R5d09bc0a55534c31" /><Relationship Type="http://schemas.openxmlformats.org/officeDocument/2006/relationships/image" Target="/ppt/media/image24.png" Id="R1b23b54e878648ac" /><Relationship Type="http://schemas.openxmlformats.org/officeDocument/2006/relationships/image" Target="/ppt/media/image24.svg" Id="Rbd8515773269400c" /><Relationship Type="http://schemas.openxmlformats.org/officeDocument/2006/relationships/image" Target="/ppt/media/image25.png" Id="R5db83062e8bc4447" /><Relationship Type="http://schemas.openxmlformats.org/officeDocument/2006/relationships/image" Target="/ppt/media/image25.svg" Id="Rbd65b8bdef404152" /><Relationship Type="http://schemas.openxmlformats.org/officeDocument/2006/relationships/image" Target="/ppt/media/image26.png" Id="R6d1580b450104f4a" /><Relationship Type="http://schemas.openxmlformats.org/officeDocument/2006/relationships/image" Target="/ppt/media/image26.svg" Id="R4103d364153145d6" /><Relationship Type="http://schemas.openxmlformats.org/officeDocument/2006/relationships/image" Target="/ppt/media/image27.png" Id="R4f63d1c5c71142ed" /><Relationship Type="http://schemas.openxmlformats.org/officeDocument/2006/relationships/image" Target="/ppt/media/image27.svg" Id="R825d6c2b4a084131" /><Relationship Type="http://schemas.openxmlformats.org/officeDocument/2006/relationships/image" Target="/ppt/media/image28.png" Id="R78b73cf3280c4d2c" /><Relationship Type="http://schemas.openxmlformats.org/officeDocument/2006/relationships/image" Target="/ppt/media/image28.svg" Id="R963e87d9fd0d4493" /><Relationship Type="http://schemas.openxmlformats.org/officeDocument/2006/relationships/image" Target="/ppt/media/image7.png" Id="Rae2f12a436f741a4" /><Relationship Type="http://schemas.openxmlformats.org/officeDocument/2006/relationships/image" Target="/ppt/media/image7.svg" Id="R9979986acc6d4b6f" /><Relationship Type="http://schemas.openxmlformats.org/officeDocument/2006/relationships/notesSlide" Target="/ppt/notesSlides/notesSlide29.xml" Id="R087556e9a468407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fed68eaa66488a" /><Relationship Type="http://schemas.openxmlformats.org/officeDocument/2006/relationships/image" Target="/ppt/media/image15.png" Id="Rd87ea9b43ab34e8d" /><Relationship Type="http://schemas.openxmlformats.org/officeDocument/2006/relationships/image" Target="/ppt/media/image15.svg" Id="Ra89258d32a684fea" /><Relationship Type="http://schemas.openxmlformats.org/officeDocument/2006/relationships/image" Target="/ppt/media/image16.png" Id="Rd00d15a6a30942d4" /><Relationship Type="http://schemas.openxmlformats.org/officeDocument/2006/relationships/image" Target="/ppt/media/image16.svg" Id="Ree765b8508c64c4c" /><Relationship Type="http://schemas.openxmlformats.org/officeDocument/2006/relationships/image" Target="/ppt/media/image17.png" Id="R19ba0227b41b42aa" /><Relationship Type="http://schemas.openxmlformats.org/officeDocument/2006/relationships/image" Target="/ppt/media/image17.svg" Id="R34c7c58a90a84872" /><Relationship Type="http://schemas.openxmlformats.org/officeDocument/2006/relationships/image" Target="/ppt/media/image18.png" Id="Rfe00685ab4254438" /><Relationship Type="http://schemas.openxmlformats.org/officeDocument/2006/relationships/image" Target="/ppt/media/image18.svg" Id="R5a9e86e006e34305" /><Relationship Type="http://schemas.openxmlformats.org/officeDocument/2006/relationships/image" Target="/ppt/media/image19.png" Id="R6ea54e20a2834223" /><Relationship Type="http://schemas.openxmlformats.org/officeDocument/2006/relationships/image" Target="/ppt/media/image19.svg" Id="R8d431c154a7944d1" /><Relationship Type="http://schemas.openxmlformats.org/officeDocument/2006/relationships/image" Target="/ppt/media/image20.png" Id="Rf83516b509f741e8" /><Relationship Type="http://schemas.openxmlformats.org/officeDocument/2006/relationships/image" Target="/ppt/media/image20.svg" Id="Rda7513f0ebc8429e" /><Relationship Type="http://schemas.openxmlformats.org/officeDocument/2006/relationships/image" Target="/ppt/media/image21.png" Id="R9e76a36613144a5f" /><Relationship Type="http://schemas.openxmlformats.org/officeDocument/2006/relationships/image" Target="/ppt/media/image21.svg" Id="R01d77ddaaa3c4349" /><Relationship Type="http://schemas.openxmlformats.org/officeDocument/2006/relationships/image" Target="/ppt/media/image36.png" Id="Rb756aa0bc4814d78" /><Relationship Type="http://schemas.openxmlformats.org/officeDocument/2006/relationships/image" Target="/ppt/media/image32.svg" Id="R9222c4fbfe0c4bfa" /><Relationship Type="http://schemas.openxmlformats.org/officeDocument/2006/relationships/image" Target="/ppt/media/image37.png" Id="R37be38aa0fe643a7" /><Relationship Type="http://schemas.openxmlformats.org/officeDocument/2006/relationships/image" Target="/ppt/media/image33.svg" Id="R8062ae55351d47ad" /><Relationship Type="http://schemas.openxmlformats.org/officeDocument/2006/relationships/image" Target="/ppt/media/image24.png" Id="R5d86d8ed9f284630" /><Relationship Type="http://schemas.openxmlformats.org/officeDocument/2006/relationships/image" Target="/ppt/media/image24.svg" Id="R5d61a5434ef64b14" /><Relationship Type="http://schemas.openxmlformats.org/officeDocument/2006/relationships/image" Target="/ppt/media/image25.png" Id="R7cbea2cfeea24377" /><Relationship Type="http://schemas.openxmlformats.org/officeDocument/2006/relationships/image" Target="/ppt/media/image25.svg" Id="R54dcaead7cf24d86" /><Relationship Type="http://schemas.openxmlformats.org/officeDocument/2006/relationships/image" Target="/ppt/media/image26.png" Id="R9cdf36d4fa4243bb" /><Relationship Type="http://schemas.openxmlformats.org/officeDocument/2006/relationships/image" Target="/ppt/media/image26.svg" Id="R77140c28a458423b" /><Relationship Type="http://schemas.openxmlformats.org/officeDocument/2006/relationships/image" Target="/ppt/media/image27.png" Id="R2b94f83ddb014fd5" /><Relationship Type="http://schemas.openxmlformats.org/officeDocument/2006/relationships/image" Target="/ppt/media/image27.svg" Id="Rbc09cab3d49542c2" /><Relationship Type="http://schemas.openxmlformats.org/officeDocument/2006/relationships/image" Target="/ppt/media/image28.png" Id="Re3414e31bc924711" /><Relationship Type="http://schemas.openxmlformats.org/officeDocument/2006/relationships/image" Target="/ppt/media/image28.svg" Id="Rf274d7bc8d454678" /><Relationship Type="http://schemas.openxmlformats.org/officeDocument/2006/relationships/image" Target="/ppt/media/image7.png" Id="R21554571be8b4802" /><Relationship Type="http://schemas.openxmlformats.org/officeDocument/2006/relationships/image" Target="/ppt/media/image7.svg" Id="Rca88dffa39f04bd6" /><Relationship Type="http://schemas.openxmlformats.org/officeDocument/2006/relationships/notesSlide" Target="/ppt/notesSlides/notesSlide30.xml" Id="R3ebefbc6278042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LESSON_NUMBER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3F454F"/>
                </a:solidFill>
              </a:rPr>
              <a:t>Урок 1.4</a:t>
            </a:r>
          </a:p>
        </p:txBody>
      </p:sp>
      <p:sp>
        <p:nvSpPr>
          <p:cNvPr id="2101" name="LESSON_TITLE">
            <a:extLst xmlns:a="http://schemas.openxmlformats.org/drawingml/2006/main">
              <a:ext uri="{FF2B5EF4-FFF2-40B4-BE49-F238E27FC236}">
                <a16:creationId xmlns:a16="http://schemas.microsoft.com/office/drawing/2014/main" id="{9139D206-85DC-4D9D-97DA-3FD895BE0D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541202" y="3298835"/>
            <a:ext cx="4701600" cy="10614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АВТОРИТЕТ МАСТЕРА</a:t>
            </a:r>
            <a:endParaRPr sz="4800">
              <a:solidFill>
                <a:srgbClr val="DE4A42"/>
              </a:solidFill>
              <a:latin typeface="Bahnschrift SemiBold Condensed"/>
              <a:ea typeface="Bahnschrift SemiBold Condensed"/>
              <a:cs typeface="Bahnschrift SemiBold Condensed"/>
            </a:endParaRPr>
          </a:p>
        </p:txBody>
      </p:sp>
      <p:pic>
        <p:nvPicPr>
          <p:cNvPr id="2118" name="!!gear-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b9d34f8904b3b">
            <a:extLst>
              <a:ext uri="{96DAC541-7B7A-43D3-8B79-37D633B846F1}">
                <asvg:svgBlip xmlns:asvg="http://schemas.microsoft.com/office/drawing/2016/SVG/main" r:embed="R99edc6cb52654ceb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980000">
            <a:off x="-2657475" y="-2505075"/>
            <a:ext cx="3000375" cy="3000375"/>
          </a:xfrm>
          <a:prstGeom xmlns:a="http://schemas.openxmlformats.org/drawingml/2006/main" prst="rect">
            <a:avLst/>
          </a:prstGeom>
        </p:spPr>
      </p:pic>
      <p:pic>
        <p:nvPicPr>
          <p:cNvPr id="2119" name="!!gear-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d6d8e7efc4bf9">
            <a:extLst>
              <a:ext uri="{96DAC541-7B7A-43D3-8B79-37D633B846F1}">
                <asvg:svgBlip xmlns:asvg="http://schemas.microsoft.com/office/drawing/2016/SVG/main" r:embed="R5ff7f16521504004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3000000">
            <a:off x="11811000" y="-1724025"/>
            <a:ext cx="2497455" cy="2497455"/>
          </a:xfrm>
          <a:prstGeom xmlns:a="http://schemas.openxmlformats.org/drawingml/2006/main" prst="rect">
            <a:avLst/>
          </a:prstGeom>
        </p:spPr>
      </p:pic>
      <p:pic>
        <p:nvPicPr>
          <p:cNvPr id="2120" name="!!gear-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151d75f064126">
            <a:extLst>
              <a:ext uri="{96DAC541-7B7A-43D3-8B79-37D633B846F1}">
                <asvg:svgBlip xmlns:asvg="http://schemas.microsoft.com/office/drawing/2016/SVG/main" r:embed="R532e721a23d843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4020000">
            <a:off x="-1532866" y="3960709"/>
            <a:ext cx="3310700" cy="3310700"/>
          </a:xfrm>
          <a:prstGeom xmlns:a="http://schemas.openxmlformats.org/drawingml/2006/main" prst="rect">
            <a:avLst/>
          </a:prstGeom>
        </p:spPr>
      </p:pic>
      <p:pic>
        <p:nvPicPr>
          <p:cNvPr id="2121" name="!!gear-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d8752faed484d">
            <a:extLst>
              <a:ext uri="{96DAC541-7B7A-43D3-8B79-37D633B846F1}">
                <asvg:svgBlip xmlns:asvg="http://schemas.microsoft.com/office/drawing/2016/SVG/main" r:embed="Rb827ff11450e4f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5040000">
            <a:off x="10133668" y="-3168958"/>
            <a:ext cx="2333625" cy="2333625"/>
          </a:xfrm>
          <a:prstGeom xmlns:a="http://schemas.openxmlformats.org/drawingml/2006/main" prst="rect">
            <a:avLst/>
          </a:prstGeom>
        </p:spPr>
      </p:pic>
      <p:pic>
        <p:nvPicPr>
          <p:cNvPr id="2122" name="!!gear-0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d526c1db947bf">
            <a:extLst>
              <a:ext uri="{96DAC541-7B7A-43D3-8B79-37D633B846F1}">
                <asvg:svgBlip xmlns:asvg="http://schemas.microsoft.com/office/drawing/2016/SVG/main" r:embed="R4b0d927b4baf4d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6060000">
            <a:off x="190500" y="6353175"/>
            <a:ext cx="1757363" cy="1757363"/>
          </a:xfrm>
          <a:prstGeom xmlns:a="http://schemas.openxmlformats.org/drawingml/2006/main" prst="rect">
            <a:avLst/>
          </a:prstGeom>
        </p:spPr>
      </p:pic>
      <p:pic>
        <p:nvPicPr>
          <p:cNvPr id="2123" name="!!gear-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8d33504dd4760">
            <a:extLst>
              <a:ext uri="{96DAC541-7B7A-43D3-8B79-37D633B846F1}">
                <asvg:svgBlip xmlns:asvg="http://schemas.microsoft.com/office/drawing/2016/SVG/main" r:embed="Ra43845e2a97d44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7080000">
            <a:off x="12182475" y="2609850"/>
            <a:ext cx="2117408" cy="2117408"/>
          </a:xfrm>
          <a:prstGeom xmlns:a="http://schemas.openxmlformats.org/drawingml/2006/main" prst="rect">
            <a:avLst/>
          </a:prstGeom>
        </p:spPr>
      </p:pic>
      <p:pic>
        <p:nvPicPr>
          <p:cNvPr id="212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4e18c26714ae8">
            <a:extLst>
              <a:ext uri="{96DAC541-7B7A-43D3-8B79-37D633B846F1}">
                <asvg:svgBlip xmlns:asvg="http://schemas.microsoft.com/office/drawing/2016/SVG/main" r:embed="R0bdb7bc16b1344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8100000">
            <a:off x="9710281" y="-1520279"/>
            <a:ext cx="3180398" cy="3180398"/>
          </a:xfrm>
          <a:prstGeom xmlns:a="http://schemas.openxmlformats.org/drawingml/2006/main" prst="rect">
            <a:avLst/>
          </a:prstGeom>
        </p:spPr>
      </p:pic>
      <p:pic>
        <p:nvPicPr>
          <p:cNvPr id="2125" name="!!gear-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ffc501d0b4671">
            <a:extLst>
              <a:ext uri="{96DAC541-7B7A-43D3-8B79-37D633B846F1}">
                <asvg:svgBlip xmlns:asvg="http://schemas.microsoft.com/office/drawing/2016/SVG/main" r:embed="Rb15c432dbce347cf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9120000">
            <a:off x="6286500" y="6743700"/>
            <a:ext cx="1913573" cy="1913573"/>
          </a:xfrm>
          <a:prstGeom xmlns:a="http://schemas.openxmlformats.org/drawingml/2006/main" prst="rect">
            <a:avLst/>
          </a:prstGeom>
        </p:spPr>
      </p:pic>
      <p:pic>
        <p:nvPicPr>
          <p:cNvPr id="2126" name="!!gear-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a7912088e4fed">
            <a:extLst>
              <a:ext uri="{96DAC541-7B7A-43D3-8B79-37D633B846F1}">
                <asvg:svgBlip xmlns:asvg="http://schemas.microsoft.com/office/drawing/2016/SVG/main" r:embed="Raed719ecf3ac43b1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0140000">
            <a:off x="-3937442" y="1874103"/>
            <a:ext cx="1800225" cy="1800225"/>
          </a:xfrm>
          <a:prstGeom xmlns:a="http://schemas.openxmlformats.org/drawingml/2006/main" prst="rect">
            <a:avLst/>
          </a:prstGeom>
        </p:spPr>
      </p:pic>
      <p:pic>
        <p:nvPicPr>
          <p:cNvPr id="2127" name="!!gear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eeac8def84179">
            <a:extLst>
              <a:ext uri="{96DAC541-7B7A-43D3-8B79-37D633B846F1}">
                <asvg:svgBlip xmlns:asvg="http://schemas.microsoft.com/office/drawing/2016/SVG/main" r:embed="R10d5954e25034d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1160000">
            <a:off x="12249150" y="514350"/>
            <a:ext cx="2008823" cy="2008823"/>
          </a:xfrm>
          <a:prstGeom xmlns:a="http://schemas.openxmlformats.org/drawingml/2006/main" prst="rect">
            <a:avLst/>
          </a:prstGeom>
        </p:spPr>
      </p:pic>
      <p:pic>
        <p:nvPicPr>
          <p:cNvPr id="2128" name="!!gear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bb34a0cf94162">
            <a:extLst>
              <a:ext uri="{96DAC541-7B7A-43D3-8B79-37D633B846F1}">
                <asvg:svgBlip xmlns:asvg="http://schemas.microsoft.com/office/drawing/2016/SVG/main" r:embed="R2e09c2e8b41b4f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2180000">
            <a:off x="10644363" y="5766631"/>
            <a:ext cx="1615440" cy="1615440"/>
          </a:xfrm>
          <a:prstGeom xmlns:a="http://schemas.openxmlformats.org/drawingml/2006/main" prst="rect">
            <a:avLst/>
          </a:prstGeom>
        </p:spPr>
      </p:pic>
      <p:pic>
        <p:nvPicPr>
          <p:cNvPr id="2129" name="!!gear-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de8b984c745aa">
            <a:extLst>
              <a:ext uri="{96DAC541-7B7A-43D3-8B79-37D633B846F1}">
                <asvg:svgBlip xmlns:asvg="http://schemas.microsoft.com/office/drawing/2016/SVG/main" r:embed="R976d518e831646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200000">
            <a:off x="326806" y="6218699"/>
            <a:ext cx="2333625" cy="2333625"/>
          </a:xfrm>
          <a:prstGeom xmlns:a="http://schemas.openxmlformats.org/drawingml/2006/main" prst="rect">
            <a:avLst/>
          </a:prstGeom>
        </p:spPr>
      </p:pic>
      <p:pic>
        <p:nvPicPr>
          <p:cNvPr id="2130" name="!!gear-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7d51d9d064d08">
            <a:extLst>
              <a:ext uri="{96DAC541-7B7A-43D3-8B79-37D633B846F1}">
                <asvg:svgBlip xmlns:asvg="http://schemas.microsoft.com/office/drawing/2016/SVG/main" r:embed="Re9494d62ead643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4220000">
            <a:off x="1533525" y="-1600200"/>
            <a:ext cx="1414463" cy="1414463"/>
          </a:xfrm>
          <a:prstGeom xmlns:a="http://schemas.openxmlformats.org/drawingml/2006/main" prst="rect">
            <a:avLst/>
          </a:prstGeom>
        </p:spPr>
      </p:pic>
      <p:pic>
        <p:nvPicPr>
          <p:cNvPr id="2131" name="!!gear-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bf7e63ac84f6a">
            <a:extLst>
              <a:ext uri="{96DAC541-7B7A-43D3-8B79-37D633B846F1}">
                <asvg:svgBlip xmlns:asvg="http://schemas.microsoft.com/office/drawing/2016/SVG/main" r:embed="Re50ff91d6de745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5240000">
            <a:off x="11715750" y="4895850"/>
            <a:ext cx="2225993" cy="2225993"/>
          </a:xfrm>
          <a:prstGeom xmlns:a="http://schemas.openxmlformats.org/drawingml/2006/main" prst="rect">
            <a:avLst/>
          </a:prstGeom>
        </p:spPr>
      </p:pic>
      <p:sp>
        <p:nvSpPr>
          <p:cNvPr id="18" name="MODULE_LABEL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84" y="531994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МОДУЛЬ 1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1120874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1615814"/>
      </p:ext>
    </p:extLst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DIALOGUE_SCENE"/>
          <p:cNvPicPr>
            <a:picLocks noChangeAspect="1"/>
          </p:cNvPicPr>
          <p:nvPr/>
        </p:nvPicPr>
        <p:blipFill>
          <a:blip r:embed="rIdDialogueScene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TAGING_BODY">
            <a:extLst xmlns:a="http://schemas.openxmlformats.org/drawingml/2006/main">
              <a:ext uri="{FF2B5EF4-FFF2-40B4-BE49-F238E27FC236}">
                <a16:creationId xmlns:a16="http://schemas.microsoft.com/office/drawing/2014/main" id="{04339CCF-1739-4652-8D30-E19D0584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81000"/>
            <a:ext cx="11430000" cy="6210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Алексей: Денис, с поведением понятно: держать правила, поддерживать людей, не срываться. Но завтра я выйду мастером к тем, с кем вчера работал в одной бригаде. Почему они станут меня слушать?</a:t>
            </a:r>
            <a:br/>
            <a:r>
              <a:rPr sz="1600">
                <a:latin typeface="Nunito"/>
                <a:ea typeface="Nunito"/>
                <a:cs typeface="Nunito"/>
              </a:rPr>
              <a:t>Денис: Сразу не станут. Должность даст тебе право требовать. Авторитет появится позже — по твоим действиям.</a:t>
            </a:r>
          </a:p>
        </p:txBody>
      </p:sp>
    </p:spTree>
    <p:extLst>
      <p:ext uri="{BB962C8B-B14F-4D97-AF65-F5344CB8AC3E}">
        <p14:creationId xmlns:p14="http://schemas.microsoft.com/office/powerpoint/2010/main" val="18293378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945556" y="993157"/>
            <a:ext cx="10471254" cy="1161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Должность позволяет требовать выполнения задачи. Авторитет влияет на то, как рабочие относятся к требованиям мастера.</a:t>
            </a:r>
            <a:endParaRPr sz="1800">
              <a:solidFill>
                <a:srgbClr val="3F454F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796" y="279534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ДОЛЖНОСТЬ И АВТОРИТЕТ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45556" y="838334"/>
            <a:ext cx="31229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296" y="2627700"/>
            <a:ext cx="0" cy="37829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b76bdc11f40f3">
            <a:extLst>
              <a:ext uri="{96DAC541-7B7A-43D3-8B79-37D633B846F1}">
                <asvg:svgBlip xmlns:asvg="http://schemas.microsoft.com/office/drawing/2016/SVG/main" r:embed="R62cec338c2f7498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5927" y="8462397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178afd66f4ccd">
            <a:extLst>
              <a:ext uri="{96DAC541-7B7A-43D3-8B79-37D633B846F1}">
                <asvg:svgBlip xmlns:asvg="http://schemas.microsoft.com/office/drawing/2016/SVG/main" r:embed="Rf008f7a4957a4f9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0a19395594b13">
            <a:extLst>
              <a:ext uri="{96DAC541-7B7A-43D3-8B79-37D633B846F1}">
                <asvg:svgBlip xmlns:asvg="http://schemas.microsoft.com/office/drawing/2016/SVG/main" r:embed="Rf878221dc21d472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b9560612e4d6b">
            <a:extLst>
              <a:ext uri="{96DAC541-7B7A-43D3-8B79-37D633B846F1}">
                <asvg:svgBlip xmlns:asvg="http://schemas.microsoft.com/office/drawing/2016/SVG/main" r:embed="R4b129f8c420141d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7ceb10e854a01">
            <a:extLst>
              <a:ext uri="{96DAC541-7B7A-43D3-8B79-37D633B846F1}">
                <asvg:svgBlip xmlns:asvg="http://schemas.microsoft.com/office/drawing/2016/SVG/main" r:embed="Rd0a98b470076437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41e0f0b9e4ce1">
            <a:extLst>
              <a:ext uri="{96DAC541-7B7A-43D3-8B79-37D633B846F1}">
                <asvg:svgBlip xmlns:asvg="http://schemas.microsoft.com/office/drawing/2016/SVG/main" r:embed="Rd7a322fdf3884f8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0fcff32344796">
            <a:extLst>
              <a:ext uri="{96DAC541-7B7A-43D3-8B79-37D633B846F1}">
                <asvg:svgBlip xmlns:asvg="http://schemas.microsoft.com/office/drawing/2016/SVG/main" r:embed="R2598b4f57633414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06957" y="6439409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570efb16e4a7d">
            <a:extLst>
              <a:ext uri="{96DAC541-7B7A-43D3-8B79-37D633B846F1}">
                <asvg:svgBlip xmlns:asvg="http://schemas.microsoft.com/office/drawing/2016/SVG/main" r:embed="R23d504adfe29424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7213735c34cdd">
            <a:extLst>
              <a:ext uri="{96DAC541-7B7A-43D3-8B79-37D633B846F1}">
                <asvg:svgBlip xmlns:asvg="http://schemas.microsoft.com/office/drawing/2016/SVG/main" r:embed="Rc95da54554c8490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aadcc3cee4f68">
            <a:extLst>
              <a:ext uri="{96DAC541-7B7A-43D3-8B79-37D633B846F1}">
                <asvg:svgBlip xmlns:asvg="http://schemas.microsoft.com/office/drawing/2016/SVG/main" r:embed="Rf44a67c24ace406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24456" y="-134906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e0771554a04896">
            <a:extLst>
              <a:ext uri="{96DAC541-7B7A-43D3-8B79-37D633B846F1}">
                <asvg:svgBlip xmlns:asvg="http://schemas.microsoft.com/office/drawing/2016/SVG/main" r:embed="R44f5ce015f324ed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685854" y="7927664"/>
            <a:ext cx="2200915" cy="2200915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f774481cb4eb6">
            <a:extLst>
              <a:ext uri="{96DAC541-7B7A-43D3-8B79-37D633B846F1}">
                <asvg:svgBlip xmlns:asvg="http://schemas.microsoft.com/office/drawing/2016/SVG/main" r:embed="R94337187fdaa4b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15f4ebce148ac">
            <a:extLst>
              <a:ext uri="{96DAC541-7B7A-43D3-8B79-37D633B846F1}">
                <asvg:svgBlip xmlns:asvg="http://schemas.microsoft.com/office/drawing/2016/SVG/main" r:embed="Rfa8e14d501884a7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22ed677c247da">
            <a:extLst>
              <a:ext uri="{96DAC541-7B7A-43D3-8B79-37D633B846F1}">
                <asvg:svgBlip xmlns:asvg="http://schemas.microsoft.com/office/drawing/2016/SVG/main" r:embed="R4b10c5cdbecd411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fe24ada7e494f">
            <a:extLst>
              <a:ext uri="{96DAC541-7B7A-43D3-8B79-37D633B846F1}">
                <asvg:svgBlip xmlns:asvg="http://schemas.microsoft.com/office/drawing/2016/SVG/main" r:embed="R3c73a81664d440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3153017" y="6898508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52" name="COMPARE_BOTTOM_BODY">
            <a:extLst xmlns:a="http://schemas.openxmlformats.org/drawingml/2006/main">
              <a:ext uri="{FF2B5EF4-FFF2-40B4-BE49-F238E27FC236}">
                <a16:creationId xmlns:a16="http://schemas.microsoft.com/office/drawing/2014/main" id="{48F1698D-BF5F-4580-8C39-00DEFF34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50" y="3243180"/>
            <a:ext cx="5177503" cy="29586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600">
                <a:latin typeface="Nunito"/>
                <a:ea typeface="Nunito"/>
                <a:cs typeface="Nunito"/>
              </a:rPr>
              <a:t>складывается из действий мастера. Рабочие замечают:</a:t>
            </a:r>
            <a:br/>
            <a:r>
              <a:rPr sz="1600">
                <a:latin typeface="Nunito"/>
                <a:ea typeface="Nunito"/>
                <a:cs typeface="Nunito"/>
              </a:rPr>
              <a:t>понимает ли мастер работу участка;</a:t>
            </a:r>
            <a:br/>
            <a:r>
              <a:rPr sz="1600">
                <a:latin typeface="Nunito"/>
                <a:ea typeface="Nunito"/>
                <a:cs typeface="Nunito"/>
              </a:rPr>
              <a:t>одинаково ли спрашивает со всех;</a:t>
            </a:r>
            <a:br/>
            <a:r>
              <a:rPr sz="1600">
                <a:latin typeface="Nunito"/>
                <a:ea typeface="Nunito"/>
                <a:cs typeface="Nunito"/>
              </a:rPr>
              <a:t>прислушивается ли к опыту рабочих;</a:t>
            </a:r>
            <a:br/>
            <a:r>
              <a:rPr sz="1600">
                <a:latin typeface="Nunito"/>
                <a:ea typeface="Nunito"/>
                <a:cs typeface="Nunito"/>
              </a:rPr>
              <a:t>выполняет ли обещания;</a:t>
            </a:r>
            <a:br/>
            <a:r>
              <a:rPr sz="1600">
                <a:latin typeface="Nunito"/>
                <a:ea typeface="Nunito"/>
                <a:cs typeface="Nunito"/>
              </a:rPr>
              <a:t>как действует при сбоях и спорах.</a:t>
            </a:r>
          </a:p>
        </p:txBody>
      </p:sp>
      <p:sp>
        <p:nvSpPr>
          <p:cNvPr id="53" name="COMPARE_TOP_BODY">
            <a:extLst xmlns:a="http://schemas.openxmlformats.org/drawingml/2006/main">
              <a:ext uri="{FF2B5EF4-FFF2-40B4-BE49-F238E27FC236}">
                <a16:creationId xmlns:a16="http://schemas.microsoft.com/office/drawing/2014/main" id="{DB930535-AFE8-4031-8E0D-ACC949FA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97" y="3250447"/>
            <a:ext cx="5038625" cy="2951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даёт право:</a:t>
            </a:r>
            <a:br/>
            <a:r>
              <a:rPr sz="1600">
                <a:latin typeface="Nunito"/>
                <a:ea typeface="Nunito"/>
                <a:cs typeface="Nunito"/>
              </a:rPr>
              <a:t>распределять задания;</a:t>
            </a:r>
            <a:br/>
            <a:r>
              <a:rPr sz="1600">
                <a:latin typeface="Nunito"/>
                <a:ea typeface="Nunito"/>
                <a:cs typeface="Nunito"/>
              </a:rPr>
              <a:t>устанавливать сроки и требования к качеству;</a:t>
            </a:r>
            <a:br/>
            <a:r>
              <a:rPr sz="1600">
                <a:latin typeface="Nunito"/>
                <a:ea typeface="Nunito"/>
                <a:cs typeface="Nunito"/>
              </a:rPr>
              <a:t>проверять результат;</a:t>
            </a:r>
            <a:br/>
            <a:r>
              <a:rPr sz="1600">
                <a:latin typeface="Nunito"/>
                <a:ea typeface="Nunito"/>
                <a:cs typeface="Nunito"/>
              </a:rPr>
              <a:t>делать замечания;</a:t>
            </a:r>
            <a:br/>
            <a:r>
              <a:rPr sz="1600">
                <a:latin typeface="Nunito"/>
                <a:ea typeface="Nunito"/>
                <a:cs typeface="Nunito"/>
              </a:rPr>
              <a:t>останавливать опасную работу.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Эти права мастер получает с первого рабочего дня.</a:t>
            </a:r>
          </a:p>
        </p:txBody>
      </p:sp>
      <p:sp>
        <p:nvSpPr>
          <p:cNvPr id="54" name="COMPARE_TOP_LABEL">
            <a:extLst xmlns:a="http://schemas.openxmlformats.org/drawingml/2006/main">
              <a:ext uri="{FF2B5EF4-FFF2-40B4-BE49-F238E27FC236}">
                <a16:creationId xmlns:a16="http://schemas.microsoft.com/office/drawing/2014/main" id="{A0DC0A8F-8693-4879-8FAB-D728522C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739" y="2627700"/>
            <a:ext cx="297080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ДОЛЖНОСТЬ</a:t>
            </a:r>
          </a:p>
        </p:txBody>
      </p:sp>
      <p:sp>
        <p:nvSpPr>
          <p:cNvPr id="55" name="COMPARE_BOTTOM_LABEL">
            <a:extLst xmlns:a="http://schemas.openxmlformats.org/drawingml/2006/main">
              <a:ext uri="{FF2B5EF4-FFF2-40B4-BE49-F238E27FC236}">
                <a16:creationId xmlns:a16="http://schemas.microsoft.com/office/drawing/2014/main" id="{A266F069-417F-493A-A5E0-76A4D05C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133" y="2627700"/>
            <a:ext cx="294512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АВТОРИТЕТ</a:t>
            </a:r>
          </a:p>
        </p:txBody>
      </p:sp>
      <p:sp>
        <p:nvSpPr>
          <p:cNvPr id="27" name="Shape 0">
            <a:extLst xmlns:a="http://schemas.openxmlformats.org/drawingml/2006/main">
              <a:ext uri="{FF2B5EF4-FFF2-40B4-BE49-F238E27FC236}">
                <a16:creationId xmlns:a16="http://schemas.microsoft.com/office/drawing/2014/main" id="{5E15BE29-77DD-42E6-A0EE-B66A5692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311143" y="838334"/>
            <a:ext cx="31229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76869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2" name="Рисунок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c726ed0ca4d29">
            <a:extLst>
              <a:ext uri="{96DAC541-7B7A-43D3-8B79-37D633B846F1}">
                <asvg:svgBlip xmlns:asvg="http://schemas.microsoft.com/office/drawing/2016/SVG/main" r:embed="R0ed4dc66e74c4ab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18918" y="2592754"/>
            <a:ext cx="3501418" cy="2487246"/>
          </a:xfrm>
          <a:prstGeom xmlns:a="http://schemas.openxmlformats.org/drawingml/2006/main" prst="rect">
            <a:avLst/>
          </a:prstGeom>
        </p:spPr>
      </p:pic>
      <p:pic>
        <p:nvPicPr>
          <p:cNvPr id="63" name="Рисунок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c726ed0ca4d29">
            <a:extLst>
              <a:ext uri="{96DAC541-7B7A-43D3-8B79-37D633B846F1}">
                <asvg:svgBlip xmlns:asvg="http://schemas.microsoft.com/office/drawing/2016/SVG/main" r:embed="R0ed4dc66e74c4ab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5582" y="2592754"/>
            <a:ext cx="3501418" cy="2487246"/>
          </a:xfrm>
          <a:prstGeom xmlns:a="http://schemas.openxmlformats.org/drawingml/2006/main" prst="rect">
            <a:avLst/>
          </a:prstGeom>
        </p:spPr>
      </p:pic>
      <p:pic>
        <p:nvPicPr>
          <p:cNvPr id="64" name="Рисунок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c726ed0ca4d29">
            <a:extLst>
              <a:ext uri="{96DAC541-7B7A-43D3-8B79-37D633B846F1}">
                <asvg:svgBlip xmlns:asvg="http://schemas.microsoft.com/office/drawing/2016/SVG/main" r:embed="R0ed4dc66e74c4ab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000" y="2567355"/>
            <a:ext cx="3501418" cy="2487246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B1337FA-4A1A-4D7F-894C-6626E501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55" y="851878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ИЗ ЧЕГО СКЛАДЫВАЕТСЯ АВТОРИТЕТ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7cf749f8145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8" name="INTRO">
            <a:extLst xmlns:a="http://schemas.openxmlformats.org/drawingml/2006/main">
              <a:ext uri="{FF2B5EF4-FFF2-40B4-BE49-F238E27FC236}">
                <a16:creationId xmlns:a16="http://schemas.microsoft.com/office/drawing/2014/main" id="{57AEF4E2-0A5E-4015-B6AC-A7B6D8C7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1790700"/>
            <a:ext cx="889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Авторитет мастера держится на трёх вещах.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6" name="CARD_1_TITLE">
            <a:extLst xmlns:a="http://schemas.openxmlformats.org/drawingml/2006/main">
              <a:ext uri="{FF2B5EF4-FFF2-40B4-BE49-F238E27FC236}">
                <a16:creationId xmlns:a16="http://schemas.microsoft.com/office/drawing/2014/main" id="{9E48CB8B-6827-4924-AA72-1823DB0D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41253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ПОНИМАНИЕ РАБОТЫ</a:t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17" name="CARD_1_BODY">
            <a:extLst xmlns:a="http://schemas.openxmlformats.org/drawingml/2006/main">
              <a:ext uri="{FF2B5EF4-FFF2-40B4-BE49-F238E27FC236}">
                <a16:creationId xmlns:a16="http://schemas.microsoft.com/office/drawing/2014/main" id="{CC8D50EE-122B-4B17-8AC2-DA5AB1AC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22253"/>
            <a:ext cx="27305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 знает процессы участка, видит риски и разбирает проблемы на месте.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7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f1b11345e47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21250" y="29400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5" name="CARD_2_TITLE">
            <a:extLst xmlns:a="http://schemas.openxmlformats.org/drawingml/2006/main">
              <a:ext uri="{FF2B5EF4-FFF2-40B4-BE49-F238E27FC236}">
                <a16:creationId xmlns:a16="http://schemas.microsoft.com/office/drawing/2014/main" id="{532E935C-6249-4CFC-8B42-87A1A04F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2940050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ПОСЛЕДОВАТЕЛЬНОСТЬ</a:t>
            </a:r>
            <a:endParaRPr sz="1700">
              <a:solidFill>
                <a:srgbClr val="00B050"/>
              </a:solidFill>
            </a:endParaRPr>
          </a:p>
        </p:txBody>
      </p:sp>
      <p:sp>
        <p:nvSpPr>
          <p:cNvPr id="26" name="CARD_2_BODY">
            <a:extLst xmlns:a="http://schemas.openxmlformats.org/drawingml/2006/main">
              <a:ext uri="{FF2B5EF4-FFF2-40B4-BE49-F238E27FC236}">
                <a16:creationId xmlns:a16="http://schemas.microsoft.com/office/drawing/2014/main" id="{1C62A36A-79D2-4CB3-B62C-1A5FD5D1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3321050"/>
            <a:ext cx="27305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Одинаковые правила действуют для всех: опытных рабочих, новичков, удобных людей и бывших друзей.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73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b87dd859143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2650" y="29400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4" name="CARD_3_TITLE">
            <a:extLst xmlns:a="http://schemas.openxmlformats.org/drawingml/2006/main">
              <a:ext uri="{FF2B5EF4-FFF2-40B4-BE49-F238E27FC236}">
                <a16:creationId xmlns:a16="http://schemas.microsoft.com/office/drawing/2014/main" id="{D6875DCD-C598-47CA-A83B-9F894E5D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650" y="2940050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УВАЖЕНИЕ К ОПЫТУ РАБОЧИХ</a:t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35" name="CARD_3_BODY">
            <a:extLst xmlns:a="http://schemas.openxmlformats.org/drawingml/2006/main">
              <a:ext uri="{FF2B5EF4-FFF2-40B4-BE49-F238E27FC236}">
                <a16:creationId xmlns:a16="http://schemas.microsoft.com/office/drawing/2014/main" id="{DA3002E7-9E0C-44DF-BACF-0ECBD91E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650" y="3321050"/>
            <a:ext cx="29464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 слушает человека, который глубже знает операцию, и сам принимает решение по участку.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41" name="Shape 0">
            <a:extLst xmlns:a="http://schemas.openxmlformats.org/drawingml/2006/main">
              <a:ext uri="{FF2B5EF4-FFF2-40B4-BE49-F238E27FC236}">
                <a16:creationId xmlns:a16="http://schemas.microsoft.com/office/drawing/2014/main" id="{4FC76562-C95A-4A46-B16E-1921818E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15" y="-1"/>
            <a:ext cx="0" cy="14106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77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5e142b0d0c422f">
            <a:extLst>
              <a:ext uri="{96DAC541-7B7A-43D3-8B79-37D633B846F1}">
                <asvg:svgBlip xmlns:asvg="http://schemas.microsoft.com/office/drawing/2016/SVG/main" r:embed="R0479970e31814a6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78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9c0214078b411d">
            <a:extLst>
              <a:ext uri="{96DAC541-7B7A-43D3-8B79-37D633B846F1}">
                <asvg:svgBlip xmlns:asvg="http://schemas.microsoft.com/office/drawing/2016/SVG/main" r:embed="R53e914926b44449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79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75f7711a94c5d">
            <a:extLst>
              <a:ext uri="{96DAC541-7B7A-43D3-8B79-37D633B846F1}">
                <asvg:svgBlip xmlns:asvg="http://schemas.microsoft.com/office/drawing/2016/SVG/main" r:embed="R2d0440585871497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80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4aa5c86034963">
            <a:extLst>
              <a:ext uri="{96DAC541-7B7A-43D3-8B79-37D633B846F1}">
                <asvg:svgBlip xmlns:asvg="http://schemas.microsoft.com/office/drawing/2016/SVG/main" r:embed="R2216aed0ae1d4c8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2650" y="-255008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81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4c51add4d4ac7">
            <a:extLst>
              <a:ext uri="{96DAC541-7B7A-43D3-8B79-37D633B846F1}">
                <asvg:svgBlip xmlns:asvg="http://schemas.microsoft.com/office/drawing/2016/SVG/main" r:embed="Rbec71a3a82234a4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600" y="4953970"/>
            <a:ext cx="6642100" cy="6642100"/>
          </a:xfrm>
          <a:prstGeom xmlns:a="http://schemas.openxmlformats.org/drawingml/2006/main" prst="rect">
            <a:avLst/>
          </a:prstGeom>
        </p:spPr>
      </p:pic>
      <p:pic>
        <p:nvPicPr>
          <p:cNvPr id="82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003efef6847ea">
            <a:extLst>
              <a:ext uri="{96DAC541-7B7A-43D3-8B79-37D633B846F1}">
                <asvg:svgBlip xmlns:asvg="http://schemas.microsoft.com/office/drawing/2016/SVG/main" r:embed="R40d87101ca5e4c9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5127" y="-2893219"/>
            <a:ext cx="2305050" cy="2305050"/>
          </a:xfrm>
          <a:prstGeom xmlns:a="http://schemas.openxmlformats.org/drawingml/2006/main" prst="rect">
            <a:avLst/>
          </a:prstGeom>
        </p:spPr>
      </p:pic>
      <p:pic>
        <p:nvPicPr>
          <p:cNvPr id="83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98005c1ec46a4">
            <a:extLst>
              <a:ext uri="{96DAC541-7B7A-43D3-8B79-37D633B846F1}">
                <asvg:svgBlip xmlns:asvg="http://schemas.microsoft.com/office/drawing/2016/SVG/main" r:embed="R24b16d49a6fb43f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70735" y="696660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84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b4fac019d43e6">
            <a:extLst>
              <a:ext uri="{96DAC541-7B7A-43D3-8B79-37D633B846F1}">
                <asvg:svgBlip xmlns:asvg="http://schemas.microsoft.com/office/drawing/2016/SVG/main" r:embed="Rc19f08a041b2417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85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c7470432f4e0c">
            <a:extLst>
              <a:ext uri="{96DAC541-7B7A-43D3-8B79-37D633B846F1}">
                <asvg:svgBlip xmlns:asvg="http://schemas.microsoft.com/office/drawing/2016/SVG/main" r:embed="R3a6edbc30eec463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86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a4b4cfe7f4274">
            <a:extLst>
              <a:ext uri="{96DAC541-7B7A-43D3-8B79-37D633B846F1}">
                <asvg:svgBlip xmlns:asvg="http://schemas.microsoft.com/office/drawing/2016/SVG/main" r:embed="R8377ed206e13420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87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32ce6476042fa">
            <a:extLst>
              <a:ext uri="{96DAC541-7B7A-43D3-8B79-37D633B846F1}">
                <asvg:svgBlip xmlns:asvg="http://schemas.microsoft.com/office/drawing/2016/SVG/main" r:embed="Ree4090d23015436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88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52fbcf369443d">
            <a:extLst>
              <a:ext uri="{96DAC541-7B7A-43D3-8B79-37D633B846F1}">
                <asvg:svgBlip xmlns:asvg="http://schemas.microsoft.com/office/drawing/2016/SVG/main" r:embed="R88ec6bdfdb7d402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89" name="Рисунок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12cb05e404583">
            <a:extLst>
              <a:ext uri="{96DAC541-7B7A-43D3-8B79-37D633B846F1}">
                <asvg:svgBlip xmlns:asvg="http://schemas.microsoft.com/office/drawing/2016/SVG/main" r:embed="R76a5ef1054e54ff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90" name="Рисунок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05b429ddc4758">
            <a:extLst>
              <a:ext uri="{96DAC541-7B7A-43D3-8B79-37D633B846F1}">
                <asvg:svgBlip xmlns:asvg="http://schemas.microsoft.com/office/drawing/2016/SVG/main" r:embed="R47018025661e44e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71876" y="-1117600"/>
            <a:ext cx="2019300" cy="201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379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945556" y="993157"/>
            <a:ext cx="10471254" cy="1161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 участке могут работать люди, которые знают отдельную операцию глубже мастера: гибку, пайку, покраску, сборку автоматики или конкретный станок.</a:t>
            </a:r>
            <a:br/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Используйте их опыт при разборе технических вопросов.</a:t>
            </a:r>
            <a:endParaRPr sz="1800">
              <a:solidFill>
                <a:srgbClr val="3F454F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796" y="279534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КОГДА РАБОЧИЙ ГЛУБЖЕ ЗНАЕТ ОПЕРАЦИЮ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45556" y="838334"/>
            <a:ext cx="31229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296" y="2627700"/>
            <a:ext cx="0" cy="37829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ad7a43980b4307">
            <a:extLst>
              <a:ext uri="{96DAC541-7B7A-43D3-8B79-37D633B846F1}">
                <asvg:svgBlip xmlns:asvg="http://schemas.microsoft.com/office/drawing/2016/SVG/main" r:embed="R1a5bd6e3a31a48d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5927" y="8462397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a2bfb50210422e">
            <a:extLst>
              <a:ext uri="{96DAC541-7B7A-43D3-8B79-37D633B846F1}">
                <asvg:svgBlip xmlns:asvg="http://schemas.microsoft.com/office/drawing/2016/SVG/main" r:embed="Ra4dc91ce09764f6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35230139b4f00">
            <a:extLst>
              <a:ext uri="{96DAC541-7B7A-43D3-8B79-37D633B846F1}">
                <asvg:svgBlip xmlns:asvg="http://schemas.microsoft.com/office/drawing/2016/SVG/main" r:embed="R94e652073b634b9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cdd2d27994d3e">
            <a:extLst>
              <a:ext uri="{96DAC541-7B7A-43D3-8B79-37D633B846F1}">
                <asvg:svgBlip xmlns:asvg="http://schemas.microsoft.com/office/drawing/2016/SVG/main" r:embed="Re21999cd752140f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ee001891748c3">
            <a:extLst>
              <a:ext uri="{96DAC541-7B7A-43D3-8B79-37D633B846F1}">
                <asvg:svgBlip xmlns:asvg="http://schemas.microsoft.com/office/drawing/2016/SVG/main" r:embed="Rec60b88ce188405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743f7ebcb462e">
            <a:extLst>
              <a:ext uri="{96DAC541-7B7A-43D3-8B79-37D633B846F1}">
                <asvg:svgBlip xmlns:asvg="http://schemas.microsoft.com/office/drawing/2016/SVG/main" r:embed="R05eca245784f4c9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f0d5cd61a4f9e">
            <a:extLst>
              <a:ext uri="{96DAC541-7B7A-43D3-8B79-37D633B846F1}">
                <asvg:svgBlip xmlns:asvg="http://schemas.microsoft.com/office/drawing/2016/SVG/main" r:embed="R15a921431008459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06957" y="6439409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968b52c8c4d3c">
            <a:extLst>
              <a:ext uri="{96DAC541-7B7A-43D3-8B79-37D633B846F1}">
                <asvg:svgBlip xmlns:asvg="http://schemas.microsoft.com/office/drawing/2016/SVG/main" r:embed="R1b50f062cd92499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9b0deb2f74364">
            <a:extLst>
              <a:ext uri="{96DAC541-7B7A-43D3-8B79-37D633B846F1}">
                <asvg:svgBlip xmlns:asvg="http://schemas.microsoft.com/office/drawing/2016/SVG/main" r:embed="Ra4e821857ab1457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baff6189d47ef">
            <a:extLst>
              <a:ext uri="{96DAC541-7B7A-43D3-8B79-37D633B846F1}">
                <asvg:svgBlip xmlns:asvg="http://schemas.microsoft.com/office/drawing/2016/SVG/main" r:embed="R55d23e461ea0491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24456" y="-134906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0f05b190c46c4">
            <a:extLst>
              <a:ext uri="{96DAC541-7B7A-43D3-8B79-37D633B846F1}">
                <asvg:svgBlip xmlns:asvg="http://schemas.microsoft.com/office/drawing/2016/SVG/main" r:embed="R37bf859a98e9492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685854" y="7927664"/>
            <a:ext cx="2200915" cy="2200915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89f6394bd44f3">
            <a:extLst>
              <a:ext uri="{96DAC541-7B7A-43D3-8B79-37D633B846F1}">
                <asvg:svgBlip xmlns:asvg="http://schemas.microsoft.com/office/drawing/2016/SVG/main" r:embed="Rec3d409263154d2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188e63b1d4078">
            <a:extLst>
              <a:ext uri="{96DAC541-7B7A-43D3-8B79-37D633B846F1}">
                <asvg:svgBlip xmlns:asvg="http://schemas.microsoft.com/office/drawing/2016/SVG/main" r:embed="Rb16010a15f0e42d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fef12a98f44a6">
            <a:extLst>
              <a:ext uri="{96DAC541-7B7A-43D3-8B79-37D633B846F1}">
                <asvg:svgBlip xmlns:asvg="http://schemas.microsoft.com/office/drawing/2016/SVG/main" r:embed="R9cfb03a366e0407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a244c50f84505">
            <a:extLst>
              <a:ext uri="{96DAC541-7B7A-43D3-8B79-37D633B846F1}">
                <asvg:svgBlip xmlns:asvg="http://schemas.microsoft.com/office/drawing/2016/SVG/main" r:embed="R3e43506d820b4a66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3153017" y="6898508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52" name="COMPARE_BOTTOM_BODY">
            <a:extLst xmlns:a="http://schemas.openxmlformats.org/drawingml/2006/main">
              <a:ext uri="{FF2B5EF4-FFF2-40B4-BE49-F238E27FC236}">
                <a16:creationId xmlns:a16="http://schemas.microsoft.com/office/drawing/2014/main" id="{48F1698D-BF5F-4580-8C39-00DEFF34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50" y="3243180"/>
            <a:ext cx="5177503" cy="29586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600">
                <a:latin typeface="Nunito"/>
                <a:ea typeface="Nunito"/>
                <a:cs typeface="Nunito"/>
              </a:rPr>
              <a:t>за срок и качество работы участка;</a:t>
            </a:r>
            <a:br/>
            <a:r>
              <a:rPr sz="1600">
                <a:latin typeface="Nunito"/>
                <a:ea typeface="Nunito"/>
                <a:cs typeface="Nunito"/>
              </a:rPr>
              <a:t>согласование действий разных рабочих;</a:t>
            </a:r>
            <a:br/>
            <a:r>
              <a:rPr sz="1600">
                <a:latin typeface="Nunito"/>
                <a:ea typeface="Nunito"/>
                <a:cs typeface="Nunito"/>
              </a:rPr>
              <a:t>решение при сбое;</a:t>
            </a:r>
            <a:br/>
            <a:r>
              <a:rPr sz="1600">
                <a:latin typeface="Nunito"/>
                <a:ea typeface="Nunito"/>
                <a:cs typeface="Nunito"/>
              </a:rPr>
              <a:t>последствия принятого решения.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Рабочий помогает разобраться в операции. Мастер принимает решение, если оно затрагивает срок, качество, безопасность или работу других людей.</a:t>
            </a:r>
          </a:p>
        </p:txBody>
      </p:sp>
      <p:sp>
        <p:nvSpPr>
          <p:cNvPr id="53" name="COMPARE_TOP_BODY">
            <a:extLst xmlns:a="http://schemas.openxmlformats.org/drawingml/2006/main">
              <a:ext uri="{FF2B5EF4-FFF2-40B4-BE49-F238E27FC236}">
                <a16:creationId xmlns:a16="http://schemas.microsoft.com/office/drawing/2014/main" id="{DB930535-AFE8-4031-8E0D-ACC949FA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97" y="3250447"/>
            <a:ext cx="5038625" cy="2951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за выполнение своей операции;</a:t>
            </a:r>
            <a:br/>
            <a:r>
              <a:rPr sz="1600">
                <a:latin typeface="Nunito"/>
                <a:ea typeface="Nunito"/>
                <a:cs typeface="Nunito"/>
              </a:rPr>
              <a:t>соблюдение чертежа, технологии и требований безопасности;</a:t>
            </a:r>
            <a:br/>
            <a:r>
              <a:rPr sz="1600">
                <a:latin typeface="Nunito"/>
                <a:ea typeface="Nunito"/>
                <a:cs typeface="Nunito"/>
              </a:rPr>
              <a:t>сообщение о риске или отклонении.</a:t>
            </a:r>
          </a:p>
        </p:txBody>
      </p:sp>
      <p:sp>
        <p:nvSpPr>
          <p:cNvPr id="54" name="COMPARE_TOP_LABEL">
            <a:extLst xmlns:a="http://schemas.openxmlformats.org/drawingml/2006/main">
              <a:ext uri="{FF2B5EF4-FFF2-40B4-BE49-F238E27FC236}">
                <a16:creationId xmlns:a16="http://schemas.microsoft.com/office/drawing/2014/main" id="{A0DC0A8F-8693-4879-8FAB-D728522C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739" y="2627700"/>
            <a:ext cx="297080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РАБОЧИЙ ОТВЕЧАЕТ:</a:t>
            </a:r>
          </a:p>
        </p:txBody>
      </p:sp>
      <p:sp>
        <p:nvSpPr>
          <p:cNvPr id="55" name="COMPARE_BOTTOM_LABEL">
            <a:extLst xmlns:a="http://schemas.openxmlformats.org/drawingml/2006/main">
              <a:ext uri="{FF2B5EF4-FFF2-40B4-BE49-F238E27FC236}">
                <a16:creationId xmlns:a16="http://schemas.microsoft.com/office/drawing/2014/main" id="{A266F069-417F-493A-A5E0-76A4D05C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133" y="2627700"/>
            <a:ext cx="294512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МАСТЕР ОТВЕЧАЕТ:</a:t>
            </a:r>
          </a:p>
        </p:txBody>
      </p:sp>
      <p:sp>
        <p:nvSpPr>
          <p:cNvPr id="27" name="Shape 0">
            <a:extLst xmlns:a="http://schemas.openxmlformats.org/drawingml/2006/main">
              <a:ext uri="{FF2B5EF4-FFF2-40B4-BE49-F238E27FC236}">
                <a16:creationId xmlns:a16="http://schemas.microsoft.com/office/drawing/2014/main" id="{5E15BE29-77DD-42E6-A0EE-B66A5692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311143" y="838334"/>
            <a:ext cx="31229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76869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26b4f6cc949e7">
            <a:extLst>
              <a:ext uri="{96DAC541-7B7A-43D3-8B79-37D633B846F1}">
                <asvg:svgBlip xmlns:asvg="http://schemas.microsoft.com/office/drawing/2016/SVG/main" r:embed="R288766f2cf6c438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305788" y="6550419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39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58f90675a4e40">
            <a:extLst>
              <a:ext uri="{96DAC541-7B7A-43D3-8B79-37D633B846F1}">
                <asvg:svgBlip xmlns:asvg="http://schemas.microsoft.com/office/drawing/2016/SVG/main" r:embed="Ra59eb53cf50e4d0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040" y="3007283"/>
            <a:ext cx="4931735" cy="3214556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ПОНИМАНИЕ РАБОТЫ: ИДТИ К ФАКТАМ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4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bbeb634b94e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8" name="DEFINITION">
            <a:extLst xmlns:a="http://schemas.openxmlformats.org/drawingml/2006/main"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044" y="3083956"/>
            <a:ext cx="4028661" cy="3223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F5340B"/>
                </a:solidFill>
                <a:latin typeface="Bahnschrift Condensed"/>
                <a:ea typeface="Bahnschrift Condensed"/>
                <a:cs typeface="Bahnschrift Condensed"/>
              </a:rPr>
              <a:t>Мастеру не обязательно лучше всех выполнять каждую операцию. Ему нужно понимать работу настолько, чтобы задать вопросы, оценить риск и принять решение.</a:t>
            </a:r>
          </a:p>
        </p:txBody>
      </p:sp>
      <p:sp>
        <p:nvSpPr>
          <p:cNvPr id="16" name="EXPLANATION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7473" y="1273669"/>
            <a:ext cx="3857644" cy="4974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Спор по детали разбирайте у детали. Чертёж смотрите вместе с рабочим. Проблему с операцией проверяйте на рабочем месте.</a:t>
            </a: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45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68fc0a90948d0">
            <a:extLst>
              <a:ext uri="{96DAC541-7B7A-43D3-8B79-37D633B846F1}">
                <asvg:svgBlip xmlns:asvg="http://schemas.microsoft.com/office/drawing/2016/SVG/main" r:embed="R9c930aa2b34846b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699369c7d4b92">
            <a:extLst>
              <a:ext uri="{96DAC541-7B7A-43D3-8B79-37D633B846F1}">
                <asvg:svgBlip xmlns:asvg="http://schemas.microsoft.com/office/drawing/2016/SVG/main" r:embed="R493cb434708c4b5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84985" y="6331911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e951a09484bdb">
            <a:extLst>
              <a:ext uri="{96DAC541-7B7A-43D3-8B79-37D633B846F1}">
                <asvg:svgBlip xmlns:asvg="http://schemas.microsoft.com/office/drawing/2016/SVG/main" r:embed="R23b9cf6cf35943c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69451" y="571584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d3c8f38b648d9">
            <a:extLst>
              <a:ext uri="{96DAC541-7B7A-43D3-8B79-37D633B846F1}">
                <asvg:svgBlip xmlns:asvg="http://schemas.microsoft.com/office/drawing/2016/SVG/main" r:embed="R47b559a8534c464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97645" y="-730586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55a578e484a87">
            <a:extLst>
              <a:ext uri="{96DAC541-7B7A-43D3-8B79-37D633B846F1}">
                <asvg:svgBlip xmlns:asvg="http://schemas.microsoft.com/office/drawing/2016/SVG/main" r:embed="R1f4c2120905f493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0d85077504296">
            <a:extLst>
              <a:ext uri="{96DAC541-7B7A-43D3-8B79-37D633B846F1}">
                <asvg:svgBlip xmlns:asvg="http://schemas.microsoft.com/office/drawing/2016/SVG/main" r:embed="R367fd7df84764e9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48212" y="759244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4f6bd123894645">
            <a:extLst>
              <a:ext uri="{96DAC541-7B7A-43D3-8B79-37D633B846F1}">
                <asvg:svgBlip xmlns:asvg="http://schemas.microsoft.com/office/drawing/2016/SVG/main" r:embed="Rf94532d911304bc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52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c83201d234de2">
            <a:extLst>
              <a:ext uri="{96DAC541-7B7A-43D3-8B79-37D633B846F1}">
                <asvg:svgBlip xmlns:asvg="http://schemas.microsoft.com/office/drawing/2016/SVG/main" r:embed="Rf3bad4e31115437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53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b95fc418e4e80">
            <a:extLst>
              <a:ext uri="{96DAC541-7B7A-43D3-8B79-37D633B846F1}">
                <asvg:svgBlip xmlns:asvg="http://schemas.microsoft.com/office/drawing/2016/SVG/main" r:embed="R4ab73c4781c4430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4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22031d70442d6">
            <a:extLst>
              <a:ext uri="{96DAC541-7B7A-43D3-8B79-37D633B846F1}">
                <asvg:svgBlip xmlns:asvg="http://schemas.microsoft.com/office/drawing/2016/SVG/main" r:embed="R2b59863bd7a640f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55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5c5a20a3448ab">
            <a:extLst>
              <a:ext uri="{96DAC541-7B7A-43D3-8B79-37D633B846F1}">
                <asvg:svgBlip xmlns:asvg="http://schemas.microsoft.com/office/drawing/2016/SVG/main" r:embed="Rcf872d50cf5a498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6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bba286bda4bf1">
            <a:extLst>
              <a:ext uri="{96DAC541-7B7A-43D3-8B79-37D633B846F1}">
                <asvg:svgBlip xmlns:asvg="http://schemas.microsoft.com/office/drawing/2016/SVG/main" r:embed="Re564109f88c24f6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7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45bf22e9f4a5e">
            <a:extLst>
              <a:ext uri="{96DAC541-7B7A-43D3-8B79-37D633B846F1}">
                <asvg:svgBlip xmlns:asvg="http://schemas.microsoft.com/office/drawing/2016/SVG/main" r:embed="R5cf22b11fc404ea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8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c5f610a294890">
            <a:extLst>
              <a:ext uri="{96DAC541-7B7A-43D3-8B79-37D633B846F1}">
                <asvg:svgBlip xmlns:asvg="http://schemas.microsoft.com/office/drawing/2016/SVG/main" r:embed="R888b25916b0344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75510" y="6667520"/>
            <a:ext cx="3676709" cy="3676709"/>
          </a:xfrm>
          <a:prstGeom xmlns:a="http://schemas.openxmlformats.org/drawingml/2006/main" prst="rect">
            <a:avLst/>
          </a:prstGeom>
        </p:spPr>
      </p:pic>
      <p:pic>
        <p:nvPicPr>
          <p:cNvPr id="59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373fff02a4b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5922" y="2831446"/>
            <a:ext cx="1172137" cy="1420088"/>
          </a:xfrm>
          <a:prstGeom xmlns:a="http://schemas.openxmlformats.org/drawingml/2006/main" prst="rect">
            <a:avLst/>
          </a:prstGeom>
        </p:spPr>
      </p:pic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B6810FF7-C589-4424-B4C8-D1AF8425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07" y="1529168"/>
            <a:ext cx="5058752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В Toyota такой подход называют Genchi Genbutsu: прийти на место и увидеть факты своими глазами.</a:t>
            </a:r>
          </a:p>
        </p:txBody>
      </p:sp>
    </p:spTree>
    <p:extLst>
      <p:ext uri="{BB962C8B-B14F-4D97-AF65-F5344CB8AC3E}">
        <p14:creationId xmlns:p14="http://schemas.microsoft.com/office/powerpoint/2010/main" val="25019182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AGING_BODY">
            <a:extLst xmlns:a="http://schemas.openxmlformats.org/drawingml/2006/main">
              <a:ext uri="{FF2B5EF4-FFF2-40B4-BE49-F238E27FC236}">
                <a16:creationId xmlns:a16="http://schemas.microsoft.com/office/drawing/2014/main" id="{04339CCF-1739-4652-8D30-E19D0584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81000"/>
            <a:ext cx="11430000" cy="6210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Пример: технический спор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Опытный гибщик показал Алексею чертёж: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— Так делать нельзя. Здесь гиб уйдёт, деталь получится с браком. Я такие детали уже делал.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Рядом стояли другие рабочие. Алексей понял, что его решение будут оценивать при всём участке.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Вопрос: как следовало поступить мастеру?</a:t>
            </a:r>
          </a:p>
        </p:txBody>
      </p:sp>
    </p:spTree>
    <p:extLst>
      <p:ext uri="{BB962C8B-B14F-4D97-AF65-F5344CB8AC3E}">
        <p14:creationId xmlns:p14="http://schemas.microsoft.com/office/powerpoint/2010/main" val="18293378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AGING_BODY">
            <a:extLst xmlns:a="http://schemas.openxmlformats.org/drawingml/2006/main">
              <a:ext uri="{FF2B5EF4-FFF2-40B4-BE49-F238E27FC236}">
                <a16:creationId xmlns:a16="http://schemas.microsoft.com/office/drawing/2014/main" id="{04339CCF-1739-4652-8D30-E19D0584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81000"/>
            <a:ext cx="11430000" cy="6210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Задание: выберите реакцию мастера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Что следовало ответить Алексею?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1. «Я мастер, делай как сказано».</a:t>
            </a:r>
            <a:br/>
            <a:r>
              <a:rPr sz="1600">
                <a:latin typeface="Nunito"/>
                <a:ea typeface="Nunito"/>
                <a:cs typeface="Nunito"/>
              </a:rPr>
              <a:t>2. «Хорошо, делай как считаешь нужным».</a:t>
            </a:r>
            <a:br/>
            <a:r>
              <a:rPr sz="1600">
                <a:latin typeface="Nunito"/>
                <a:ea typeface="Nunito"/>
                <a:cs typeface="Nunito"/>
              </a:rPr>
              <a:t>3. «Покажи на чертеже, где видишь риск. Посмотрим деталь и решим, как выполнять работу».</a:t>
            </a:r>
            <a:br/>
            <a:r>
              <a:rPr sz="1600">
                <a:latin typeface="Nunito"/>
                <a:ea typeface="Nunito"/>
                <a:cs typeface="Nunito"/>
              </a:rPr>
              <a:t>4. «Обсудим потом. Сейчас не спорь при всех».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Правильный вариант: 3.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Разбор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Вариант 1. Алексей сослался на должность, но не проверил риск брака.</a:t>
            </a:r>
            <a:br/>
            <a:r>
              <a:rPr sz="1600">
                <a:latin typeface="Nunito"/>
                <a:ea typeface="Nunito"/>
                <a:cs typeface="Nunito"/>
              </a:rPr>
              <a:t>Вариант 2. Алексей полностью передал решение рабочему, хотя сам отвечал за результат участка.</a:t>
            </a:r>
            <a:br/>
            <a:r>
              <a:rPr sz="1600">
                <a:latin typeface="Nunito"/>
                <a:ea typeface="Nunito"/>
                <a:cs typeface="Nunito"/>
              </a:rPr>
              <a:t>Вариант 3. Алексей попросил показать риск, проверил факты и сохранил решение за собой.</a:t>
            </a:r>
            <a:br/>
            <a:r>
              <a:rPr sz="1600">
                <a:latin typeface="Nunito"/>
                <a:ea typeface="Nunito"/>
                <a:cs typeface="Nunito"/>
              </a:rPr>
              <a:t>Вариант 4. Алексей отложил проблему, хотя брак мог появиться сразу.</a:t>
            </a:r>
          </a:p>
        </p:txBody>
      </p:sp>
    </p:spTree>
    <p:extLst>
      <p:ext uri="{BB962C8B-B14F-4D97-AF65-F5344CB8AC3E}">
        <p14:creationId xmlns:p14="http://schemas.microsoft.com/office/powerpoint/2010/main" val="18293378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8155228" y="1513167"/>
            <a:ext cx="3714749" cy="4885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После назначения мастером отношения с бывшими коллегами меняются.</a:t>
            </a:r>
            <a:br/>
            <a:r>
              <a:rPr sz="200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/>
            </a:r>
            <a:br/>
            <a:r>
              <a:rPr sz="200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Рабочая дистанция означает, что мастер:</a:t>
            </a: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" y="409733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РАБОЧАЯ ДИСТАНЦИЯ</a:t>
            </a:r>
            <a:endParaRPr sz="3000">
              <a:solidFill>
                <a:srgbClr val="676C74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955932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806" y="1119038"/>
            <a:ext cx="0" cy="51820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612b5c2db4aa3">
            <a:extLst>
              <a:ext uri="{96DAC541-7B7A-43D3-8B79-37D633B846F1}">
                <asvg:svgBlip xmlns:asvg="http://schemas.microsoft.com/office/drawing/2016/SVG/main" r:embed="R39a822fa547a40d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344642" y="7753815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970385fb445b6">
            <a:extLst>
              <a:ext uri="{96DAC541-7B7A-43D3-8B79-37D633B846F1}">
                <asvg:svgBlip xmlns:asvg="http://schemas.microsoft.com/office/drawing/2016/SVG/main" r:embed="R0c71ed7003ff4e8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48c2ed00c4970">
            <a:extLst>
              <a:ext uri="{96DAC541-7B7A-43D3-8B79-37D633B846F1}">
                <asvg:svgBlip xmlns:asvg="http://schemas.microsoft.com/office/drawing/2016/SVG/main" r:embed="Rcc944a61a4ff4d8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39737" y="-481251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980bf90d348d2">
            <a:extLst>
              <a:ext uri="{96DAC541-7B7A-43D3-8B79-37D633B846F1}">
                <asvg:svgBlip xmlns:asvg="http://schemas.microsoft.com/office/drawing/2016/SVG/main" r:embed="R0d58299a4ccb460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234763" y="501137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e24b9888e4cd4">
            <a:extLst>
              <a:ext uri="{96DAC541-7B7A-43D3-8B79-37D633B846F1}">
                <asvg:svgBlip xmlns:asvg="http://schemas.microsoft.com/office/drawing/2016/SVG/main" r:embed="Re29a84a7b188400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417c70cc944ba">
            <a:extLst>
              <a:ext uri="{96DAC541-7B7A-43D3-8B79-37D633B846F1}">
                <asvg:svgBlip xmlns:asvg="http://schemas.microsoft.com/office/drawing/2016/SVG/main" r:embed="Re43dc5a29e97408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1559274fa4a1f">
            <a:extLst>
              <a:ext uri="{96DAC541-7B7A-43D3-8B79-37D633B846F1}">
                <asvg:svgBlip xmlns:asvg="http://schemas.microsoft.com/office/drawing/2016/SVG/main" r:embed="Rcc8cda0bd6fc4f1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6907" y="6250255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7d7456fd4471f">
            <a:extLst>
              <a:ext uri="{96DAC541-7B7A-43D3-8B79-37D633B846F1}">
                <asvg:svgBlip xmlns:asvg="http://schemas.microsoft.com/office/drawing/2016/SVG/main" r:embed="R6c6b5d7477c7410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241457" y="4909520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871e5808f4c5c">
            <a:extLst>
              <a:ext uri="{96DAC541-7B7A-43D3-8B79-37D633B846F1}">
                <asvg:svgBlip xmlns:asvg="http://schemas.microsoft.com/office/drawing/2016/SVG/main" r:embed="R8af47901d6db4b0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84806" y="-214074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5e80e483c404b">
            <a:extLst>
              <a:ext uri="{96DAC541-7B7A-43D3-8B79-37D633B846F1}">
                <asvg:svgBlip xmlns:asvg="http://schemas.microsoft.com/office/drawing/2016/SVG/main" r:embed="Rec6b65348570420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985bda6e348df">
            <a:extLst>
              <a:ext uri="{96DAC541-7B7A-43D3-8B79-37D633B846F1}">
                <asvg:svgBlip xmlns:asvg="http://schemas.microsoft.com/office/drawing/2016/SVG/main" r:embed="Rb3ec3351a5ee49c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e0f1e35f841db">
            <a:extLst>
              <a:ext uri="{96DAC541-7B7A-43D3-8B79-37D633B846F1}">
                <asvg:svgBlip xmlns:asvg="http://schemas.microsoft.com/office/drawing/2016/SVG/main" r:embed="Ra72ea68c26f84d2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712892b4f4eff">
            <a:extLst>
              <a:ext uri="{96DAC541-7B7A-43D3-8B79-37D633B846F1}">
                <asvg:svgBlip xmlns:asvg="http://schemas.microsoft.com/office/drawing/2016/SVG/main" r:embed="Reb2f79bdafbb45f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818d9cbfc4923">
            <a:extLst>
              <a:ext uri="{96DAC541-7B7A-43D3-8B79-37D633B846F1}">
                <asvg:svgBlip xmlns:asvg="http://schemas.microsoft.com/office/drawing/2016/SVG/main" r:embed="R9133db228c2d42e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b899bd37e4c72">
            <a:extLst>
              <a:ext uri="{96DAC541-7B7A-43D3-8B79-37D633B846F1}">
                <asvg:svgBlip xmlns:asvg="http://schemas.microsoft.com/office/drawing/2016/SVG/main" r:embed="R3280a6314179479c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31971" y="6982892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7B73D9-7FC8-4ACA-9149-BA360964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888" y="1193303"/>
            <a:ext cx="6958530" cy="49542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общается уважительно, но не превращает задачу в просьбу приятеля;</a:t>
            </a:r>
            <a:br/>
            <a:r>
              <a:rPr sz="1600">
                <a:latin typeface="Nunito"/>
                <a:ea typeface="Nunito"/>
                <a:cs typeface="Nunito"/>
              </a:rPr>
              <a:t>выслушивает мнение рабочего, но сам принимает управленческое решение;</a:t>
            </a:r>
            <a:br/>
            <a:r>
              <a:rPr sz="1600">
                <a:latin typeface="Nunito"/>
                <a:ea typeface="Nunito"/>
                <a:cs typeface="Nunito"/>
              </a:rPr>
              <a:t>одинаково реагирует на действия друзей и остальных сотрудников;</a:t>
            </a:r>
            <a:br/>
            <a:r>
              <a:rPr sz="1600">
                <a:latin typeface="Nunito"/>
                <a:ea typeface="Nunito"/>
                <a:cs typeface="Nunito"/>
              </a:rPr>
              <a:t>не добивается подчинения криком и унижением.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Рабочая дистанция позволяет сохранить нормальные отношения с людьми и при этом выполнять обязанности руководителя.</a:t>
            </a:r>
            <a:endParaRPr sz="1600">
              <a:latin typeface="Nunito"/>
              <a:ea typeface="Nunito"/>
              <a:cs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3506798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2" name="Рисунок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3638267624452">
            <a:extLst>
              <a:ext uri="{96DAC541-7B7A-43D3-8B79-37D633B846F1}">
                <asvg:svgBlip xmlns:asvg="http://schemas.microsoft.com/office/drawing/2016/SVG/main" r:embed="R6486ac800468456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18918" y="2592754"/>
            <a:ext cx="3501418" cy="2487246"/>
          </a:xfrm>
          <a:prstGeom xmlns:a="http://schemas.openxmlformats.org/drawingml/2006/main" prst="rect">
            <a:avLst/>
          </a:prstGeom>
        </p:spPr>
      </p:pic>
      <p:pic>
        <p:nvPicPr>
          <p:cNvPr id="63" name="Рисунок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3638267624452">
            <a:extLst>
              <a:ext uri="{96DAC541-7B7A-43D3-8B79-37D633B846F1}">
                <asvg:svgBlip xmlns:asvg="http://schemas.microsoft.com/office/drawing/2016/SVG/main" r:embed="R6486ac800468456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5582" y="2592754"/>
            <a:ext cx="3501418" cy="2487246"/>
          </a:xfrm>
          <a:prstGeom xmlns:a="http://schemas.openxmlformats.org/drawingml/2006/main" prst="rect">
            <a:avLst/>
          </a:prstGeom>
        </p:spPr>
      </p:pic>
      <p:pic>
        <p:nvPicPr>
          <p:cNvPr id="64" name="Рисунок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3638267624452">
            <a:extLst>
              <a:ext uri="{96DAC541-7B7A-43D3-8B79-37D633B846F1}">
                <asvg:svgBlip xmlns:asvg="http://schemas.microsoft.com/office/drawing/2016/SVG/main" r:embed="R6486ac800468456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000" y="2567355"/>
            <a:ext cx="3501418" cy="2487246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B1337FA-4A1A-4D7F-894C-6626E501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55" y="851878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ПРИЯТЕЛЬСТВО, РАБОЧАЯ ДИСТАНЦИЯ И ДАВЛЕНИЕ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8adeac687446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8" name="INTRO">
            <a:extLst xmlns:a="http://schemas.openxmlformats.org/drawingml/2006/main">
              <a:ext uri="{FF2B5EF4-FFF2-40B4-BE49-F238E27FC236}">
                <a16:creationId xmlns:a16="http://schemas.microsoft.com/office/drawing/2014/main" id="{57AEF4E2-0A5E-4015-B6AC-A7B6D8C7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1790700"/>
            <a:ext cx="889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6" name="CARD_1_TITLE">
            <a:extLst xmlns:a="http://schemas.openxmlformats.org/drawingml/2006/main">
              <a:ext uri="{FF2B5EF4-FFF2-40B4-BE49-F238E27FC236}">
                <a16:creationId xmlns:a16="http://schemas.microsoft.com/office/drawing/2014/main" id="{9E48CB8B-6827-4924-AA72-1823DB0D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41253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ПРИЯТЕЛЬСТВО</a:t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17" name="CARD_1_BODY">
            <a:extLst xmlns:a="http://schemas.openxmlformats.org/drawingml/2006/main">
              <a:ext uri="{FF2B5EF4-FFF2-40B4-BE49-F238E27FC236}">
                <a16:creationId xmlns:a16="http://schemas.microsoft.com/office/drawing/2014/main" id="{CC8D50EE-122B-4B17-8AC2-DA5AB1AC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22253"/>
            <a:ext cx="27305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 избегает требований и замечаний, чтобы не портить отношения. Рабочие начинают воспринимать его задачи как необязательные.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7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82f7736ed4a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21250" y="29400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5" name="CARD_2_TITLE">
            <a:extLst xmlns:a="http://schemas.openxmlformats.org/drawingml/2006/main">
              <a:ext uri="{FF2B5EF4-FFF2-40B4-BE49-F238E27FC236}">
                <a16:creationId xmlns:a16="http://schemas.microsoft.com/office/drawing/2014/main" id="{532E935C-6249-4CFC-8B42-87A1A04F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2940050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РАБОЧАЯ ДИСТАНЦИЯ</a:t>
            </a:r>
            <a:endParaRPr sz="1700">
              <a:solidFill>
                <a:srgbClr val="00B050"/>
              </a:solidFill>
            </a:endParaRPr>
          </a:p>
        </p:txBody>
      </p:sp>
      <p:sp>
        <p:nvSpPr>
          <p:cNvPr id="26" name="CARD_2_BODY">
            <a:extLst xmlns:a="http://schemas.openxmlformats.org/drawingml/2006/main">
              <a:ext uri="{FF2B5EF4-FFF2-40B4-BE49-F238E27FC236}">
                <a16:creationId xmlns:a16="http://schemas.microsoft.com/office/drawing/2014/main" id="{1C62A36A-79D2-4CB3-B62C-1A5FD5D1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3321050"/>
            <a:ext cx="27305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 уважительно общается, ясно ставит задачи, выслушивает мнение и требует выполнения договорённостей.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73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5e86060d845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2650" y="29400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4" name="CARD_3_TITLE">
            <a:extLst xmlns:a="http://schemas.openxmlformats.org/drawingml/2006/main">
              <a:ext uri="{FF2B5EF4-FFF2-40B4-BE49-F238E27FC236}">
                <a16:creationId xmlns:a16="http://schemas.microsoft.com/office/drawing/2014/main" id="{D6875DCD-C598-47CA-A83B-9F894E5D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650" y="2940050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ДАВЛЕНИЕ</a:t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35" name="CARD_3_BODY">
            <a:extLst xmlns:a="http://schemas.openxmlformats.org/drawingml/2006/main">
              <a:ext uri="{FF2B5EF4-FFF2-40B4-BE49-F238E27FC236}">
                <a16:creationId xmlns:a16="http://schemas.microsoft.com/office/drawing/2014/main" id="{DA3002E7-9E0C-44DF-BACF-0ECBD91E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650" y="3321050"/>
            <a:ext cx="29464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 подчёркивает власть, кричит, отказывается обсуждать проблемы. Рабочие выполняют требования из страха и стараются скрывать неприятную информацию.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41" name="Shape 0">
            <a:extLst xmlns:a="http://schemas.openxmlformats.org/drawingml/2006/main">
              <a:ext uri="{FF2B5EF4-FFF2-40B4-BE49-F238E27FC236}">
                <a16:creationId xmlns:a16="http://schemas.microsoft.com/office/drawing/2014/main" id="{4FC76562-C95A-4A46-B16E-1921818E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15" y="-1"/>
            <a:ext cx="0" cy="14106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77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89d1676fe4fda">
            <a:extLst>
              <a:ext uri="{96DAC541-7B7A-43D3-8B79-37D633B846F1}">
                <asvg:svgBlip xmlns:asvg="http://schemas.microsoft.com/office/drawing/2016/SVG/main" r:embed="R1b235a9fd034459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78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a8640add0a48d3">
            <a:extLst>
              <a:ext uri="{96DAC541-7B7A-43D3-8B79-37D633B846F1}">
                <asvg:svgBlip xmlns:asvg="http://schemas.microsoft.com/office/drawing/2016/SVG/main" r:embed="R144feb8fa535403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79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be4193ce34f6e">
            <a:extLst>
              <a:ext uri="{96DAC541-7B7A-43D3-8B79-37D633B846F1}">
                <asvg:svgBlip xmlns:asvg="http://schemas.microsoft.com/office/drawing/2016/SVG/main" r:embed="Rd64ed706871945a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80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afb9e6c244aeb">
            <a:extLst>
              <a:ext uri="{96DAC541-7B7A-43D3-8B79-37D633B846F1}">
                <asvg:svgBlip xmlns:asvg="http://schemas.microsoft.com/office/drawing/2016/SVG/main" r:embed="R2d545d5afaab436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2650" y="-255008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81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d824d6a1d4c8b">
            <a:extLst>
              <a:ext uri="{96DAC541-7B7A-43D3-8B79-37D633B846F1}">
                <asvg:svgBlip xmlns:asvg="http://schemas.microsoft.com/office/drawing/2016/SVG/main" r:embed="Re73c6c469d674ed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600" y="4953970"/>
            <a:ext cx="6642100" cy="6642100"/>
          </a:xfrm>
          <a:prstGeom xmlns:a="http://schemas.openxmlformats.org/drawingml/2006/main" prst="rect">
            <a:avLst/>
          </a:prstGeom>
        </p:spPr>
      </p:pic>
      <p:pic>
        <p:nvPicPr>
          <p:cNvPr id="82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83d36cd444f48">
            <a:extLst>
              <a:ext uri="{96DAC541-7B7A-43D3-8B79-37D633B846F1}">
                <asvg:svgBlip xmlns:asvg="http://schemas.microsoft.com/office/drawing/2016/SVG/main" r:embed="R540dcfc9625b4f3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5127" y="-2893219"/>
            <a:ext cx="2305050" cy="2305050"/>
          </a:xfrm>
          <a:prstGeom xmlns:a="http://schemas.openxmlformats.org/drawingml/2006/main" prst="rect">
            <a:avLst/>
          </a:prstGeom>
        </p:spPr>
      </p:pic>
      <p:pic>
        <p:nvPicPr>
          <p:cNvPr id="83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5b5d446b74482">
            <a:extLst>
              <a:ext uri="{96DAC541-7B7A-43D3-8B79-37D633B846F1}">
                <asvg:svgBlip xmlns:asvg="http://schemas.microsoft.com/office/drawing/2016/SVG/main" r:embed="R1b67188190a047e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70735" y="696660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84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b5ef3bbfe4687">
            <a:extLst>
              <a:ext uri="{96DAC541-7B7A-43D3-8B79-37D633B846F1}">
                <asvg:svgBlip xmlns:asvg="http://schemas.microsoft.com/office/drawing/2016/SVG/main" r:embed="Rd5eb7a37c5c444b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85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dea267c65434a">
            <a:extLst>
              <a:ext uri="{96DAC541-7B7A-43D3-8B79-37D633B846F1}">
                <asvg:svgBlip xmlns:asvg="http://schemas.microsoft.com/office/drawing/2016/SVG/main" r:embed="R49473d207ed54d4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86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b06c13a874977">
            <a:extLst>
              <a:ext uri="{96DAC541-7B7A-43D3-8B79-37D633B846F1}">
                <asvg:svgBlip xmlns:asvg="http://schemas.microsoft.com/office/drawing/2016/SVG/main" r:embed="R36f827db828b450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87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98ae654fb4df0">
            <a:extLst>
              <a:ext uri="{96DAC541-7B7A-43D3-8B79-37D633B846F1}">
                <asvg:svgBlip xmlns:asvg="http://schemas.microsoft.com/office/drawing/2016/SVG/main" r:embed="R9294f54dab3b460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88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cb9a4883840e9">
            <a:extLst>
              <a:ext uri="{96DAC541-7B7A-43D3-8B79-37D633B846F1}">
                <asvg:svgBlip xmlns:asvg="http://schemas.microsoft.com/office/drawing/2016/SVG/main" r:embed="Rf5a6471bc13d4fa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89" name="Рисунок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dc1081a054c32">
            <a:extLst>
              <a:ext uri="{96DAC541-7B7A-43D3-8B79-37D633B846F1}">
                <asvg:svgBlip xmlns:asvg="http://schemas.microsoft.com/office/drawing/2016/SVG/main" r:embed="Rc53ffededf1d474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90" name="Рисунок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ca919c06e4851">
            <a:extLst>
              <a:ext uri="{96DAC541-7B7A-43D3-8B79-37D633B846F1}">
                <asvg:svgBlip xmlns:asvg="http://schemas.microsoft.com/office/drawing/2016/SVG/main" r:embed="R4607ead160e4458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71876" y="-1117600"/>
            <a:ext cx="2019300" cy="201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379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7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6944658a749f8">
            <a:extLst>
              <a:ext uri="{96DAC541-7B7A-43D3-8B79-37D633B846F1}">
                <asvg:svgBlip xmlns:asvg="http://schemas.microsoft.com/office/drawing/2016/SVG/main" r:embed="R6b04e7afa0e84f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41437" y="3902651"/>
            <a:ext cx="3677603" cy="1897362"/>
          </a:xfrm>
          <a:prstGeom xmlns:a="http://schemas.openxmlformats.org/drawingml/2006/main" prst="rect">
            <a:avLst/>
          </a:prstGeom>
        </p:spPr>
      </p:pic>
      <p:pic>
        <p:nvPicPr>
          <p:cNvPr id="78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6944658a749f8">
            <a:extLst>
              <a:ext uri="{96DAC541-7B7A-43D3-8B79-37D633B846F1}">
                <asvg:svgBlip xmlns:asvg="http://schemas.microsoft.com/office/drawing/2016/SVG/main" r:embed="R6b04e7afa0e84f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99837" y="1755977"/>
            <a:ext cx="3677603" cy="1897362"/>
          </a:xfrm>
          <a:prstGeom xmlns:a="http://schemas.openxmlformats.org/drawingml/2006/main" prst="rect">
            <a:avLst/>
          </a:prstGeom>
        </p:spPr>
      </p:pic>
      <p:pic>
        <p:nvPicPr>
          <p:cNvPr id="79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6944658a749f8">
            <a:extLst>
              <a:ext uri="{96DAC541-7B7A-43D3-8B79-37D633B846F1}">
                <asvg:svgBlip xmlns:asvg="http://schemas.microsoft.com/office/drawing/2016/SVG/main" r:embed="R6b04e7afa0e84f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41437" y="1737249"/>
            <a:ext cx="3677603" cy="1897362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B1337FA-4A1A-4D7F-894C-6626E501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55" y="330200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ЧТО ПОДРЫВАЕТ АВТОРИТЕТ МАСТЕРА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8" name="INTRO">
            <a:extLst xmlns:a="http://schemas.openxmlformats.org/drawingml/2006/main">
              <a:ext uri="{FF2B5EF4-FFF2-40B4-BE49-F238E27FC236}">
                <a16:creationId xmlns:a16="http://schemas.microsoft.com/office/drawing/2014/main" id="{57AEF4E2-0A5E-4015-B6AC-A7B6D8C7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54" y="841002"/>
            <a:ext cx="6321521" cy="7301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 может сам ослабить свою позицию на участке.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Рабочие быстро замечают, когда он: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6" name="CARD_1_TITLE">
            <a:extLst xmlns:a="http://schemas.openxmlformats.org/drawingml/2006/main">
              <a:ext uri="{FF2B5EF4-FFF2-40B4-BE49-F238E27FC236}">
                <a16:creationId xmlns:a16="http://schemas.microsoft.com/office/drawing/2014/main" id="{9E48CB8B-6827-4924-AA72-1823DB0D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876" y="1942446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/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17" name="CARD_1_BODY">
            <a:extLst xmlns:a="http://schemas.openxmlformats.org/drawingml/2006/main">
              <a:ext uri="{FF2B5EF4-FFF2-40B4-BE49-F238E27FC236}">
                <a16:creationId xmlns:a16="http://schemas.microsoft.com/office/drawing/2014/main" id="{CC8D50EE-122B-4B17-8AC2-DA5AB1AC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876" y="2323446"/>
            <a:ext cx="3169134" cy="1105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ставит задачу так, что её можно понять по-разному;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8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1420fac684b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1226" y="1941243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5" name="CARD_2_TITLE">
            <a:extLst xmlns:a="http://schemas.openxmlformats.org/drawingml/2006/main">
              <a:ext uri="{FF2B5EF4-FFF2-40B4-BE49-F238E27FC236}">
                <a16:creationId xmlns:a16="http://schemas.microsoft.com/office/drawing/2014/main" id="{532E935C-6249-4CFC-8B42-87A1A04F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123" y="1941243"/>
            <a:ext cx="3166803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/>
            </a:r>
            <a:endParaRPr sz="1700">
              <a:solidFill>
                <a:srgbClr val="00B050"/>
              </a:solidFill>
            </a:endParaRPr>
          </a:p>
        </p:txBody>
      </p:sp>
      <p:sp>
        <p:nvSpPr>
          <p:cNvPr id="26" name="CARD_2_BODY">
            <a:extLst xmlns:a="http://schemas.openxmlformats.org/drawingml/2006/main">
              <a:ext uri="{FF2B5EF4-FFF2-40B4-BE49-F238E27FC236}">
                <a16:creationId xmlns:a16="http://schemas.microsoft.com/office/drawing/2014/main" id="{1C62A36A-79D2-4CB3-B62C-1A5FD5D1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123" y="2322243"/>
            <a:ext cx="3166803" cy="11067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 даёт обратную связь;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87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3a31c5cf940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284" y="406467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4" name="CARD_3_TITLE">
            <a:extLst xmlns:a="http://schemas.openxmlformats.org/drawingml/2006/main">
              <a:ext uri="{FF2B5EF4-FFF2-40B4-BE49-F238E27FC236}">
                <a16:creationId xmlns:a16="http://schemas.microsoft.com/office/drawing/2014/main" id="{D6875DCD-C598-47CA-A83B-9F894E5D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61" y="4064670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/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35" name="CARD_3_BODY">
            <a:extLst xmlns:a="http://schemas.openxmlformats.org/drawingml/2006/main">
              <a:ext uri="{FF2B5EF4-FFF2-40B4-BE49-F238E27FC236}">
                <a16:creationId xmlns:a16="http://schemas.microsoft.com/office/drawing/2014/main" id="{DA3002E7-9E0C-44DF-BACF-0ECBD91E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60" y="4445670"/>
            <a:ext cx="3199339" cy="11882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 доводит требования до результата;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41" name="Shape 0">
            <a:extLst xmlns:a="http://schemas.openxmlformats.org/drawingml/2006/main">
              <a:ext uri="{FF2B5EF4-FFF2-40B4-BE49-F238E27FC236}">
                <a16:creationId xmlns:a16="http://schemas.microsoft.com/office/drawing/2014/main" id="{4FC76562-C95A-4A46-B16E-1921818E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15" y="-1"/>
            <a:ext cx="0" cy="8890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9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ba13455ae4564">
            <a:extLst>
              <a:ext uri="{96DAC541-7B7A-43D3-8B79-37D633B846F1}">
                <asvg:svgBlip xmlns:asvg="http://schemas.microsoft.com/office/drawing/2016/SVG/main" r:embed="R5e23c341e4fd413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9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c9f3e8c6d48b9">
            <a:extLst>
              <a:ext uri="{96DAC541-7B7A-43D3-8B79-37D633B846F1}">
                <asvg:svgBlip xmlns:asvg="http://schemas.microsoft.com/office/drawing/2016/SVG/main" r:embed="R7eb3e5326571481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9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d5e32765144fb1">
            <a:extLst>
              <a:ext uri="{96DAC541-7B7A-43D3-8B79-37D633B846F1}">
                <asvg:svgBlip xmlns:asvg="http://schemas.microsoft.com/office/drawing/2016/SVG/main" r:embed="Rce7adc1fa5014f7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9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1951f94f074edc">
            <a:extLst>
              <a:ext uri="{96DAC541-7B7A-43D3-8B79-37D633B846F1}">
                <asvg:svgBlip xmlns:asvg="http://schemas.microsoft.com/office/drawing/2016/SVG/main" r:embed="Rf53399a50bb4486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9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05bd8c52c4699">
            <a:extLst>
              <a:ext uri="{96DAC541-7B7A-43D3-8B79-37D633B846F1}">
                <asvg:svgBlip xmlns:asvg="http://schemas.microsoft.com/office/drawing/2016/SVG/main" r:embed="Ra294fd1ffb164f7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0" y="584835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96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1058f6e854509">
            <a:extLst>
              <a:ext uri="{96DAC541-7B7A-43D3-8B79-37D633B846F1}">
                <asvg:svgBlip xmlns:asvg="http://schemas.microsoft.com/office/drawing/2016/SVG/main" r:embed="R082aa99cfd0448f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0800" y="-1643183"/>
            <a:ext cx="2305050" cy="2305050"/>
          </a:xfrm>
          <a:prstGeom xmlns:a="http://schemas.openxmlformats.org/drawingml/2006/main" prst="rect">
            <a:avLst/>
          </a:prstGeom>
        </p:spPr>
      </p:pic>
      <p:pic>
        <p:nvPicPr>
          <p:cNvPr id="97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38f619e774bc4">
            <a:extLst>
              <a:ext uri="{96DAC541-7B7A-43D3-8B79-37D633B846F1}">
                <asvg:svgBlip xmlns:asvg="http://schemas.microsoft.com/office/drawing/2016/SVG/main" r:embed="Re90de23fe34d4bf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70735" y="696660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98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fcca8855149a5">
            <a:extLst>
              <a:ext uri="{96DAC541-7B7A-43D3-8B79-37D633B846F1}">
                <asvg:svgBlip xmlns:asvg="http://schemas.microsoft.com/office/drawing/2016/SVG/main" r:embed="R113c82164c30407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99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cda44a14f4b2e">
            <a:extLst>
              <a:ext uri="{96DAC541-7B7A-43D3-8B79-37D633B846F1}">
                <asvg:svgBlip xmlns:asvg="http://schemas.microsoft.com/office/drawing/2016/SVG/main" r:embed="R87bd667bc1ac406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100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4107a21ea493c">
            <a:extLst>
              <a:ext uri="{96DAC541-7B7A-43D3-8B79-37D633B846F1}">
                <asvg:svgBlip xmlns:asvg="http://schemas.microsoft.com/office/drawing/2016/SVG/main" r:embed="R02494f7982024d1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101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3cca8c9624352">
            <a:extLst>
              <a:ext uri="{96DAC541-7B7A-43D3-8B79-37D633B846F1}">
                <asvg:svgBlip xmlns:asvg="http://schemas.microsoft.com/office/drawing/2016/SVG/main" r:embed="Rc03022db9160427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102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90c73b97a4298">
            <a:extLst>
              <a:ext uri="{96DAC541-7B7A-43D3-8B79-37D633B846F1}">
                <asvg:svgBlip xmlns:asvg="http://schemas.microsoft.com/office/drawing/2016/SVG/main" r:embed="R5984ae890996442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103" name="Рисунок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80f4a81f740c9">
            <a:extLst>
              <a:ext uri="{96DAC541-7B7A-43D3-8B79-37D633B846F1}">
                <asvg:svgBlip xmlns:asvg="http://schemas.microsoft.com/office/drawing/2016/SVG/main" r:embed="R7d9411cebec1424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104" name="Рисунок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e1e06340104c9f">
            <a:extLst>
              <a:ext uri="{96DAC541-7B7A-43D3-8B79-37D633B846F1}">
                <asvg:svgBlip xmlns:asvg="http://schemas.microsoft.com/office/drawing/2016/SVG/main" r:embed="Ra54ead70a0934ab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105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6944658a749f8">
            <a:extLst>
              <a:ext uri="{96DAC541-7B7A-43D3-8B79-37D633B846F1}">
                <asvg:svgBlip xmlns:asvg="http://schemas.microsoft.com/office/drawing/2016/SVG/main" r:embed="R6b04e7afa0e84f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26870" y="3902651"/>
            <a:ext cx="3677603" cy="1897362"/>
          </a:xfrm>
          <a:prstGeom xmlns:a="http://schemas.openxmlformats.org/drawingml/2006/main" prst="rect">
            <a:avLst/>
          </a:prstGeom>
        </p:spPr>
      </p:pic>
      <p:pic>
        <p:nvPicPr>
          <p:cNvPr id="106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3a31c5cf940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6717" y="406467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4" name="CARD_4_TITLE">
            <a:extLst xmlns:a="http://schemas.openxmlformats.org/drawingml/2006/main">
              <a:ext uri="{FF2B5EF4-FFF2-40B4-BE49-F238E27FC236}">
                <a16:creationId xmlns:a16="http://schemas.microsoft.com/office/drawing/2014/main" id="{2D7EA242-88EE-43DE-86CF-B63C3D35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138" y="4064670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/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45" name="CARD_4_BODY">
            <a:extLst xmlns:a="http://schemas.openxmlformats.org/drawingml/2006/main">
              <a:ext uri="{FF2B5EF4-FFF2-40B4-BE49-F238E27FC236}">
                <a16:creationId xmlns:a16="http://schemas.microsoft.com/office/drawing/2014/main" id="{12560078-3336-4E0F-A0F4-5694FF02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207" y="4445670"/>
            <a:ext cx="3172720" cy="11882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делает исключения для своих.</a:t>
            </a:r>
            <a:br/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Дальше разберём каждую ошибку отдельно.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1FA4F7BE-F904-4383-B902-DCD03BB0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580885"/>
            <a:ext cx="373406" cy="59502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10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6944658a749f8">
            <a:extLst>
              <a:ext uri="{96DAC541-7B7A-43D3-8B79-37D633B846F1}">
                <asvg:svgBlip xmlns:asvg="http://schemas.microsoft.com/office/drawing/2016/SVG/main" r:embed="R6b04e7afa0e84f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3921379"/>
            <a:ext cx="3677603" cy="1897362"/>
          </a:xfrm>
          <a:prstGeom xmlns:a="http://schemas.openxmlformats.org/drawingml/2006/main" prst="rect">
            <a:avLst/>
          </a:prstGeom>
        </p:spPr>
      </p:pic>
      <p:pic>
        <p:nvPicPr>
          <p:cNvPr id="111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6944658a749f8">
            <a:extLst>
              <a:ext uri="{96DAC541-7B7A-43D3-8B79-37D633B846F1}">
                <asvg:svgBlip xmlns:asvg="http://schemas.microsoft.com/office/drawing/2016/SVG/main" r:embed="R6b04e7afa0e84f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1755977"/>
            <a:ext cx="3677603" cy="1897362"/>
          </a:xfrm>
          <a:prstGeom xmlns:a="http://schemas.openxmlformats.org/drawingml/2006/main" prst="rect">
            <a:avLst/>
          </a:prstGeom>
        </p:spPr>
      </p:pic>
      <p:sp>
        <p:nvSpPr>
          <p:cNvPr id="48" name="CARD_5_TITLE">
            <a:extLst xmlns:a="http://schemas.openxmlformats.org/drawingml/2006/main">
              <a:ext uri="{FF2B5EF4-FFF2-40B4-BE49-F238E27FC236}">
                <a16:creationId xmlns:a16="http://schemas.microsoft.com/office/drawing/2014/main" id="{FF0DB1F4-DE57-498C-80D4-9EA47E9E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93" y="1961174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/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49" name="CARD_5_BODY">
            <a:extLst xmlns:a="http://schemas.openxmlformats.org/drawingml/2006/main">
              <a:ext uri="{FF2B5EF4-FFF2-40B4-BE49-F238E27FC236}">
                <a16:creationId xmlns:a16="http://schemas.microsoft.com/office/drawing/2014/main" id="{FE9FA756-A9ED-4411-97C3-B64661C3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93" y="2342174"/>
            <a:ext cx="3169134" cy="1105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стоит над душой;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11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3a31c5cf940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2301" y="4083398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1" name="CARD_6_TITLE">
            <a:extLst xmlns:a="http://schemas.openxmlformats.org/drawingml/2006/main">
              <a:ext uri="{FF2B5EF4-FFF2-40B4-BE49-F238E27FC236}">
                <a16:creationId xmlns:a16="http://schemas.microsoft.com/office/drawing/2014/main" id="{C4B44AD1-D22A-4F3E-97AE-AB9B2030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8" y="4083398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/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52" name="CARD_6_BODY">
            <a:extLst xmlns:a="http://schemas.openxmlformats.org/drawingml/2006/main">
              <a:ext uri="{FF2B5EF4-FFF2-40B4-BE49-F238E27FC236}">
                <a16:creationId xmlns:a16="http://schemas.microsoft.com/office/drawing/2014/main" id="{795776DB-57BB-4194-82A7-E1EC709A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7" y="4464398"/>
            <a:ext cx="3199339" cy="11882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отмахивается от сигналов с участка;</a:t>
            </a:r>
            <a:endParaRPr sz="145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72168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Рисунок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7466000e4423c">
            <a:extLst>
              <a:ext uri="{96DAC541-7B7A-43D3-8B79-37D633B846F1}">
                <asvg:svgBlip xmlns:asvg="http://schemas.microsoft.com/office/drawing/2016/SVG/main" r:embed="R2183a9722f9b436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358" y="1460500"/>
            <a:ext cx="9504715" cy="4902199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0E772F2-E101-4AF5-9E8D-F777EBEE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" y="495300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ОШИБКА 1. СТОЯТЬ НАД ДУШОЙ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3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c44894de643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DA4464F9-ABA9-4C49-BE41-278DB1A4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57375"/>
            <a:ext cx="8234063" cy="3889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spcAft>
                <a:spcPts val="1700"/>
              </a:spcAft>
              <a:buNone/>
            </a:pP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Опытному рабочему не нужно объяснять каждое движение. Задача мастера — обозначить результат, срок, требования и точки контроля.</a:t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Если мастер постоянно вмешивается в работу, человек перестанет решать сам. При любом отклонении он будет ждать указания.</a:t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итоге мастер потратит время на мелочи и сам затормозит работу участка.</a:t>
            </a:r>
            <a:endParaRPr sz="1700">
              <a:solidFill>
                <a:srgbClr val="3F454F"/>
              </a:solidFill>
            </a:endParaRPr>
          </a:p>
        </p:txBody>
      </p:sp>
      <p:sp>
        <p:nvSpPr>
          <p:cNvPr id="13" name="Shape 0">
            <a:extLst xmlns:a="http://schemas.openxmlformats.org/drawingml/2006/main">
              <a:ext uri="{FF2B5EF4-FFF2-40B4-BE49-F238E27FC236}">
                <a16:creationId xmlns:a16="http://schemas.microsoft.com/office/drawing/2014/main" id="{3775A66A-620B-4051-B5AD-4AE91BFC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1111250"/>
            <a:ext cx="5601903" cy="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37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49ef596e942cd">
            <a:extLst>
              <a:ext uri="{96DAC541-7B7A-43D3-8B79-37D633B846F1}">
                <asvg:svgBlip xmlns:asvg="http://schemas.microsoft.com/office/drawing/2016/SVG/main" r:embed="R0ec127c00d7043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0127971" y="2677007"/>
            <a:ext cx="4191761" cy="4191761"/>
          </a:xfrm>
          <a:prstGeom xmlns:a="http://schemas.openxmlformats.org/drawingml/2006/main" prst="rect">
            <a:avLst/>
          </a:prstGeom>
        </p:spPr>
      </p:pic>
      <p:pic>
        <p:nvPicPr>
          <p:cNvPr id="38" name="!!gear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322726cda492f">
            <a:extLst>
              <a:ext uri="{96DAC541-7B7A-43D3-8B79-37D633B846F1}">
                <asvg:svgBlip xmlns:asvg="http://schemas.microsoft.com/office/drawing/2016/SVG/main" r:embed="R43d3b6d85bad46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7518421">
            <a:off x="10428622" y="1042343"/>
            <a:ext cx="2129148" cy="2129148"/>
          </a:xfrm>
          <a:prstGeom xmlns:a="http://schemas.openxmlformats.org/drawingml/2006/main" prst="rect">
            <a:avLst/>
          </a:prstGeom>
        </p:spPr>
      </p:pic>
      <p:pic>
        <p:nvPicPr>
          <p:cNvPr id="39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f41eb6fd44e60">
            <a:extLst>
              <a:ext uri="{96DAC541-7B7A-43D3-8B79-37D633B846F1}">
                <asvg:svgBlip xmlns:asvg="http://schemas.microsoft.com/office/drawing/2016/SVG/main" r:embed="R46b0ec7a445b499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0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73e0c12d54c1e">
            <a:extLst>
              <a:ext uri="{96DAC541-7B7A-43D3-8B79-37D633B846F1}">
                <asvg:svgBlip xmlns:asvg="http://schemas.microsoft.com/office/drawing/2016/SVG/main" r:embed="R7240bb5d3d74491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41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1144fa15647ff">
            <a:extLst>
              <a:ext uri="{96DAC541-7B7A-43D3-8B79-37D633B846F1}">
                <asvg:svgBlip xmlns:asvg="http://schemas.microsoft.com/office/drawing/2016/SVG/main" r:embed="R7a281ccb6e8549b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2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05bec292d4f86">
            <a:extLst>
              <a:ext uri="{96DAC541-7B7A-43D3-8B79-37D633B846F1}">
                <asvg:svgBlip xmlns:asvg="http://schemas.microsoft.com/office/drawing/2016/SVG/main" r:embed="R88b934f37d5e4cc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3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47bcfcfc14fa7">
            <a:extLst>
              <a:ext uri="{96DAC541-7B7A-43D3-8B79-37D633B846F1}">
                <asvg:svgBlip xmlns:asvg="http://schemas.microsoft.com/office/drawing/2016/SVG/main" r:embed="R9e8067d58b7f445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4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0516b36714e83">
            <a:extLst>
              <a:ext uri="{96DAC541-7B7A-43D3-8B79-37D633B846F1}">
                <asvg:svgBlip xmlns:asvg="http://schemas.microsoft.com/office/drawing/2016/SVG/main" r:embed="Ra98c395c9f3d434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678" y="-2162237"/>
            <a:ext cx="2305050" cy="2305050"/>
          </a:xfrm>
          <a:prstGeom xmlns:a="http://schemas.openxmlformats.org/drawingml/2006/main" prst="rect">
            <a:avLst/>
          </a:prstGeom>
        </p:spPr>
      </p:pic>
      <p:pic>
        <p:nvPicPr>
          <p:cNvPr id="45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101719d114c3e">
            <a:extLst>
              <a:ext uri="{96DAC541-7B7A-43D3-8B79-37D633B846F1}">
                <asvg:svgBlip xmlns:asvg="http://schemas.microsoft.com/office/drawing/2016/SVG/main" r:embed="Rc4cd87b7289d4cc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70735" y="696660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6537de8c24ea6">
            <a:extLst>
              <a:ext uri="{96DAC541-7B7A-43D3-8B79-37D633B846F1}">
                <asvg:svgBlip xmlns:asvg="http://schemas.microsoft.com/office/drawing/2016/SVG/main" r:embed="R4a85666f55254ab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da39b41994cd1">
            <a:extLst>
              <a:ext uri="{96DAC541-7B7A-43D3-8B79-37D633B846F1}">
                <asvg:svgBlip xmlns:asvg="http://schemas.microsoft.com/office/drawing/2016/SVG/main" r:embed="R8020c6aa0a6c4dc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48db5ec0f4fa9">
            <a:extLst>
              <a:ext uri="{96DAC541-7B7A-43D3-8B79-37D633B846F1}">
                <asvg:svgBlip xmlns:asvg="http://schemas.microsoft.com/office/drawing/2016/SVG/main" r:embed="R3a694268fd74481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ea96f319541b4">
            <a:extLst>
              <a:ext uri="{96DAC541-7B7A-43D3-8B79-37D633B846F1}">
                <asvg:svgBlip xmlns:asvg="http://schemas.microsoft.com/office/drawing/2016/SVG/main" r:embed="R6176071fdb844d8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d8e9108f34caf">
            <a:extLst>
              <a:ext uri="{96DAC541-7B7A-43D3-8B79-37D633B846F1}">
                <asvg:svgBlip xmlns:asvg="http://schemas.microsoft.com/office/drawing/2016/SVG/main" r:embed="Rc707a1d46d72401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0e73aab51437b">
            <a:extLst>
              <a:ext uri="{96DAC541-7B7A-43D3-8B79-37D633B846F1}">
                <asvg:svgBlip xmlns:asvg="http://schemas.microsoft.com/office/drawing/2016/SVG/main" r:embed="Re513ce6648814ce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2" name="Рисунок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839eb4c8d4fb9">
            <a:extLst>
              <a:ext uri="{96DAC541-7B7A-43D3-8B79-37D633B846F1}">
                <asvg:svgBlip xmlns:asvg="http://schemas.microsoft.com/office/drawing/2016/SVG/main" r:embed="Ref5c97fb72134a8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7602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c563580694566">
            <a:extLst>
              <a:ext uri="{96DAC541-7B7A-43D3-8B79-37D633B846F1}">
                <asvg:svgBlip xmlns:asvg="http://schemas.microsoft.com/office/drawing/2016/SVG/main" r:embed="Rc2a961f166734eb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3438" y="7696134"/>
            <a:ext cx="3061710" cy="3061710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latin typeface="Bahnschrift SemiBold Condensed"/>
                <a:ea typeface="Bahnschrift SemiBold Condensed"/>
                <a:cs typeface="Bahnschrift SemiBold Condensed"/>
              </a:rPr>
              <a:t>ЧТО ПОКАЗАЛО ИССЛЕДОВАНИЕ GOOGLE</a:t>
            </a:r>
            <a:endParaRPr sz="3000"/>
          </a:p>
        </p:txBody>
      </p:sp>
      <p:pic>
        <p:nvPicPr>
          <p:cNvPr id="5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cf751ab084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16" name="INTRO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6" y="858223"/>
            <a:ext cx="8774743" cy="12678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 b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В 2008 году Google начал изучать работу своих руководителей. Исследователи сравнили команды с разными результатами и выяснили, какие действия руководителей помогали людям работать лучше.</a:t>
            </a:r>
            <a:endParaRPr sz="1600" b="1">
              <a:solidFill>
                <a:srgbClr val="676C74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54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7fa097e0b4770">
            <a:extLst>
              <a:ext uri="{96DAC541-7B7A-43D3-8B79-37D633B846F1}">
                <asvg:svgBlip xmlns:asvg="http://schemas.microsoft.com/office/drawing/2016/SVG/main" r:embed="Rf70b788b1f2d4f6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76562" y="8264023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55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b9947f7704e74">
            <a:extLst>
              <a:ext uri="{96DAC541-7B7A-43D3-8B79-37D633B846F1}">
                <asvg:svgBlip xmlns:asvg="http://schemas.microsoft.com/office/drawing/2016/SVG/main" r:embed="Rf833b0acfe7b4cf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56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b08624d2164243">
            <a:extLst>
              <a:ext uri="{96DAC541-7B7A-43D3-8B79-37D633B846F1}">
                <asvg:svgBlip xmlns:asvg="http://schemas.microsoft.com/office/drawing/2016/SVG/main" r:embed="R5fb37bafaae7465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46523" y="803700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57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85e908d024f8e">
            <a:extLst>
              <a:ext uri="{96DAC541-7B7A-43D3-8B79-37D633B846F1}">
                <asvg:svgBlip xmlns:asvg="http://schemas.microsoft.com/office/drawing/2016/SVG/main" r:embed="R44eeccde66674d2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8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9c1b8357a425d">
            <a:extLst>
              <a:ext uri="{96DAC541-7B7A-43D3-8B79-37D633B846F1}">
                <asvg:svgBlip xmlns:asvg="http://schemas.microsoft.com/office/drawing/2016/SVG/main" r:embed="R6063eb52c5f24ef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081914" y="7655895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59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e1460d30047de">
            <a:extLst>
              <a:ext uri="{96DAC541-7B7A-43D3-8B79-37D633B846F1}">
                <asvg:svgBlip xmlns:asvg="http://schemas.microsoft.com/office/drawing/2016/SVG/main" r:embed="R00fd681ebf0344f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04924" y="6286493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60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47e746c264fce">
            <a:extLst>
              <a:ext uri="{96DAC541-7B7A-43D3-8B79-37D633B846F1}">
                <asvg:svgBlip xmlns:asvg="http://schemas.microsoft.com/office/drawing/2016/SVG/main" r:embed="Re927e68def8543b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61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6d182a3fc4717">
            <a:extLst>
              <a:ext uri="{96DAC541-7B7A-43D3-8B79-37D633B846F1}">
                <asvg:svgBlip xmlns:asvg="http://schemas.microsoft.com/office/drawing/2016/SVG/main" r:embed="R59e93f2eb2204e1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62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2bbd3ddec4b17">
            <a:extLst>
              <a:ext uri="{96DAC541-7B7A-43D3-8B79-37D633B846F1}">
                <asvg:svgBlip xmlns:asvg="http://schemas.microsoft.com/office/drawing/2016/SVG/main" r:embed="Rc6da5c622499474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07352" y="-2033388"/>
            <a:ext cx="1801446" cy="1801446"/>
          </a:xfrm>
          <a:prstGeom xmlns:a="http://schemas.openxmlformats.org/drawingml/2006/main" prst="rect">
            <a:avLst/>
          </a:prstGeom>
        </p:spPr>
      </p:pic>
      <p:pic>
        <p:nvPicPr>
          <p:cNvPr id="63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db3a164a948c3">
            <a:extLst>
              <a:ext uri="{96DAC541-7B7A-43D3-8B79-37D633B846F1}">
                <asvg:svgBlip xmlns:asvg="http://schemas.microsoft.com/office/drawing/2016/SVG/main" r:embed="Rb8bcb8e35994409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64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078e7a9a14223">
            <a:extLst>
              <a:ext uri="{96DAC541-7B7A-43D3-8B79-37D633B846F1}">
                <asvg:svgBlip xmlns:asvg="http://schemas.microsoft.com/office/drawing/2016/SVG/main" r:embed="Reed464e7f93440a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65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60e57f1c54f7e">
            <a:extLst>
              <a:ext uri="{96DAC541-7B7A-43D3-8B79-37D633B846F1}">
                <asvg:svgBlip xmlns:asvg="http://schemas.microsoft.com/office/drawing/2016/SVG/main" r:embed="R51e6d0dea42d45f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23513" y="-2840121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66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ef818352c45b5">
            <a:extLst>
              <a:ext uri="{96DAC541-7B7A-43D3-8B79-37D633B846F1}">
                <asvg:svgBlip xmlns:asvg="http://schemas.microsoft.com/office/drawing/2016/SVG/main" r:embed="Rae2c1bcbc2e84a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2024658" y="7400095"/>
            <a:ext cx="3676709" cy="3676709"/>
          </a:xfrm>
          <a:prstGeom xmlns:a="http://schemas.openxmlformats.org/drawingml/2006/main" prst="rect">
            <a:avLst/>
          </a:prstGeom>
        </p:spPr>
      </p:pic>
      <p:pic>
        <p:nvPicPr>
          <p:cNvPr id="67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5a6856b184114">
            <a:extLst>
              <a:ext uri="{96DAC541-7B7A-43D3-8B79-37D633B846F1}">
                <asvg:svgBlip xmlns:asvg="http://schemas.microsoft.com/office/drawing/2016/SVG/main" r:embed="Re633711d07414f6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8805" y="2054824"/>
            <a:ext cx="6385027" cy="4324684"/>
          </a:xfrm>
          <a:prstGeom xmlns:a="http://schemas.openxmlformats.org/drawingml/2006/main" prst="rect">
            <a:avLst/>
          </a:prstGeom>
        </p:spPr>
      </p:pic>
      <p:pic>
        <p:nvPicPr>
          <p:cNvPr id="68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458429b6844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9869" y="3217578"/>
            <a:ext cx="1172137" cy="1420088"/>
          </a:xfrm>
          <a:prstGeom xmlns:a="http://schemas.openxmlformats.org/drawingml/2006/main" prst="rect">
            <a:avLst/>
          </a:prstGeom>
        </p:spPr>
      </p:pic>
      <p:pic>
        <p:nvPicPr>
          <p:cNvPr id="69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34618bd52479a">
            <a:extLst>
              <a:ext uri="{96DAC541-7B7A-43D3-8B79-37D633B846F1}">
                <asvg:svgBlip xmlns:asvg="http://schemas.microsoft.com/office/drawing/2016/SVG/main" r:embed="R6f578e5d6c8a48b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9589" y="7983035"/>
            <a:ext cx="2419350" cy="2419350"/>
          </a:xfrm>
          <a:prstGeom xmlns:a="http://schemas.openxmlformats.org/drawingml/2006/main" prst="rect">
            <a:avLst/>
          </a:prstGeom>
        </p:spPr>
      </p:pic>
      <p:sp>
        <p:nvSpPr>
          <p:cNvPr id="30" name="CASE_BODY">
            <a:extLst xmlns:a="http://schemas.openxmlformats.org/drawingml/2006/main">
              <a:ext uri="{FF2B5EF4-FFF2-40B4-BE49-F238E27FC236}">
                <a16:creationId xmlns:a16="http://schemas.microsoft.com/office/drawing/2014/main" id="{37688EA1-9EF9-4CDB-99AA-CB59563E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051" y="2412088"/>
            <a:ext cx="5338766" cy="35983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Для темы самостоятельности важны два вывода из исследования: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успешные руководители ясно объясняли, какой результат нужен;</a:t>
            </a:r>
            <a:br/>
            <a:r>
              <a:rPr sz="1600">
                <a:latin typeface="Nunito"/>
                <a:ea typeface="Nunito"/>
                <a:cs typeface="Nunito"/>
              </a:rPr>
              <a:t>давали сотрудникам самостоятельно выбирать способ работы.</a:t>
            </a:r>
            <a:endParaRPr sz="1600">
              <a:latin typeface="Nunito"/>
              <a:ea typeface="Nunito"/>
              <a:cs typeface="Nunito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589A3FF-EE07-4051-B044-3B44BE6B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2006" y="2449110"/>
            <a:ext cx="3214517" cy="33362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1600">
              <a:latin typeface="Nunito"/>
              <a:ea typeface="Nunito"/>
              <a:cs typeface="Nunito"/>
            </a:endParaRPr>
          </a:p>
        </p:txBody>
      </p:sp>
      <p:sp>
        <p:nvSpPr>
          <p:cNvPr id="4" name="CONCLUSION">
            <a:extLst xmlns:a="http://schemas.openxmlformats.org/drawingml/2006/main">
              <a:ext uri="{FF2B5EF4-FFF2-40B4-BE49-F238E27FC236}">
                <a16:creationId xmlns:a16="http://schemas.microsoft.com/office/drawing/2014/main" id="{8C1D51BD-BCC7-4C60-9B33-0C360DEA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513" y="2054824"/>
            <a:ext cx="3214517" cy="43246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F5340B"/>
                </a:solidFill>
                <a:latin typeface="Bahnschrift Condensed"/>
                <a:ea typeface="Bahnschrift Condensed"/>
                <a:cs typeface="Bahnschrift Condensed"/>
              </a:rPr>
              <a:t>Для мастера вывод такой: объясните, что нужно получить, обозначьте срок и точки контроля. Опытному рабочему оставьте самостоятельность в пределах чертежа, технологии и стандарта.</a:t>
            </a:r>
          </a:p>
        </p:txBody>
      </p:sp>
    </p:spTree>
    <p:extLst>
      <p:ext uri="{BB962C8B-B14F-4D97-AF65-F5344CB8AC3E}">
        <p14:creationId xmlns:p14="http://schemas.microsoft.com/office/powerpoint/2010/main" val="428386809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28539a9224e73">
            <a:extLst>
              <a:ext uri="{96DAC541-7B7A-43D3-8B79-37D633B846F1}">
                <asvg:svgBlip xmlns:asvg="http://schemas.microsoft.com/office/drawing/2016/SVG/main" r:embed="R3fd52ec16fa34aa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7550" y="5622792"/>
            <a:ext cx="3061710" cy="3061710"/>
          </a:xfrm>
          <a:prstGeom xmlns:a="http://schemas.openxmlformats.org/drawingml/2006/main" prst="rect">
            <a:avLst/>
          </a:prstGeom>
        </p:spPr>
      </p:pic>
      <p:sp>
        <p:nvSpPr>
          <p:cNvPr id="6" name="EXAMPLE_LABEL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ПРИМЕР: ДЕНИС КОНТРОЛИРОВАЛ КАЖДОЕ ДВИЖЕНИЕ</a:t>
            </a:r>
            <a:endParaRPr sz="3000">
              <a:solidFill>
                <a:srgbClr val="F5340B"/>
              </a:solidFill>
            </a:endParaRP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40" y="1020528"/>
            <a:ext cx="7598050" cy="51692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Первое время Денис проверял у сильных рабочих каждую мелочь: где они взяли инструмент, как положили деталь, почему выбрали такой порядок работы.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Через неделю рабочие перестали предлагать решения. При любом отклонении они ждали указания Дениса.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39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07e9997214fd9">
            <a:extLst>
              <a:ext uri="{96DAC541-7B7A-43D3-8B79-37D633B846F1}">
                <asvg:svgBlip xmlns:asvg="http://schemas.microsoft.com/office/drawing/2016/SVG/main" r:embed="R9c31079417b6412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27247" y="431006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0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ddf797fbf4584">
            <a:extLst>
              <a:ext uri="{96DAC541-7B7A-43D3-8B79-37D633B846F1}">
                <asvg:svgBlip xmlns:asvg="http://schemas.microsoft.com/office/drawing/2016/SVG/main" r:embed="R7b4c924d07c44dd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6259" y="4523230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41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09cb3b3094dc1">
            <a:extLst>
              <a:ext uri="{96DAC541-7B7A-43D3-8B79-37D633B846F1}">
                <asvg:svgBlip xmlns:asvg="http://schemas.microsoft.com/office/drawing/2016/SVG/main" r:embed="R9dc4ac1ad19a454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1156" y="-262824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2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ad3dd39984460">
            <a:extLst>
              <a:ext uri="{96DAC541-7B7A-43D3-8B79-37D633B846F1}">
                <asvg:svgBlip xmlns:asvg="http://schemas.microsoft.com/office/drawing/2016/SVG/main" r:embed="Rd5395cb02f294fb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50195" y="2434736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3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aa96eecf548ea">
            <a:extLst>
              <a:ext uri="{96DAC541-7B7A-43D3-8B79-37D633B846F1}">
                <asvg:svgBlip xmlns:asvg="http://schemas.microsoft.com/office/drawing/2016/SVG/main" r:embed="Rb67a64cc38bf409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87007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4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2d51f9459416c">
            <a:extLst>
              <a:ext uri="{96DAC541-7B7A-43D3-8B79-37D633B846F1}">
                <asvg:svgBlip xmlns:asvg="http://schemas.microsoft.com/office/drawing/2016/SVG/main" r:embed="Ref9baf629fa3475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34351" y="-2813049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45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e17f737b24dce">
            <a:extLst>
              <a:ext uri="{96DAC541-7B7A-43D3-8B79-37D633B846F1}">
                <asvg:svgBlip xmlns:asvg="http://schemas.microsoft.com/office/drawing/2016/SVG/main" r:embed="R001a11a61a6b432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55e71117b4ee7">
            <a:extLst>
              <a:ext uri="{96DAC541-7B7A-43D3-8B79-37D633B846F1}">
                <asvg:svgBlip xmlns:asvg="http://schemas.microsoft.com/office/drawing/2016/SVG/main" r:embed="R5b7400ad5922474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2e07376ad42ac">
            <a:extLst>
              <a:ext uri="{96DAC541-7B7A-43D3-8B79-37D633B846F1}">
                <asvg:svgBlip xmlns:asvg="http://schemas.microsoft.com/office/drawing/2016/SVG/main" r:embed="R26609da1d8a1437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5745" y="2937636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cf409863e434a">
            <a:extLst>
              <a:ext uri="{96DAC541-7B7A-43D3-8B79-37D633B846F1}">
                <asvg:svgBlip xmlns:asvg="http://schemas.microsoft.com/office/drawing/2016/SVG/main" r:embed="R084060805c52413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0595" y="1815611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acd5d14564d52">
            <a:extLst>
              <a:ext uri="{96DAC541-7B7A-43D3-8B79-37D633B846F1}">
                <asvg:svgBlip xmlns:asvg="http://schemas.microsoft.com/office/drawing/2016/SVG/main" r:embed="R8e7d5fc577ce4ae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da281d8f040e9">
            <a:extLst>
              <a:ext uri="{96DAC541-7B7A-43D3-8B79-37D633B846F1}">
                <asvg:svgBlip xmlns:asvg="http://schemas.microsoft.com/office/drawing/2016/SVG/main" r:embed="R17ed783df68e444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5891722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4aba850e54c99">
            <a:extLst>
              <a:ext uri="{96DAC541-7B7A-43D3-8B79-37D633B846F1}">
                <asvg:svgBlip xmlns:asvg="http://schemas.microsoft.com/office/drawing/2016/SVG/main" r:embed="R3a8d38419a574c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2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db07b85de4fcb">
            <a:extLst>
              <a:ext uri="{96DAC541-7B7A-43D3-8B79-37D633B846F1}">
                <asvg:svgBlip xmlns:asvg="http://schemas.microsoft.com/office/drawing/2016/SVG/main" r:embed="R3ce5e315fbbd48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0310746" y="2917328"/>
            <a:ext cx="3676709" cy="36767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8845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8155228" y="1513167"/>
            <a:ext cx="3714749" cy="4885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Из задачи должно быть понятно:</a:t>
            </a: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" y="409733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ОШИБКА 2. СТАВИТЬ ЗАДАЧУ НЕЯСНО</a:t>
            </a:r>
            <a:endParaRPr sz="3000">
              <a:solidFill>
                <a:srgbClr val="676C74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955932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806" y="1119038"/>
            <a:ext cx="0" cy="51820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7e1924e93484d">
            <a:extLst>
              <a:ext uri="{96DAC541-7B7A-43D3-8B79-37D633B846F1}">
                <asvg:svgBlip xmlns:asvg="http://schemas.microsoft.com/office/drawing/2016/SVG/main" r:embed="R07a7584d1cf542d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344642" y="7753815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ab30fb56945c8">
            <a:extLst>
              <a:ext uri="{96DAC541-7B7A-43D3-8B79-37D633B846F1}">
                <asvg:svgBlip xmlns:asvg="http://schemas.microsoft.com/office/drawing/2016/SVG/main" r:embed="R7c2c7f243027400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01cd943c14467">
            <a:extLst>
              <a:ext uri="{96DAC541-7B7A-43D3-8B79-37D633B846F1}">
                <asvg:svgBlip xmlns:asvg="http://schemas.microsoft.com/office/drawing/2016/SVG/main" r:embed="R26f36fc3b6dc466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39737" y="-481251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c809ae93724820">
            <a:extLst>
              <a:ext uri="{96DAC541-7B7A-43D3-8B79-37D633B846F1}">
                <asvg:svgBlip xmlns:asvg="http://schemas.microsoft.com/office/drawing/2016/SVG/main" r:embed="R85b8f984dd6d494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234763" y="501137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9a09596ab4c63">
            <a:extLst>
              <a:ext uri="{96DAC541-7B7A-43D3-8B79-37D633B846F1}">
                <asvg:svgBlip xmlns:asvg="http://schemas.microsoft.com/office/drawing/2016/SVG/main" r:embed="R6da0d7c84e394d4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70d86579e450b">
            <a:extLst>
              <a:ext uri="{96DAC541-7B7A-43D3-8B79-37D633B846F1}">
                <asvg:svgBlip xmlns:asvg="http://schemas.microsoft.com/office/drawing/2016/SVG/main" r:embed="R26d9d1a9d07b450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476e45a5f485b">
            <a:extLst>
              <a:ext uri="{96DAC541-7B7A-43D3-8B79-37D633B846F1}">
                <asvg:svgBlip xmlns:asvg="http://schemas.microsoft.com/office/drawing/2016/SVG/main" r:embed="R1bd3ed30117744d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6907" y="6250255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c5b45836447b1">
            <a:extLst>
              <a:ext uri="{96DAC541-7B7A-43D3-8B79-37D633B846F1}">
                <asvg:svgBlip xmlns:asvg="http://schemas.microsoft.com/office/drawing/2016/SVG/main" r:embed="R1b2bc2de8c074a2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241457" y="4909520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2835e6e19449f">
            <a:extLst>
              <a:ext uri="{96DAC541-7B7A-43D3-8B79-37D633B846F1}">
                <asvg:svgBlip xmlns:asvg="http://schemas.microsoft.com/office/drawing/2016/SVG/main" r:embed="Rf6ba434c1dcc41d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84806" y="-214074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e6d92068d4bb3">
            <a:extLst>
              <a:ext uri="{96DAC541-7B7A-43D3-8B79-37D633B846F1}">
                <asvg:svgBlip xmlns:asvg="http://schemas.microsoft.com/office/drawing/2016/SVG/main" r:embed="Ra3e7234b6050487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4e9791327482e">
            <a:extLst>
              <a:ext uri="{96DAC541-7B7A-43D3-8B79-37D633B846F1}">
                <asvg:svgBlip xmlns:asvg="http://schemas.microsoft.com/office/drawing/2016/SVG/main" r:embed="R1224ffc7eeae431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a9b6e8f954984">
            <a:extLst>
              <a:ext uri="{96DAC541-7B7A-43D3-8B79-37D633B846F1}">
                <asvg:svgBlip xmlns:asvg="http://schemas.microsoft.com/office/drawing/2016/SVG/main" r:embed="Ree3d0812fef743e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337bf71bb40f3">
            <a:extLst>
              <a:ext uri="{96DAC541-7B7A-43D3-8B79-37D633B846F1}">
                <asvg:svgBlip xmlns:asvg="http://schemas.microsoft.com/office/drawing/2016/SVG/main" r:embed="R7d57eda015b84dc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2de29bca4489b">
            <a:extLst>
              <a:ext uri="{96DAC541-7B7A-43D3-8B79-37D633B846F1}">
                <asvg:svgBlip xmlns:asvg="http://schemas.microsoft.com/office/drawing/2016/SVG/main" r:embed="Ra035c25292bd4f4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fd8badb904c00">
            <a:extLst>
              <a:ext uri="{96DAC541-7B7A-43D3-8B79-37D633B846F1}">
                <asvg:svgBlip xmlns:asvg="http://schemas.microsoft.com/office/drawing/2016/SVG/main" r:embed="R0e6a83712e8d45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31971" y="6982892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7B73D9-7FC8-4ACA-9149-BA360964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888" y="1193303"/>
            <a:ext cx="6958530" cy="49542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кто её выполняет;</a:t>
            </a:r>
            <a:br/>
            <a:r>
              <a:rPr sz="1600">
                <a:latin typeface="Nunito"/>
                <a:ea typeface="Nunito"/>
                <a:cs typeface="Nunito"/>
              </a:rPr>
              <a:t>что нужно сделать;</a:t>
            </a:r>
            <a:br/>
            <a:r>
              <a:rPr sz="1600">
                <a:latin typeface="Nunito"/>
                <a:ea typeface="Nunito"/>
                <a:cs typeface="Nunito"/>
              </a:rPr>
              <a:t>какой у работы приоритет;</a:t>
            </a:r>
            <a:br/>
            <a:r>
              <a:rPr sz="1600">
                <a:latin typeface="Nunito"/>
                <a:ea typeface="Nunito"/>
                <a:cs typeface="Nunito"/>
              </a:rPr>
              <a:t>к какому сроку нужен результат;</a:t>
            </a:r>
            <a:br/>
            <a:r>
              <a:rPr sz="1600">
                <a:latin typeface="Nunito"/>
                <a:ea typeface="Nunito"/>
                <a:cs typeface="Nunito"/>
              </a:rPr>
              <a:t>когда мастер проверит выполнение.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Если мастер пропустил часть условий, рабочий додумает их сам. После этого у мастера и рабочего могут оказаться разные версии договорённости.</a:t>
            </a:r>
            <a:endParaRPr sz="1600">
              <a:latin typeface="Nunito"/>
              <a:ea typeface="Nunito"/>
              <a:cs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35067987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945556" y="993157"/>
            <a:ext cx="10471254" cy="1161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endParaRPr sz="1800">
              <a:solidFill>
                <a:srgbClr val="3F454F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796" y="279534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ПРОСЬБА И ЗАДАЧА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45556" y="838334"/>
            <a:ext cx="31229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296" y="2627700"/>
            <a:ext cx="0" cy="37829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6b025fa054050">
            <a:extLst>
              <a:ext uri="{96DAC541-7B7A-43D3-8B79-37D633B846F1}">
                <asvg:svgBlip xmlns:asvg="http://schemas.microsoft.com/office/drawing/2016/SVG/main" r:embed="Rcb57c7781ed44e3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5927" y="8462397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caafb0dbb488c">
            <a:extLst>
              <a:ext uri="{96DAC541-7B7A-43D3-8B79-37D633B846F1}">
                <asvg:svgBlip xmlns:asvg="http://schemas.microsoft.com/office/drawing/2016/SVG/main" r:embed="Rfc8926e9c4454ea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ddb609f334154">
            <a:extLst>
              <a:ext uri="{96DAC541-7B7A-43D3-8B79-37D633B846F1}">
                <asvg:svgBlip xmlns:asvg="http://schemas.microsoft.com/office/drawing/2016/SVG/main" r:embed="R85564dfeba684f6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53eff7d154209">
            <a:extLst>
              <a:ext uri="{96DAC541-7B7A-43D3-8B79-37D633B846F1}">
                <asvg:svgBlip xmlns:asvg="http://schemas.microsoft.com/office/drawing/2016/SVG/main" r:embed="Rc2939df205f34eb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8277bf5ae24160">
            <a:extLst>
              <a:ext uri="{96DAC541-7B7A-43D3-8B79-37D633B846F1}">
                <asvg:svgBlip xmlns:asvg="http://schemas.microsoft.com/office/drawing/2016/SVG/main" r:embed="R7a06ed8064f14bb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9646ea157400b">
            <a:extLst>
              <a:ext uri="{96DAC541-7B7A-43D3-8B79-37D633B846F1}">
                <asvg:svgBlip xmlns:asvg="http://schemas.microsoft.com/office/drawing/2016/SVG/main" r:embed="Rae0f153f3dd444a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03d38c51942ee">
            <a:extLst>
              <a:ext uri="{96DAC541-7B7A-43D3-8B79-37D633B846F1}">
                <asvg:svgBlip xmlns:asvg="http://schemas.microsoft.com/office/drawing/2016/SVG/main" r:embed="R666a81a3e33a42d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06957" y="6439409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c291ad54a4daa">
            <a:extLst>
              <a:ext uri="{96DAC541-7B7A-43D3-8B79-37D633B846F1}">
                <asvg:svgBlip xmlns:asvg="http://schemas.microsoft.com/office/drawing/2016/SVG/main" r:embed="R04f83f589751407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8e5ac939d4e8d">
            <a:extLst>
              <a:ext uri="{96DAC541-7B7A-43D3-8B79-37D633B846F1}">
                <asvg:svgBlip xmlns:asvg="http://schemas.microsoft.com/office/drawing/2016/SVG/main" r:embed="Rc43069f4a4744d7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8a76f4d5b4cbe">
            <a:extLst>
              <a:ext uri="{96DAC541-7B7A-43D3-8B79-37D633B846F1}">
                <asvg:svgBlip xmlns:asvg="http://schemas.microsoft.com/office/drawing/2016/SVG/main" r:embed="Rac847b32289c4b1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24456" y="-134906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32afea52e4fce">
            <a:extLst>
              <a:ext uri="{96DAC541-7B7A-43D3-8B79-37D633B846F1}">
                <asvg:svgBlip xmlns:asvg="http://schemas.microsoft.com/office/drawing/2016/SVG/main" r:embed="R82dbe6b9d85f491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685854" y="7927664"/>
            <a:ext cx="2200915" cy="2200915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22a8860f04034">
            <a:extLst>
              <a:ext uri="{96DAC541-7B7A-43D3-8B79-37D633B846F1}">
                <asvg:svgBlip xmlns:asvg="http://schemas.microsoft.com/office/drawing/2016/SVG/main" r:embed="Rafc1c288cae54de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9b41ba76f4f0c">
            <a:extLst>
              <a:ext uri="{96DAC541-7B7A-43D3-8B79-37D633B846F1}">
                <asvg:svgBlip xmlns:asvg="http://schemas.microsoft.com/office/drawing/2016/SVG/main" r:embed="R7289a4466d3d4fc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e11c8111847d5">
            <a:extLst>
              <a:ext uri="{96DAC541-7B7A-43D3-8B79-37D633B846F1}">
                <asvg:svgBlip xmlns:asvg="http://schemas.microsoft.com/office/drawing/2016/SVG/main" r:embed="R46af032743124c8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6e0238cf948d2">
            <a:extLst>
              <a:ext uri="{96DAC541-7B7A-43D3-8B79-37D633B846F1}">
                <asvg:svgBlip xmlns:asvg="http://schemas.microsoft.com/office/drawing/2016/SVG/main" r:embed="R7e90175d4cca46c4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3153017" y="6898508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52" name="COMPARE_BOTTOM_BODY">
            <a:extLst xmlns:a="http://schemas.openxmlformats.org/drawingml/2006/main">
              <a:ext uri="{FF2B5EF4-FFF2-40B4-BE49-F238E27FC236}">
                <a16:creationId xmlns:a16="http://schemas.microsoft.com/office/drawing/2014/main" id="{48F1698D-BF5F-4580-8C39-00DEFF34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50" y="3243180"/>
            <a:ext cx="5177503" cy="29586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600">
                <a:latin typeface="Nunito"/>
                <a:ea typeface="Nunito"/>
                <a:cs typeface="Nunito"/>
              </a:rPr>
              <a:t>«Сделай заказ до 12:00. Сейчас он первый по приоритету. Если не хватает деталей, сообщи сразу. В 10:30 я проверю, как идёт работа».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В задаче обозначены:</a:t>
            </a:r>
            <a:br/>
            <a:r>
              <a:rPr sz="1600">
                <a:latin typeface="Nunito"/>
                <a:ea typeface="Nunito"/>
                <a:cs typeface="Nunito"/>
              </a:rPr>
              <a:t>приоритет;</a:t>
            </a:r>
            <a:br/>
            <a:r>
              <a:rPr sz="1600">
                <a:latin typeface="Nunito"/>
                <a:ea typeface="Nunito"/>
                <a:cs typeface="Nunito"/>
              </a:rPr>
              <a:t>срок;</a:t>
            </a:r>
            <a:br/>
            <a:r>
              <a:rPr sz="1600">
                <a:latin typeface="Nunito"/>
                <a:ea typeface="Nunito"/>
                <a:cs typeface="Nunito"/>
              </a:rPr>
              <a:t>действие при сбое;</a:t>
            </a:r>
            <a:br/>
            <a:r>
              <a:rPr sz="1600">
                <a:latin typeface="Nunito"/>
                <a:ea typeface="Nunito"/>
                <a:cs typeface="Nunito"/>
              </a:rPr>
              <a:t>контроль.</a:t>
            </a:r>
          </a:p>
        </p:txBody>
      </p:sp>
      <p:sp>
        <p:nvSpPr>
          <p:cNvPr id="53" name="COMPARE_TOP_BODY">
            <a:extLst xmlns:a="http://schemas.openxmlformats.org/drawingml/2006/main">
              <a:ext uri="{FF2B5EF4-FFF2-40B4-BE49-F238E27FC236}">
                <a16:creationId xmlns:a16="http://schemas.microsoft.com/office/drawing/2014/main" id="{DB930535-AFE8-4031-8E0D-ACC949FA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97" y="3250447"/>
            <a:ext cx="5038625" cy="2951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«Сделаешь, когда сможешь».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Человек сам определит, насколько просьба срочная и когда её выполнить.</a:t>
            </a:r>
          </a:p>
        </p:txBody>
      </p:sp>
      <p:sp>
        <p:nvSpPr>
          <p:cNvPr id="54" name="COMPARE_TOP_LABEL">
            <a:extLst xmlns:a="http://schemas.openxmlformats.org/drawingml/2006/main">
              <a:ext uri="{FF2B5EF4-FFF2-40B4-BE49-F238E27FC236}">
                <a16:creationId xmlns:a16="http://schemas.microsoft.com/office/drawing/2014/main" id="{A0DC0A8F-8693-4879-8FAB-D728522C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739" y="2627700"/>
            <a:ext cx="297080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ПРОСЬБА КОЛЛЕГИ</a:t>
            </a:r>
          </a:p>
        </p:txBody>
      </p:sp>
      <p:sp>
        <p:nvSpPr>
          <p:cNvPr id="55" name="COMPARE_BOTTOM_LABEL">
            <a:extLst xmlns:a="http://schemas.openxmlformats.org/drawingml/2006/main">
              <a:ext uri="{FF2B5EF4-FFF2-40B4-BE49-F238E27FC236}">
                <a16:creationId xmlns:a16="http://schemas.microsoft.com/office/drawing/2014/main" id="{A266F069-417F-493A-A5E0-76A4D05C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133" y="2627700"/>
            <a:ext cx="294512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ЗАДАЧА МАСТЕРА</a:t>
            </a:r>
          </a:p>
        </p:txBody>
      </p:sp>
      <p:sp>
        <p:nvSpPr>
          <p:cNvPr id="27" name="Shape 0">
            <a:extLst xmlns:a="http://schemas.openxmlformats.org/drawingml/2006/main">
              <a:ext uri="{FF2B5EF4-FFF2-40B4-BE49-F238E27FC236}">
                <a16:creationId xmlns:a16="http://schemas.microsoft.com/office/drawing/2014/main" id="{5E15BE29-77DD-42E6-A0EE-B66A5692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311143" y="838334"/>
            <a:ext cx="31229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768696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d0fd155632434d">
            <a:extLst>
              <a:ext uri="{96DAC541-7B7A-43D3-8B79-37D633B846F1}">
                <asvg:svgBlip xmlns:asvg="http://schemas.microsoft.com/office/drawing/2016/SVG/main" r:embed="R304ee0a638cc498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7550" y="5622792"/>
            <a:ext cx="3061710" cy="3061710"/>
          </a:xfrm>
          <a:prstGeom xmlns:a="http://schemas.openxmlformats.org/drawingml/2006/main" prst="rect">
            <a:avLst/>
          </a:prstGeom>
        </p:spPr>
      </p:pic>
      <p:sp>
        <p:nvSpPr>
          <p:cNvPr id="6" name="EXAMPLE_LABEL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ПРИМЕР: СРОЧНАЯ ЗАДАЧА ПРОЗВУЧАЛА КАК ПРОСЬБА</a:t>
            </a:r>
            <a:endParaRPr sz="3000">
              <a:solidFill>
                <a:srgbClr val="F5340B"/>
              </a:solidFill>
            </a:endParaRP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40" y="1020528"/>
            <a:ext cx="7598050" cy="51692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Алексей подошёл к Игорю, с которым раньше работал в одной бригаде.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— Игорь, надо взять срочный заказ. Сделаешь до обеда?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— Лёх, посмотрю. Если успею, сделаю.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Алексей сформулировал задачу как просьбу. Игорь решил, что может выполнить её после своей основной работы или отложить, если не успеет.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Через два часа срочный заказ ещё не был начат.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39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4259476464c8d">
            <a:extLst>
              <a:ext uri="{96DAC541-7B7A-43D3-8B79-37D633B846F1}">
                <asvg:svgBlip xmlns:asvg="http://schemas.microsoft.com/office/drawing/2016/SVG/main" r:embed="R22c6545c7eea4bb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27247" y="431006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0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a35d8bff04b45">
            <a:extLst>
              <a:ext uri="{96DAC541-7B7A-43D3-8B79-37D633B846F1}">
                <asvg:svgBlip xmlns:asvg="http://schemas.microsoft.com/office/drawing/2016/SVG/main" r:embed="R9f50c2200b1b4b3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6259" y="4523230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41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ded3957744cf8">
            <a:extLst>
              <a:ext uri="{96DAC541-7B7A-43D3-8B79-37D633B846F1}">
                <asvg:svgBlip xmlns:asvg="http://schemas.microsoft.com/office/drawing/2016/SVG/main" r:embed="R91199d098a7d4ea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1156" y="-262824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2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30c8d8fa6d4efa">
            <a:extLst>
              <a:ext uri="{96DAC541-7B7A-43D3-8B79-37D633B846F1}">
                <asvg:svgBlip xmlns:asvg="http://schemas.microsoft.com/office/drawing/2016/SVG/main" r:embed="Rb12368780cce411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50195" y="2434736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3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8010c2ca445b7">
            <a:extLst>
              <a:ext uri="{96DAC541-7B7A-43D3-8B79-37D633B846F1}">
                <asvg:svgBlip xmlns:asvg="http://schemas.microsoft.com/office/drawing/2016/SVG/main" r:embed="R0131925a2d2145c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87007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4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513518c2849f3">
            <a:extLst>
              <a:ext uri="{96DAC541-7B7A-43D3-8B79-37D633B846F1}">
                <asvg:svgBlip xmlns:asvg="http://schemas.microsoft.com/office/drawing/2016/SVG/main" r:embed="R28282d1ab768424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34351" y="-2813049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45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390841e5447c6">
            <a:extLst>
              <a:ext uri="{96DAC541-7B7A-43D3-8B79-37D633B846F1}">
                <asvg:svgBlip xmlns:asvg="http://schemas.microsoft.com/office/drawing/2016/SVG/main" r:embed="R06323f436f104ad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59821bb9e4d41">
            <a:extLst>
              <a:ext uri="{96DAC541-7B7A-43D3-8B79-37D633B846F1}">
                <asvg:svgBlip xmlns:asvg="http://schemas.microsoft.com/office/drawing/2016/SVG/main" r:embed="R92c2b848d1cc43f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bf70643614c0b">
            <a:extLst>
              <a:ext uri="{96DAC541-7B7A-43D3-8B79-37D633B846F1}">
                <asvg:svgBlip xmlns:asvg="http://schemas.microsoft.com/office/drawing/2016/SVG/main" r:embed="Reeb9f4bfcd43411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5745" y="2937636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b4e25463c4c3a">
            <a:extLst>
              <a:ext uri="{96DAC541-7B7A-43D3-8B79-37D633B846F1}">
                <asvg:svgBlip xmlns:asvg="http://schemas.microsoft.com/office/drawing/2016/SVG/main" r:embed="Re856072a02394f0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0595" y="1815611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7bee8d1e94643">
            <a:extLst>
              <a:ext uri="{96DAC541-7B7A-43D3-8B79-37D633B846F1}">
                <asvg:svgBlip xmlns:asvg="http://schemas.microsoft.com/office/drawing/2016/SVG/main" r:embed="Red0599a423ef4e0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864727f7c4257">
            <a:extLst>
              <a:ext uri="{96DAC541-7B7A-43D3-8B79-37D633B846F1}">
                <asvg:svgBlip xmlns:asvg="http://schemas.microsoft.com/office/drawing/2016/SVG/main" r:embed="R05f7f4d8576e481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5891722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756b200ff4ce5">
            <a:extLst>
              <a:ext uri="{96DAC541-7B7A-43D3-8B79-37D633B846F1}">
                <asvg:svgBlip xmlns:asvg="http://schemas.microsoft.com/office/drawing/2016/SVG/main" r:embed="Rbb2d9b8e9c3246f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2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4be3f50394702">
            <a:extLst>
              <a:ext uri="{96DAC541-7B7A-43D3-8B79-37D633B846F1}">
                <asvg:svgBlip xmlns:asvg="http://schemas.microsoft.com/office/drawing/2016/SVG/main" r:embed="R510ecde3011446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0310746" y="2917328"/>
            <a:ext cx="3676709" cy="36767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8845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945556" y="993157"/>
            <a:ext cx="10471254" cy="1161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Рабочему нужно знать, что он сделал хорошо и что следует исправить.</a:t>
            </a:r>
            <a:br/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Если мастер заметил ошибку, но ничего не сказал, рабочий продолжит работать так же. Он решит, что результат мастера устраивает.</a:t>
            </a:r>
            <a:br/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Если мастер говорит только об ошибках, рабочий будет знать, что сделал плохо, но не поймёт, какой результат нужно повторять.</a:t>
            </a:r>
            <a:br/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Говорите вовремя и конкретно:</a:t>
            </a:r>
            <a:endParaRPr sz="1800">
              <a:solidFill>
                <a:srgbClr val="3F454F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796" y="279534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ОШИБКА 3. НЕ ДАВАТЬ ОБРАТНУЮ СВЯЗЬ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45556" y="838334"/>
            <a:ext cx="31229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296" y="2627700"/>
            <a:ext cx="0" cy="37829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470166cce4f84">
            <a:extLst>
              <a:ext uri="{96DAC541-7B7A-43D3-8B79-37D633B846F1}">
                <asvg:svgBlip xmlns:asvg="http://schemas.microsoft.com/office/drawing/2016/SVG/main" r:embed="R3b6289f6450743e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5927" y="8462397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b531b1e48b4c47">
            <a:extLst>
              <a:ext uri="{96DAC541-7B7A-43D3-8B79-37D633B846F1}">
                <asvg:svgBlip xmlns:asvg="http://schemas.microsoft.com/office/drawing/2016/SVG/main" r:embed="Rfc64748ad1744c5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dc7c035344586">
            <a:extLst>
              <a:ext uri="{96DAC541-7B7A-43D3-8B79-37D633B846F1}">
                <asvg:svgBlip xmlns:asvg="http://schemas.microsoft.com/office/drawing/2016/SVG/main" r:embed="R7801707eb423433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1e19fab064517">
            <a:extLst>
              <a:ext uri="{96DAC541-7B7A-43D3-8B79-37D633B846F1}">
                <asvg:svgBlip xmlns:asvg="http://schemas.microsoft.com/office/drawing/2016/SVG/main" r:embed="R08350c850749471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7cebf8abc49c0">
            <a:extLst>
              <a:ext uri="{96DAC541-7B7A-43D3-8B79-37D633B846F1}">
                <asvg:svgBlip xmlns:asvg="http://schemas.microsoft.com/office/drawing/2016/SVG/main" r:embed="Rc8e6e35ef31a49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b96f81bcf48b1">
            <a:extLst>
              <a:ext uri="{96DAC541-7B7A-43D3-8B79-37D633B846F1}">
                <asvg:svgBlip xmlns:asvg="http://schemas.microsoft.com/office/drawing/2016/SVG/main" r:embed="Rea6e53c258ce4b3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e17b256a2425e">
            <a:extLst>
              <a:ext uri="{96DAC541-7B7A-43D3-8B79-37D633B846F1}">
                <asvg:svgBlip xmlns:asvg="http://schemas.microsoft.com/office/drawing/2016/SVG/main" r:embed="R0f0325b864a9413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06957" y="6439409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0ec1a2b124d24">
            <a:extLst>
              <a:ext uri="{96DAC541-7B7A-43D3-8B79-37D633B846F1}">
                <asvg:svgBlip xmlns:asvg="http://schemas.microsoft.com/office/drawing/2016/SVG/main" r:embed="R26ba3f9672194f4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946b5151a4df3">
            <a:extLst>
              <a:ext uri="{96DAC541-7B7A-43D3-8B79-37D633B846F1}">
                <asvg:svgBlip xmlns:asvg="http://schemas.microsoft.com/office/drawing/2016/SVG/main" r:embed="R467e6b52c463469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eedff18e740e4">
            <a:extLst>
              <a:ext uri="{96DAC541-7B7A-43D3-8B79-37D633B846F1}">
                <asvg:svgBlip xmlns:asvg="http://schemas.microsoft.com/office/drawing/2016/SVG/main" r:embed="R2a2a17e55be1481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24456" y="-134906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3a261c6764263">
            <a:extLst>
              <a:ext uri="{96DAC541-7B7A-43D3-8B79-37D633B846F1}">
                <asvg:svgBlip xmlns:asvg="http://schemas.microsoft.com/office/drawing/2016/SVG/main" r:embed="R80b4bced001f404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685854" y="7927664"/>
            <a:ext cx="2200915" cy="2200915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e54790d7748c3">
            <a:extLst>
              <a:ext uri="{96DAC541-7B7A-43D3-8B79-37D633B846F1}">
                <asvg:svgBlip xmlns:asvg="http://schemas.microsoft.com/office/drawing/2016/SVG/main" r:embed="Raa4a8a1663b74e0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b047d2bfd442b">
            <a:extLst>
              <a:ext uri="{96DAC541-7B7A-43D3-8B79-37D633B846F1}">
                <asvg:svgBlip xmlns:asvg="http://schemas.microsoft.com/office/drawing/2016/SVG/main" r:embed="Red4897d770024c9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4ec4cb37a42fc">
            <a:extLst>
              <a:ext uri="{96DAC541-7B7A-43D3-8B79-37D633B846F1}">
                <asvg:svgBlip xmlns:asvg="http://schemas.microsoft.com/office/drawing/2016/SVG/main" r:embed="R33b7229963db476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8579434ca4b2c">
            <a:extLst>
              <a:ext uri="{96DAC541-7B7A-43D3-8B79-37D633B846F1}">
                <asvg:svgBlip xmlns:asvg="http://schemas.microsoft.com/office/drawing/2016/SVG/main" r:embed="R5db4d729b34148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3153017" y="6898508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52" name="COMPARE_BOTTOM_BODY">
            <a:extLst xmlns:a="http://schemas.openxmlformats.org/drawingml/2006/main">
              <a:ext uri="{FF2B5EF4-FFF2-40B4-BE49-F238E27FC236}">
                <a16:creationId xmlns:a16="http://schemas.microsoft.com/office/drawing/2014/main" id="{48F1698D-BF5F-4580-8C39-00DEFF34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50" y="3243180"/>
            <a:ext cx="5177503" cy="29586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600">
                <a:latin typeface="Nunito"/>
                <a:ea typeface="Nunito"/>
                <a:cs typeface="Nunito"/>
              </a:rPr>
              <a:t>что нужно исправить;</a:t>
            </a:r>
            <a:br/>
            <a:r>
              <a:rPr sz="1600">
                <a:latin typeface="Nunito"/>
                <a:ea typeface="Nunito"/>
                <a:cs typeface="Nunito"/>
              </a:rPr>
              <a:t>когда проверите исправление.</a:t>
            </a:r>
          </a:p>
        </p:txBody>
      </p:sp>
      <p:sp>
        <p:nvSpPr>
          <p:cNvPr id="53" name="COMPARE_TOP_BODY">
            <a:extLst xmlns:a="http://schemas.openxmlformats.org/drawingml/2006/main">
              <a:ext uri="{FF2B5EF4-FFF2-40B4-BE49-F238E27FC236}">
                <a16:creationId xmlns:a16="http://schemas.microsoft.com/office/drawing/2014/main" id="{DB930535-AFE8-4031-8E0D-ACC949FA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97" y="3250447"/>
            <a:ext cx="5038625" cy="2951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что получилось хорошо;</a:t>
            </a:r>
            <a:br/>
            <a:r>
              <a:rPr sz="1600">
                <a:latin typeface="Nunito"/>
                <a:ea typeface="Nunito"/>
                <a:cs typeface="Nunito"/>
              </a:rPr>
              <a:t>какой результат Вы ждёте;</a:t>
            </a:r>
          </a:p>
        </p:txBody>
      </p:sp>
      <p:sp>
        <p:nvSpPr>
          <p:cNvPr id="54" name="COMPARE_TOP_LABEL">
            <a:extLst xmlns:a="http://schemas.openxmlformats.org/drawingml/2006/main">
              <a:ext uri="{FF2B5EF4-FFF2-40B4-BE49-F238E27FC236}">
                <a16:creationId xmlns:a16="http://schemas.microsoft.com/office/drawing/2014/main" id="{A0DC0A8F-8693-4879-8FAB-D728522C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739" y="2627700"/>
            <a:ext cx="297080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ЧТО ПОВТОРИТЬ</a:t>
            </a:r>
          </a:p>
        </p:txBody>
      </p:sp>
      <p:sp>
        <p:nvSpPr>
          <p:cNvPr id="55" name="COMPARE_BOTTOM_LABEL">
            <a:extLst xmlns:a="http://schemas.openxmlformats.org/drawingml/2006/main">
              <a:ext uri="{FF2B5EF4-FFF2-40B4-BE49-F238E27FC236}">
                <a16:creationId xmlns:a16="http://schemas.microsoft.com/office/drawing/2014/main" id="{A266F069-417F-493A-A5E0-76A4D05C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133" y="2627700"/>
            <a:ext cx="294512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ЧТО ИСПРАВИТЬ</a:t>
            </a:r>
          </a:p>
        </p:txBody>
      </p:sp>
      <p:sp>
        <p:nvSpPr>
          <p:cNvPr id="27" name="Shape 0">
            <a:extLst xmlns:a="http://schemas.openxmlformats.org/drawingml/2006/main">
              <a:ext uri="{FF2B5EF4-FFF2-40B4-BE49-F238E27FC236}">
                <a16:creationId xmlns:a16="http://schemas.microsoft.com/office/drawing/2014/main" id="{5E15BE29-77DD-42E6-A0EE-B66A5692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311143" y="838334"/>
            <a:ext cx="31229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768696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31ee878484fa5">
            <a:extLst>
              <a:ext uri="{96DAC541-7B7A-43D3-8B79-37D633B846F1}">
                <asvg:svgBlip xmlns:asvg="http://schemas.microsoft.com/office/drawing/2016/SVG/main" r:embed="R56dca283a53c4c5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7550" y="5622792"/>
            <a:ext cx="3061710" cy="3061710"/>
          </a:xfrm>
          <a:prstGeom xmlns:a="http://schemas.openxmlformats.org/drawingml/2006/main" prst="rect">
            <a:avLst/>
          </a:prstGeom>
        </p:spPr>
      </p:pic>
      <p:sp>
        <p:nvSpPr>
          <p:cNvPr id="6" name="EXAMPLE_LABEL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ПРИМЕР: МАСТЕР ОТКЛАДЫВАЛ РАЗГОВОР</a:t>
            </a:r>
            <a:endParaRPr sz="3000">
              <a:solidFill>
                <a:srgbClr val="F5340B"/>
              </a:solidFill>
            </a:endParaRP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40" y="1020528"/>
            <a:ext cx="7598050" cy="51692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Сборщик третий день допускал одну и ту же ошибку.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 замечал её, но откладывал разговор: заказ был срочным, человек работал давно, отношения портить не хотелось.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Рабочий продолжил собирать так же. Остальные решили, что такая ошибка допустима.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Подробно обратную связь разберём в модуле 3.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39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1ef53a284f4edf">
            <a:extLst>
              <a:ext uri="{96DAC541-7B7A-43D3-8B79-37D633B846F1}">
                <asvg:svgBlip xmlns:asvg="http://schemas.microsoft.com/office/drawing/2016/SVG/main" r:embed="R613e137646c7481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27247" y="431006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0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3c2c0a77245fb">
            <a:extLst>
              <a:ext uri="{96DAC541-7B7A-43D3-8B79-37D633B846F1}">
                <asvg:svgBlip xmlns:asvg="http://schemas.microsoft.com/office/drawing/2016/SVG/main" r:embed="R1de8df5be5714dc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6259" y="4523230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41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dabf04150474e">
            <a:extLst>
              <a:ext uri="{96DAC541-7B7A-43D3-8B79-37D633B846F1}">
                <asvg:svgBlip xmlns:asvg="http://schemas.microsoft.com/office/drawing/2016/SVG/main" r:embed="R36ab892eedcc4e1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1156" y="-262824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2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08730193b1408b">
            <a:extLst>
              <a:ext uri="{96DAC541-7B7A-43D3-8B79-37D633B846F1}">
                <asvg:svgBlip xmlns:asvg="http://schemas.microsoft.com/office/drawing/2016/SVG/main" r:embed="R5aa2f11bbd2e43f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50195" y="2434736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3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a165333f54dda">
            <a:extLst>
              <a:ext uri="{96DAC541-7B7A-43D3-8B79-37D633B846F1}">
                <asvg:svgBlip xmlns:asvg="http://schemas.microsoft.com/office/drawing/2016/SVG/main" r:embed="R3453dac6f811434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87007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4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8f402dd4946f7">
            <a:extLst>
              <a:ext uri="{96DAC541-7B7A-43D3-8B79-37D633B846F1}">
                <asvg:svgBlip xmlns:asvg="http://schemas.microsoft.com/office/drawing/2016/SVG/main" r:embed="R7db43eb1c6074b2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34351" y="-2813049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45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2d16f2cdb4125">
            <a:extLst>
              <a:ext uri="{96DAC541-7B7A-43D3-8B79-37D633B846F1}">
                <asvg:svgBlip xmlns:asvg="http://schemas.microsoft.com/office/drawing/2016/SVG/main" r:embed="R27dd73020ac64f8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5236014364e1d">
            <a:extLst>
              <a:ext uri="{96DAC541-7B7A-43D3-8B79-37D633B846F1}">
                <asvg:svgBlip xmlns:asvg="http://schemas.microsoft.com/office/drawing/2016/SVG/main" r:embed="Rc9d312e76845491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c2e524eee4174">
            <a:extLst>
              <a:ext uri="{96DAC541-7B7A-43D3-8B79-37D633B846F1}">
                <asvg:svgBlip xmlns:asvg="http://schemas.microsoft.com/office/drawing/2016/SVG/main" r:embed="R999375f4756041b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5745" y="2937636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e9bc80a4246bc">
            <a:extLst>
              <a:ext uri="{96DAC541-7B7A-43D3-8B79-37D633B846F1}">
                <asvg:svgBlip xmlns:asvg="http://schemas.microsoft.com/office/drawing/2016/SVG/main" r:embed="R11008ee516d7451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0595" y="1815611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565c2c5b34a2b">
            <a:extLst>
              <a:ext uri="{96DAC541-7B7A-43D3-8B79-37D633B846F1}">
                <asvg:svgBlip xmlns:asvg="http://schemas.microsoft.com/office/drawing/2016/SVG/main" r:embed="Rc4c8906e54d64cd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7f7263fcb437b">
            <a:extLst>
              <a:ext uri="{96DAC541-7B7A-43D3-8B79-37D633B846F1}">
                <asvg:svgBlip xmlns:asvg="http://schemas.microsoft.com/office/drawing/2016/SVG/main" r:embed="Racb01097e01240d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5891722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4b471cb764ad8">
            <a:extLst>
              <a:ext uri="{96DAC541-7B7A-43D3-8B79-37D633B846F1}">
                <asvg:svgBlip xmlns:asvg="http://schemas.microsoft.com/office/drawing/2016/SVG/main" r:embed="Rf3ca5a7059aa46f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2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a0b144ec043f0">
            <a:extLst>
              <a:ext uri="{96DAC541-7B7A-43D3-8B79-37D633B846F1}">
                <asvg:svgBlip xmlns:asvg="http://schemas.microsoft.com/office/drawing/2016/SVG/main" r:embed="Rdc6a2a160d6a4d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0310746" y="2917328"/>
            <a:ext cx="3676709" cy="36767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8845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Рисунок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ae34f58384f6b">
            <a:extLst>
              <a:ext uri="{96DAC541-7B7A-43D3-8B79-37D633B846F1}">
                <asvg:svgBlip xmlns:asvg="http://schemas.microsoft.com/office/drawing/2016/SVG/main" r:embed="R917d3699131d4e8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358" y="1460500"/>
            <a:ext cx="9504715" cy="4902199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0E772F2-E101-4AF5-9E8D-F777EBEE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" y="495300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ОШИБКА 4. ОТМАХИВАТЬСЯ ОТ СИГНАЛОВ РАБОЧИХ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3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8982b76c64c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DA4464F9-ABA9-4C49-BE41-278DB1A4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57375"/>
            <a:ext cx="8234063" cy="3889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spcAft>
                <a:spcPts val="1700"/>
              </a:spcAft>
              <a:buNone/>
            </a:pP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Рабочий раньше мастера замечает изменения в своей операции: необычный звук, след на детали, смещение размера или риск брака.</a:t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Проверьте сигнал, оцените риск и сообщите рабочему своё решение. Не принимайте вывод рабочего без проверки, но и не отмахивайтесь от него.</a:t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Если несколько сигналов останутся без ответа, люди перестанут сообщать о проблемах заранее. В следующий раз мастер узнает о проблеме после брака, простоя или срыва срока.</a:t>
            </a:r>
            <a:endParaRPr sz="1700">
              <a:solidFill>
                <a:srgbClr val="3F454F"/>
              </a:solidFill>
            </a:endParaRPr>
          </a:p>
        </p:txBody>
      </p:sp>
      <p:sp>
        <p:nvSpPr>
          <p:cNvPr id="13" name="Shape 0">
            <a:extLst xmlns:a="http://schemas.openxmlformats.org/drawingml/2006/main">
              <a:ext uri="{FF2B5EF4-FFF2-40B4-BE49-F238E27FC236}">
                <a16:creationId xmlns:a16="http://schemas.microsoft.com/office/drawing/2014/main" id="{3775A66A-620B-4051-B5AD-4AE91BFC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1111250"/>
            <a:ext cx="5601903" cy="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37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df7e558ad4bde">
            <a:extLst>
              <a:ext uri="{96DAC541-7B7A-43D3-8B79-37D633B846F1}">
                <asvg:svgBlip xmlns:asvg="http://schemas.microsoft.com/office/drawing/2016/SVG/main" r:embed="Re61be70c339d46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0127971" y="2677007"/>
            <a:ext cx="4191761" cy="4191761"/>
          </a:xfrm>
          <a:prstGeom xmlns:a="http://schemas.openxmlformats.org/drawingml/2006/main" prst="rect">
            <a:avLst/>
          </a:prstGeom>
        </p:spPr>
      </p:pic>
      <p:pic>
        <p:nvPicPr>
          <p:cNvPr id="38" name="!!gear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941565fa34571">
            <a:extLst>
              <a:ext uri="{96DAC541-7B7A-43D3-8B79-37D633B846F1}">
                <asvg:svgBlip xmlns:asvg="http://schemas.microsoft.com/office/drawing/2016/SVG/main" r:embed="R7c331a0fa42c4e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7518421">
            <a:off x="10428622" y="1042343"/>
            <a:ext cx="2129148" cy="2129148"/>
          </a:xfrm>
          <a:prstGeom xmlns:a="http://schemas.openxmlformats.org/drawingml/2006/main" prst="rect">
            <a:avLst/>
          </a:prstGeom>
        </p:spPr>
      </p:pic>
      <p:pic>
        <p:nvPicPr>
          <p:cNvPr id="39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b3ce191d54a80">
            <a:extLst>
              <a:ext uri="{96DAC541-7B7A-43D3-8B79-37D633B846F1}">
                <asvg:svgBlip xmlns:asvg="http://schemas.microsoft.com/office/drawing/2016/SVG/main" r:embed="R3053f60945314de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0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578aa4cee42dc">
            <a:extLst>
              <a:ext uri="{96DAC541-7B7A-43D3-8B79-37D633B846F1}">
                <asvg:svgBlip xmlns:asvg="http://schemas.microsoft.com/office/drawing/2016/SVG/main" r:embed="R291f792ddc8a4f0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41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8c17e59944f37">
            <a:extLst>
              <a:ext uri="{96DAC541-7B7A-43D3-8B79-37D633B846F1}">
                <asvg:svgBlip xmlns:asvg="http://schemas.microsoft.com/office/drawing/2016/SVG/main" r:embed="Rb015064bfa1b4a0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2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d28277ece40ea">
            <a:extLst>
              <a:ext uri="{96DAC541-7B7A-43D3-8B79-37D633B846F1}">
                <asvg:svgBlip xmlns:asvg="http://schemas.microsoft.com/office/drawing/2016/SVG/main" r:embed="R6ff2846bcf294b0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3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c04b9147b4469">
            <a:extLst>
              <a:ext uri="{96DAC541-7B7A-43D3-8B79-37D633B846F1}">
                <asvg:svgBlip xmlns:asvg="http://schemas.microsoft.com/office/drawing/2016/SVG/main" r:embed="Rd7585a7db5b84ed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4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d7733fe604041">
            <a:extLst>
              <a:ext uri="{96DAC541-7B7A-43D3-8B79-37D633B846F1}">
                <asvg:svgBlip xmlns:asvg="http://schemas.microsoft.com/office/drawing/2016/SVG/main" r:embed="Rdf49813b5d654de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678" y="-2162237"/>
            <a:ext cx="2305050" cy="2305050"/>
          </a:xfrm>
          <a:prstGeom xmlns:a="http://schemas.openxmlformats.org/drawingml/2006/main" prst="rect">
            <a:avLst/>
          </a:prstGeom>
        </p:spPr>
      </p:pic>
      <p:pic>
        <p:nvPicPr>
          <p:cNvPr id="45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ff84beb744dc8">
            <a:extLst>
              <a:ext uri="{96DAC541-7B7A-43D3-8B79-37D633B846F1}">
                <asvg:svgBlip xmlns:asvg="http://schemas.microsoft.com/office/drawing/2016/SVG/main" r:embed="R24c06315c8f4438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70735" y="696660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ea67b1f1d4662">
            <a:extLst>
              <a:ext uri="{96DAC541-7B7A-43D3-8B79-37D633B846F1}">
                <asvg:svgBlip xmlns:asvg="http://schemas.microsoft.com/office/drawing/2016/SVG/main" r:embed="R592971c7ce994bc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ac62c21f74b08">
            <a:extLst>
              <a:ext uri="{96DAC541-7B7A-43D3-8B79-37D633B846F1}">
                <asvg:svgBlip xmlns:asvg="http://schemas.microsoft.com/office/drawing/2016/SVG/main" r:embed="R3e054b19cb494b4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6ae4180e94574">
            <a:extLst>
              <a:ext uri="{96DAC541-7B7A-43D3-8B79-37D633B846F1}">
                <asvg:svgBlip xmlns:asvg="http://schemas.microsoft.com/office/drawing/2016/SVG/main" r:embed="R744557a260004f3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1ee73048d438d">
            <a:extLst>
              <a:ext uri="{96DAC541-7B7A-43D3-8B79-37D633B846F1}">
                <asvg:svgBlip xmlns:asvg="http://schemas.microsoft.com/office/drawing/2016/SVG/main" r:embed="R898cb67b0bee4f0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ccf3beb2d43e9">
            <a:extLst>
              <a:ext uri="{96DAC541-7B7A-43D3-8B79-37D633B846F1}">
                <asvg:svgBlip xmlns:asvg="http://schemas.microsoft.com/office/drawing/2016/SVG/main" r:embed="Rcbe287a19dc04c8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80e51364f491c">
            <a:extLst>
              <a:ext uri="{96DAC541-7B7A-43D3-8B79-37D633B846F1}">
                <asvg:svgBlip xmlns:asvg="http://schemas.microsoft.com/office/drawing/2016/SVG/main" r:embed="R6358b763dbe6431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2" name="Рисунок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0f21925234459">
            <a:extLst>
              <a:ext uri="{96DAC541-7B7A-43D3-8B79-37D633B846F1}">
                <asvg:svgBlip xmlns:asvg="http://schemas.microsoft.com/office/drawing/2016/SVG/main" r:embed="R6f53bc6fe698468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7602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2c3290ba34b80">
            <a:extLst>
              <a:ext uri="{96DAC541-7B7A-43D3-8B79-37D633B846F1}">
                <asvg:svgBlip xmlns:asvg="http://schemas.microsoft.com/office/drawing/2016/SVG/main" r:embed="Rd346730a976c495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7550" y="5622792"/>
            <a:ext cx="3061710" cy="3061710"/>
          </a:xfrm>
          <a:prstGeom xmlns:a="http://schemas.openxmlformats.org/drawingml/2006/main" prst="rect">
            <a:avLst/>
          </a:prstGeom>
        </p:spPr>
      </p:pic>
      <p:sp>
        <p:nvSpPr>
          <p:cNvPr id="6" name="EXAMPLE_LABEL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ПРИМЕР: СЛЕД ПОСЛЕ ПЕРЕНАЛАДКИ</a:t>
            </a:r>
            <a:endParaRPr sz="3000">
              <a:solidFill>
                <a:srgbClr val="F5340B"/>
              </a:solidFill>
            </a:endParaRP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40" y="1020528"/>
            <a:ext cx="7598050" cy="51692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После переналадки оператор заметил след на деталях. Размер пока оставался в допуске, но раньше такого следа не было.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Оператор сообщил мастеру. Мастер ответил: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— План горит. Работай дальше, потом посмотрим.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Через несколько часов след стал глубже. Часть деталей пришлось переделывать.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39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b6c9bed104727">
            <a:extLst>
              <a:ext uri="{96DAC541-7B7A-43D3-8B79-37D633B846F1}">
                <asvg:svgBlip xmlns:asvg="http://schemas.microsoft.com/office/drawing/2016/SVG/main" r:embed="R0103d64d7ad94f8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27247" y="431006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0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4f000387e444e">
            <a:extLst>
              <a:ext uri="{96DAC541-7B7A-43D3-8B79-37D633B846F1}">
                <asvg:svgBlip xmlns:asvg="http://schemas.microsoft.com/office/drawing/2016/SVG/main" r:embed="Raaf3e4c37a9945c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6259" y="4523230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41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5e6c1fe684e3d">
            <a:extLst>
              <a:ext uri="{96DAC541-7B7A-43D3-8B79-37D633B846F1}">
                <asvg:svgBlip xmlns:asvg="http://schemas.microsoft.com/office/drawing/2016/SVG/main" r:embed="Rdc719d32d4504a3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1156" y="-262824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2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a2fdc6a5d4142">
            <a:extLst>
              <a:ext uri="{96DAC541-7B7A-43D3-8B79-37D633B846F1}">
                <asvg:svgBlip xmlns:asvg="http://schemas.microsoft.com/office/drawing/2016/SVG/main" r:embed="R66932b8c44ae44b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50195" y="2434736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3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e20e0bc514416">
            <a:extLst>
              <a:ext uri="{96DAC541-7B7A-43D3-8B79-37D633B846F1}">
                <asvg:svgBlip xmlns:asvg="http://schemas.microsoft.com/office/drawing/2016/SVG/main" r:embed="Rcc44f96f1ed045e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87007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4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9ca0a0d9b45be">
            <a:extLst>
              <a:ext uri="{96DAC541-7B7A-43D3-8B79-37D633B846F1}">
                <asvg:svgBlip xmlns:asvg="http://schemas.microsoft.com/office/drawing/2016/SVG/main" r:embed="Re9c0a52f685d4b7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34351" y="-2813049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45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30a6a272d4593">
            <a:extLst>
              <a:ext uri="{96DAC541-7B7A-43D3-8B79-37D633B846F1}">
                <asvg:svgBlip xmlns:asvg="http://schemas.microsoft.com/office/drawing/2016/SVG/main" r:embed="R3d901fb6d88f4df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f07eafd4040a3">
            <a:extLst>
              <a:ext uri="{96DAC541-7B7A-43D3-8B79-37D633B846F1}">
                <asvg:svgBlip xmlns:asvg="http://schemas.microsoft.com/office/drawing/2016/SVG/main" r:embed="Rf4e23a4c6983475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5cadc2234463b">
            <a:extLst>
              <a:ext uri="{96DAC541-7B7A-43D3-8B79-37D633B846F1}">
                <asvg:svgBlip xmlns:asvg="http://schemas.microsoft.com/office/drawing/2016/SVG/main" r:embed="Rfc48d53716784d2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5745" y="2937636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05c06abb64af5">
            <a:extLst>
              <a:ext uri="{96DAC541-7B7A-43D3-8B79-37D633B846F1}">
                <asvg:svgBlip xmlns:asvg="http://schemas.microsoft.com/office/drawing/2016/SVG/main" r:embed="R3e6ba08ec75a415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0595" y="1815611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be3d47ed34321">
            <a:extLst>
              <a:ext uri="{96DAC541-7B7A-43D3-8B79-37D633B846F1}">
                <asvg:svgBlip xmlns:asvg="http://schemas.microsoft.com/office/drawing/2016/SVG/main" r:embed="R1a8efe7fe2584e5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7de478ad74c2d">
            <a:extLst>
              <a:ext uri="{96DAC541-7B7A-43D3-8B79-37D633B846F1}">
                <asvg:svgBlip xmlns:asvg="http://schemas.microsoft.com/office/drawing/2016/SVG/main" r:embed="R588a6c80adc545a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5891722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2678d4c5a4039">
            <a:extLst>
              <a:ext uri="{96DAC541-7B7A-43D3-8B79-37D633B846F1}">
                <asvg:svgBlip xmlns:asvg="http://schemas.microsoft.com/office/drawing/2016/SVG/main" r:embed="R2784d8481b19459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2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b72f0d7b14723">
            <a:extLst>
              <a:ext uri="{96DAC541-7B7A-43D3-8B79-37D633B846F1}">
                <asvg:svgBlip xmlns:asvg="http://schemas.microsoft.com/office/drawing/2016/SVG/main" r:embed="R144626ea5cb04f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0310746" y="2917328"/>
            <a:ext cx="3676709" cy="36767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8845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8155228" y="1513167"/>
            <a:ext cx="3714749" cy="4885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Одного замечания недостаточно. После разговора рабочий должен понимать:</a:t>
            </a: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" y="409733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ОШИБКА 5. НЕ ДОВОДИТЬ ТРЕБОВАНИЕ ДО РЕЗУЛЬТАТА</a:t>
            </a:r>
            <a:endParaRPr sz="3000">
              <a:solidFill>
                <a:srgbClr val="676C74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955932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806" y="1119038"/>
            <a:ext cx="0" cy="51820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39988bcad481c">
            <a:extLst>
              <a:ext uri="{96DAC541-7B7A-43D3-8B79-37D633B846F1}">
                <asvg:svgBlip xmlns:asvg="http://schemas.microsoft.com/office/drawing/2016/SVG/main" r:embed="R0ff8e28b37254aa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344642" y="7753815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2b852da0c4e50">
            <a:extLst>
              <a:ext uri="{96DAC541-7B7A-43D3-8B79-37D633B846F1}">
                <asvg:svgBlip xmlns:asvg="http://schemas.microsoft.com/office/drawing/2016/SVG/main" r:embed="R411289534a1a41c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3838b46b04b1e">
            <a:extLst>
              <a:ext uri="{96DAC541-7B7A-43D3-8B79-37D633B846F1}">
                <asvg:svgBlip xmlns:asvg="http://schemas.microsoft.com/office/drawing/2016/SVG/main" r:embed="Rb73ac38157194c8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39737" y="-481251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110b3910f4c40">
            <a:extLst>
              <a:ext uri="{96DAC541-7B7A-43D3-8B79-37D633B846F1}">
                <asvg:svgBlip xmlns:asvg="http://schemas.microsoft.com/office/drawing/2016/SVG/main" r:embed="R8264c9c985e5450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234763" y="501137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4f8bfb9e94f69">
            <a:extLst>
              <a:ext uri="{96DAC541-7B7A-43D3-8B79-37D633B846F1}">
                <asvg:svgBlip xmlns:asvg="http://schemas.microsoft.com/office/drawing/2016/SVG/main" r:embed="R0a9ca8fb5c074aa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47572f76c48e1">
            <a:extLst>
              <a:ext uri="{96DAC541-7B7A-43D3-8B79-37D633B846F1}">
                <asvg:svgBlip xmlns:asvg="http://schemas.microsoft.com/office/drawing/2016/SVG/main" r:embed="Rd7f5fa17d789411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f94d204ce449a">
            <a:extLst>
              <a:ext uri="{96DAC541-7B7A-43D3-8B79-37D633B846F1}">
                <asvg:svgBlip xmlns:asvg="http://schemas.microsoft.com/office/drawing/2016/SVG/main" r:embed="R38cc2b7db73a424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6907" y="6250255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72c171626487f">
            <a:extLst>
              <a:ext uri="{96DAC541-7B7A-43D3-8B79-37D633B846F1}">
                <asvg:svgBlip xmlns:asvg="http://schemas.microsoft.com/office/drawing/2016/SVG/main" r:embed="R40962884acac417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241457" y="4909520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3811dc9ad4774">
            <a:extLst>
              <a:ext uri="{96DAC541-7B7A-43D3-8B79-37D633B846F1}">
                <asvg:svgBlip xmlns:asvg="http://schemas.microsoft.com/office/drawing/2016/SVG/main" r:embed="R5f4cbd34abb9427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84806" y="-214074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e6b7ca68f4bae">
            <a:extLst>
              <a:ext uri="{96DAC541-7B7A-43D3-8B79-37D633B846F1}">
                <asvg:svgBlip xmlns:asvg="http://schemas.microsoft.com/office/drawing/2016/SVG/main" r:embed="Rdaff9c6ca954407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4c87a18a44248">
            <a:extLst>
              <a:ext uri="{96DAC541-7B7A-43D3-8B79-37D633B846F1}">
                <asvg:svgBlip xmlns:asvg="http://schemas.microsoft.com/office/drawing/2016/SVG/main" r:embed="Ra3ec59e7f118448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a6e6202cf424e">
            <a:extLst>
              <a:ext uri="{96DAC541-7B7A-43D3-8B79-37D633B846F1}">
                <asvg:svgBlip xmlns:asvg="http://schemas.microsoft.com/office/drawing/2016/SVG/main" r:embed="Rbecc5bbe338842b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107a562c545f3">
            <a:extLst>
              <a:ext uri="{96DAC541-7B7A-43D3-8B79-37D633B846F1}">
                <asvg:svgBlip xmlns:asvg="http://schemas.microsoft.com/office/drawing/2016/SVG/main" r:embed="Ra5865c4087a14d7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c08183033490c">
            <a:extLst>
              <a:ext uri="{96DAC541-7B7A-43D3-8B79-37D633B846F1}">
                <asvg:svgBlip xmlns:asvg="http://schemas.microsoft.com/office/drawing/2016/SVG/main" r:embed="R07ed4a2f15e843c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69b1d2854402c">
            <a:extLst>
              <a:ext uri="{96DAC541-7B7A-43D3-8B79-37D633B846F1}">
                <asvg:svgBlip xmlns:asvg="http://schemas.microsoft.com/office/drawing/2016/SVG/main" r:embed="Rf83dcd0345f74c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31971" y="6982892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7B73D9-7FC8-4ACA-9149-BA360964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888" y="1193303"/>
            <a:ext cx="6958530" cy="49542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что именно нужно изменить;</a:t>
            </a:r>
            <a:br/>
            <a:r>
              <a:rPr sz="1600">
                <a:latin typeface="Nunito"/>
                <a:ea typeface="Nunito"/>
                <a:cs typeface="Nunito"/>
              </a:rPr>
              <a:t>к какому сроку;</a:t>
            </a:r>
            <a:br/>
            <a:r>
              <a:rPr sz="1600">
                <a:latin typeface="Nunito"/>
                <a:ea typeface="Nunito"/>
                <a:cs typeface="Nunito"/>
              </a:rPr>
              <a:t>когда мастер проверит результат.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Если речь идёт о нарушении правила или повторяющейся проблеме, нужно также обозначить, что произойдёт при повторении.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Если мастер выслушал объяснение и закончил разговор, нарушение может повториться на следующей смене.</a:t>
            </a:r>
            <a:endParaRPr sz="1600">
              <a:latin typeface="Nunito"/>
              <a:ea typeface="Nunito"/>
              <a:cs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35067987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b310114614b77">
            <a:extLst>
              <a:ext uri="{96DAC541-7B7A-43D3-8B79-37D633B846F1}">
                <asvg:svgBlip xmlns:asvg="http://schemas.microsoft.com/office/drawing/2016/SVG/main" r:embed="R882c71b2aafb4e4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7550" y="5622792"/>
            <a:ext cx="3061710" cy="3061710"/>
          </a:xfrm>
          <a:prstGeom xmlns:a="http://schemas.openxmlformats.org/drawingml/2006/main" prst="rect">
            <a:avLst/>
          </a:prstGeom>
        </p:spPr>
      </p:pic>
      <p:sp>
        <p:nvSpPr>
          <p:cNvPr id="6" name="EXAMPLE_LABEL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ПРИМЕР: РАЗГОВОР НИЧЕМ НЕ ЗАКОНЧИЛСЯ</a:t>
            </a:r>
            <a:endParaRPr sz="3000">
              <a:solidFill>
                <a:srgbClr val="F5340B"/>
              </a:solidFill>
            </a:endParaRP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40" y="1020528"/>
            <a:ext cx="7598050" cy="51692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Рабочий третий раз не подготовил инструмент к началу смены.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Каждый раз он объяснял это срочной работой в конце предыдущего дня. Мастер выслушивал объяснение и отпускал его.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Они не договорились, как рабочий подготовит инструмент и когда мастер это проверит. На следующей смене ситуация повторилась.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Подробно работу с невыполнением разберём в модуле 3.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39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ee746fcce478c">
            <a:extLst>
              <a:ext uri="{96DAC541-7B7A-43D3-8B79-37D633B846F1}">
                <asvg:svgBlip xmlns:asvg="http://schemas.microsoft.com/office/drawing/2016/SVG/main" r:embed="R570b0f9ab736488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27247" y="431006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0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3db8f60704aa9">
            <a:extLst>
              <a:ext uri="{96DAC541-7B7A-43D3-8B79-37D633B846F1}">
                <asvg:svgBlip xmlns:asvg="http://schemas.microsoft.com/office/drawing/2016/SVG/main" r:embed="R013e1acca4d540a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6259" y="4523230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41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a7aa569b14c43">
            <a:extLst>
              <a:ext uri="{96DAC541-7B7A-43D3-8B79-37D633B846F1}">
                <asvg:svgBlip xmlns:asvg="http://schemas.microsoft.com/office/drawing/2016/SVG/main" r:embed="R658f9d865f17413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1156" y="-262824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2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25d8d050c4c30">
            <a:extLst>
              <a:ext uri="{96DAC541-7B7A-43D3-8B79-37D633B846F1}">
                <asvg:svgBlip xmlns:asvg="http://schemas.microsoft.com/office/drawing/2016/SVG/main" r:embed="R7f510c68c8234f5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50195" y="2434736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3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56275278f48db">
            <a:extLst>
              <a:ext uri="{96DAC541-7B7A-43D3-8B79-37D633B846F1}">
                <asvg:svgBlip xmlns:asvg="http://schemas.microsoft.com/office/drawing/2016/SVG/main" r:embed="R2bc6a9caf6754f5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87007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4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d2789aa8d41eb">
            <a:extLst>
              <a:ext uri="{96DAC541-7B7A-43D3-8B79-37D633B846F1}">
                <asvg:svgBlip xmlns:asvg="http://schemas.microsoft.com/office/drawing/2016/SVG/main" r:embed="R9753923cc19c4f6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34351" y="-2813049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45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44469293648af">
            <a:extLst>
              <a:ext uri="{96DAC541-7B7A-43D3-8B79-37D633B846F1}">
                <asvg:svgBlip xmlns:asvg="http://schemas.microsoft.com/office/drawing/2016/SVG/main" r:embed="Rba364102bec3458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99c1f058b403d">
            <a:extLst>
              <a:ext uri="{96DAC541-7B7A-43D3-8B79-37D633B846F1}">
                <asvg:svgBlip xmlns:asvg="http://schemas.microsoft.com/office/drawing/2016/SVG/main" r:embed="R5894ae78584e414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93ef7988b4c43">
            <a:extLst>
              <a:ext uri="{96DAC541-7B7A-43D3-8B79-37D633B846F1}">
                <asvg:svgBlip xmlns:asvg="http://schemas.microsoft.com/office/drawing/2016/SVG/main" r:embed="Rf65992e67050417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5745" y="2937636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20e13717946b8">
            <a:extLst>
              <a:ext uri="{96DAC541-7B7A-43D3-8B79-37D633B846F1}">
                <asvg:svgBlip xmlns:asvg="http://schemas.microsoft.com/office/drawing/2016/SVG/main" r:embed="Reb22996919b245c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0595" y="1815611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77b35f0b24262">
            <a:extLst>
              <a:ext uri="{96DAC541-7B7A-43D3-8B79-37D633B846F1}">
                <asvg:svgBlip xmlns:asvg="http://schemas.microsoft.com/office/drawing/2016/SVG/main" r:embed="R6034138003354bf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2ecb4b35e45e5">
            <a:extLst>
              <a:ext uri="{96DAC541-7B7A-43D3-8B79-37D633B846F1}">
                <asvg:svgBlip xmlns:asvg="http://schemas.microsoft.com/office/drawing/2016/SVG/main" r:embed="R03c838f722344da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5891722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9ec44be3b4615">
            <a:extLst>
              <a:ext uri="{96DAC541-7B7A-43D3-8B79-37D633B846F1}">
                <asvg:svgBlip xmlns:asvg="http://schemas.microsoft.com/office/drawing/2016/SVG/main" r:embed="Rfdd52f8ad93642c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2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b2039a32e4b73">
            <a:extLst>
              <a:ext uri="{96DAC541-7B7A-43D3-8B79-37D633B846F1}">
                <asvg:svgBlip xmlns:asvg="http://schemas.microsoft.com/office/drawing/2016/SVG/main" r:embed="Rb7dd7a981eae43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0310746" y="2917328"/>
            <a:ext cx="3676709" cy="36767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8845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8155228" y="1513167"/>
            <a:ext cx="3714749" cy="4885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Рабочие быстро замечают исключения. Если одному разрешили то, за что другому сделали замечание, требования мастера начинают связывать с личными отношениями.</a:t>
            </a: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" y="409733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ОШИБКА 6. ДЕЛАТЬ ИСКЛЮЧЕНИЯ ДЛЯ СВОИХ</a:t>
            </a:r>
            <a:endParaRPr sz="3000">
              <a:solidFill>
                <a:srgbClr val="676C74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955932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806" y="1119038"/>
            <a:ext cx="0" cy="51820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a358295cd455b">
            <a:extLst>
              <a:ext uri="{96DAC541-7B7A-43D3-8B79-37D633B846F1}">
                <asvg:svgBlip xmlns:asvg="http://schemas.microsoft.com/office/drawing/2016/SVG/main" r:embed="Rd002b90b09c24b5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344642" y="7753815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3b309a80c4a29">
            <a:extLst>
              <a:ext uri="{96DAC541-7B7A-43D3-8B79-37D633B846F1}">
                <asvg:svgBlip xmlns:asvg="http://schemas.microsoft.com/office/drawing/2016/SVG/main" r:embed="Rb3e3e72b16ac415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5064e372d94e30">
            <a:extLst>
              <a:ext uri="{96DAC541-7B7A-43D3-8B79-37D633B846F1}">
                <asvg:svgBlip xmlns:asvg="http://schemas.microsoft.com/office/drawing/2016/SVG/main" r:embed="R13c642b1efff4ea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39737" y="-481251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241f9c2354dc9">
            <a:extLst>
              <a:ext uri="{96DAC541-7B7A-43D3-8B79-37D633B846F1}">
                <asvg:svgBlip xmlns:asvg="http://schemas.microsoft.com/office/drawing/2016/SVG/main" r:embed="Ra14f5113cde5497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234763" y="501137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0e8d6e4af4edf">
            <a:extLst>
              <a:ext uri="{96DAC541-7B7A-43D3-8B79-37D633B846F1}">
                <asvg:svgBlip xmlns:asvg="http://schemas.microsoft.com/office/drawing/2016/SVG/main" r:embed="R5902ebdb9570430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79494b98743b1">
            <a:extLst>
              <a:ext uri="{96DAC541-7B7A-43D3-8B79-37D633B846F1}">
                <asvg:svgBlip xmlns:asvg="http://schemas.microsoft.com/office/drawing/2016/SVG/main" r:embed="R77c8ad001d7e46d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9188da0e14b2e">
            <a:extLst>
              <a:ext uri="{96DAC541-7B7A-43D3-8B79-37D633B846F1}">
                <asvg:svgBlip xmlns:asvg="http://schemas.microsoft.com/office/drawing/2016/SVG/main" r:embed="R45589bd53f184d8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6907" y="6250255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93953e6eb4cd3">
            <a:extLst>
              <a:ext uri="{96DAC541-7B7A-43D3-8B79-37D633B846F1}">
                <asvg:svgBlip xmlns:asvg="http://schemas.microsoft.com/office/drawing/2016/SVG/main" r:embed="Ra4a2d805cb9b4b3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241457" y="4909520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1cd2baeb94618">
            <a:extLst>
              <a:ext uri="{96DAC541-7B7A-43D3-8B79-37D633B846F1}">
                <asvg:svgBlip xmlns:asvg="http://schemas.microsoft.com/office/drawing/2016/SVG/main" r:embed="Rf009f8d9e1024d5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84806" y="-214074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af368a33b4c59">
            <a:extLst>
              <a:ext uri="{96DAC541-7B7A-43D3-8B79-37D633B846F1}">
                <asvg:svgBlip xmlns:asvg="http://schemas.microsoft.com/office/drawing/2016/SVG/main" r:embed="R4680e2f381f343d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c8ad46a6b4eec">
            <a:extLst>
              <a:ext uri="{96DAC541-7B7A-43D3-8B79-37D633B846F1}">
                <asvg:svgBlip xmlns:asvg="http://schemas.microsoft.com/office/drawing/2016/SVG/main" r:embed="R562a1d7dbe76461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82476889a453e">
            <a:extLst>
              <a:ext uri="{96DAC541-7B7A-43D3-8B79-37D633B846F1}">
                <asvg:svgBlip xmlns:asvg="http://schemas.microsoft.com/office/drawing/2016/SVG/main" r:embed="Ra25de8c52ede48a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cf38c993a44ac">
            <a:extLst>
              <a:ext uri="{96DAC541-7B7A-43D3-8B79-37D633B846F1}">
                <asvg:svgBlip xmlns:asvg="http://schemas.microsoft.com/office/drawing/2016/SVG/main" r:embed="R7e81f36bab984a4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0f659cb0945bc">
            <a:extLst>
              <a:ext uri="{96DAC541-7B7A-43D3-8B79-37D633B846F1}">
                <asvg:svgBlip xmlns:asvg="http://schemas.microsoft.com/office/drawing/2016/SVG/main" r:embed="Rd4b1383e3ade482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2082dfe5d441c">
            <a:extLst>
              <a:ext uri="{96DAC541-7B7A-43D3-8B79-37D633B846F1}">
                <asvg:svgBlip xmlns:asvg="http://schemas.microsoft.com/office/drawing/2016/SVG/main" r:embed="Rea8592bc516a48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31971" y="6982892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7B73D9-7FC8-4ACA-9149-BA360964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888" y="1193303"/>
            <a:ext cx="6958530" cy="49542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Одинаковые ситуации требуют одинаковой реакции:</a:t>
            </a:r>
            <a:br/>
            <a:r>
              <a:rPr sz="1600">
                <a:latin typeface="Nunito"/>
                <a:ea typeface="Nunito"/>
                <a:cs typeface="Nunito"/>
              </a:rPr>
              <a:t>одинаковые требования к срокам и качеству;</a:t>
            </a:r>
            <a:br/>
            <a:r>
              <a:rPr sz="1600">
                <a:latin typeface="Nunito"/>
                <a:ea typeface="Nunito"/>
                <a:cs typeface="Nunito"/>
              </a:rPr>
              <a:t>одинаковая реакция на опоздание или нарушение;</a:t>
            </a:r>
            <a:br/>
            <a:r>
              <a:rPr sz="1600">
                <a:latin typeface="Nunito"/>
                <a:ea typeface="Nunito"/>
                <a:cs typeface="Nunito"/>
              </a:rPr>
              <a:t>одинаковые правила для опытного рабочего и новичка;</a:t>
            </a:r>
            <a:br/>
            <a:r>
              <a:rPr sz="1600">
                <a:latin typeface="Nunito"/>
                <a:ea typeface="Nunito"/>
                <a:cs typeface="Nunito"/>
              </a:rPr>
              <a:t>одинаковые требования к бывшему другу и остальным сотрудникам.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Обстоятельства могут различаться. Личные отношения не должны определять решение мастера.</a:t>
            </a:r>
            <a:endParaRPr sz="1600">
              <a:latin typeface="Nunito"/>
              <a:ea typeface="Nunito"/>
              <a:cs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35067987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cea96b3d0427d">
            <a:extLst>
              <a:ext uri="{96DAC541-7B7A-43D3-8B79-37D633B846F1}">
                <asvg:svgBlip xmlns:asvg="http://schemas.microsoft.com/office/drawing/2016/SVG/main" r:embed="Rf0af47d053174b7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7550" y="5622792"/>
            <a:ext cx="3061710" cy="3061710"/>
          </a:xfrm>
          <a:prstGeom xmlns:a="http://schemas.openxmlformats.org/drawingml/2006/main" prst="rect">
            <a:avLst/>
          </a:prstGeom>
        </p:spPr>
      </p:pic>
      <p:sp>
        <p:nvSpPr>
          <p:cNvPr id="6" name="EXAMPLE_LABEL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ПРИМЕР: ИСКЛЮЧЕНИЕ ДЛЯ БЫВШЕГО КОЛЛЕГИ</a:t>
            </a:r>
            <a:endParaRPr sz="3000">
              <a:solidFill>
                <a:srgbClr val="F5340B"/>
              </a:solidFill>
            </a:endParaRP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40" y="1020528"/>
            <a:ext cx="7598050" cy="51692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Игорь опоздал на смену на двадцать минут. Раньше они с Алексеем работали в одной бригаде и хорошо общались.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Алексей промолчал, хотя другим рабочим за опоздание делал замечания.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Люди заметили исключение. После этого требования Алексея стали связывать с его личным отношением к рабочим.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39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e403c2dec4dce">
            <a:extLst>
              <a:ext uri="{96DAC541-7B7A-43D3-8B79-37D633B846F1}">
                <asvg:svgBlip xmlns:asvg="http://schemas.microsoft.com/office/drawing/2016/SVG/main" r:embed="R191bbee33030435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27247" y="431006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0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a4d441cff4dda">
            <a:extLst>
              <a:ext uri="{96DAC541-7B7A-43D3-8B79-37D633B846F1}">
                <asvg:svgBlip xmlns:asvg="http://schemas.microsoft.com/office/drawing/2016/SVG/main" r:embed="R5e5998a5199f4be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6259" y="4523230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41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d98ed9b64417a">
            <a:extLst>
              <a:ext uri="{96DAC541-7B7A-43D3-8B79-37D633B846F1}">
                <asvg:svgBlip xmlns:asvg="http://schemas.microsoft.com/office/drawing/2016/SVG/main" r:embed="R79431c67df164b9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1156" y="-262824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2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02d80a76c429a">
            <a:extLst>
              <a:ext uri="{96DAC541-7B7A-43D3-8B79-37D633B846F1}">
                <asvg:svgBlip xmlns:asvg="http://schemas.microsoft.com/office/drawing/2016/SVG/main" r:embed="R8d9b4532bb984ba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50195" y="2434736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3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800f0186d490c">
            <a:extLst>
              <a:ext uri="{96DAC541-7B7A-43D3-8B79-37D633B846F1}">
                <asvg:svgBlip xmlns:asvg="http://schemas.microsoft.com/office/drawing/2016/SVG/main" r:embed="R3f3855ec6a2c42a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87007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4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61c6c6e6245f6">
            <a:extLst>
              <a:ext uri="{96DAC541-7B7A-43D3-8B79-37D633B846F1}">
                <asvg:svgBlip xmlns:asvg="http://schemas.microsoft.com/office/drawing/2016/SVG/main" r:embed="R6782cd282af640f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34351" y="-2813049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45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6b32f63904343">
            <a:extLst>
              <a:ext uri="{96DAC541-7B7A-43D3-8B79-37D633B846F1}">
                <asvg:svgBlip xmlns:asvg="http://schemas.microsoft.com/office/drawing/2016/SVG/main" r:embed="R5a56ce3c3a08478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0c2475c9b461b">
            <a:extLst>
              <a:ext uri="{96DAC541-7B7A-43D3-8B79-37D633B846F1}">
                <asvg:svgBlip xmlns:asvg="http://schemas.microsoft.com/office/drawing/2016/SVG/main" r:embed="R03293e9f84a64ee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ac260eeeb41d7">
            <a:extLst>
              <a:ext uri="{96DAC541-7B7A-43D3-8B79-37D633B846F1}">
                <asvg:svgBlip xmlns:asvg="http://schemas.microsoft.com/office/drawing/2016/SVG/main" r:embed="R811317f7b0f7495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5745" y="2937636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8a4f95827407c">
            <a:extLst>
              <a:ext uri="{96DAC541-7B7A-43D3-8B79-37D633B846F1}">
                <asvg:svgBlip xmlns:asvg="http://schemas.microsoft.com/office/drawing/2016/SVG/main" r:embed="Ref57961e5f18472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0595" y="1815611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7e0fa17124f4a">
            <a:extLst>
              <a:ext uri="{96DAC541-7B7A-43D3-8B79-37D633B846F1}">
                <asvg:svgBlip xmlns:asvg="http://schemas.microsoft.com/office/drawing/2016/SVG/main" r:embed="R830c4042a67c4d0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f74cb980043a3">
            <a:extLst>
              <a:ext uri="{96DAC541-7B7A-43D3-8B79-37D633B846F1}">
                <asvg:svgBlip xmlns:asvg="http://schemas.microsoft.com/office/drawing/2016/SVG/main" r:embed="R098db61fa6f748d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5891722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74fb1ae714aca">
            <a:extLst>
              <a:ext uri="{96DAC541-7B7A-43D3-8B79-37D633B846F1}">
                <asvg:svgBlip xmlns:asvg="http://schemas.microsoft.com/office/drawing/2016/SVG/main" r:embed="Rb81cb5a7f1a64af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2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5c16da5ca4a56">
            <a:extLst>
              <a:ext uri="{96DAC541-7B7A-43D3-8B79-37D633B846F1}">
                <asvg:svgBlip xmlns:asvg="http://schemas.microsoft.com/office/drawing/2016/SVG/main" r:embed="Rfd454caec9d34015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0310746" y="2917328"/>
            <a:ext cx="3676709" cy="36767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8845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945556" y="993157"/>
            <a:ext cx="10471254" cy="1161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endParaRPr sz="1800">
              <a:solidFill>
                <a:srgbClr val="3F454F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796" y="279534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КАК ОШИБКИ ВЛИЯЮТ НА УЧАСТОК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45556" y="838334"/>
            <a:ext cx="31229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296" y="2627700"/>
            <a:ext cx="0" cy="37829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7081bee3a4cda">
            <a:extLst>
              <a:ext uri="{96DAC541-7B7A-43D3-8B79-37D633B846F1}">
                <asvg:svgBlip xmlns:asvg="http://schemas.microsoft.com/office/drawing/2016/SVG/main" r:embed="R1844ff1a83254b6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5927" y="8462397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0e990f6924a30">
            <a:extLst>
              <a:ext uri="{96DAC541-7B7A-43D3-8B79-37D633B846F1}">
                <asvg:svgBlip xmlns:asvg="http://schemas.microsoft.com/office/drawing/2016/SVG/main" r:embed="Rf2947d51001447b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3a8731ebe4ac7">
            <a:extLst>
              <a:ext uri="{96DAC541-7B7A-43D3-8B79-37D633B846F1}">
                <asvg:svgBlip xmlns:asvg="http://schemas.microsoft.com/office/drawing/2016/SVG/main" r:embed="R6b3b1d8faeb741e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e8032be164054">
            <a:extLst>
              <a:ext uri="{96DAC541-7B7A-43D3-8B79-37D633B846F1}">
                <asvg:svgBlip xmlns:asvg="http://schemas.microsoft.com/office/drawing/2016/SVG/main" r:embed="Rfa57a6f5db74441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257c2779847a6">
            <a:extLst>
              <a:ext uri="{96DAC541-7B7A-43D3-8B79-37D633B846F1}">
                <asvg:svgBlip xmlns:asvg="http://schemas.microsoft.com/office/drawing/2016/SVG/main" r:embed="R3ee4f3e73ba7408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3c029befc40ee">
            <a:extLst>
              <a:ext uri="{96DAC541-7B7A-43D3-8B79-37D633B846F1}">
                <asvg:svgBlip xmlns:asvg="http://schemas.microsoft.com/office/drawing/2016/SVG/main" r:embed="R2855b059beb94bd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55d2dd4ba4684">
            <a:extLst>
              <a:ext uri="{96DAC541-7B7A-43D3-8B79-37D633B846F1}">
                <asvg:svgBlip xmlns:asvg="http://schemas.microsoft.com/office/drawing/2016/SVG/main" r:embed="Rd8f668bcbe08469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06957" y="6439409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37f80c02e41b5">
            <a:extLst>
              <a:ext uri="{96DAC541-7B7A-43D3-8B79-37D633B846F1}">
                <asvg:svgBlip xmlns:asvg="http://schemas.microsoft.com/office/drawing/2016/SVG/main" r:embed="Rd1cc7e18f46943b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1a729e9e64190">
            <a:extLst>
              <a:ext uri="{96DAC541-7B7A-43D3-8B79-37D633B846F1}">
                <asvg:svgBlip xmlns:asvg="http://schemas.microsoft.com/office/drawing/2016/SVG/main" r:embed="R580d2ee4c1b345f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56cae33884bc4">
            <a:extLst>
              <a:ext uri="{96DAC541-7B7A-43D3-8B79-37D633B846F1}">
                <asvg:svgBlip xmlns:asvg="http://schemas.microsoft.com/office/drawing/2016/SVG/main" r:embed="R94269432630a448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24456" y="-134906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08bd50f3e4332">
            <a:extLst>
              <a:ext uri="{96DAC541-7B7A-43D3-8B79-37D633B846F1}">
                <asvg:svgBlip xmlns:asvg="http://schemas.microsoft.com/office/drawing/2016/SVG/main" r:embed="Rc04500b4b7824d3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685854" y="7927664"/>
            <a:ext cx="2200915" cy="2200915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318537da94a98">
            <a:extLst>
              <a:ext uri="{96DAC541-7B7A-43D3-8B79-37D633B846F1}">
                <asvg:svgBlip xmlns:asvg="http://schemas.microsoft.com/office/drawing/2016/SVG/main" r:embed="Re6dbd00153844ac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d21722d0d4f3a">
            <a:extLst>
              <a:ext uri="{96DAC541-7B7A-43D3-8B79-37D633B846F1}">
                <asvg:svgBlip xmlns:asvg="http://schemas.microsoft.com/office/drawing/2016/SVG/main" r:embed="Re5dac297c7b4493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b1f26b0274726">
            <a:extLst>
              <a:ext uri="{96DAC541-7B7A-43D3-8B79-37D633B846F1}">
                <asvg:svgBlip xmlns:asvg="http://schemas.microsoft.com/office/drawing/2016/SVG/main" r:embed="Rf12deb8805b746b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37b6189c84a4f">
            <a:extLst>
              <a:ext uri="{96DAC541-7B7A-43D3-8B79-37D633B846F1}">
                <asvg:svgBlip xmlns:asvg="http://schemas.microsoft.com/office/drawing/2016/SVG/main" r:embed="R613b1a41cdbe46da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3153017" y="6898508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52" name="COMPARE_BOTTOM_BODY">
            <a:extLst xmlns:a="http://schemas.openxmlformats.org/drawingml/2006/main">
              <a:ext uri="{FF2B5EF4-FFF2-40B4-BE49-F238E27FC236}">
                <a16:creationId xmlns:a16="http://schemas.microsoft.com/office/drawing/2014/main" id="{48F1698D-BF5F-4580-8C39-00DEFF34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50" y="3243180"/>
            <a:ext cx="5177503" cy="29586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600">
                <a:latin typeface="Nunito"/>
                <a:ea typeface="Nunito"/>
                <a:cs typeface="Nunito"/>
              </a:rPr>
              <a:t>«Самостоятельные решения ему не нужны»</a:t>
            </a:r>
            <a:br/>
            <a:r>
              <a:rPr sz="1600">
                <a:latin typeface="Nunito"/>
                <a:ea typeface="Nunito"/>
                <a:cs typeface="Nunito"/>
              </a:rPr>
              <a:t>«Условия можно понять по-своему»</a:t>
            </a:r>
            <a:br/>
            <a:r>
              <a:rPr sz="1600">
                <a:latin typeface="Nunito"/>
                <a:ea typeface="Nunito"/>
                <a:cs typeface="Nunito"/>
              </a:rPr>
              <a:t>«Непонятно, чего он от нас ждёт»</a:t>
            </a:r>
            <a:br/>
            <a:r>
              <a:rPr sz="1600">
                <a:latin typeface="Nunito"/>
                <a:ea typeface="Nunito"/>
                <a:cs typeface="Nunito"/>
              </a:rPr>
              <a:t>«О проблемах говорить бесполезно»</a:t>
            </a:r>
            <a:br/>
            <a:r>
              <a:rPr sz="1600">
                <a:latin typeface="Nunito"/>
                <a:ea typeface="Nunito"/>
                <a:cs typeface="Nunito"/>
              </a:rPr>
              <a:t>«Требование можно не выполнять»</a:t>
            </a:r>
            <a:br/>
            <a:r>
              <a:rPr sz="1600">
                <a:latin typeface="Nunito"/>
                <a:ea typeface="Nunito"/>
                <a:cs typeface="Nunito"/>
              </a:rPr>
              <a:t>«Правила зависят от отношений»</a:t>
            </a:r>
          </a:p>
        </p:txBody>
      </p:sp>
      <p:sp>
        <p:nvSpPr>
          <p:cNvPr id="53" name="COMPARE_TOP_BODY">
            <a:extLst xmlns:a="http://schemas.openxmlformats.org/drawingml/2006/main">
              <a:ext uri="{FF2B5EF4-FFF2-40B4-BE49-F238E27FC236}">
                <a16:creationId xmlns:a16="http://schemas.microsoft.com/office/drawing/2014/main" id="{DB930535-AFE8-4031-8E0D-ACC949FA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97" y="3250447"/>
            <a:ext cx="5038625" cy="2951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Стоит над душой</a:t>
            </a:r>
            <a:br/>
            <a:r>
              <a:rPr sz="1600">
                <a:latin typeface="Nunito"/>
                <a:ea typeface="Nunito"/>
                <a:cs typeface="Nunito"/>
              </a:rPr>
              <a:t>Ставит задачу неясно</a:t>
            </a:r>
            <a:br/>
            <a:r>
              <a:rPr sz="1600">
                <a:latin typeface="Nunito"/>
                <a:ea typeface="Nunito"/>
                <a:cs typeface="Nunito"/>
              </a:rPr>
              <a:t>Не даёт обратную связь</a:t>
            </a:r>
            <a:br/>
            <a:r>
              <a:rPr sz="1600">
                <a:latin typeface="Nunito"/>
                <a:ea typeface="Nunito"/>
                <a:cs typeface="Nunito"/>
              </a:rPr>
              <a:t>Отмахивается от сигналов</a:t>
            </a:r>
            <a:br/>
            <a:r>
              <a:rPr sz="1600">
                <a:latin typeface="Nunito"/>
                <a:ea typeface="Nunito"/>
                <a:cs typeface="Nunito"/>
              </a:rPr>
              <a:t>Не доводит требование до результата</a:t>
            </a:r>
            <a:br/>
            <a:r>
              <a:rPr sz="1600">
                <a:latin typeface="Nunito"/>
                <a:ea typeface="Nunito"/>
                <a:cs typeface="Nunito"/>
              </a:rPr>
              <a:t>Делает исключения для своих</a:t>
            </a:r>
          </a:p>
        </p:txBody>
      </p:sp>
      <p:sp>
        <p:nvSpPr>
          <p:cNvPr id="54" name="COMPARE_TOP_LABEL">
            <a:extLst xmlns:a="http://schemas.openxmlformats.org/drawingml/2006/main">
              <a:ext uri="{FF2B5EF4-FFF2-40B4-BE49-F238E27FC236}">
                <a16:creationId xmlns:a16="http://schemas.microsoft.com/office/drawing/2014/main" id="{A0DC0A8F-8693-4879-8FAB-D728522C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739" y="2627700"/>
            <a:ext cx="297080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ОШИБКА МАСТЕРА</a:t>
            </a:r>
          </a:p>
        </p:txBody>
      </p:sp>
      <p:sp>
        <p:nvSpPr>
          <p:cNvPr id="55" name="COMPARE_BOTTOM_LABEL">
            <a:extLst xmlns:a="http://schemas.openxmlformats.org/drawingml/2006/main">
              <a:ext uri="{FF2B5EF4-FFF2-40B4-BE49-F238E27FC236}">
                <a16:creationId xmlns:a16="http://schemas.microsoft.com/office/drawing/2014/main" id="{A266F069-417F-493A-A5E0-76A4D05C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133" y="2627700"/>
            <a:ext cx="294512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ЧТО РЕШАТ РАБОЧИЕ</a:t>
            </a:r>
          </a:p>
        </p:txBody>
      </p:sp>
      <p:sp>
        <p:nvSpPr>
          <p:cNvPr id="27" name="Shape 0">
            <a:extLst xmlns:a="http://schemas.openxmlformats.org/drawingml/2006/main">
              <a:ext uri="{FF2B5EF4-FFF2-40B4-BE49-F238E27FC236}">
                <a16:creationId xmlns:a16="http://schemas.microsoft.com/office/drawing/2014/main" id="{5E15BE29-77DD-42E6-A0EE-B66A5692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311143" y="838334"/>
            <a:ext cx="31229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7686968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AGING_BODY">
            <a:extLst xmlns:a="http://schemas.openxmlformats.org/drawingml/2006/main">
              <a:ext uri="{FF2B5EF4-FFF2-40B4-BE49-F238E27FC236}">
                <a16:creationId xmlns:a16="http://schemas.microsoft.com/office/drawing/2014/main" id="{04339CCF-1739-4652-8D30-E19D0584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81000"/>
            <a:ext cx="11430000" cy="6210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Задание: где мастер теряет авторитет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Определите ошибку мастера в каждой ситуации.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Ошибки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стоит над душой;</a:t>
            </a:r>
            <a:br/>
            <a:r>
              <a:rPr sz="1600">
                <a:latin typeface="Nunito"/>
                <a:ea typeface="Nunito"/>
                <a:cs typeface="Nunito"/>
              </a:rPr>
              <a:t>ставит задачу неясно;</a:t>
            </a:r>
            <a:br/>
            <a:r>
              <a:rPr sz="1600">
                <a:latin typeface="Nunito"/>
                <a:ea typeface="Nunito"/>
                <a:cs typeface="Nunito"/>
              </a:rPr>
              <a:t>не даёт обратную связь;</a:t>
            </a:r>
            <a:br/>
            <a:r>
              <a:rPr sz="1600">
                <a:latin typeface="Nunito"/>
                <a:ea typeface="Nunito"/>
                <a:cs typeface="Nunito"/>
              </a:rPr>
              <a:t>отмахивается от сигнала рабочего;</a:t>
            </a:r>
            <a:br/>
            <a:r>
              <a:rPr sz="1600">
                <a:latin typeface="Nunito"/>
                <a:ea typeface="Nunito"/>
                <a:cs typeface="Nunito"/>
              </a:rPr>
              <a:t>не доводит требование до результата;</a:t>
            </a:r>
            <a:br/>
            <a:r>
              <a:rPr sz="1600">
                <a:latin typeface="Nunito"/>
                <a:ea typeface="Nunito"/>
                <a:cs typeface="Nunito"/>
              </a:rPr>
              <a:t>делает исключения для своих.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Ситуации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1. Мастер сказал: «Сделайте срочное до обеда», но не назначил ответственного и не указал приоритет.</a:t>
            </a:r>
            <a:br/>
            <a:r>
              <a:rPr sz="1600">
                <a:latin typeface="Nunito"/>
                <a:ea typeface="Nunito"/>
                <a:cs typeface="Nunito"/>
              </a:rPr>
              <a:t>2. Опытный рабочий сообщил, что после переналадки изменился звук станка. Мастер попросил не отвлекать его мелочами.</a:t>
            </a:r>
            <a:br/>
            <a:r>
              <a:rPr sz="1600">
                <a:latin typeface="Nunito"/>
                <a:ea typeface="Nunito"/>
                <a:cs typeface="Nunito"/>
              </a:rPr>
              <a:t>3. Мастер стоял рядом с сильным сборщиком и поправлял каждое движение.</a:t>
            </a:r>
            <a:br/>
            <a:r>
              <a:rPr sz="1600">
                <a:latin typeface="Nunito"/>
                <a:ea typeface="Nunito"/>
                <a:cs typeface="Nunito"/>
              </a:rPr>
              <a:t>4. Бывший коллега опоздал на смену. Мастер промолчал, хотя другим делал замечания.</a:t>
            </a:r>
            <a:br/>
            <a:r>
              <a:rPr sz="1600">
                <a:latin typeface="Nunito"/>
                <a:ea typeface="Nunito"/>
                <a:cs typeface="Nunito"/>
              </a:rPr>
              <a:t>5. Рабочий третий день собирал с ошибками. Мастер не обсуждал с ним результат.</a:t>
            </a:r>
            <a:br/>
            <a:r>
              <a:rPr sz="1600">
                <a:latin typeface="Nunito"/>
                <a:ea typeface="Nunito"/>
                <a:cs typeface="Nunito"/>
              </a:rPr>
              <a:t>6. Рабочий снова не выполнил договорённость. Мастер принял объяснение и не определил, что делать дальше.</a:t>
            </a:r>
          </a:p>
        </p:txBody>
      </p:sp>
    </p:spTree>
    <p:extLst>
      <p:ext uri="{BB962C8B-B14F-4D97-AF65-F5344CB8AC3E}">
        <p14:creationId xmlns:p14="http://schemas.microsoft.com/office/powerpoint/2010/main" val="182933786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Рисунок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3526277684cdd">
            <a:extLst>
              <a:ext uri="{96DAC541-7B7A-43D3-8B79-37D633B846F1}">
                <asvg:svgBlip xmlns:asvg="http://schemas.microsoft.com/office/drawing/2016/SVG/main" r:embed="R4f9fcb522a2c41a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358" y="1460500"/>
            <a:ext cx="9504715" cy="4902199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0E772F2-E101-4AF5-9E8D-F777EBEE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" y="495300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РАЗБОР ЗАДАНИЯ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3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d00107cd445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DA4464F9-ABA9-4C49-BE41-278DB1A4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57375"/>
            <a:ext cx="8234063" cy="3889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spcAft>
                <a:spcPts val="1700"/>
              </a:spcAft>
              <a:buNone/>
            </a:pP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Нет ответственного и приоритета — задача дана неясно.</a:t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Сигнал о работе станка оставили без проверки — мастер отмахнулся от информации рабочего.</a:t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 поправлял каждое движение — стоял над душой.</a:t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 промолчал об опоздании бывшего коллеги — сделал исключение для своего.</a:t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 не обсудил повторяющуюся ошибку — не дал обратную связь.</a:t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 не определил действие и срок проверки — не довёл требование до результата.</a:t>
            </a:r>
            <a:endParaRPr sz="1700">
              <a:solidFill>
                <a:srgbClr val="3F454F"/>
              </a:solidFill>
            </a:endParaRPr>
          </a:p>
        </p:txBody>
      </p:sp>
      <p:sp>
        <p:nvSpPr>
          <p:cNvPr id="13" name="Shape 0">
            <a:extLst xmlns:a="http://schemas.openxmlformats.org/drawingml/2006/main">
              <a:ext uri="{FF2B5EF4-FFF2-40B4-BE49-F238E27FC236}">
                <a16:creationId xmlns:a16="http://schemas.microsoft.com/office/drawing/2014/main" id="{3775A66A-620B-4051-B5AD-4AE91BFC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1111250"/>
            <a:ext cx="5601903" cy="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37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ec0e645a8477b">
            <a:extLst>
              <a:ext uri="{96DAC541-7B7A-43D3-8B79-37D633B846F1}">
                <asvg:svgBlip xmlns:asvg="http://schemas.microsoft.com/office/drawing/2016/SVG/main" r:embed="R3bb2653b993f4e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0127971" y="2677007"/>
            <a:ext cx="4191761" cy="4191761"/>
          </a:xfrm>
          <a:prstGeom xmlns:a="http://schemas.openxmlformats.org/drawingml/2006/main" prst="rect">
            <a:avLst/>
          </a:prstGeom>
        </p:spPr>
      </p:pic>
      <p:pic>
        <p:nvPicPr>
          <p:cNvPr id="38" name="!!gear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72598d5d2494b">
            <a:extLst>
              <a:ext uri="{96DAC541-7B7A-43D3-8B79-37D633B846F1}">
                <asvg:svgBlip xmlns:asvg="http://schemas.microsoft.com/office/drawing/2016/SVG/main" r:embed="R1f217765639b4b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7518421">
            <a:off x="10428622" y="1042343"/>
            <a:ext cx="2129148" cy="2129148"/>
          </a:xfrm>
          <a:prstGeom xmlns:a="http://schemas.openxmlformats.org/drawingml/2006/main" prst="rect">
            <a:avLst/>
          </a:prstGeom>
        </p:spPr>
      </p:pic>
      <p:pic>
        <p:nvPicPr>
          <p:cNvPr id="39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01a3db5324338">
            <a:extLst>
              <a:ext uri="{96DAC541-7B7A-43D3-8B79-37D633B846F1}">
                <asvg:svgBlip xmlns:asvg="http://schemas.microsoft.com/office/drawing/2016/SVG/main" r:embed="Rde03c89ded574f8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0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e97a68e934f6d">
            <a:extLst>
              <a:ext uri="{96DAC541-7B7A-43D3-8B79-37D633B846F1}">
                <asvg:svgBlip xmlns:asvg="http://schemas.microsoft.com/office/drawing/2016/SVG/main" r:embed="R37e7195584a845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41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dac1a40564f6d">
            <a:extLst>
              <a:ext uri="{96DAC541-7B7A-43D3-8B79-37D633B846F1}">
                <asvg:svgBlip xmlns:asvg="http://schemas.microsoft.com/office/drawing/2016/SVG/main" r:embed="R197c44c2eabd412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2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68609cdea41fa">
            <a:extLst>
              <a:ext uri="{96DAC541-7B7A-43D3-8B79-37D633B846F1}">
                <asvg:svgBlip xmlns:asvg="http://schemas.microsoft.com/office/drawing/2016/SVG/main" r:embed="R822a42d8d091456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3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fe594f90d48f2">
            <a:extLst>
              <a:ext uri="{96DAC541-7B7A-43D3-8B79-37D633B846F1}">
                <asvg:svgBlip xmlns:asvg="http://schemas.microsoft.com/office/drawing/2016/SVG/main" r:embed="Rc667cb5c83d241e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4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6b0b40b394ba5">
            <a:extLst>
              <a:ext uri="{96DAC541-7B7A-43D3-8B79-37D633B846F1}">
                <asvg:svgBlip xmlns:asvg="http://schemas.microsoft.com/office/drawing/2016/SVG/main" r:embed="R585933954ec8482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678" y="-2162237"/>
            <a:ext cx="2305050" cy="2305050"/>
          </a:xfrm>
          <a:prstGeom xmlns:a="http://schemas.openxmlformats.org/drawingml/2006/main" prst="rect">
            <a:avLst/>
          </a:prstGeom>
        </p:spPr>
      </p:pic>
      <p:pic>
        <p:nvPicPr>
          <p:cNvPr id="45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a251df60404ae3">
            <a:extLst>
              <a:ext uri="{96DAC541-7B7A-43D3-8B79-37D633B846F1}">
                <asvg:svgBlip xmlns:asvg="http://schemas.microsoft.com/office/drawing/2016/SVG/main" r:embed="R3f43ec14594f4aa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70735" y="696660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fae1875be467b">
            <a:extLst>
              <a:ext uri="{96DAC541-7B7A-43D3-8B79-37D633B846F1}">
                <asvg:svgBlip xmlns:asvg="http://schemas.microsoft.com/office/drawing/2016/SVG/main" r:embed="R9e571ca3e9c147e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3825e18cb4d73">
            <a:extLst>
              <a:ext uri="{96DAC541-7B7A-43D3-8B79-37D633B846F1}">
                <asvg:svgBlip xmlns:asvg="http://schemas.microsoft.com/office/drawing/2016/SVG/main" r:embed="Rb9873d3fcc3a40e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857fcf8c149bd">
            <a:extLst>
              <a:ext uri="{96DAC541-7B7A-43D3-8B79-37D633B846F1}">
                <asvg:svgBlip xmlns:asvg="http://schemas.microsoft.com/office/drawing/2016/SVG/main" r:embed="R5cc483bd87de4e3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cacc2460e4546">
            <a:extLst>
              <a:ext uri="{96DAC541-7B7A-43D3-8B79-37D633B846F1}">
                <asvg:svgBlip xmlns:asvg="http://schemas.microsoft.com/office/drawing/2016/SVG/main" r:embed="R8cb0d358665b4c9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167475ef94896">
            <a:extLst>
              <a:ext uri="{96DAC541-7B7A-43D3-8B79-37D633B846F1}">
                <asvg:svgBlip xmlns:asvg="http://schemas.microsoft.com/office/drawing/2016/SVG/main" r:embed="Ra6c25d6d96434e1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1dbe9866041d7">
            <a:extLst>
              <a:ext uri="{96DAC541-7B7A-43D3-8B79-37D633B846F1}">
                <asvg:svgBlip xmlns:asvg="http://schemas.microsoft.com/office/drawing/2016/SVG/main" r:embed="R493b6bc828aa4a7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2" name="Рисунок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7a65df94b4b83">
            <a:extLst>
              <a:ext uri="{96DAC541-7B7A-43D3-8B79-37D633B846F1}">
                <asvg:svgBlip xmlns:asvg="http://schemas.microsoft.com/office/drawing/2016/SVG/main" r:embed="Rba114d3620984b3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76021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" y="189602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ПРОВЕРКА ПОСЛЕ СМЕНЫ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735801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655" y="3020509"/>
            <a:ext cx="278691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BA511E59-03FF-40A6-B750-339FF9DA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655" y="4709808"/>
            <a:ext cx="278691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ITEM_1_TITLE">
            <a:extLst xmlns:a="http://schemas.openxmlformats.org/drawingml/2006/main"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581" y="1287382"/>
            <a:ext cx="3017992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/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30" name="ITEM_1_BODY">
            <a:extLst xmlns:a="http://schemas.openxmlformats.org/drawingml/2006/main"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581" y="1668382"/>
            <a:ext cx="3017992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Где я поставил задачу так, что её можно было понять по-разному?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31" name="ITEM_2_TITLE">
            <a:extLst xmlns:a="http://schemas.openxmlformats.org/drawingml/2006/main"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581" y="3003807"/>
            <a:ext cx="3017992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/>
            </a:r>
            <a:endParaRPr sz="1700">
              <a:solidFill>
                <a:srgbClr val="00B050"/>
              </a:solidFill>
            </a:endParaRPr>
          </a:p>
        </p:txBody>
      </p:sp>
      <p:sp>
        <p:nvSpPr>
          <p:cNvPr id="32" name="ITEM_2_BODY">
            <a:extLst xmlns:a="http://schemas.openxmlformats.org/drawingml/2006/main"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581" y="3384807"/>
            <a:ext cx="3017992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Где я вмешивался в действия опытного рабочего больше, чем требовалось?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33" name="ITEM_3_TITLE">
            <a:extLst xmlns:a="http://schemas.openxmlformats.org/drawingml/2006/main"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581" y="4812052"/>
            <a:ext cx="3017992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/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34" name="ITEM_3_BODY">
            <a:extLst xmlns:a="http://schemas.openxmlformats.org/drawingml/2006/main"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581" y="5193052"/>
            <a:ext cx="3017992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Кому я не сказал, что получилось хорошо или что нужно исправить?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83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4c2bf5a224346">
            <a:extLst>
              <a:ext uri="{96DAC541-7B7A-43D3-8B79-37D633B846F1}">
                <asvg:svgBlip xmlns:asvg="http://schemas.microsoft.com/office/drawing/2016/SVG/main" r:embed="R7cf9726e441746f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5727" y="7655895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84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26fcc4cb04781">
            <a:extLst>
              <a:ext uri="{96DAC541-7B7A-43D3-8B79-37D633B846F1}">
                <asvg:svgBlip xmlns:asvg="http://schemas.microsoft.com/office/drawing/2016/SVG/main" r:embed="Rb82be8d48e074ee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85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3abee66974fbf">
            <a:extLst>
              <a:ext uri="{96DAC541-7B7A-43D3-8B79-37D633B846F1}">
                <asvg:svgBlip xmlns:asvg="http://schemas.microsoft.com/office/drawing/2016/SVG/main" r:embed="Rbc735713b02549f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86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6cdd5c81d4b8f">
            <a:extLst>
              <a:ext uri="{96DAC541-7B7A-43D3-8B79-37D633B846F1}">
                <asvg:svgBlip xmlns:asvg="http://schemas.microsoft.com/office/drawing/2016/SVG/main" r:embed="R4b1b3b72b8404e8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87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9f1165ad8461b">
            <a:extLst>
              <a:ext uri="{96DAC541-7B7A-43D3-8B79-37D633B846F1}">
                <asvg:svgBlip xmlns:asvg="http://schemas.microsoft.com/office/drawing/2016/SVG/main" r:embed="Rf6225caebacc471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88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efc48289743bc">
            <a:extLst>
              <a:ext uri="{96DAC541-7B7A-43D3-8B79-37D633B846F1}">
                <asvg:svgBlip xmlns:asvg="http://schemas.microsoft.com/office/drawing/2016/SVG/main" r:embed="R40a74245fc6e4f4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89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8cd2800254383">
            <a:extLst>
              <a:ext uri="{96DAC541-7B7A-43D3-8B79-37D633B846F1}">
                <asvg:svgBlip xmlns:asvg="http://schemas.microsoft.com/office/drawing/2016/SVG/main" r:embed="Rbbd6887caa6d427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04453" y="927792"/>
            <a:ext cx="4924098" cy="4924098"/>
          </a:xfrm>
          <a:prstGeom xmlns:a="http://schemas.openxmlformats.org/drawingml/2006/main" prst="rect">
            <a:avLst/>
          </a:prstGeom>
        </p:spPr>
      </p:pic>
      <p:pic>
        <p:nvPicPr>
          <p:cNvPr id="90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9833483af4a1a">
            <a:extLst>
              <a:ext uri="{96DAC541-7B7A-43D3-8B79-37D633B846F1}">
                <asvg:svgBlip xmlns:asvg="http://schemas.microsoft.com/office/drawing/2016/SVG/main" r:embed="R3b3009f96067479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91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03096ba1a4f02">
            <a:extLst>
              <a:ext uri="{96DAC541-7B7A-43D3-8B79-37D633B846F1}">
                <asvg:svgBlip xmlns:asvg="http://schemas.microsoft.com/office/drawing/2016/SVG/main" r:embed="R5d09bc0a55534c3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92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3b54e878648ac">
            <a:extLst>
              <a:ext uri="{96DAC541-7B7A-43D3-8B79-37D633B846F1}">
                <asvg:svgBlip xmlns:asvg="http://schemas.microsoft.com/office/drawing/2016/SVG/main" r:embed="Rbd8515773269400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93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83062e8bc4447">
            <a:extLst>
              <a:ext uri="{96DAC541-7B7A-43D3-8B79-37D633B846F1}">
                <asvg:svgBlip xmlns:asvg="http://schemas.microsoft.com/office/drawing/2016/SVG/main" r:embed="Rbd65b8bdef40415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94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580b450104f4a">
            <a:extLst>
              <a:ext uri="{96DAC541-7B7A-43D3-8B79-37D633B846F1}">
                <asvg:svgBlip xmlns:asvg="http://schemas.microsoft.com/office/drawing/2016/SVG/main" r:embed="R4103d364153145d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95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63d1c5c71142ed">
            <a:extLst>
              <a:ext uri="{96DAC541-7B7A-43D3-8B79-37D633B846F1}">
                <asvg:svgBlip xmlns:asvg="http://schemas.microsoft.com/office/drawing/2016/SVG/main" r:embed="R825d6c2b4a08413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96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73cf3280c4d2c">
            <a:extLst>
              <a:ext uri="{96DAC541-7B7A-43D3-8B79-37D633B846F1}">
                <asvg:svgBlip xmlns:asvg="http://schemas.microsoft.com/office/drawing/2016/SVG/main" r:embed="R963e87d9fd0d449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97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f12a436f741a4">
            <a:extLst>
              <a:ext uri="{96DAC541-7B7A-43D3-8B79-37D633B846F1}">
                <asvg:svgBlip xmlns:asvg="http://schemas.microsoft.com/office/drawing/2016/SVG/main" r:embed="R9979986acc6d4b6f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31971" y="6982892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6A8CA1AF-70DB-4C08-B88D-41B9C387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81" y="2949361"/>
            <a:ext cx="282729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endParaRPr/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B426BFCE-8182-4584-8BB2-EF600BF7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81" y="4638660"/>
            <a:ext cx="282729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endParaRPr/>
          </a:p>
        </p:txBody>
      </p:sp>
      <p:sp>
        <p:nvSpPr>
          <p:cNvPr id="52" name="ITEM_4_TITLE">
            <a:extLst xmlns:a="http://schemas.openxmlformats.org/drawingml/2006/main">
              <a:ext uri="{FF2B5EF4-FFF2-40B4-BE49-F238E27FC236}">
                <a16:creationId xmlns:a16="http://schemas.microsoft.com/office/drawing/2014/main" id="{B167DAB7-5D5C-40F9-96D1-5AC17E51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81" y="1216234"/>
            <a:ext cx="3061711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/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53" name="ITEM_4_BODY">
            <a:extLst xmlns:a="http://schemas.openxmlformats.org/drawingml/2006/main">
              <a:ext uri="{FF2B5EF4-FFF2-40B4-BE49-F238E27FC236}">
                <a16:creationId xmlns:a16="http://schemas.microsoft.com/office/drawing/2014/main" id="{7E4C27D6-523F-48EE-A933-AC3B0B86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81" y="1597234"/>
            <a:ext cx="3061711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Какой сигнал рабочего я не проверил?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54" name="ITEM_5_TITLE">
            <a:extLst xmlns:a="http://schemas.openxmlformats.org/drawingml/2006/main">
              <a:ext uri="{FF2B5EF4-FFF2-40B4-BE49-F238E27FC236}">
                <a16:creationId xmlns:a16="http://schemas.microsoft.com/office/drawing/2014/main" id="{C8A1CA77-100B-4D62-A244-E15C4569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81" y="2932659"/>
            <a:ext cx="3061711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 spc="5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/>
            </a:r>
            <a:endParaRPr sz="1700">
              <a:solidFill>
                <a:srgbClr val="00B050"/>
              </a:solidFill>
            </a:endParaRPr>
          </a:p>
        </p:txBody>
      </p:sp>
      <p:sp>
        <p:nvSpPr>
          <p:cNvPr id="55" name="ITEM_5_BODY">
            <a:extLst xmlns:a="http://schemas.openxmlformats.org/drawingml/2006/main">
              <a:ext uri="{FF2B5EF4-FFF2-40B4-BE49-F238E27FC236}">
                <a16:creationId xmlns:a16="http://schemas.microsoft.com/office/drawing/2014/main" id="{324D2A13-9622-4508-9E7B-F7303CD0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81" y="3313659"/>
            <a:ext cx="3061711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Где разговор закончился объяснением, но не решением?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56" name="ITEM_6_TITLE">
            <a:extLst xmlns:a="http://schemas.openxmlformats.org/drawingml/2006/main">
              <a:ext uri="{FF2B5EF4-FFF2-40B4-BE49-F238E27FC236}">
                <a16:creationId xmlns:a16="http://schemas.microsoft.com/office/drawing/2014/main" id="{88737FE9-72EB-41F3-B554-096D8854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81" y="4740904"/>
            <a:ext cx="3061711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/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57" name="ITEM_6_BODY">
            <a:extLst xmlns:a="http://schemas.openxmlformats.org/drawingml/2006/main">
              <a:ext uri="{FF2B5EF4-FFF2-40B4-BE49-F238E27FC236}">
                <a16:creationId xmlns:a16="http://schemas.microsoft.com/office/drawing/2014/main" id="{502CC410-63E9-430C-A98C-EADB7EBE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81" y="5121904"/>
            <a:ext cx="3061711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Где личные отношения повлияли на мою реакцию?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2" name="CENTER_MESSAGE">
            <a:extLst xmlns:a="http://schemas.openxmlformats.org/drawingml/2006/main">
              <a:ext uri="{FF2B5EF4-FFF2-40B4-BE49-F238E27FC236}">
                <a16:creationId xmlns:a16="http://schemas.microsoft.com/office/drawing/2014/main" id="{33DD39C4-81E0-4E9E-8F06-B05A083F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11" y="2089138"/>
            <a:ext cx="2864202" cy="23220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3"/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340B"/>
                </a:solidFill>
                <a:latin typeface="Nunito"/>
                <a:ea typeface="Nunito"/>
                <a:cs typeface="Nunito"/>
              </a:rPr>
              <a:t>После сложной смены проверьте свои действия по шести вопросам.</a:t>
            </a:r>
          </a:p>
        </p:txBody>
      </p:sp>
    </p:spTree>
    <p:extLst>
      <p:ext uri="{BB962C8B-B14F-4D97-AF65-F5344CB8AC3E}">
        <p14:creationId xmlns:p14="http://schemas.microsoft.com/office/powerpoint/2010/main" val="7985403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8155228" y="1513167"/>
            <a:ext cx="3714749" cy="4885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Должность даёт мастеру право управлять участком с первого рабочего дня. Авторитет складывается постепенно.</a:t>
            </a: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" y="409733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ИТОГ</a:t>
            </a:r>
            <a:endParaRPr sz="3000">
              <a:solidFill>
                <a:srgbClr val="676C74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955932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806" y="1119038"/>
            <a:ext cx="0" cy="51820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ea9b43ab34e8d">
            <a:extLst>
              <a:ext uri="{96DAC541-7B7A-43D3-8B79-37D633B846F1}">
                <asvg:svgBlip xmlns:asvg="http://schemas.microsoft.com/office/drawing/2016/SVG/main" r:embed="Ra89258d32a684fe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344642" y="7753815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d15a6a30942d4">
            <a:extLst>
              <a:ext uri="{96DAC541-7B7A-43D3-8B79-37D633B846F1}">
                <asvg:svgBlip xmlns:asvg="http://schemas.microsoft.com/office/drawing/2016/SVG/main" r:embed="Ree765b8508c64c4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a0227b41b42aa">
            <a:extLst>
              <a:ext uri="{96DAC541-7B7A-43D3-8B79-37D633B846F1}">
                <asvg:svgBlip xmlns:asvg="http://schemas.microsoft.com/office/drawing/2016/SVG/main" r:embed="R34c7c58a90a8487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39737" y="-481251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0685ab4254438">
            <a:extLst>
              <a:ext uri="{96DAC541-7B7A-43D3-8B79-37D633B846F1}">
                <asvg:svgBlip xmlns:asvg="http://schemas.microsoft.com/office/drawing/2016/SVG/main" r:embed="R5a9e86e006e3430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234763" y="501137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54e20a2834223">
            <a:extLst>
              <a:ext uri="{96DAC541-7B7A-43D3-8B79-37D633B846F1}">
                <asvg:svgBlip xmlns:asvg="http://schemas.microsoft.com/office/drawing/2016/SVG/main" r:embed="R8d431c154a7944d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516b509f741e8">
            <a:extLst>
              <a:ext uri="{96DAC541-7B7A-43D3-8B79-37D633B846F1}">
                <asvg:svgBlip xmlns:asvg="http://schemas.microsoft.com/office/drawing/2016/SVG/main" r:embed="Rda7513f0ebc8429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6a36613144a5f">
            <a:extLst>
              <a:ext uri="{96DAC541-7B7A-43D3-8B79-37D633B846F1}">
                <asvg:svgBlip xmlns:asvg="http://schemas.microsoft.com/office/drawing/2016/SVG/main" r:embed="R01d77ddaaa3c434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6907" y="6250255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6aa0bc4814d78">
            <a:extLst>
              <a:ext uri="{96DAC541-7B7A-43D3-8B79-37D633B846F1}">
                <asvg:svgBlip xmlns:asvg="http://schemas.microsoft.com/office/drawing/2016/SVG/main" r:embed="R9222c4fbfe0c4bf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241457" y="4909520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e38aa0fe643a7">
            <a:extLst>
              <a:ext uri="{96DAC541-7B7A-43D3-8B79-37D633B846F1}">
                <asvg:svgBlip xmlns:asvg="http://schemas.microsoft.com/office/drawing/2016/SVG/main" r:embed="R8062ae55351d47a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84806" y="-214074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6d8ed9f284630">
            <a:extLst>
              <a:ext uri="{96DAC541-7B7A-43D3-8B79-37D633B846F1}">
                <asvg:svgBlip xmlns:asvg="http://schemas.microsoft.com/office/drawing/2016/SVG/main" r:embed="R5d61a5434ef64b1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ea2cfeea24377">
            <a:extLst>
              <a:ext uri="{96DAC541-7B7A-43D3-8B79-37D633B846F1}">
                <asvg:svgBlip xmlns:asvg="http://schemas.microsoft.com/office/drawing/2016/SVG/main" r:embed="R54dcaead7cf24d8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f36d4fa4243bb">
            <a:extLst>
              <a:ext uri="{96DAC541-7B7A-43D3-8B79-37D633B846F1}">
                <asvg:svgBlip xmlns:asvg="http://schemas.microsoft.com/office/drawing/2016/SVG/main" r:embed="R77140c28a45842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4f83ddb014fd5">
            <a:extLst>
              <a:ext uri="{96DAC541-7B7A-43D3-8B79-37D633B846F1}">
                <asvg:svgBlip xmlns:asvg="http://schemas.microsoft.com/office/drawing/2016/SVG/main" r:embed="Rbc09cab3d49542c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14e31bc924711">
            <a:extLst>
              <a:ext uri="{96DAC541-7B7A-43D3-8B79-37D633B846F1}">
                <asvg:svgBlip xmlns:asvg="http://schemas.microsoft.com/office/drawing/2016/SVG/main" r:embed="Rf274d7bc8d45467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54571be8b4802">
            <a:extLst>
              <a:ext uri="{96DAC541-7B7A-43D3-8B79-37D633B846F1}">
                <asvg:svgBlip xmlns:asvg="http://schemas.microsoft.com/office/drawing/2016/SVG/main" r:embed="Rca88dffa39f04b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31971" y="6982892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7B73D9-7FC8-4ACA-9149-BA360964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888" y="1193303"/>
            <a:ext cx="6958530" cy="49542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Авторитет растёт, когда мастер:</a:t>
            </a:r>
            <a:br/>
            <a:r>
              <a:rPr sz="1600">
                <a:latin typeface="Nunito"/>
                <a:ea typeface="Nunito"/>
                <a:cs typeface="Nunito"/>
              </a:rPr>
              <a:t>разбирается в фактах;</a:t>
            </a:r>
            <a:br/>
            <a:r>
              <a:rPr sz="1600">
                <a:latin typeface="Nunito"/>
                <a:ea typeface="Nunito"/>
                <a:cs typeface="Nunito"/>
              </a:rPr>
              <a:t>одинаково применяет правила;</a:t>
            </a:r>
            <a:br/>
            <a:r>
              <a:rPr sz="1600">
                <a:latin typeface="Nunito"/>
                <a:ea typeface="Nunito"/>
                <a:cs typeface="Nunito"/>
              </a:rPr>
              <a:t>уважает опыт рабочих;</a:t>
            </a:r>
            <a:br/>
            <a:r>
              <a:rPr sz="1600">
                <a:latin typeface="Nunito"/>
                <a:ea typeface="Nunito"/>
                <a:cs typeface="Nunito"/>
              </a:rPr>
              <a:t>сохраняет рабочую дистанцию.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Авторитет ослабевает, когда требования мастера становятся непонятными, необязательными или зависят от личных отношений.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Дальше курс подробно разберёт постановку задач, обратную связь, контроль, дисциплину и рабочие конфликты.</a:t>
            </a:r>
            <a:endParaRPr sz="1600">
              <a:latin typeface="Nunito"/>
              <a:ea typeface="Nunito"/>
              <a:cs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350679871"/>
      </p:ext>
    </p:extLst>
  </p:cSld>
</p:sld>
</file>

<file path=ppt/theme/theme1.xml><?xml version="1.0" encoding="utf-8"?>
<a:theme xmlns:a="http://schemas.openxmlformats.org/drawingml/2006/main" name="Office Theme">
  <a:themeElements>
    <a:clrScheme name="Другая 4">
      <a:dk1>
        <a:srgbClr val="3F454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Другая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2026-08-31T14:13:58.8560000Z</dcterms:created>
  <dcterms:modified xsi:type="dcterms:W3CDTF">2026-08-31T14:13:58.8560000Z</dcterms:modified>
</coreProperties>
</file>