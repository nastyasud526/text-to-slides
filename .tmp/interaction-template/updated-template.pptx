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1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slides/charts/chart2.xml" ContentType="application/vnd.openxmlformats-officedocument.drawingml.chart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b74c4af49f4212" /><Relationship Type="http://schemas.openxmlformats.org/officeDocument/2006/relationships/extended-properties" Target="/docProps/app.xml" Id="R24faeea968f54702" /><Relationship Type="http://schemas.openxmlformats.org/officeDocument/2006/relationships/officeDocument" Target="/ppt/presentation.xml" Id="R13418f484275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b7f07c9244cf8"/>
    <p:sldMasterId xmlns:r="http://schemas.openxmlformats.org/officeDocument/2006/relationships" id="2147483655" r:id="Rc531c3f3ee6c4a51"/>
  </p:sldMasterIdLst>
  <p:notesMasterIdLst>
    <p:notesMasterId xmlns:r="http://schemas.openxmlformats.org/officeDocument/2006/relationships" r:id="Rd65ecf8218ba4c23"/>
  </p:notesMasterIdLst>
  <p:sldIdLst>
    <p:sldId xmlns:r="http://schemas.openxmlformats.org/officeDocument/2006/relationships" id="256" r:id="R90768e407eea48e9"/>
    <p:sldId xmlns:r="http://schemas.openxmlformats.org/officeDocument/2006/relationships" id="257" r:id="Rcc336634cebe480e"/>
    <p:sldId xmlns:r="http://schemas.openxmlformats.org/officeDocument/2006/relationships" id="258" r:id="R9ed1a6197e704167"/>
    <p:sldId xmlns:r="http://schemas.openxmlformats.org/officeDocument/2006/relationships" id="259" r:id="R9201082f94eb49e5"/>
    <p:sldId xmlns:r="http://schemas.openxmlformats.org/officeDocument/2006/relationships" id="260" r:id="R83d7ae579c0849e4"/>
    <p:sldId xmlns:r="http://schemas.openxmlformats.org/officeDocument/2006/relationships" id="261" r:id="Re6d10a04b78c40cd"/>
    <p:sldId xmlns:r="http://schemas.openxmlformats.org/officeDocument/2006/relationships" id="262" r:id="R541098aafd2a4c26"/>
    <p:sldId xmlns:r="http://schemas.openxmlformats.org/officeDocument/2006/relationships" id="263" r:id="R6e2aec637fdc4570"/>
    <p:sldId xmlns:r="http://schemas.openxmlformats.org/officeDocument/2006/relationships" id="264" r:id="R0ad64af372184119"/>
    <p:sldId xmlns:r="http://schemas.openxmlformats.org/officeDocument/2006/relationships" id="265" r:id="R2378f78c31fd48be"/>
    <p:sldId xmlns:r="http://schemas.openxmlformats.org/officeDocument/2006/relationships" id="266" r:id="R3a11f8c4b90b4718"/>
    <p:sldId xmlns:r="http://schemas.openxmlformats.org/officeDocument/2006/relationships" id="267" r:id="Rde1f87736fdf4e32"/>
    <p:sldId xmlns:r="http://schemas.openxmlformats.org/officeDocument/2006/relationships" id="268" r:id="Reff5729c8a9d4040"/>
    <p:sldId xmlns:r="http://schemas.openxmlformats.org/officeDocument/2006/relationships" id="269" r:id="Re28f2f177cc941e2"/>
    <p:sldId xmlns:r="http://schemas.openxmlformats.org/officeDocument/2006/relationships" id="270" r:id="R1858bb8cbdea4f90"/>
    <p:sldId xmlns:r="http://schemas.openxmlformats.org/officeDocument/2006/relationships" id="271" r:id="R8bca5b4412cd4bdd"/>
    <p:sldId xmlns:r="http://schemas.openxmlformats.org/officeDocument/2006/relationships" id="272" r:id="R782eafde18084899"/>
    <p:sldId xmlns:r="http://schemas.openxmlformats.org/officeDocument/2006/relationships" id="273" r:id="Rc8aaab975b8b4f68"/>
    <p:sldId xmlns:r="http://schemas.openxmlformats.org/officeDocument/2006/relationships" id="274" r:id="R4d71ec9927784001"/>
    <p:sldId xmlns:r="http://schemas.openxmlformats.org/officeDocument/2006/relationships" id="275" r:id="Rc75b0e3961c74db7"/>
    <p:sldId xmlns:r="http://schemas.openxmlformats.org/officeDocument/2006/relationships" id="276" r:id="Re8ec188961dc4284"/>
    <p:sldId xmlns:r="http://schemas.openxmlformats.org/officeDocument/2006/relationships" id="277" r:id="Rf80b7021d92b45c1"/>
    <p:sldId xmlns:r="http://schemas.openxmlformats.org/officeDocument/2006/relationships" id="278" r:id="R3dcafbbe56134fd4"/>
    <p:sldId xmlns:r="http://schemas.openxmlformats.org/officeDocument/2006/relationships" id="279" r:id="R57da7d3cb2394882"/>
    <p:sldId xmlns:r="http://schemas.openxmlformats.org/officeDocument/2006/relationships" id="280" r:id="R8603a90234bd401b"/>
    <p:sldId xmlns:r="http://schemas.openxmlformats.org/officeDocument/2006/relationships" id="281" r:id="Rdd034a1e8b15444f"/>
    <p:sldId xmlns:r="http://schemas.openxmlformats.org/officeDocument/2006/relationships" id="282" r:id="R988950abc2fa4340"/>
    <p:sldId xmlns:r="http://schemas.openxmlformats.org/officeDocument/2006/relationships" id="283" r:id="Re18a61bf50f84643"/>
    <p:sldId xmlns:r="http://schemas.openxmlformats.org/officeDocument/2006/relationships" id="284" r:id="R27dae96e445149be"/>
    <p:sldId xmlns:r="http://schemas.openxmlformats.org/officeDocument/2006/relationships" id="285" r:id="R58116300c23f4f67"/>
    <p:sldId xmlns:r="http://schemas.openxmlformats.org/officeDocument/2006/relationships" id="286" r:id="R37d0fcfb3a674132"/>
    <p:sldId xmlns:r="http://schemas.openxmlformats.org/officeDocument/2006/relationships" id="287" r:id="R40009dda2ef24613"/>
    <p:sldId xmlns:r="http://schemas.openxmlformats.org/officeDocument/2006/relationships" id="288" r:id="Racc0d147f96b4d06"/>
    <p:sldId xmlns:r="http://schemas.openxmlformats.org/officeDocument/2006/relationships" id="289" r:id="Rd073bf016d994a9f"/>
    <p:sldId xmlns:r="http://schemas.openxmlformats.org/officeDocument/2006/relationships" id="290" r:id="R0bc535d55b06426b"/>
    <p:sldId xmlns:r="http://schemas.openxmlformats.org/officeDocument/2006/relationships" id="291" r:id="Rc1f123e8b8454a50"/>
    <p:sldId xmlns:r="http://schemas.openxmlformats.org/officeDocument/2006/relationships" id="292" r:id="R9a27210d4c3c4c64"/>
    <p:sldId xmlns:r="http://schemas.openxmlformats.org/officeDocument/2006/relationships" id="293" r:id="R01289c41a79a4170"/>
    <p:sldId xmlns:r="http://schemas.openxmlformats.org/officeDocument/2006/relationships" id="294" r:id="R9dd131d7b4f940bb"/>
    <p:sldId xmlns:r="http://schemas.openxmlformats.org/officeDocument/2006/relationships" id="295" r:id="R6826e100ed404828"/>
    <p:sldId xmlns:r="http://schemas.openxmlformats.org/officeDocument/2006/relationships" id="296" r:id="R6ef094ae33bd435a"/>
    <p:sldId xmlns:r="http://schemas.openxmlformats.org/officeDocument/2006/relationships" id="297" r:id="Rdfe66f83b98749f6"/>
    <p:sldId xmlns:r="http://schemas.openxmlformats.org/officeDocument/2006/relationships" id="298" r:id="Rbe8997a7b2494e5c"/>
    <p:sldId xmlns:r="http://schemas.openxmlformats.org/officeDocument/2006/relationships" id="299" r:id="Rd0ac13de5a514b4f"/>
    <p:sldId xmlns:r="http://schemas.openxmlformats.org/officeDocument/2006/relationships" id="300" r:id="R66163458addf4a74"/>
    <p:sldId xmlns:r="http://schemas.openxmlformats.org/officeDocument/2006/relationships" id="301" r:id="R026cc592242c460f"/>
    <p:sldId xmlns:r="http://schemas.openxmlformats.org/officeDocument/2006/relationships" id="302" r:id="R3f2e0738a77e46e6"/>
    <p:sldId xmlns:r="http://schemas.openxmlformats.org/officeDocument/2006/relationships" id="303" r:id="Rd89b0b3928fe4948"/>
    <p:sldId xmlns:r="http://schemas.openxmlformats.org/officeDocument/2006/relationships" id="304" r:id="Rc6a97257c18f475d"/>
    <p:sldId xmlns:r="http://schemas.openxmlformats.org/officeDocument/2006/relationships" id="305" r:id="Ra9b526060fb1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e163228ef419b" /><Relationship Type="http://schemas.openxmlformats.org/officeDocument/2006/relationships/slideMaster" Target="/ppt/slideMasters/slideMaster1.xml" Id="Ra8ab7f07c9244cf8" /><Relationship Type="http://schemas.openxmlformats.org/officeDocument/2006/relationships/slideMaster" Target="/ppt/slideMasters/slideMaster2.xml" Id="Rc531c3f3ee6c4a51" /><Relationship Type="http://schemas.openxmlformats.org/officeDocument/2006/relationships/notesMaster" Target="/ppt/notesMasters/notesMaster1.xml" Id="Rd65ecf8218ba4c23" /><Relationship Type="http://schemas.openxmlformats.org/officeDocument/2006/relationships/presProps" Target="/ppt/presProps.xml" Id="Rfca85604e6834682" /><Relationship Type="http://schemas.openxmlformats.org/officeDocument/2006/relationships/viewProps" Target="/ppt/viewProps.xml" Id="Rffd2d5aecd3442bd" /><Relationship Type="http://schemas.openxmlformats.org/officeDocument/2006/relationships/tableStyles" Target="/ppt/tableStyles.xml" Id="R7bee4748a6814336" /><Relationship Type="http://schemas.openxmlformats.org/officeDocument/2006/relationships/slide" Target="/ppt/slides/slide1.xml" Id="R90768e407eea48e9" /><Relationship Type="http://schemas.openxmlformats.org/officeDocument/2006/relationships/slide" Target="/ppt/slides/slide2.xml" Id="Rcc336634cebe480e" /><Relationship Type="http://schemas.openxmlformats.org/officeDocument/2006/relationships/slide" Target="/ppt/slides/slide3.xml" Id="R9ed1a6197e704167" /><Relationship Type="http://schemas.openxmlformats.org/officeDocument/2006/relationships/slide" Target="/ppt/slides/slide4.xml" Id="R9201082f94eb49e5" /><Relationship Type="http://schemas.openxmlformats.org/officeDocument/2006/relationships/slide" Target="/ppt/slides/slide5.xml" Id="R83d7ae579c0849e4" /><Relationship Type="http://schemas.openxmlformats.org/officeDocument/2006/relationships/slide" Target="/ppt/slides/slide6.xml" Id="Re6d10a04b78c40cd" /><Relationship Type="http://schemas.openxmlformats.org/officeDocument/2006/relationships/slide" Target="/ppt/slides/slide7.xml" Id="R541098aafd2a4c26" /><Relationship Type="http://schemas.openxmlformats.org/officeDocument/2006/relationships/slide" Target="/ppt/slides/slide8.xml" Id="R6e2aec637fdc4570" /><Relationship Type="http://schemas.openxmlformats.org/officeDocument/2006/relationships/slide" Target="/ppt/slides/slide9.xml" Id="R0ad64af372184119" /><Relationship Type="http://schemas.openxmlformats.org/officeDocument/2006/relationships/slide" Target="/ppt/slides/slide10.xml" Id="R2378f78c31fd48be" /><Relationship Type="http://schemas.openxmlformats.org/officeDocument/2006/relationships/slide" Target="/ppt/slides/slide11.xml" Id="R3a11f8c4b90b4718" /><Relationship Type="http://schemas.openxmlformats.org/officeDocument/2006/relationships/slide" Target="/ppt/slides/slide12.xml" Id="Rde1f87736fdf4e32" /><Relationship Type="http://schemas.openxmlformats.org/officeDocument/2006/relationships/slide" Target="/ppt/slides/slide13.xml" Id="Reff5729c8a9d4040" /><Relationship Type="http://schemas.openxmlformats.org/officeDocument/2006/relationships/slide" Target="/ppt/slides/slide14.xml" Id="Re28f2f177cc941e2" /><Relationship Type="http://schemas.openxmlformats.org/officeDocument/2006/relationships/slide" Target="/ppt/slides/slide15.xml" Id="R1858bb8cbdea4f90" /><Relationship Type="http://schemas.openxmlformats.org/officeDocument/2006/relationships/slide" Target="/ppt/slides/slide16.xml" Id="R8bca5b4412cd4bdd" /><Relationship Type="http://schemas.openxmlformats.org/officeDocument/2006/relationships/slide" Target="/ppt/slides/slide17.xml" Id="R782eafde18084899" /><Relationship Type="http://schemas.openxmlformats.org/officeDocument/2006/relationships/slide" Target="/ppt/slides/slide18.xml" Id="Rc8aaab975b8b4f68" /><Relationship Type="http://schemas.openxmlformats.org/officeDocument/2006/relationships/slide" Target="/ppt/slides/slide19.xml" Id="R4d71ec9927784001" /><Relationship Type="http://schemas.openxmlformats.org/officeDocument/2006/relationships/slide" Target="/ppt/slides/slide20.xml" Id="Rc75b0e3961c74db7" /><Relationship Type="http://schemas.openxmlformats.org/officeDocument/2006/relationships/slide" Target="/ppt/slides/slide21.xml" Id="Re8ec188961dc4284" /><Relationship Type="http://schemas.openxmlformats.org/officeDocument/2006/relationships/slide" Target="/ppt/slides/slide22.xml" Id="Rf80b7021d92b45c1" /><Relationship Type="http://schemas.openxmlformats.org/officeDocument/2006/relationships/slide" Target="/ppt/slides/slide23.xml" Id="R3dcafbbe56134fd4" /><Relationship Type="http://schemas.openxmlformats.org/officeDocument/2006/relationships/slide" Target="/ppt/slides/slide24.xml" Id="R57da7d3cb2394882" /><Relationship Type="http://schemas.openxmlformats.org/officeDocument/2006/relationships/slide" Target="/ppt/slides/slide25.xml" Id="R8603a90234bd401b" /><Relationship Type="http://schemas.openxmlformats.org/officeDocument/2006/relationships/slide" Target="/ppt/slides/slide26.xml" Id="Rdd034a1e8b15444f" /><Relationship Type="http://schemas.openxmlformats.org/officeDocument/2006/relationships/slide" Target="/ppt/slides/slide27.xml" Id="R988950abc2fa4340" /><Relationship Type="http://schemas.openxmlformats.org/officeDocument/2006/relationships/slide" Target="/ppt/slides/slide28.xml" Id="Re18a61bf50f84643" /><Relationship Type="http://schemas.openxmlformats.org/officeDocument/2006/relationships/slide" Target="/ppt/slides/slide29.xml" Id="R27dae96e445149be" /><Relationship Type="http://schemas.openxmlformats.org/officeDocument/2006/relationships/slide" Target="/ppt/slides/slide30.xml" Id="R58116300c23f4f67" /><Relationship Type="http://schemas.openxmlformats.org/officeDocument/2006/relationships/slide" Target="/ppt/slides/slide31.xml" Id="R37d0fcfb3a674132" /><Relationship Type="http://schemas.openxmlformats.org/officeDocument/2006/relationships/slide" Target="/ppt/slides/slide32.xml" Id="R40009dda2ef24613" /><Relationship Type="http://schemas.openxmlformats.org/officeDocument/2006/relationships/slide" Target="/ppt/slides/slide33.xml" Id="Racc0d147f96b4d06" /><Relationship Type="http://schemas.openxmlformats.org/officeDocument/2006/relationships/slide" Target="/ppt/slides/slide34.xml" Id="Rd073bf016d994a9f" /><Relationship Type="http://schemas.openxmlformats.org/officeDocument/2006/relationships/slide" Target="/ppt/slides/slide35.xml" Id="R0bc535d55b06426b" /><Relationship Type="http://schemas.openxmlformats.org/officeDocument/2006/relationships/slide" Target="/ppt/slides/slide36.xml" Id="Rc1f123e8b8454a50" /><Relationship Type="http://schemas.openxmlformats.org/officeDocument/2006/relationships/slide" Target="/ppt/slides/slide37.xml" Id="R9a27210d4c3c4c64" /><Relationship Type="http://schemas.openxmlformats.org/officeDocument/2006/relationships/slide" Target="/ppt/slides/slide38.xml" Id="R01289c41a79a4170" /><Relationship Type="http://schemas.openxmlformats.org/officeDocument/2006/relationships/slide" Target="/ppt/slides/slide39.xml" Id="R9dd131d7b4f940bb" /><Relationship Type="http://schemas.openxmlformats.org/officeDocument/2006/relationships/slide" Target="/ppt/slides/slide40.xml" Id="R6826e100ed404828" /><Relationship Type="http://schemas.openxmlformats.org/officeDocument/2006/relationships/slide" Target="/ppt/slides/slide41.xml" Id="R6ef094ae33bd435a" /><Relationship Type="http://schemas.openxmlformats.org/officeDocument/2006/relationships/slide" Target="/ppt/slides/slide42.xml" Id="Rdfe66f83b98749f6" /><Relationship Type="http://schemas.openxmlformats.org/officeDocument/2006/relationships/slide" Target="/ppt/slides/slide43.xml" Id="Rbe8997a7b2494e5c" /><Relationship Type="http://schemas.openxmlformats.org/officeDocument/2006/relationships/slide" Target="/ppt/slides/slide44.xml" Id="Rd0ac13de5a514b4f" /><Relationship Type="http://schemas.openxmlformats.org/officeDocument/2006/relationships/slide" Target="/ppt/slides/slide45.xml" Id="R66163458addf4a74" /><Relationship Type="http://schemas.openxmlformats.org/officeDocument/2006/relationships/slide" Target="/ppt/slides/slide46.xml" Id="R026cc592242c460f" /><Relationship Type="http://schemas.openxmlformats.org/officeDocument/2006/relationships/slide" Target="/ppt/slides/slide47.xml" Id="R3f2e0738a77e46e6" /><Relationship Type="http://schemas.openxmlformats.org/officeDocument/2006/relationships/slide" Target="/ppt/slides/slide48.xml" Id="Rd89b0b3928fe4948" /><Relationship Type="http://schemas.openxmlformats.org/officeDocument/2006/relationships/slide" Target="/ppt/slides/slide49.xml" Id="Rc6a97257c18f475d" /><Relationship Type="http://schemas.openxmlformats.org/officeDocument/2006/relationships/slide" Target="/ppt/slides/slide50.xml" Id="Ra9b526060fb14cf4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template_id: staging.blank
Пустой слайд только для диалоговых сцен</a:t>
            </a:r>
            <a:r>
              <a:rPr lang="ru-RU" dirty="0" err="1"/>
              <a:t/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83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курса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модуля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Титульный слайд урока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текст на плашке. </a:t>
            </a:r>
            <a:r>
              <a:rPr lang="en-US" dirty="0" err="1"/>
              <a:t>Text.plain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+ 5 пунктов с короткими заголовками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275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</a:t>
            </a:r>
            <a:r>
              <a:rPr lang="en-US" dirty="0"/>
              <a:t>4</a:t>
            </a:r>
            <a:r>
              <a:rPr lang="ru-RU" dirty="0"/>
              <a:t> пунктов с короткими заголовками и коротким </a:t>
            </a:r>
            <a:r>
              <a:rPr lang="ru-RU" dirty="0" err="1"/>
              <a:t>тектом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818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Текст+пример</a:t>
            </a:r>
            <a:r>
              <a:rPr lang="ru-RU" dirty="0"/>
              <a:t>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8674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- определение термина + пояснение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043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Термин определение + пояснение +пример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2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сравнение плохо-хорошо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0762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360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Ситуация - действие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241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Проблема, пример, решение </a:t>
            </a:r>
            <a:br>
              <a:rPr lang="ru-RU" dirty="0"/>
            </a:br>
            <a:r>
              <a:rPr lang="ru-RU" dirty="0"/>
              <a:t>Или проблема. Пояснение, решение</a:t>
            </a:r>
            <a:br>
              <a:rPr lang="ru-RU" dirty="0"/>
            </a:br>
            <a:r>
              <a:rPr lang="ru-RU" dirty="0"/>
              <a:t>Или исследование, вывод, пример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3897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 + сравнение двух схожих элементов или явлений, много текста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532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Тезис+пример+иллюстрация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21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реплика Дениса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148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7516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Большой </a:t>
            </a:r>
            <a:r>
              <a:rPr lang="ru-RU" dirty="0" err="1"/>
              <a:t>текст+иллюстрация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4985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чеклист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04550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на весь слайд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138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 + текст +вывод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764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3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709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маркированный список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268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основная мысль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8214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6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71709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список из </a:t>
            </a:r>
            <a:r>
              <a:rPr lang="en-US"/>
              <a:t>5</a:t>
            </a:r>
            <a:r>
              <a:rPr lang="ru-RU"/>
              <a:t> </a:t>
            </a:r>
            <a:r>
              <a:rPr lang="ru-RU" dirty="0"/>
              <a:t>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54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Текст+ нумерованный список из 4 пунктов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2378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ключевая мысль.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346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нумерованный список  и картинка. Если пунктов больше или меньше, добавить текстом.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833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3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1328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Классификация 4 элемента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7500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Короткий текст + список 6 пунктов или классификация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33347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 + 6 плашек с коротким заголовком и текстом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3541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Текст+3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Текст+ 4 плашки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0515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Текст+ 6 плашек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572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Развитие ситуации, шаги, процесс. Если менее 5 шагов, оставляем лишние пустыми. Можно уменьшать текст при переполнении до 14.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726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 3-4 шага. </a:t>
            </a:r>
            <a:br>
              <a:rPr lang="ru-RU" dirty="0"/>
            </a:br>
            <a:r>
              <a:rPr lang="ru-RU" dirty="0"/>
              <a:t>Если 3 шага, один оставить пустым.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Стадии, шаги, процесс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Длинный процесс 6 шагов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3874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Шаги, процесс, можно под список однородных понятий, 3-4 шага. </a:t>
            </a:r>
            <a:br>
              <a:rPr lang="ru-RU" dirty="0"/>
            </a:br>
            <a:r>
              <a:rPr lang="ru-RU" dirty="0"/>
              <a:t>Если 3 шага, один оставить пустым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642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 4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483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 3 шага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455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3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9676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Статистика 4 цифры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9800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Таймлайн</a:t>
            </a:r>
            <a:r>
              <a:rPr lang="ru-RU" dirty="0"/>
              <a:t>, процесс. Если менее 5 пунктов, то оставить пустыми. Если более 5 пунктов, то лишний текст в заметки слайда.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528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template_id: staging.interaction
Пустой слайд только для интерактивностей</a:t>
            </a:r>
            <a:r>
              <a:rPr lang="ru-RU" dirty="0" err="1"/>
              <a:t/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833809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89b4bf6794d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a43a53ca440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29258936c44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b4c12f58e42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56e68b6c747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8ee9645b04c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e4f2f6f06b4c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3b8ad7efce4f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35e619072449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0a99a41bba43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ec5cca7c2c439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c9942ab538432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0fc07aaddf40a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70429ac3da4c9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61d7a8ad134c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5c239494d4469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37bc24614c407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a236fed6564c7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cee5651d4a4cb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85c92fb304415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4a3da34cf047c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2bd1e05d7140b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f1aaee0c8044d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b722f97561484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16af2bc22c4ea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8add408e754d7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bf97ae085d4f7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d72e2b6b96420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d2e7df4d464472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72e355d8604ea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acfb5d3864403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9779279c914db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3e8bb20af1481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e18f5e7b864ff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14f9f2e80e499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f60a402d474ec7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0db8728bbd469d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05255a9e194af7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4320a114574525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edcc1ee4254410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9016889a114fc0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60f37d6a5b439b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f45458d4d6482d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f7a66505b94935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9e37cbb90847c6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a84c58eeec4b0d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a2d00a6ba047da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d0d4dee8f9424a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4788f274d54d48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f6bd8189cd436a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beb7a16483417f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eea3f6674a48b5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ac669b20714d11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52c84a551c47a4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5d26c0ffc7494e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e6d59fe3324949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34d1fa9273449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35440021b34f59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f0d75ebc52415d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2c5abf481c4298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25fd361db54b47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8867fed8b249f7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828403a87847fa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44af43df134eb0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57c1588e2c44fb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0b9a325b734d41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ddb981cd114129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85abe77e94977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4380ee56314b79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f9ff4baf074c90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4e0e3fa9594ae4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02f8036eed460b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bec89bc0fd44bb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24d29bae674b48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230e81f47c4923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50f49273794711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52ff93e78248a0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11fe797d2c4f1d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2e4512b5a24dfa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da8539ac6748d5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02421d6365450d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8bd59ab1e14dd1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273651615f4f69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1af5e1cc3a4228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5b7184f26b4a43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8bb45acfb34d6b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cd1a3684364173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a4347435654ee8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23f080d4d54388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8bf6b61474468b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6fbd8a75da45e9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6f2eb946b44438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e7ce3f4ab14542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b03364398642f2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b3b5bd33f54b7f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eef4d48f524325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11ff6779964cb1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9d3f59b1cd4721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20eb97418640ab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e658b0d0a74883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0758e8397a425d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6c53b06a63445a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c5c2271f0048b2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87b69f78ce4535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804ee30b9642f7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85de80be8f41dc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28952e08ac443f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cdd85b6566467b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1559a19d084663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da8bb315ba4706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ead1e3902d47cf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db36a50f37416f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a3afc2c50d40d7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963b6d95f44524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f0c012d8244ba4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62e8c069fc4d86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07f58a450c4cf1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91acaadb3b4484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769d26cb3243f1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97d910c06d419b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f17367a5054a75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504a3fcfed4f7a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72bcb5dc8c4272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2d6936f10b429c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3feb2033664534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8ddb3edc894980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635319ea8c4ae3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a01272327a47b4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915866a65d4ccb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3a24fede54456c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60b3714ef240d7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93a974009c4ae9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fe0a34b76349b0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e3be8e280b479d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2e93c5e16d4c4e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d0a59c99c24780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0a5f9bf10b4d3c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1e0d77625a4631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a7aa808508451d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f6a9b0661b4431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a34c97efb24ce6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91ab7389654d75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42f35c3c55435b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5a38587f6d4bb1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eb3d51662f4b4e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bd906a69e9439e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c608e457eb4ada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ebc2f00152447a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9614df69474955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f7b456ba3c490c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2001382c7c4bbb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1e74c961d64b0b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b8804725374987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77a254804e4cd3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bf9e04ef884192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f16117b06c44cc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e61e76578d40d6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e04b24bc99475f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e8722faf1649cb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0de309ec334b9e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5d8fdd1a7a427b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ed7f0ab78c427d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28f8a022054419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f5c0628b124843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1688951f6f49db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c3fefe2ed74303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3d3cb7bea34a79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cbbf044b9347c8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66f622857e47e4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6de3872a034c65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b5f2cf7e454151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bcc74243724cbf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43f2ac53ef444a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ebb385c7b3447f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637b04db634c7b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84a40b690f42db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f1fd85ac834433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1edeb7d650488c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7430f1331c4b25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c28ae3e106455b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77cbd2529b46f5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edba2b75664cca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2d313a875d4eac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6e768ee5ab412c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f3439761994173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676174c17f4914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271426d8644bb8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dcb8b5b9984fca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2c02e3dad346ab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999b0376204853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2bb52607664c5f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30b94ea47d4418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4434a571364948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ae2775ab764c10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d2c47e29f94513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29d54752ab4e49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29a877381f47f2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3e898b73ec4dba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00b36dfd6b45bb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2dca2642764267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2950e746c44b57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32b9bcc554454e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2db6da5bab449f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1714ad7ca3408e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8ab147e4fd4f74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4f97050376463d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7a4ac3fa1f4654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2712b409c04637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56dc21941a4351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80837bd8694543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79fbdd2c6346d3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073950585346ce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31861a8bd442f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9e475b2a0f4764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66da34a39343ab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8277831e5a4042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a6a3d94bf04fba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45905313084e68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e94679836c4ce2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1e8389604a49e3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8ba99ef7334974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6b5c90ded947ea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0cfdc274f7451d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144cbf81ff495e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7b1d47d9e54549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36c82732ba461b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e105fb1a234688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eafac2ef6d40b1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8b67d40ad74023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21f9b9ee17458e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f7ab749c1841b9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1df73503704874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26a430f21e4ec0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18ae553cb64d13" /></Relationships>
</file>

<file path=ppt/slideLayouts/slideLayout1.xml><?xml version="1.0" encoding="utf-8"?>
<p:sldLayout xmlns:p="http://schemas.openxmlformats.org/presentationml/2006/main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7" name="Google Shape;1257;p33">
            <a:extLst xmlns:a="http://schemas.openxmlformats.org/drawingml/2006/main"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49" y="3002440"/>
            <a:ext cx="4702800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8" name="Google Shape;1258;p33">
            <a:extLst xmlns:a="http://schemas.openxmlformats.org/drawingml/2006/main"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839433" y="1323640"/>
            <a:ext cx="2088800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9" name="Google Shape;1259;p33">
            <a:extLst xmlns:a="http://schemas.openxmlformats.org/drawingml/2006/main"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9449" y="5019631"/>
            <a:ext cx="3185600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272" name="Google Shape;1260;p33"/>
          <p:cNvCxnSpPr/>
          <p:nvPr/>
        </p:nvCxnSpPr>
        <p:spPr>
          <a:xfrm xmlns:a="http://schemas.openxmlformats.org/drawingml/2006/main" rot="10800000">
            <a:off x="3971184" y="2820651"/>
            <a:ext cx="822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16581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439490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1" name="Google Shape;1161;p30">
            <a:extLst xmlns:a="http://schemas.openxmlformats.org/drawingml/2006/main"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2522580"/>
            <a:ext cx="455352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 xmlns:a="http://schemas.openxmlformats.org/drawingml/2006/main">
            <a:endParaRPr/>
          </a:p>
        </p:txBody>
      </p:sp>
      <p:sp>
        <p:nvSpPr>
          <p:cNvPr id="1162" name="Google Shape;1162;p30">
            <a:extLst xmlns:a="http://schemas.openxmlformats.org/drawingml/2006/main"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39433" y="2586565"/>
            <a:ext cx="470160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2" name="Google Shape;1163;p30"/>
          <p:cNvCxnSpPr/>
          <p:nvPr/>
        </p:nvCxnSpPr>
        <p:spPr>
          <a:xfrm xmlns:a="http://schemas.openxmlformats.org/drawingml/2006/main">
            <a:off x="6096000" y="-162400"/>
            <a:ext cx="0" cy="5014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5C30B42-31EB-4799-AC3E-CBB9D97151D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DCFAF8D-3DB7-4A27-B9E7-E57885B1D5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7472362" y="1784350"/>
            <a:ext cx="3321050" cy="3311526"/>
          </a:xfrm>
          <a:custGeom xmlns:a="http://schemas.openxmlformats.org/drawingml/2006/main"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pPr marL="0" lvl="0" indent="0" algn="ctr">
              <a:buNone/>
            </a:pPr>
            <a:r>
              <a:t>Image </a:t>
            </a:r>
            <a:r>
              <a:t>placholder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A6F19C91-6B85-40AB-8650-E069A7788E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7BB1EF-1330-478E-A8C1-AE1A6159C8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16725" y="781050"/>
            <a:ext cx="4543560" cy="5270530"/>
          </a:xfrm>
          <a:custGeom xmlns:a="http://schemas.openxmlformats.org/drawingml/2006/main"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EFFA0AB-A2A2-4D2D-9E13-225D66D1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213725" y="1508126"/>
            <a:ext cx="3727450" cy="3711575"/>
          </a:xfrm>
          <a:custGeom xmlns:a="http://schemas.openxmlformats.org/drawingml/2006/main"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DE225-C75E-4229-8C15-BF8E5AC51A9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6EC19B0-A034-4D9A-8F56-E5749CD103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5DBD09-BD5D-432F-AA4D-68F3A65FC5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7D97614-7458-415A-9C5F-F91FEE35F00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7588" y="1082675"/>
            <a:ext cx="4705350" cy="4692650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F94BC39-3699-416B-953F-57E04CAC860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353050" y="0"/>
            <a:ext cx="6870700" cy="41132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BEC15D8-B874-4970-829C-412D611AC52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846638" y="1081088"/>
            <a:ext cx="4916488" cy="57769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9ACD7D3-FA24-4BDE-A6C7-91C0B42E0E5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622425" y="2098675"/>
            <a:ext cx="1924050" cy="2181225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25E3E4C-92F2-4995-B7B2-9641331168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8174" y="1654175"/>
            <a:ext cx="3559175" cy="52054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504A68D-DAF0-4D7A-8373-3FB85116C8F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88125" y="646113"/>
            <a:ext cx="4716463" cy="61960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F07B64D-E830-4303-9420-E669E331FDD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01_ Cover Slide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49C688-5C4E-4BF2-8C26-CCE9C3709B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920260" y="1"/>
            <a:ext cx="6271741" cy="2271713"/>
          </a:xfrm>
          <a:custGeom xmlns:a="http://schemas.openxmlformats.org/drawingml/2006/main"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D7D141B-757B-42B0-853B-30151342DF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7113" y="0"/>
            <a:ext cx="7354888" cy="6858000"/>
          </a:xfrm>
          <a:custGeom xmlns:a="http://schemas.openxmlformats.org/drawingml/2006/main"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DCCE71A-D3EB-47FB-A4DF-ABEC6A9E992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850899"/>
            <a:ext cx="6829736" cy="5156200"/>
          </a:xfrm>
          <a:custGeom xmlns:a="http://schemas.openxmlformats.org/drawingml/2006/main"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5C3D5FF-602C-4B79-AC47-34DAA83881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336040" y="2369820"/>
            <a:ext cx="3286760" cy="3286760"/>
          </a:xfrm>
          <a:custGeom xmlns:a="http://schemas.openxmlformats.org/drawingml/2006/main"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31DF70-CA89-444B-980F-A27D75331D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6066971" cy="6858000"/>
          </a:xfrm>
          <a:custGeom xmlns:a="http://schemas.openxmlformats.org/drawingml/2006/main"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77F995-881A-437F-9FFC-EE39A2E4BE1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25962" y="1627086"/>
            <a:ext cx="3598818" cy="3603828"/>
          </a:xfrm>
          <a:custGeom xmlns:a="http://schemas.openxmlformats.org/drawingml/2006/main"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80F389F-C2A0-47DA-ABE0-41332322E73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56400" y="2311400"/>
            <a:ext cx="5435600" cy="4546600"/>
          </a:xfrm>
          <a:custGeom xmlns:a="http://schemas.openxmlformats.org/drawingml/2006/main"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614317B-9B4A-40BA-8CD0-A93590E849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2217261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590799-7815-4B5D-8A5A-3273C42AB3E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4448260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B27C8E8-63B5-4047-9C58-7FC235CDBD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1036220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F6990565-44AB-4717-A1BA-5AD61E80CB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3267219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956BE5-56C3-494B-9D4B-CF7E815A84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518400" y="0"/>
            <a:ext cx="46736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4C5C37-5AD1-448A-B20F-619CE637876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811470" y="4847772"/>
            <a:ext cx="4570648" cy="2010229"/>
          </a:xfrm>
          <a:custGeom xmlns:a="http://schemas.openxmlformats.org/drawingml/2006/main"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AA140C-94E6-4EA2-9B69-2EB1E614DB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192464" y="-422275"/>
            <a:ext cx="7559675" cy="7702550"/>
          </a:xfrm>
          <a:custGeom xmlns:a="http://schemas.openxmlformats.org/drawingml/2006/main"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C6C9C49-4956-454B-98A5-DFEC320A95D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624174" y="3770789"/>
            <a:ext cx="2211976" cy="2211978"/>
          </a:xfrm>
          <a:custGeom xmlns:a="http://schemas.openxmlformats.org/drawingml/2006/main"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98229D-8A18-4ABA-B274-3C63A5ADD1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124700" y="0"/>
            <a:ext cx="50673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33F4682C-4055-4B7C-BEB0-0E6AE58F706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270500" y="1143000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8665BAE6-9C50-4473-A321-8E5B794165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70500" y="4729162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B76536C-C97A-4E8B-85E6-0608E72B5E5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70400" y="2936081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E256117-F792-479D-B71C-C25A15AB497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072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47A10E9-38EB-4276-A9C2-E761866C14F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8361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CC6B4712-0E95-4B8D-B659-1B0AAD13A2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650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0A1004B-84CC-4C62-9B29-B42DD8DE81F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0939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DE7ABD-A3FF-415B-B58C-C2ABD4A379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743199"/>
            <a:ext cx="10058400" cy="3340099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3DC67C1-BA3D-4579-AA26-283ED18DB7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71500" y="2578100"/>
            <a:ext cx="11049000" cy="3746500"/>
          </a:xfrm>
          <a:custGeom xmlns:a="http://schemas.openxmlformats.org/drawingml/2006/main"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FF424C5-59AB-457E-AF43-B7EC3105D54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26459" y="2761782"/>
            <a:ext cx="2937458" cy="2939082"/>
          </a:xfrm>
          <a:custGeom xmlns:a="http://schemas.openxmlformats.org/drawingml/2006/main"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DBD6791-EB9E-4DBA-B684-A0CADA31E7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84832" y="1456775"/>
            <a:ext cx="3986772" cy="3457663"/>
          </a:xfrm>
          <a:custGeom xmlns:a="http://schemas.openxmlformats.org/drawingml/2006/main"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A02C38C-12F5-4970-819E-B95A96C3F6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26907" y="0"/>
            <a:ext cx="3465095" cy="6858000"/>
          </a:xfrm>
          <a:custGeom xmlns:a="http://schemas.openxmlformats.org/drawingml/2006/main"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B7024A-3941-4045-AC6E-28567E6FA4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044950" y="2097965"/>
            <a:ext cx="3835400" cy="3846514"/>
          </a:xfrm>
          <a:custGeom xmlns:a="http://schemas.openxmlformats.org/drawingml/2006/main"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43F8B61-4167-4D2E-BDFD-DAF0E032C77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89409" y="2730116"/>
            <a:ext cx="2981326" cy="2989264"/>
          </a:xfrm>
          <a:custGeom xmlns:a="http://schemas.openxmlformats.org/drawingml/2006/main"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AC46EAF-0E90-49C7-A9D3-D6436500FF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3721100"/>
            <a:ext cx="10553700" cy="2603500"/>
          </a:xfrm>
          <a:custGeom xmlns:a="http://schemas.openxmlformats.org/drawingml/2006/main"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0CFB7F6-2A51-43EC-B3E9-3076F6A09AC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165723"/>
          </a:xfrm>
          <a:custGeom xmlns:a="http://schemas.openxmlformats.org/drawingml/2006/main"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92EF0EF-B444-4848-941D-A6AD293C57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289850"/>
            <a:ext cx="5981700" cy="4568150"/>
          </a:xfrm>
          <a:custGeom xmlns:a="http://schemas.openxmlformats.org/drawingml/2006/main"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19A459-8533-4AE8-81C0-54E2FA500F6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36230" y="0"/>
            <a:ext cx="4250871" cy="6858000"/>
          </a:xfrm>
          <a:custGeom xmlns:a="http://schemas.openxmlformats.org/drawingml/2006/main"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0_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6F495FC-1742-4231-8AC5-573409F34AE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00825" y="1673762"/>
            <a:ext cx="3571205" cy="3260994"/>
          </a:xfrm>
          <a:custGeom xmlns:a="http://schemas.openxmlformats.org/drawingml/2006/main"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userDrawn="1">
  <p:cSld name="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0" y="533400"/>
            <a:ext cx="11106150" cy="2971800"/>
          </a:xfrm>
          <a:custGeom xmlns:a="http://schemas.openxmlformats.org/drawingml/2006/main"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999557" y="2482239"/>
            <a:ext cx="1113372" cy="1113371"/>
          </a:xfrm>
          <a:custGeom xmlns:a="http://schemas.openxmlformats.org/drawingml/2006/main"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78711" y="2712488"/>
            <a:ext cx="952119" cy="955110"/>
          </a:xfrm>
          <a:custGeom xmlns:a="http://schemas.openxmlformats.org/drawingml/2006/main"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04056" y="2503614"/>
            <a:ext cx="947624" cy="949199"/>
          </a:xfrm>
          <a:custGeom xmlns:a="http://schemas.openxmlformats.org/drawingml/2006/main"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41836" y="1811178"/>
            <a:ext cx="3920338" cy="3920338"/>
          </a:xfrm>
          <a:custGeom xmlns:a="http://schemas.openxmlformats.org/drawingml/2006/main"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52838" y="357662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114300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1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90122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533401"/>
            <a:ext cx="11049000" cy="3228975"/>
          </a:xfrm>
          <a:custGeom xmlns:a="http://schemas.openxmlformats.org/drawingml/2006/main"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825155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426928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28701" y="1143000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75500" y="0"/>
            <a:ext cx="5016500" cy="6858000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422554"/>
            <a:ext cx="12192000" cy="3435446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791075" y="4503339"/>
            <a:ext cx="2724150" cy="2725738"/>
          </a:xfrm>
          <a:custGeom xmlns:a="http://schemas.openxmlformats.org/drawingml/2006/main"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84361" y="0"/>
            <a:ext cx="3607639" cy="6858000"/>
          </a:xfrm>
          <a:custGeom xmlns:a="http://schemas.openxmlformats.org/drawingml/2006/main"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37338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91550" y="11430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837735" y="3663951"/>
            <a:ext cx="2238375" cy="2225675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427666" y="1316656"/>
            <a:ext cx="2216154" cy="2203580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111750" y="3480594"/>
            <a:ext cx="1990726" cy="1995488"/>
          </a:xfrm>
          <a:custGeom xmlns:a="http://schemas.openxmlformats.org/drawingml/2006/main"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530602"/>
            <a:ext cx="4822110" cy="3327399"/>
          </a:xfrm>
          <a:custGeom xmlns:a="http://schemas.openxmlformats.org/drawingml/2006/main"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267325" y="0"/>
            <a:ext cx="6924675" cy="6858000"/>
          </a:xfrm>
          <a:custGeom xmlns:a="http://schemas.openxmlformats.org/drawingml/2006/main"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066800" y="3409646"/>
            <a:ext cx="5029200" cy="3448354"/>
          </a:xfrm>
          <a:custGeom xmlns:a="http://schemas.openxmlformats.org/drawingml/2006/main"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0"/>
            <a:ext cx="12192000" cy="6858000"/>
          </a:xfrm>
          <a:custGeom xmlns:a="http://schemas.openxmlformats.org/drawingml/2006/main"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3109BD4B-5385-4BB0-A9F1-5B1F883FDD1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1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303270"/>
          </a:xfrm>
          <a:custGeom xmlns:a="http://schemas.openxmlformats.org/drawingml/2006/main"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userDrawn="1">
  <p:cSld name="2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42126" y="533400"/>
            <a:ext cx="4778375" cy="5791200"/>
          </a:xfrm>
          <a:custGeom xmlns:a="http://schemas.openxmlformats.org/drawingml/2006/main"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userDrawn="1">
  <p:cSld name="3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469683" y="2522534"/>
            <a:ext cx="2953985" cy="2953985"/>
          </a:xfrm>
          <a:custGeom xmlns:a="http://schemas.openxmlformats.org/drawingml/2006/main"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userDrawn="1">
  <p:cSld name="01-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0.xml><?xml version="1.0" encoding="utf-8"?>
<p:sldLayout xmlns:p="http://schemas.openxmlformats.org/presentationml/2006/main" userDrawn="1">
  <p:cSld name="4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038350"/>
            <a:ext cx="5334000" cy="4819650"/>
          </a:xfrm>
          <a:custGeom xmlns:a="http://schemas.openxmlformats.org/drawingml/2006/main"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519933" y="3532093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303815" y="2481510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81625" y="2479877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98157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623832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33931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161030" y="4155621"/>
            <a:ext cx="1278888" cy="1277273"/>
          </a:xfrm>
          <a:custGeom xmlns:a="http://schemas.openxmlformats.org/drawingml/2006/main"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60552" y="2047465"/>
            <a:ext cx="2015735" cy="2046627"/>
          </a:xfrm>
          <a:custGeom xmlns:a="http://schemas.openxmlformats.org/drawingml/2006/main"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161030" y="538163"/>
            <a:ext cx="5946583" cy="4589462"/>
          </a:xfrm>
          <a:custGeom xmlns:a="http://schemas.openxmlformats.org/drawingml/2006/main"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6.xml><?xml version="1.0" encoding="utf-8"?>
<p:sldLayout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289947" y="3839681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289947" y="5036510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89947" y="2649309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865741" y="3370432"/>
            <a:ext cx="1468010" cy="1468010"/>
          </a:xfrm>
          <a:custGeom xmlns:a="http://schemas.openxmlformats.org/drawingml/2006/main"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058373" y="5198973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2019300" y="1927157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85891" y="4643261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219146" y="2283180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1" y="2449286"/>
            <a:ext cx="5413141" cy="3875314"/>
          </a:xfrm>
          <a:custGeom xmlns:a="http://schemas.openxmlformats.org/drawingml/2006/main"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286064" y="1986643"/>
            <a:ext cx="7905936" cy="2922814"/>
          </a:xfrm>
          <a:custGeom xmlns:a="http://schemas.openxmlformats.org/drawingml/2006/main"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986643"/>
            <a:ext cx="4223657" cy="2922814"/>
          </a:xfrm>
          <a:custGeom xmlns:a="http://schemas.openxmlformats.org/drawingml/2006/main"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181851" y="0"/>
            <a:ext cx="5010150" cy="3886200"/>
          </a:xfrm>
          <a:custGeom xmlns:a="http://schemas.openxmlformats.org/drawingml/2006/main"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3886200"/>
            <a:ext cx="4735286" cy="2971800"/>
          </a:xfrm>
          <a:custGeom xmlns:a="http://schemas.openxmlformats.org/drawingml/2006/main"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928360" y="1143000"/>
            <a:ext cx="5263640" cy="5715000"/>
          </a:xfrm>
          <a:custGeom xmlns:a="http://schemas.openxmlformats.org/drawingml/2006/main"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59728" y="2701804"/>
            <a:ext cx="3396344" cy="3396344"/>
          </a:xfrm>
          <a:custGeom xmlns:a="http://schemas.openxmlformats.org/drawingml/2006/main"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740729" y="1"/>
            <a:ext cx="2710543" cy="5110843"/>
          </a:xfrm>
          <a:custGeom xmlns:a="http://schemas.openxmlformats.org/drawingml/2006/main"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186057" y="5558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75632" y="34514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2263321"/>
            <a:ext cx="3673929" cy="3200400"/>
          </a:xfrm>
          <a:custGeom xmlns:a="http://schemas.openxmlformats.org/drawingml/2006/main"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315200" y="2263321"/>
            <a:ext cx="4876800" cy="3200400"/>
          </a:xfrm>
          <a:custGeom xmlns:a="http://schemas.openxmlformats.org/drawingml/2006/main"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819751"/>
            <a:ext cx="12192000" cy="3247549"/>
          </a:xfrm>
          <a:custGeom xmlns:a="http://schemas.openxmlformats.org/drawingml/2006/main"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72598" y="1143000"/>
            <a:ext cx="2819403" cy="5715000"/>
          </a:xfrm>
          <a:custGeom xmlns:a="http://schemas.openxmlformats.org/drawingml/2006/main"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4350" y="2057400"/>
            <a:ext cx="5334000" cy="4229100"/>
          </a:xfrm>
          <a:custGeom xmlns:a="http://schemas.openxmlformats.org/drawingml/2006/main"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522375" y="-12689"/>
            <a:ext cx="3652157" cy="6299189"/>
          </a:xfrm>
          <a:custGeom xmlns:a="http://schemas.openxmlformats.org/drawingml/2006/main"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33" y="2061102"/>
            <a:ext cx="3652157" cy="4187298"/>
          </a:xfrm>
          <a:custGeom xmlns:a="http://schemas.openxmlformats.org/drawingml/2006/main"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55584" y="1160425"/>
            <a:ext cx="4153232" cy="4922556"/>
          </a:xfrm>
          <a:custGeom xmlns:a="http://schemas.openxmlformats.org/drawingml/2006/main"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33400" y="4061229"/>
            <a:ext cx="6128658" cy="2796771"/>
          </a:xfrm>
          <a:custGeom xmlns:a="http://schemas.openxmlformats.org/drawingml/2006/main"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03616" y="1055866"/>
            <a:ext cx="5143500" cy="5143500"/>
          </a:xfrm>
          <a:custGeom xmlns:a="http://schemas.openxmlformats.org/drawingml/2006/main"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524250" y="0"/>
            <a:ext cx="8667750" cy="4419600"/>
          </a:xfrm>
          <a:custGeom xmlns:a="http://schemas.openxmlformats.org/drawingml/2006/main"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55390" y="2019031"/>
            <a:ext cx="3943920" cy="2247900"/>
          </a:xfrm>
          <a:custGeom xmlns:a="http://schemas.openxmlformats.org/drawingml/2006/main"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227179" y="1143001"/>
            <a:ext cx="4964821" cy="5714998"/>
          </a:xfrm>
          <a:custGeom xmlns:a="http://schemas.openxmlformats.org/drawingml/2006/main"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39430" y="2002971"/>
            <a:ext cx="4085771" cy="4855029"/>
          </a:xfrm>
          <a:custGeom xmlns:a="http://schemas.openxmlformats.org/drawingml/2006/main"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1143000"/>
            <a:ext cx="5524500" cy="3050628"/>
          </a:xfrm>
          <a:custGeom xmlns:a="http://schemas.openxmlformats.org/drawingml/2006/main"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-1" y="2049518"/>
            <a:ext cx="4209393" cy="4808483"/>
          </a:xfrm>
          <a:custGeom xmlns:a="http://schemas.openxmlformats.org/drawingml/2006/main"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2364828"/>
            <a:ext cx="6096000" cy="4493172"/>
          </a:xfrm>
          <a:custGeom xmlns:a="http://schemas.openxmlformats.org/drawingml/2006/main"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3829136"/>
            <a:ext cx="5524772" cy="3028864"/>
          </a:xfrm>
          <a:custGeom xmlns:a="http://schemas.openxmlformats.org/drawingml/2006/main"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618565"/>
            <a:ext cx="7580792" cy="6239435"/>
          </a:xfrm>
          <a:custGeom xmlns:a="http://schemas.openxmlformats.org/drawingml/2006/main"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03182" y="2907788"/>
            <a:ext cx="2592604" cy="2594348"/>
          </a:xfrm>
          <a:custGeom xmlns:a="http://schemas.openxmlformats.org/drawingml/2006/main"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5.xml><?xml version="1.0" encoding="utf-8"?>
<p:sldLayout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4107549"/>
            <a:ext cx="4505636" cy="2198437"/>
          </a:xfrm>
          <a:custGeom xmlns:a="http://schemas.openxmlformats.org/drawingml/2006/main"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45266" y="1147901"/>
            <a:ext cx="5446734" cy="3868659"/>
          </a:xfrm>
          <a:custGeom xmlns:a="http://schemas.openxmlformats.org/drawingml/2006/main"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568825" y="5432426"/>
            <a:ext cx="3054350" cy="1425575"/>
          </a:xfrm>
          <a:custGeom xmlns:a="http://schemas.openxmlformats.org/drawingml/2006/main"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15714" y="1104900"/>
            <a:ext cx="3676286" cy="5753101"/>
          </a:xfrm>
          <a:custGeom xmlns:a="http://schemas.openxmlformats.org/drawingml/2006/main"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75686" y="1104901"/>
            <a:ext cx="4782915" cy="2757470"/>
          </a:xfrm>
          <a:custGeom xmlns:a="http://schemas.openxmlformats.org/drawingml/2006/main"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45695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063003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474832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7108"/>
            <a:ext cx="2625213" cy="4490893"/>
          </a:xfrm>
          <a:custGeom xmlns:a="http://schemas.openxmlformats.org/drawingml/2006/main"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95628" y="0"/>
            <a:ext cx="2896372" cy="6858000"/>
          </a:xfrm>
          <a:custGeom xmlns:a="http://schemas.openxmlformats.org/drawingml/2006/main"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4.xml><?xml version="1.0" encoding="utf-8"?>
<p:sldLayout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5189155" cy="4645084"/>
          </a:xfrm>
          <a:custGeom xmlns:a="http://schemas.openxmlformats.org/drawingml/2006/main"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19663" y="1943328"/>
            <a:ext cx="2343150" cy="2346326"/>
          </a:xfrm>
          <a:custGeom xmlns:a="http://schemas.openxmlformats.org/drawingml/2006/main"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9737" y="1980426"/>
            <a:ext cx="4991099" cy="2060968"/>
          </a:xfrm>
          <a:custGeom xmlns:a="http://schemas.openxmlformats.org/drawingml/2006/main"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70488" y="2503487"/>
            <a:ext cx="1849438" cy="1851026"/>
          </a:xfrm>
          <a:custGeom xmlns:a="http://schemas.openxmlformats.org/drawingml/2006/main"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65857" y="1106664"/>
            <a:ext cx="4559343" cy="2027604"/>
          </a:xfrm>
          <a:custGeom xmlns:a="http://schemas.openxmlformats.org/drawingml/2006/main"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661602"/>
            <a:ext cx="12191999" cy="2533650"/>
          </a:xfrm>
          <a:custGeom xmlns:a="http://schemas.openxmlformats.org/drawingml/2006/main"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185918" y="0"/>
            <a:ext cx="3056306" cy="6858000"/>
          </a:xfrm>
          <a:custGeom xmlns:a="http://schemas.openxmlformats.org/drawingml/2006/main"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2.xml><?xml version="1.0" encoding="utf-8"?>
<p:sldLayout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686050"/>
            <a:ext cx="2784903" cy="4171950"/>
          </a:xfrm>
          <a:custGeom xmlns:a="http://schemas.openxmlformats.org/drawingml/2006/main"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"/>
            <a:ext cx="12192000" cy="6857999"/>
          </a:xfrm>
          <a:custGeom xmlns:a="http://schemas.openxmlformats.org/drawingml/2006/main"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96000" y="3162300"/>
            <a:ext cx="6096000" cy="3695700"/>
          </a:xfrm>
          <a:custGeom xmlns:a="http://schemas.openxmlformats.org/drawingml/2006/main"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102351" y="0"/>
            <a:ext cx="6096000" cy="6858000"/>
          </a:xfrm>
          <a:custGeom xmlns:a="http://schemas.openxmlformats.org/drawingml/2006/main"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28080" y="0"/>
            <a:ext cx="3125108" cy="6858000"/>
          </a:xfrm>
          <a:custGeom xmlns:a="http://schemas.openxmlformats.org/drawingml/2006/main"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0" y="1"/>
            <a:ext cx="4572000" cy="2365829"/>
          </a:xfrm>
          <a:custGeom xmlns:a="http://schemas.openxmlformats.org/drawingml/2006/main"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34124" y="3429001"/>
            <a:ext cx="5857876" cy="3428999"/>
          </a:xfrm>
          <a:custGeom xmlns:a="http://schemas.openxmlformats.org/drawingml/2006/main"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918326" y="2006601"/>
            <a:ext cx="1401763" cy="2043113"/>
          </a:xfrm>
          <a:custGeom xmlns:a="http://schemas.openxmlformats.org/drawingml/2006/main"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33106" y="2"/>
            <a:ext cx="2858894" cy="4644571"/>
          </a:xfrm>
          <a:custGeom xmlns:a="http://schemas.openxmlformats.org/drawingml/2006/main"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4089600"/>
            <a:ext cx="11087100" cy="2235001"/>
          </a:xfrm>
          <a:custGeom xmlns:a="http://schemas.openxmlformats.org/drawingml/2006/main"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12501" y="2947593"/>
            <a:ext cx="1683880" cy="1683880"/>
          </a:xfrm>
          <a:custGeom xmlns:a="http://schemas.openxmlformats.org/drawingml/2006/main"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135194" y="3827239"/>
            <a:ext cx="2289398" cy="3038699"/>
          </a:xfrm>
          <a:custGeom xmlns:a="http://schemas.openxmlformats.org/drawingml/2006/main"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821CF6C-AFE6-4DE5-931E-77EE1AF6F0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16558" y="0"/>
            <a:ext cx="3275442" cy="6324600"/>
          </a:xfrm>
          <a:custGeom xmlns:a="http://schemas.openxmlformats.org/drawingml/2006/main"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8B4B44-3BBD-4DA6-8CD5-56A49F1596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5455920" cy="6858000"/>
          </a:xfrm>
          <a:custGeom xmlns:a="http://schemas.openxmlformats.org/drawingml/2006/main"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2EC9B-17FC-48FC-8A47-25F902143B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00" y="1143001"/>
            <a:ext cx="2545010" cy="5715001"/>
          </a:xfrm>
          <a:custGeom xmlns:a="http://schemas.openxmlformats.org/drawingml/2006/main"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A98430-BC94-448B-985C-1E6094AAD51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63467" y="3059709"/>
            <a:ext cx="1865066" cy="1868886"/>
          </a:xfrm>
          <a:custGeom xmlns:a="http://schemas.openxmlformats.org/drawingml/2006/main"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7F490A-959C-4F85-81DE-BF89D2C349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3507" y="1321131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1997B38-89C3-4F01-AF02-C44B0EFFC5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31467" y="1321132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15750FD-EA30-4A01-8263-EB9C22F8D2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888453" y="1574800"/>
            <a:ext cx="2700825" cy="52832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6EFC27-3C14-4F0A-98BF-BD882A0DCC4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40585" y="2909788"/>
            <a:ext cx="2710830" cy="2710830"/>
          </a:xfrm>
          <a:custGeom xmlns:a="http://schemas.openxmlformats.org/drawingml/2006/main"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3.xml><?xml version="1.0" encoding="utf-8"?>
<p:sldLayout xmlns:p="http://schemas.openxmlformats.org/presentationml/2006/main" userDrawn="1">
  <p:cSld name="Roadmap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E67C807-851E-4A9A-A756-F7EECEE7C9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54386" y="2141"/>
            <a:ext cx="6196414" cy="6881260"/>
          </a:xfrm>
          <a:custGeom xmlns:a="http://schemas.openxmlformats.org/drawingml/2006/main"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683CF32-8740-4174-8736-EBF66051520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CB20C6C-B1E7-4D7F-85D6-3E7CEDA654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8FCF21D-6D77-4877-810D-96B31A9713D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CD019A4-5B64-4A5B-B493-5C3A3BB2A29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DA23793-95BB-4000-AA45-D1EC027C741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6C6D596F-8D12-4296-B134-67982EF4DAF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8F3E41E-47D0-469B-8890-3A2D3E9385E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6.xml><?xml version="1.0" encoding="utf-8"?>
<p:sldLayout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3769511-9359-4EAC-8184-2CA0BA182A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7389196-1D54-4DBD-B114-E4A13B324F0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1EDA64-D3A6-4276-B949-F1773F8113D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7.xml><?xml version="1.0" encoding="utf-8"?>
<p:sldLayout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078853C-3CA0-4B8B-B9D6-F8C7820101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837877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855EFED9-864D-455F-A20F-5F6B342B11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85524" y="2015808"/>
            <a:ext cx="1220954" cy="1225072"/>
          </a:xfrm>
          <a:custGeom xmlns:a="http://schemas.openxmlformats.org/drawingml/2006/main"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CF9ED683-5C0D-4E5F-A492-BF4C7A8AA4A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131113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4BC7375C-3FF5-416F-B00D-FA9921C5D05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661611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91B270AC-ACD4-479D-8325-73CA96C11BE7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307378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userDrawn="1">
  <p:cSld name="Team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F6094CA-34AF-4FC8-9E4B-639CE9B3337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635522" y="2780348"/>
            <a:ext cx="2084914" cy="2086292"/>
          </a:xfrm>
          <a:custGeom xmlns:a="http://schemas.openxmlformats.org/drawingml/2006/main"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AA3EF95-AC0B-416B-B65F-3A70447448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481386" y="1485623"/>
            <a:ext cx="998908" cy="999000"/>
          </a:xfrm>
          <a:custGeom xmlns:a="http://schemas.openxmlformats.org/drawingml/2006/main"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4F130F-0306-427D-BD17-E1320AD56A0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306223" y="2621796"/>
            <a:ext cx="997976" cy="1000046"/>
          </a:xfrm>
          <a:custGeom xmlns:a="http://schemas.openxmlformats.org/drawingml/2006/main"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AA95DF9-DDC0-47D6-8C3B-A7E3583D0CA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306223" y="4025954"/>
            <a:ext cx="997976" cy="1000029"/>
          </a:xfrm>
          <a:custGeom xmlns:a="http://schemas.openxmlformats.org/drawingml/2006/main"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6CBDF843-1658-41DC-A2E8-4224E6EA667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481386" y="5163861"/>
            <a:ext cx="998908" cy="998577"/>
          </a:xfrm>
          <a:custGeom xmlns:a="http://schemas.openxmlformats.org/drawingml/2006/main"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9.xml><?xml version="1.0" encoding="utf-8"?>
<p:sldLayout xmlns:p="http://schemas.openxmlformats.org/presentationml/2006/main" userDrawn="1">
  <p:cSld name="Team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1D1E24-0E94-4D2E-9193-AB642A55DA3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E6C770C6-7835-4E98-94C1-743F634F5B7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493656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E6245B3-25B6-449A-9C39-645AB788EE9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282644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599BE0B-8ADD-43D4-8DE9-11E068E215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071632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C71E60AD-0746-49FA-B17E-313B8CF859C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860620" y="3162613"/>
            <a:ext cx="2048736" cy="2048736"/>
          </a:xfrm>
          <a:custGeom xmlns:a="http://schemas.openxmlformats.org/drawingml/2006/main"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BE928712-61F4-43C8-AF4A-815641BEC16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9226973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0.xml><?xml version="1.0" encoding="utf-8"?>
<p:sldLayout xmlns:p="http://schemas.openxmlformats.org/presentationml/2006/main" userDrawn="1">
  <p:cSld name="Team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F4FEE6A-6096-4A5C-89F8-25EEDBB11BE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42370" y="4542901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78A3291-0E2D-4728-9811-29028C92DA6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572499" y="1543957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1.xml><?xml version="1.0" encoding="utf-8"?>
<p:sldLayout xmlns:p="http://schemas.openxmlformats.org/presentationml/2006/main" userDrawn="1">
  <p:cSld name="Team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CE11FF2-4E8F-438B-A49E-8CF916BDD5C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C041A7D-35C6-4BED-8459-0B1BAE2A945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928155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04B3B45-985D-4571-82EB-4B670B522E8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789510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2.xml><?xml version="1.0" encoding="utf-8"?>
<p:sldLayout xmlns:p="http://schemas.openxmlformats.org/presentationml/2006/main" userDrawn="1">
  <p:cSld name="Team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5D544E1-EE1C-4C5E-A49D-26B93B6262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95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C571FF9-F445-4FDB-8929-4742128C88D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322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542DD78F-0F25-4D17-983D-5F07E92C260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1849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F85E9B8-6660-4F42-80A0-EF189899385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7376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3.xml><?xml version="1.0" encoding="utf-8"?>
<p:sldLayout xmlns:p="http://schemas.openxmlformats.org/presentationml/2006/main" userDrawn="1">
  <p:cSld name="Team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093227D6-C4F8-4E26-8B4F-BA16FEE625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F3797CA-10B5-4819-A8A8-860B2FFD0C6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545555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01F1FD1E-C39D-46FF-A993-ED47515A6B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024309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4CA6797D-5450-49D5-B606-452B6EEF180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829114" y="1867262"/>
            <a:ext cx="1680060" cy="3769360"/>
          </a:xfrm>
          <a:custGeom xmlns:a="http://schemas.openxmlformats.org/drawingml/2006/main"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4.xml><?xml version="1.0" encoding="utf-8"?>
<p:sldLayout xmlns:p="http://schemas.openxmlformats.org/presentationml/2006/main" userDrawn="1">
  <p:cSld name="Team 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9D9BE5A4-94B7-428C-80B8-FD7952988D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46468" y="2633163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0868B7C1-F9D6-4603-B2F2-E94F6C8BA5F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946468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0" name="Picture Placeholder 19">
            <a:extLst xmlns:a="http://schemas.openxmlformats.org/drawingml/2006/main">
              <a:ext uri="{FF2B5EF4-FFF2-40B4-BE49-F238E27FC236}">
                <a16:creationId xmlns:a16="http://schemas.microsoft.com/office/drawing/2014/main" id="{BFA60506-98B3-4707-883C-0B43A9CEC5AA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933743" y="2633162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D7BD9A7-3980-4213-98A7-9B4327CE05D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933743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5.xml><?xml version="1.0" encoding="utf-8"?>
<p:sldLayout xmlns:p="http://schemas.openxmlformats.org/presentationml/2006/main" userDrawn="1">
  <p:cSld name="Team 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7C1AC483-4DD9-4A9F-ACEA-5AE40E66D36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514475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18534C3A-F8E6-40F5-BA87-7F05938C3D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52462" y="2850198"/>
            <a:ext cx="1591528" cy="2228850"/>
          </a:xfrm>
          <a:custGeom xmlns:a="http://schemas.openxmlformats.org/drawingml/2006/main"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ECE6447B-A296-4CBA-910C-F47AFBAABDF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84950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3D68290C-DC3B-418F-A0E7-0C38066B638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123256" y="2850198"/>
            <a:ext cx="1595652" cy="2228850"/>
          </a:xfrm>
          <a:custGeom xmlns:a="http://schemas.openxmlformats.org/drawingml/2006/main"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DDD8446-CADA-4DC9-9E02-83D13014B5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7.xml><?xml version="1.0" encoding="utf-8"?>
<p:sldLayout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2991A81-0463-4D81-8EC9-9947B85221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2554514"/>
            <a:ext cx="3026229" cy="4303486"/>
          </a:xfrm>
          <a:custGeom xmlns:a="http://schemas.openxmlformats.org/drawingml/2006/main"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8.xml><?xml version="1.0" encoding="utf-8"?>
<p:sldLayout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458AEE2-CFB6-460C-9AA1-B32EB1AD7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799" y="2807208"/>
            <a:ext cx="2976933" cy="1718183"/>
          </a:xfrm>
          <a:custGeom xmlns:a="http://schemas.openxmlformats.org/drawingml/2006/main"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9.xml><?xml version="1.0" encoding="utf-8"?>
<p:sldLayout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A2BC9E-B9B5-4C89-85F1-3FB5383114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805595" y="1883120"/>
            <a:ext cx="3386405" cy="4974881"/>
          </a:xfrm>
          <a:custGeom xmlns:a="http://schemas.openxmlformats.org/drawingml/2006/main"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127959F-B269-4419-9A6D-E7E52545B8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2120899"/>
            <a:ext cx="2971073" cy="4737102"/>
          </a:xfrm>
          <a:custGeom xmlns:a="http://schemas.openxmlformats.org/drawingml/2006/main"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208F0E8-4045-40FD-B673-EE31C490D5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71209" y="4161201"/>
            <a:ext cx="3801291" cy="2168435"/>
          </a:xfrm>
          <a:custGeom xmlns:a="http://schemas.openxmlformats.org/drawingml/2006/main"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C154CCF-0FD1-4193-931A-1DBAEE5396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403189" y="3594100"/>
            <a:ext cx="2632529" cy="2632529"/>
          </a:xfrm>
          <a:custGeom xmlns:a="http://schemas.openxmlformats.org/drawingml/2006/main"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3.xml><?xml version="1.0" encoding="utf-8"?>
<p:sldLayout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06E4E5A-3A4B-44EC-A95C-86495D8C192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40800" y="1143000"/>
            <a:ext cx="3251200" cy="5715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F506F60-F0C6-4A1B-B502-90B7E224A8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3138" y="2115623"/>
            <a:ext cx="4094921" cy="4094922"/>
          </a:xfrm>
          <a:custGeom xmlns:a="http://schemas.openxmlformats.org/drawingml/2006/main"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5.xml><?xml version="1.0" encoding="utf-8"?>
<p:sldLayout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7A2470-90DC-4D80-B047-3D86AB733E2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F93919D-F170-4D41-8799-26996637D4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5826"/>
            <a:ext cx="3236685" cy="4492174"/>
          </a:xfrm>
          <a:custGeom xmlns:a="http://schemas.openxmlformats.org/drawingml/2006/main"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25D6FF0-1A26-4A10-AE08-4266E8733C7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88531" y="2168742"/>
            <a:ext cx="2736669" cy="4155859"/>
          </a:xfrm>
          <a:custGeom xmlns:a="http://schemas.openxmlformats.org/drawingml/2006/main"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8.xml><?xml version="1.0" encoding="utf-8"?>
<p:sldLayout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E5623B-8293-47C6-84DA-DA812C12649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96215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E573CF56-5262-4AE9-A808-5C108833B9F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52644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DABD1AE-F2F7-488D-A5A2-995A973B78D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39787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118F4EF-A3A7-449B-ABAE-9AC5EEC1DC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64475" y="2353552"/>
            <a:ext cx="2799571" cy="3959189"/>
          </a:xfrm>
          <a:custGeom xmlns:a="http://schemas.openxmlformats.org/drawingml/2006/main"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0C2F6B-88BC-4A56-9AE4-26E7FFB0F38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09447" y="0"/>
            <a:ext cx="6082553" cy="6858000"/>
          </a:xfrm>
          <a:custGeom xmlns:a="http://schemas.openxmlformats.org/drawingml/2006/main"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260C32-F500-430E-A6EC-6FD3ABE10D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4366927"/>
            <a:ext cx="5029200" cy="1960375"/>
          </a:xfrm>
          <a:custGeom xmlns:a="http://schemas.openxmlformats.org/drawingml/2006/main"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2.xml><?xml version="1.0" encoding="utf-8"?>
<p:sldLayout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8CCDA8-74A1-4ECE-881C-0B3559A4C6D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891595"/>
            <a:ext cx="2528757" cy="3966406"/>
          </a:xfrm>
          <a:custGeom xmlns:a="http://schemas.openxmlformats.org/drawingml/2006/main"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A7FE2F4-1F3D-4760-B0C0-793B1AB36CB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774" y="1143000"/>
            <a:ext cx="3123426" cy="5181600"/>
          </a:xfrm>
          <a:custGeom xmlns:a="http://schemas.openxmlformats.org/drawingml/2006/main"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4.xml><?xml version="1.0" encoding="utf-8"?>
<p:sldLayout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9CEBA5F-6DB5-48E3-BCAA-97140F76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234" y="3846286"/>
            <a:ext cx="5000767" cy="2478314"/>
          </a:xfrm>
          <a:custGeom xmlns:a="http://schemas.openxmlformats.org/drawingml/2006/main"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C4FAF6-0D14-4D89-BD36-03E034D62AE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66231" y="3132220"/>
            <a:ext cx="2258974" cy="2258974"/>
          </a:xfrm>
          <a:custGeom xmlns:a="http://schemas.openxmlformats.org/drawingml/2006/main"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E94E1F4-FFA0-4AE9-99CF-7EFD1B0C93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1921755"/>
            <a:ext cx="6903299" cy="1257300"/>
          </a:xfrm>
          <a:custGeom xmlns:a="http://schemas.openxmlformats.org/drawingml/2006/main"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E02ABDC-B5E7-4D6D-91BD-45160B8329F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828" y="2095500"/>
            <a:ext cx="5000172" cy="2418443"/>
          </a:xfrm>
          <a:custGeom xmlns:a="http://schemas.openxmlformats.org/drawingml/2006/main"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userDrawn="1">
  <p:cSld name="Agenda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3E2F2D-4A8B-4E39-89E5-79AF20702B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347913" y="1023939"/>
            <a:ext cx="4210050" cy="4810125"/>
          </a:xfrm>
          <a:custGeom xmlns:a="http://schemas.openxmlformats.org/drawingml/2006/main"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userDrawn="1">
  <p:cSld name="Agenda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7F31DDD-9BDB-471E-B096-84EB15550B1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"/>
            <a:ext cx="6124172" cy="6857999"/>
          </a:xfrm>
          <a:custGeom xmlns:a="http://schemas.openxmlformats.org/drawingml/2006/main"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userDrawn="1">
  <p:cSld name="Agenda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7B3B552-02D1-4509-8926-82FC144558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290888" y="1636"/>
            <a:ext cx="5611813" cy="4295481"/>
          </a:xfrm>
          <a:custGeom xmlns:a="http://schemas.openxmlformats.org/drawingml/2006/main"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userDrawn="1">
  <p:cSld name="Agenda 05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6264A29-3B40-4135-A9E1-E1E0DCB5EB9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453544" y="1290319"/>
            <a:ext cx="4864608" cy="4279392"/>
          </a:xfrm>
          <a:custGeom xmlns:a="http://schemas.openxmlformats.org/drawingml/2006/main"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userDrawn="1">
  <p:cSld name="Agenda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9ACF846-4F67-4B92-9CAF-1FD6176B2A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535613" y="1987550"/>
            <a:ext cx="1120775" cy="1292225"/>
          </a:xfrm>
          <a:custGeom xmlns:a="http://schemas.openxmlformats.org/drawingml/2006/main"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userDrawn="1">
  <p:cSld name="Agenda 06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882D7BC-01E9-4587-BFFD-373986FC94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704828"/>
            <a:ext cx="4227365" cy="4153170"/>
          </a:xfrm>
          <a:custGeom xmlns:a="http://schemas.openxmlformats.org/drawingml/2006/main"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4.xml><?xml version="1.0" encoding="utf-8"?>
<p:sldLayout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1983868"/>
            <a:ext cx="4296406" cy="2372343"/>
          </a:xfrm>
          <a:custGeom xmlns:a="http://schemas.openxmlformats.org/drawingml/2006/main"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5.xml><?xml version="1.0" encoding="utf-8"?>
<p:sldLayout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63D4EF5-F485-40CD-958A-76435565F9F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103324" y="1544481"/>
            <a:ext cx="4088677" cy="2300980"/>
          </a:xfrm>
          <a:custGeom xmlns:a="http://schemas.openxmlformats.org/drawingml/2006/main"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B9F8979-EF8F-457D-B0F0-3E83338097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74175" y="1660526"/>
            <a:ext cx="2914650" cy="5197475"/>
          </a:xfrm>
          <a:custGeom xmlns:a="http://schemas.openxmlformats.org/drawingml/2006/main"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8D3A090-2DE3-4E23-B995-3848412C76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692572" y="1763486"/>
            <a:ext cx="3394527" cy="4561114"/>
          </a:xfrm>
          <a:custGeom xmlns:a="http://schemas.openxmlformats.org/drawingml/2006/main"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9.xml><?xml version="1.0" encoding="utf-8"?>
<p:sldLayout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27AABD-7B5A-4691-B640-F658688FE3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747675" y="1244081"/>
            <a:ext cx="2149267" cy="4638208"/>
          </a:xfrm>
          <a:custGeom xmlns:a="http://schemas.openxmlformats.org/drawingml/2006/main"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0.xml><?xml version="1.0" encoding="utf-8"?>
<p:sldLayout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4F8602-81C2-4306-9998-532FEB68F2C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5504" y="710812"/>
            <a:ext cx="2516552" cy="5441271"/>
          </a:xfrm>
          <a:custGeom xmlns:a="http://schemas.openxmlformats.org/drawingml/2006/main"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1.xml><?xml version="1.0" encoding="utf-8"?>
<p:sldLayout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34C69FC-5E3E-48C5-8BFB-0B9EEA98531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4764" y="0"/>
            <a:ext cx="12207877" cy="6858000"/>
          </a:xfrm>
          <a:custGeom xmlns:a="http://schemas.openxmlformats.org/drawingml/2006/main"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D4207FC-B5DB-4742-BDCE-CBA97CCB35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89307" y="634505"/>
            <a:ext cx="2623525" cy="5681750"/>
          </a:xfrm>
          <a:custGeom xmlns:a="http://schemas.openxmlformats.org/drawingml/2006/main"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1B7281-3AEE-4369-88B5-C6888E12993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14693" y="977137"/>
            <a:ext cx="2144631" cy="4254666"/>
          </a:xfrm>
          <a:custGeom xmlns:a="http://schemas.openxmlformats.org/drawingml/2006/main"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581574F8-1FF0-4A11-A03E-AFFFC9362D2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18566" y="2298769"/>
            <a:ext cx="5021331" cy="2262472"/>
          </a:xfrm>
          <a:custGeom xmlns:a="http://schemas.openxmlformats.org/drawingml/2006/main"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AEAC2FE-BE0F-44BD-944C-7DD31D183D5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08007" y="1470237"/>
            <a:ext cx="1897345" cy="3636439"/>
          </a:xfrm>
          <a:custGeom xmlns:a="http://schemas.openxmlformats.org/drawingml/2006/main"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EC1461-F799-4039-83C5-FB4D0EEE40E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F405A63-9A11-440D-9C40-2EC1E498826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20601" y="460844"/>
            <a:ext cx="2295297" cy="4389704"/>
          </a:xfrm>
          <a:custGeom xmlns:a="http://schemas.openxmlformats.org/drawingml/2006/main"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DEE62CC-4B58-4867-906E-31BA2F5ED17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1" y="0"/>
            <a:ext cx="1220311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CBE70D6-E214-4B6F-B481-E85D5D90FFF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679327" y="2675205"/>
            <a:ext cx="2492467" cy="4182797"/>
          </a:xfrm>
          <a:custGeom xmlns:a="http://schemas.openxmlformats.org/drawingml/2006/main"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41E156-0B2C-43DF-82B2-D51A9FC1036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74506" y="2306439"/>
            <a:ext cx="1983650" cy="3525907"/>
          </a:xfrm>
          <a:custGeom xmlns:a="http://schemas.openxmlformats.org/drawingml/2006/main"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B4DE3D3-8AD7-461D-8BC3-E35D7EBA908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A450B2-3FE0-438B-9D08-965AD3A7F3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741709" y="1488519"/>
            <a:ext cx="2522889" cy="3763763"/>
          </a:xfrm>
          <a:custGeom xmlns:a="http://schemas.openxmlformats.org/drawingml/2006/main"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358C69A-3E34-4155-9D3A-057617F5D5E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22400" y="2258836"/>
            <a:ext cx="2754435" cy="3508728"/>
          </a:xfrm>
          <a:custGeom xmlns:a="http://schemas.openxmlformats.org/drawingml/2006/main"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0E56BCA-C532-4BF0-83DF-E86F7F99DBB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2017" y="1369156"/>
            <a:ext cx="3191073" cy="4106552"/>
          </a:xfrm>
          <a:custGeom xmlns:a="http://schemas.openxmlformats.org/drawingml/2006/main"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1.xml><?xml version="1.0" encoding="utf-8"?>
<p:sldLayout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5B720C-0704-4622-A4E7-834514AA69E5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59128D-DC30-4556-8EF6-78530FE356F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610227" y="1243013"/>
            <a:ext cx="1486694" cy="2617788"/>
          </a:xfrm>
          <a:custGeom xmlns:a="http://schemas.openxmlformats.org/drawingml/2006/main"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037B49F-5F12-4A0B-88AE-1FF4BFCE584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18784" y="2053036"/>
            <a:ext cx="2541971" cy="3627827"/>
          </a:xfrm>
          <a:custGeom xmlns:a="http://schemas.openxmlformats.org/drawingml/2006/main"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80BB03E8-4098-4B07-AE5D-BF079441003E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813709" y="2050693"/>
            <a:ext cx="2544354" cy="3271560"/>
          </a:xfrm>
          <a:custGeom xmlns:a="http://schemas.openxmlformats.org/drawingml/2006/main"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5C7426C-0A8C-43BA-A4AA-8266D9FFB0F5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641431" y="2059865"/>
            <a:ext cx="2514371" cy="3628201"/>
          </a:xfrm>
          <a:custGeom xmlns:a="http://schemas.openxmlformats.org/drawingml/2006/main"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D953DD30-3409-4E8C-BBF6-F0FF01C4E42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038349" y="2447109"/>
            <a:ext cx="2319388" cy="3098029"/>
          </a:xfrm>
          <a:custGeom xmlns:a="http://schemas.openxmlformats.org/drawingml/2006/main"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54E9A5D-7A2C-4E4C-85BD-62C3179EA77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124973" y="2447109"/>
            <a:ext cx="2281147" cy="3098029"/>
          </a:xfrm>
          <a:custGeom xmlns:a="http://schemas.openxmlformats.org/drawingml/2006/main"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5EE6A72-0845-47AC-9B8F-CF2C31E5EA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8664" y="2453640"/>
            <a:ext cx="2967037" cy="3954781"/>
          </a:xfrm>
          <a:custGeom xmlns:a="http://schemas.openxmlformats.org/drawingml/2006/main"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2386986-D2CA-4A6B-97DC-618A3F8864C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990975" y="2350271"/>
            <a:ext cx="4444875" cy="3295998"/>
          </a:xfrm>
          <a:custGeom xmlns:a="http://schemas.openxmlformats.org/drawingml/2006/main"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6.xml><?xml version="1.0" encoding="utf-8"?>
<p:sldLayout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8950E0-34B0-45B1-9EE0-8AEB6EFB3B1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465345" y="1886726"/>
            <a:ext cx="2885088" cy="3881614"/>
          </a:xfrm>
          <a:custGeom xmlns:a="http://schemas.openxmlformats.org/drawingml/2006/main"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7.xml><?xml version="1.0" encoding="utf-8"?>
<p:sldLayout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897829-CDA6-482D-9AFC-037FEEAEFC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84123" y="1378160"/>
            <a:ext cx="3607378" cy="3313110"/>
          </a:xfrm>
          <a:custGeom xmlns:a="http://schemas.openxmlformats.org/drawingml/2006/main"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8.xml><?xml version="1.0" encoding="utf-8"?>
<p:sldLayout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9228360-1F65-42BD-B8F7-3A986DC65EF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222794" y="3468848"/>
            <a:ext cx="3662799" cy="2273525"/>
          </a:xfrm>
          <a:custGeom xmlns:a="http://schemas.openxmlformats.org/drawingml/2006/main"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7FF5A6E-AE55-4CCE-909B-47212CBEF475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866022" y="4085831"/>
            <a:ext cx="1252659" cy="1787027"/>
          </a:xfrm>
          <a:custGeom xmlns:a="http://schemas.openxmlformats.org/drawingml/2006/main"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07E39B0-2064-4EB2-A750-FF08C189F3D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977006" y="4040568"/>
            <a:ext cx="1426501" cy="1787027"/>
          </a:xfrm>
          <a:custGeom xmlns:a="http://schemas.openxmlformats.org/drawingml/2006/main"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9.xml><?xml version="1.0" encoding="utf-8"?>
<p:sldLayout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BCA633F-D29A-4CF1-9B58-910FF2FF17D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00575" y="3061069"/>
            <a:ext cx="2905124" cy="1830019"/>
          </a:xfrm>
          <a:custGeom xmlns:a="http://schemas.openxmlformats.org/drawingml/2006/main"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A3530-4937-4E24-98FA-87258D26F93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61184" y="2745627"/>
            <a:ext cx="4897356" cy="2994345"/>
          </a:xfrm>
          <a:custGeom xmlns:a="http://schemas.openxmlformats.org/drawingml/2006/main"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9F62C9-CB16-4814-9898-8C9A7504A06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57325" y="3443289"/>
            <a:ext cx="3490914" cy="2195512"/>
          </a:xfrm>
          <a:custGeom xmlns:a="http://schemas.openxmlformats.org/drawingml/2006/main"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2.xml><?xml version="1.0" encoding="utf-8"?>
<p:sldLayout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D62458-4DB4-4B0F-98C1-95C2308F6DB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05638" y="1052514"/>
            <a:ext cx="3424236" cy="1904999"/>
          </a:xfrm>
          <a:custGeom xmlns:a="http://schemas.openxmlformats.org/drawingml/2006/main"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3.xml><?xml version="1.0" encoding="utf-8"?>
<p:sldLayout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33BF561-A090-46BB-BFFF-3E741D5E33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375282" y="1269964"/>
            <a:ext cx="4518924" cy="3602550"/>
          </a:xfrm>
          <a:custGeom xmlns:a="http://schemas.openxmlformats.org/drawingml/2006/main"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3A1AF16-E6CE-4540-9086-3CC6C19BC9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1338" y="2345079"/>
            <a:ext cx="2419350" cy="3469935"/>
          </a:xfrm>
          <a:custGeom xmlns:a="http://schemas.openxmlformats.org/drawingml/2006/main"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92B3E28-847E-4607-8910-84B2BBD5D41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5DB4CB3-3174-4A46-898B-B8823F56307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516507" y="2719389"/>
            <a:ext cx="4776787" cy="3000375"/>
          </a:xfrm>
          <a:custGeom xmlns:a="http://schemas.openxmlformats.org/drawingml/2006/main"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D03639-67EE-4C6B-9E3E-E5D578DFA84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8858253" y="3820908"/>
            <a:ext cx="1036440" cy="2190046"/>
          </a:xfrm>
          <a:custGeom xmlns:a="http://schemas.openxmlformats.org/drawingml/2006/main"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FD68CDE-FEA7-487B-A275-0C8544B3651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69857" y="2448379"/>
            <a:ext cx="4158796" cy="2385302"/>
          </a:xfrm>
          <a:custGeom xmlns:a="http://schemas.openxmlformats.org/drawingml/2006/main"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6.xml><?xml version="1.0" encoding="utf-8"?>
<p:sldLayout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4B02B3-C9AF-454F-B561-5BDD504B7AA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586"/>
            <a:ext cx="12203112" cy="5380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066C88B-B403-4E45-8381-25AC0AC5367F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609373" y="2448379"/>
            <a:ext cx="4158796" cy="2385303"/>
          </a:xfrm>
          <a:custGeom xmlns:a="http://schemas.openxmlformats.org/drawingml/2006/main"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B7B230E-CF94-4A8E-B380-A4738723F632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4699" y="3989164"/>
            <a:ext cx="3354565" cy="2106837"/>
          </a:xfrm>
          <a:custGeom xmlns:a="http://schemas.openxmlformats.org/drawingml/2006/main"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245365C-FB59-472C-ACF6-D1FF6D10B704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24593" y="4248754"/>
            <a:ext cx="1367204" cy="1960902"/>
          </a:xfrm>
          <a:custGeom xmlns:a="http://schemas.openxmlformats.org/drawingml/2006/main"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E64D445-DC20-41EF-AF9B-A363362D0C81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1992310" y="4962071"/>
            <a:ext cx="638397" cy="1348964"/>
          </a:xfrm>
          <a:custGeom xmlns:a="http://schemas.openxmlformats.org/drawingml/2006/main"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833984C-DE7E-45D3-B407-8B9E65A2430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632431-51EF-4B6E-8EB1-CC65C9CAB99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09002" y="2163014"/>
            <a:ext cx="2327387" cy="2764391"/>
          </a:xfrm>
          <a:custGeom xmlns:a="http://schemas.openxmlformats.org/drawingml/2006/main"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8.xml><?xml version="1.0" encoding="utf-8"?>
<p:sldLayout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EBD4F6-B5FF-4F7F-A9A8-BCE4AFDA8C8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8018" y="2172910"/>
            <a:ext cx="1800345" cy="2634397"/>
          </a:xfrm>
          <a:custGeom xmlns:a="http://schemas.openxmlformats.org/drawingml/2006/main"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9.xml><?xml version="1.0" encoding="utf-8"?>
<p:sldLayout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DE7D589-C818-405E-A02A-35197D24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0.xml><?xml version="1.0" encoding="utf-8"?>
<p:sldLayout xmlns:p="http://schemas.openxmlformats.org/presentationml/2006/main" userDrawn="1">
  <p:cSld name="Contact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F978C8C-65C0-4AE6-825E-63AF8D447A5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171700"/>
            <a:ext cx="12192000" cy="4686300"/>
          </a:xfrm>
          <a:custGeom xmlns:a="http://schemas.openxmlformats.org/drawingml/2006/main"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1.xml><?xml version="1.0" encoding="utf-8"?>
<p:sldLayout xmlns:p="http://schemas.openxmlformats.org/presentationml/2006/main" userDrawn="1">
  <p:cSld name="Contact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B766A13-F3BF-4A60-908B-0FF8F790E9D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29717" y="1330610"/>
            <a:ext cx="2558766" cy="3114391"/>
          </a:xfrm>
          <a:custGeom xmlns:a="http://schemas.openxmlformats.org/drawingml/2006/main"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2.xml><?xml version="1.0" encoding="utf-8"?>
<p:sldLayout xmlns:p="http://schemas.openxmlformats.org/presentationml/2006/main" userDrawn="1">
  <p:cSld name="Contact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B23FC5E-E667-43C2-A436-B273DD201DC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809875"/>
            <a:ext cx="6997700" cy="4048125"/>
          </a:xfrm>
          <a:custGeom xmlns:a="http://schemas.openxmlformats.org/drawingml/2006/main"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3.xml><?xml version="1.0" encoding="utf-8"?>
<p:sldLayout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6A70C71E-BCDB-499B-94FA-B06D7A16189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913392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28CFBD46-32FC-4678-B59E-54A17E031BC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5646899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12E7293C-0372-437A-8F5F-C4A0A9E7A46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9380406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E34A6DC4-E4B0-4D39-A7B2-2F14EF7E5F2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913392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D090163D-36FE-4D26-8842-6C835B27502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646899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D6489D0C-0C97-4FCC-B6A2-4C8FA663EA7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9380406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4.xml><?xml version="1.0" encoding="utf-8"?>
<p:sldLayout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3211BED-193D-4322-8E70-D92B569A3BE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4678978"/>
            <a:ext cx="12192000" cy="2179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42f13b5d7c44f6" /><Relationship Type="http://schemas.openxmlformats.org/officeDocument/2006/relationships/slideLayout" Target="/ppt/slideLayouts/slideLayout1.xml" Id="R213d0192f56c41dd" /><Relationship Type="http://schemas.openxmlformats.org/officeDocument/2006/relationships/slideLayout" Target="/ppt/slideLayouts/slideLayout2.xml" Id="Rf19c8e6da62b493f" /><Relationship Type="http://schemas.openxmlformats.org/officeDocument/2006/relationships/slideLayout" Target="/ppt/slideLayouts/slideLayout3.xml" Id="Rc1b4ad2e7c8144c4" /><Relationship Type="http://schemas.openxmlformats.org/officeDocument/2006/relationships/slideLayout" Target="/ppt/slideLayouts/slideLayout4.xml" Id="R0e1d7f9a765f4aae" /><Relationship Type="http://schemas.openxmlformats.org/officeDocument/2006/relationships/slideLayout" Target="/ppt/slideLayouts/slideLayout5.xml" Id="R6012554bbbe642eb" /><Relationship Type="http://schemas.openxmlformats.org/officeDocument/2006/relationships/slideLayout" Target="/ppt/slideLayouts/slideLayout6.xml" Id="Rc41b838107f3425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4d7659fa45f4945" /><Relationship Type="http://schemas.openxmlformats.org/officeDocument/2006/relationships/slideLayout" Target="/ppt/slideLayouts/slideLayout7.xml" Id="Rcc90633735454770" /><Relationship Type="http://schemas.openxmlformats.org/officeDocument/2006/relationships/slideLayout" Target="/ppt/slideLayouts/slideLayout8.xml" Id="R4e444ec74c23460b" /><Relationship Type="http://schemas.openxmlformats.org/officeDocument/2006/relationships/slideLayout" Target="/ppt/slideLayouts/slideLayout9.xml" Id="Rf902137146394e88" /><Relationship Type="http://schemas.openxmlformats.org/officeDocument/2006/relationships/slideLayout" Target="/ppt/slideLayouts/slideLayout10.xml" Id="R290e253d817c43dd" /><Relationship Type="http://schemas.openxmlformats.org/officeDocument/2006/relationships/slideLayout" Target="/ppt/slideLayouts/slideLayout11.xml" Id="R1c25b1cbbb1444bf" /><Relationship Type="http://schemas.openxmlformats.org/officeDocument/2006/relationships/slideLayout" Target="/ppt/slideLayouts/slideLayout12.xml" Id="Re8ba8082c9d84ea4" /><Relationship Type="http://schemas.openxmlformats.org/officeDocument/2006/relationships/slideLayout" Target="/ppt/slideLayouts/slideLayout13.xml" Id="R3813893ef7f842c8" /><Relationship Type="http://schemas.openxmlformats.org/officeDocument/2006/relationships/slideLayout" Target="/ppt/slideLayouts/slideLayout14.xml" Id="Rb52cac769d114725" /><Relationship Type="http://schemas.openxmlformats.org/officeDocument/2006/relationships/slideLayout" Target="/ppt/slideLayouts/slideLayout15.xml" Id="Re348f9bd2e464c0e" /><Relationship Type="http://schemas.openxmlformats.org/officeDocument/2006/relationships/slideLayout" Target="/ppt/slideLayouts/slideLayout16.xml" Id="Rd2a01b2c28284ae1" /><Relationship Type="http://schemas.openxmlformats.org/officeDocument/2006/relationships/slideLayout" Target="/ppt/slideLayouts/slideLayout17.xml" Id="R584c837440bc499f" /><Relationship Type="http://schemas.openxmlformats.org/officeDocument/2006/relationships/slideLayout" Target="/ppt/slideLayouts/slideLayout18.xml" Id="Ra80ab1cd59eb4989" /><Relationship Type="http://schemas.openxmlformats.org/officeDocument/2006/relationships/slideLayout" Target="/ppt/slideLayouts/slideLayout19.xml" Id="R54fdc459a1c54d9d" /><Relationship Type="http://schemas.openxmlformats.org/officeDocument/2006/relationships/slideLayout" Target="/ppt/slideLayouts/slideLayout20.xml" Id="R39e81736cb144f1c" /><Relationship Type="http://schemas.openxmlformats.org/officeDocument/2006/relationships/slideLayout" Target="/ppt/slideLayouts/slideLayout21.xml" Id="R74ecba4309e74718" /><Relationship Type="http://schemas.openxmlformats.org/officeDocument/2006/relationships/slideLayout" Target="/ppt/slideLayouts/slideLayout22.xml" Id="R554994d37c48406f" /><Relationship Type="http://schemas.openxmlformats.org/officeDocument/2006/relationships/slideLayout" Target="/ppt/slideLayouts/slideLayout23.xml" Id="Rb9f187b103f24eff" /><Relationship Type="http://schemas.openxmlformats.org/officeDocument/2006/relationships/slideLayout" Target="/ppt/slideLayouts/slideLayout24.xml" Id="R2362339314d544b0" /><Relationship Type="http://schemas.openxmlformats.org/officeDocument/2006/relationships/slideLayout" Target="/ppt/slideLayouts/slideLayout25.xml" Id="Rb5929b2a5c5f4409" /><Relationship Type="http://schemas.openxmlformats.org/officeDocument/2006/relationships/slideLayout" Target="/ppt/slideLayouts/slideLayout26.xml" Id="Rfbfce43cd49c4e55" /><Relationship Type="http://schemas.openxmlformats.org/officeDocument/2006/relationships/slideLayout" Target="/ppt/slideLayouts/slideLayout27.xml" Id="R8733ea7449814547" /><Relationship Type="http://schemas.openxmlformats.org/officeDocument/2006/relationships/slideLayout" Target="/ppt/slideLayouts/slideLayout28.xml" Id="Rd57fac570e144184" /><Relationship Type="http://schemas.openxmlformats.org/officeDocument/2006/relationships/slideLayout" Target="/ppt/slideLayouts/slideLayout29.xml" Id="Rfbd940d3c11346ba" /><Relationship Type="http://schemas.openxmlformats.org/officeDocument/2006/relationships/slideLayout" Target="/ppt/slideLayouts/slideLayout30.xml" Id="Rd77251fa550f4141" /><Relationship Type="http://schemas.openxmlformats.org/officeDocument/2006/relationships/slideLayout" Target="/ppt/slideLayouts/slideLayout31.xml" Id="Rb115a4296c564029" /><Relationship Type="http://schemas.openxmlformats.org/officeDocument/2006/relationships/slideLayout" Target="/ppt/slideLayouts/slideLayout32.xml" Id="Rd4205d91dd804c0a" /><Relationship Type="http://schemas.openxmlformats.org/officeDocument/2006/relationships/slideLayout" Target="/ppt/slideLayouts/slideLayout33.xml" Id="Rd9f77d1fa3314f2d" /><Relationship Type="http://schemas.openxmlformats.org/officeDocument/2006/relationships/slideLayout" Target="/ppt/slideLayouts/slideLayout34.xml" Id="Racf97a67a2e74333" /><Relationship Type="http://schemas.openxmlformats.org/officeDocument/2006/relationships/slideLayout" Target="/ppt/slideLayouts/slideLayout35.xml" Id="R3a168df40ae84664" /><Relationship Type="http://schemas.openxmlformats.org/officeDocument/2006/relationships/slideLayout" Target="/ppt/slideLayouts/slideLayout36.xml" Id="R90dc42c4bd454281" /><Relationship Type="http://schemas.openxmlformats.org/officeDocument/2006/relationships/slideLayout" Target="/ppt/slideLayouts/slideLayout37.xml" Id="Rf43a21fd9a334c6f" /><Relationship Type="http://schemas.openxmlformats.org/officeDocument/2006/relationships/slideLayout" Target="/ppt/slideLayouts/slideLayout38.xml" Id="R1563469e2ed241ac" /><Relationship Type="http://schemas.openxmlformats.org/officeDocument/2006/relationships/slideLayout" Target="/ppt/slideLayouts/slideLayout39.xml" Id="Rfe487f7de6cd48c0" /><Relationship Type="http://schemas.openxmlformats.org/officeDocument/2006/relationships/slideLayout" Target="/ppt/slideLayouts/slideLayout40.xml" Id="Rad463b40023349c6" /><Relationship Type="http://schemas.openxmlformats.org/officeDocument/2006/relationships/slideLayout" Target="/ppt/slideLayouts/slideLayout41.xml" Id="Rbd84357b7e8f4e24" /><Relationship Type="http://schemas.openxmlformats.org/officeDocument/2006/relationships/slideLayout" Target="/ppt/slideLayouts/slideLayout42.xml" Id="Rea94e81019384cb0" /><Relationship Type="http://schemas.openxmlformats.org/officeDocument/2006/relationships/slideLayout" Target="/ppt/slideLayouts/slideLayout43.xml" Id="R14867056b8c74af2" /><Relationship Type="http://schemas.openxmlformats.org/officeDocument/2006/relationships/slideLayout" Target="/ppt/slideLayouts/slideLayout44.xml" Id="R09a3651b7e6f4e45" /><Relationship Type="http://schemas.openxmlformats.org/officeDocument/2006/relationships/slideLayout" Target="/ppt/slideLayouts/slideLayout45.xml" Id="R88d991f85b1a4611" /><Relationship Type="http://schemas.openxmlformats.org/officeDocument/2006/relationships/slideLayout" Target="/ppt/slideLayouts/slideLayout46.xml" Id="R3a633f6e135740cf" /><Relationship Type="http://schemas.openxmlformats.org/officeDocument/2006/relationships/slideLayout" Target="/ppt/slideLayouts/slideLayout47.xml" Id="R2d3a5effa7b24b40" /><Relationship Type="http://schemas.openxmlformats.org/officeDocument/2006/relationships/slideLayout" Target="/ppt/slideLayouts/slideLayout48.xml" Id="R991ae4035e0549a3" /><Relationship Type="http://schemas.openxmlformats.org/officeDocument/2006/relationships/slideLayout" Target="/ppt/slideLayouts/slideLayout49.xml" Id="R22e553658a9043a0" /><Relationship Type="http://schemas.openxmlformats.org/officeDocument/2006/relationships/slideLayout" Target="/ppt/slideLayouts/slideLayout50.xml" Id="R603bbd9566f6482c" /><Relationship Type="http://schemas.openxmlformats.org/officeDocument/2006/relationships/slideLayout" Target="/ppt/slideLayouts/slideLayout51.xml" Id="R6648939ae80e4b51" /><Relationship Type="http://schemas.openxmlformats.org/officeDocument/2006/relationships/slideLayout" Target="/ppt/slideLayouts/slideLayout52.xml" Id="R60335e1ce0b84294" /><Relationship Type="http://schemas.openxmlformats.org/officeDocument/2006/relationships/slideLayout" Target="/ppt/slideLayouts/slideLayout53.xml" Id="Rdde45a3cca6b4b2e" /><Relationship Type="http://schemas.openxmlformats.org/officeDocument/2006/relationships/slideLayout" Target="/ppt/slideLayouts/slideLayout54.xml" Id="Re26af8cb3c814b15" /><Relationship Type="http://schemas.openxmlformats.org/officeDocument/2006/relationships/slideLayout" Target="/ppt/slideLayouts/slideLayout55.xml" Id="R8b083258b1004377" /><Relationship Type="http://schemas.openxmlformats.org/officeDocument/2006/relationships/slideLayout" Target="/ppt/slideLayouts/slideLayout56.xml" Id="Rb88c37808af04493" /><Relationship Type="http://schemas.openxmlformats.org/officeDocument/2006/relationships/slideLayout" Target="/ppt/slideLayouts/slideLayout57.xml" Id="Re5881def2e4d44de" /><Relationship Type="http://schemas.openxmlformats.org/officeDocument/2006/relationships/slideLayout" Target="/ppt/slideLayouts/slideLayout58.xml" Id="R74a3c7c804b74155" /><Relationship Type="http://schemas.openxmlformats.org/officeDocument/2006/relationships/slideLayout" Target="/ppt/slideLayouts/slideLayout59.xml" Id="Rdc06b071630d41eb" /><Relationship Type="http://schemas.openxmlformats.org/officeDocument/2006/relationships/slideLayout" Target="/ppt/slideLayouts/slideLayout60.xml" Id="R0072b77d0af442fa" /><Relationship Type="http://schemas.openxmlformats.org/officeDocument/2006/relationships/slideLayout" Target="/ppt/slideLayouts/slideLayout61.xml" Id="R9cb4cdbf5bbb40c9" /><Relationship Type="http://schemas.openxmlformats.org/officeDocument/2006/relationships/slideLayout" Target="/ppt/slideLayouts/slideLayout62.xml" Id="R495568e02d2b4048" /><Relationship Type="http://schemas.openxmlformats.org/officeDocument/2006/relationships/slideLayout" Target="/ppt/slideLayouts/slideLayout63.xml" Id="R0e0eff3cc5904fd9" /><Relationship Type="http://schemas.openxmlformats.org/officeDocument/2006/relationships/slideLayout" Target="/ppt/slideLayouts/slideLayout64.xml" Id="Rdb1c43f1a43441f9" /><Relationship Type="http://schemas.openxmlformats.org/officeDocument/2006/relationships/slideLayout" Target="/ppt/slideLayouts/slideLayout65.xml" Id="R736b25a365f0428b" /><Relationship Type="http://schemas.openxmlformats.org/officeDocument/2006/relationships/slideLayout" Target="/ppt/slideLayouts/slideLayout66.xml" Id="R8d3232c2abe44191" /><Relationship Type="http://schemas.openxmlformats.org/officeDocument/2006/relationships/slideLayout" Target="/ppt/slideLayouts/slideLayout67.xml" Id="Rcfed88f543cc4554" /><Relationship Type="http://schemas.openxmlformats.org/officeDocument/2006/relationships/slideLayout" Target="/ppt/slideLayouts/slideLayout68.xml" Id="R17e8fc8303624440" /><Relationship Type="http://schemas.openxmlformats.org/officeDocument/2006/relationships/slideLayout" Target="/ppt/slideLayouts/slideLayout69.xml" Id="Ra85ac989397b4f44" /><Relationship Type="http://schemas.openxmlformats.org/officeDocument/2006/relationships/slideLayout" Target="/ppt/slideLayouts/slideLayout70.xml" Id="Rf212bc9101a7415f" /><Relationship Type="http://schemas.openxmlformats.org/officeDocument/2006/relationships/slideLayout" Target="/ppt/slideLayouts/slideLayout71.xml" Id="R4e4c461c2c174287" /><Relationship Type="http://schemas.openxmlformats.org/officeDocument/2006/relationships/slideLayout" Target="/ppt/slideLayouts/slideLayout72.xml" Id="R01d7475c0d034702" /><Relationship Type="http://schemas.openxmlformats.org/officeDocument/2006/relationships/slideLayout" Target="/ppt/slideLayouts/slideLayout73.xml" Id="R53c03e612d6a4d1f" /><Relationship Type="http://schemas.openxmlformats.org/officeDocument/2006/relationships/slideLayout" Target="/ppt/slideLayouts/slideLayout74.xml" Id="R1d6fa689c98e4687" /><Relationship Type="http://schemas.openxmlformats.org/officeDocument/2006/relationships/slideLayout" Target="/ppt/slideLayouts/slideLayout75.xml" Id="R6562b3315d354a2a" /><Relationship Type="http://schemas.openxmlformats.org/officeDocument/2006/relationships/slideLayout" Target="/ppt/slideLayouts/slideLayout76.xml" Id="Refa2e89edcb743e7" /><Relationship Type="http://schemas.openxmlformats.org/officeDocument/2006/relationships/slideLayout" Target="/ppt/slideLayouts/slideLayout77.xml" Id="R0af905adf5a44b91" /><Relationship Type="http://schemas.openxmlformats.org/officeDocument/2006/relationships/slideLayout" Target="/ppt/slideLayouts/slideLayout78.xml" Id="Re8629ae765994d2b" /><Relationship Type="http://schemas.openxmlformats.org/officeDocument/2006/relationships/slideLayout" Target="/ppt/slideLayouts/slideLayout79.xml" Id="Ra7289ab086bf4472" /><Relationship Type="http://schemas.openxmlformats.org/officeDocument/2006/relationships/slideLayout" Target="/ppt/slideLayouts/slideLayout80.xml" Id="R334d99fe0da343f3" /><Relationship Type="http://schemas.openxmlformats.org/officeDocument/2006/relationships/slideLayout" Target="/ppt/slideLayouts/slideLayout81.xml" Id="R912260e681c240a4" /><Relationship Type="http://schemas.openxmlformats.org/officeDocument/2006/relationships/slideLayout" Target="/ppt/slideLayouts/slideLayout82.xml" Id="R3701e30700a64424" /><Relationship Type="http://schemas.openxmlformats.org/officeDocument/2006/relationships/slideLayout" Target="/ppt/slideLayouts/slideLayout83.xml" Id="R8a542b7ee8b14450" /><Relationship Type="http://schemas.openxmlformats.org/officeDocument/2006/relationships/slideLayout" Target="/ppt/slideLayouts/slideLayout84.xml" Id="R361e1a22238244fc" /><Relationship Type="http://schemas.openxmlformats.org/officeDocument/2006/relationships/slideLayout" Target="/ppt/slideLayouts/slideLayout85.xml" Id="R616753f9095b43f4" /><Relationship Type="http://schemas.openxmlformats.org/officeDocument/2006/relationships/slideLayout" Target="/ppt/slideLayouts/slideLayout86.xml" Id="Rb5c45d2aeac14cd6" /><Relationship Type="http://schemas.openxmlformats.org/officeDocument/2006/relationships/slideLayout" Target="/ppt/slideLayouts/slideLayout87.xml" Id="Rb21ded4593e84680" /><Relationship Type="http://schemas.openxmlformats.org/officeDocument/2006/relationships/slideLayout" Target="/ppt/slideLayouts/slideLayout88.xml" Id="R71d64bc25f1c496f" /><Relationship Type="http://schemas.openxmlformats.org/officeDocument/2006/relationships/slideLayout" Target="/ppt/slideLayouts/slideLayout89.xml" Id="Ra1ef22571fab42e8" /><Relationship Type="http://schemas.openxmlformats.org/officeDocument/2006/relationships/slideLayout" Target="/ppt/slideLayouts/slideLayout90.xml" Id="R30ea4d50b8a64b32" /><Relationship Type="http://schemas.openxmlformats.org/officeDocument/2006/relationships/slideLayout" Target="/ppt/slideLayouts/slideLayout91.xml" Id="R3fc0ded933024489" /><Relationship Type="http://schemas.openxmlformats.org/officeDocument/2006/relationships/slideLayout" Target="/ppt/slideLayouts/slideLayout92.xml" Id="Rfcf26598d8804667" /><Relationship Type="http://schemas.openxmlformats.org/officeDocument/2006/relationships/slideLayout" Target="/ppt/slideLayouts/slideLayout93.xml" Id="R1f0e4614b7a64abb" /><Relationship Type="http://schemas.openxmlformats.org/officeDocument/2006/relationships/slideLayout" Target="/ppt/slideLayouts/slideLayout94.xml" Id="R50e653ee117b422f" /><Relationship Type="http://schemas.openxmlformats.org/officeDocument/2006/relationships/slideLayout" Target="/ppt/slideLayouts/slideLayout95.xml" Id="R45684ef25d6e4ddb" /><Relationship Type="http://schemas.openxmlformats.org/officeDocument/2006/relationships/slideLayout" Target="/ppt/slideLayouts/slideLayout96.xml" Id="Rb2ccf9a8eafd40ba" /><Relationship Type="http://schemas.openxmlformats.org/officeDocument/2006/relationships/slideLayout" Target="/ppt/slideLayouts/slideLayout97.xml" Id="R739716db8dad44c2" /><Relationship Type="http://schemas.openxmlformats.org/officeDocument/2006/relationships/slideLayout" Target="/ppt/slideLayouts/slideLayout98.xml" Id="Rd812e9806bfd4837" /><Relationship Type="http://schemas.openxmlformats.org/officeDocument/2006/relationships/slideLayout" Target="/ppt/slideLayouts/slideLayout99.xml" Id="R4029139b42984fce" /><Relationship Type="http://schemas.openxmlformats.org/officeDocument/2006/relationships/slideLayout" Target="/ppt/slideLayouts/slideLayout100.xml" Id="R1a60a0d0804240fe" /><Relationship Type="http://schemas.openxmlformats.org/officeDocument/2006/relationships/slideLayout" Target="/ppt/slideLayouts/slideLayout101.xml" Id="R409acd7356314687" /><Relationship Type="http://schemas.openxmlformats.org/officeDocument/2006/relationships/slideLayout" Target="/ppt/slideLayouts/slideLayout102.xml" Id="Rbe7a6e24410843af" /><Relationship Type="http://schemas.openxmlformats.org/officeDocument/2006/relationships/slideLayout" Target="/ppt/slideLayouts/slideLayout103.xml" Id="R4a85089eab914665" /><Relationship Type="http://schemas.openxmlformats.org/officeDocument/2006/relationships/slideLayout" Target="/ppt/slideLayouts/slideLayout104.xml" Id="R8fb2142c22a744ce" /><Relationship Type="http://schemas.openxmlformats.org/officeDocument/2006/relationships/slideLayout" Target="/ppt/slideLayouts/slideLayout105.xml" Id="R80994702d0c447e5" /><Relationship Type="http://schemas.openxmlformats.org/officeDocument/2006/relationships/slideLayout" Target="/ppt/slideLayouts/slideLayout106.xml" Id="R7d72e44809da4d2f" /><Relationship Type="http://schemas.openxmlformats.org/officeDocument/2006/relationships/slideLayout" Target="/ppt/slideLayouts/slideLayout107.xml" Id="Rf0f4c28dac984584" /><Relationship Type="http://schemas.openxmlformats.org/officeDocument/2006/relationships/slideLayout" Target="/ppt/slideLayouts/slideLayout108.xml" Id="R2e24dca285bb4166" /><Relationship Type="http://schemas.openxmlformats.org/officeDocument/2006/relationships/slideLayout" Target="/ppt/slideLayouts/slideLayout109.xml" Id="R6983d09eaa384b2e" /><Relationship Type="http://schemas.openxmlformats.org/officeDocument/2006/relationships/slideLayout" Target="/ppt/slideLayouts/slideLayout110.xml" Id="R198c8f3137654dcd" /><Relationship Type="http://schemas.openxmlformats.org/officeDocument/2006/relationships/slideLayout" Target="/ppt/slideLayouts/slideLayout111.xml" Id="R2515dc296ba24eed" /><Relationship Type="http://schemas.openxmlformats.org/officeDocument/2006/relationships/slideLayout" Target="/ppt/slideLayouts/slideLayout112.xml" Id="R85d54a5edfc643dd" /><Relationship Type="http://schemas.openxmlformats.org/officeDocument/2006/relationships/slideLayout" Target="/ppt/slideLayouts/slideLayout113.xml" Id="R0a2681ecb994440f" /><Relationship Type="http://schemas.openxmlformats.org/officeDocument/2006/relationships/slideLayout" Target="/ppt/slideLayouts/slideLayout114.xml" Id="Re4b9cf82290c4152" /><Relationship Type="http://schemas.openxmlformats.org/officeDocument/2006/relationships/slideLayout" Target="/ppt/slideLayouts/slideLayout115.xml" Id="R4a3bf8ca77ef48fc" /><Relationship Type="http://schemas.openxmlformats.org/officeDocument/2006/relationships/slideLayout" Target="/ppt/slideLayouts/slideLayout116.xml" Id="R219b5b1424d24a8c" /><Relationship Type="http://schemas.openxmlformats.org/officeDocument/2006/relationships/slideLayout" Target="/ppt/slideLayouts/slideLayout117.xml" Id="Rb8891bd1313b4ad6" /><Relationship Type="http://schemas.openxmlformats.org/officeDocument/2006/relationships/slideLayout" Target="/ppt/slideLayouts/slideLayout118.xml" Id="R6ae324f138984902" /><Relationship Type="http://schemas.openxmlformats.org/officeDocument/2006/relationships/slideLayout" Target="/ppt/slideLayouts/slideLayout119.xml" Id="R80a7113c54564613" /><Relationship Type="http://schemas.openxmlformats.org/officeDocument/2006/relationships/slideLayout" Target="/ppt/slideLayouts/slideLayout120.xml" Id="R20919d6aca6244b1" /><Relationship Type="http://schemas.openxmlformats.org/officeDocument/2006/relationships/slideLayout" Target="/ppt/slideLayouts/slideLayout121.xml" Id="R709bb66701ab4039" /><Relationship Type="http://schemas.openxmlformats.org/officeDocument/2006/relationships/slideLayout" Target="/ppt/slideLayouts/slideLayout122.xml" Id="Rd6926b91dd2a4a60" /><Relationship Type="http://schemas.openxmlformats.org/officeDocument/2006/relationships/slideLayout" Target="/ppt/slideLayouts/slideLayout123.xml" Id="R3f0f3617a262494c" /><Relationship Type="http://schemas.openxmlformats.org/officeDocument/2006/relationships/slideLayout" Target="/ppt/slideLayouts/slideLayout124.xml" Id="R7390321093de453e" /><Relationship Type="http://schemas.openxmlformats.org/officeDocument/2006/relationships/slideLayout" Target="/ppt/slideLayouts/slideLayout125.xml" Id="R7b27d74c643b4f9b" /><Relationship Type="http://schemas.openxmlformats.org/officeDocument/2006/relationships/slideLayout" Target="/ppt/slideLayouts/slideLayout126.xml" Id="R5beac1f308924d81" /><Relationship Type="http://schemas.openxmlformats.org/officeDocument/2006/relationships/slideLayout" Target="/ppt/slideLayouts/slideLayout127.xml" Id="R225c618bb4af4f24" /><Relationship Type="http://schemas.openxmlformats.org/officeDocument/2006/relationships/slideLayout" Target="/ppt/slideLayouts/slideLayout128.xml" Id="Rb80872454e4449c3" /><Relationship Type="http://schemas.openxmlformats.org/officeDocument/2006/relationships/slideLayout" Target="/ppt/slideLayouts/slideLayout129.xml" Id="R0ad07f70bf6144d9" /><Relationship Type="http://schemas.openxmlformats.org/officeDocument/2006/relationships/slideLayout" Target="/ppt/slideLayouts/slideLayout130.xml" Id="Rc8120d01d4e84010" /><Relationship Type="http://schemas.openxmlformats.org/officeDocument/2006/relationships/slideLayout" Target="/ppt/slideLayouts/slideLayout131.xml" Id="Rcb571cbd841e4872" /><Relationship Type="http://schemas.openxmlformats.org/officeDocument/2006/relationships/slideLayout" Target="/ppt/slideLayouts/slideLayout132.xml" Id="Rf58aa14be4de46b6" /><Relationship Type="http://schemas.openxmlformats.org/officeDocument/2006/relationships/slideLayout" Target="/ppt/slideLayouts/slideLayout133.xml" Id="Racaadbbc06844512" /><Relationship Type="http://schemas.openxmlformats.org/officeDocument/2006/relationships/slideLayout" Target="/ppt/slideLayouts/slideLayout134.xml" Id="R6bef9a6f143c43fa" /><Relationship Type="http://schemas.openxmlformats.org/officeDocument/2006/relationships/slideLayout" Target="/ppt/slideLayouts/slideLayout135.xml" Id="Rb13b00b1ce9c46c4" /><Relationship Type="http://schemas.openxmlformats.org/officeDocument/2006/relationships/slideLayout" Target="/ppt/slideLayouts/slideLayout136.xml" Id="Rfd42bddc9abc4d18" /><Relationship Type="http://schemas.openxmlformats.org/officeDocument/2006/relationships/slideLayout" Target="/ppt/slideLayouts/slideLayout137.xml" Id="R6ca6f301a4994bbb" /><Relationship Type="http://schemas.openxmlformats.org/officeDocument/2006/relationships/slideLayout" Target="/ppt/slideLayouts/slideLayout138.xml" Id="Rfdba45c81a91465f" /><Relationship Type="http://schemas.openxmlformats.org/officeDocument/2006/relationships/slideLayout" Target="/ppt/slideLayouts/slideLayout139.xml" Id="R728ea1d0baa94e74" /><Relationship Type="http://schemas.openxmlformats.org/officeDocument/2006/relationships/slideLayout" Target="/ppt/slideLayouts/slideLayout140.xml" Id="R87968fdea2e94ac2" /><Relationship Type="http://schemas.openxmlformats.org/officeDocument/2006/relationships/slideLayout" Target="/ppt/slideLayouts/slideLayout141.xml" Id="Re9f2310287f84997" /><Relationship Type="http://schemas.openxmlformats.org/officeDocument/2006/relationships/slideLayout" Target="/ppt/slideLayouts/slideLayout142.xml" Id="Rdc1f2e532ca4419c" /><Relationship Type="http://schemas.openxmlformats.org/officeDocument/2006/relationships/slideLayout" Target="/ppt/slideLayouts/slideLayout143.xml" Id="R5200b4f36835487a" /><Relationship Type="http://schemas.openxmlformats.org/officeDocument/2006/relationships/slideLayout" Target="/ppt/slideLayouts/slideLayout144.xml" Id="R808dfd8705d4421f" /><Relationship Type="http://schemas.openxmlformats.org/officeDocument/2006/relationships/slideLayout" Target="/ppt/slideLayouts/slideLayout145.xml" Id="R804ba269a7944bfa" /><Relationship Type="http://schemas.openxmlformats.org/officeDocument/2006/relationships/slideLayout" Target="/ppt/slideLayouts/slideLayout146.xml" Id="Rbec068a52f4444c6" /><Relationship Type="http://schemas.openxmlformats.org/officeDocument/2006/relationships/slideLayout" Target="/ppt/slideLayouts/slideLayout147.xml" Id="R516b25fb052c4fa9" /><Relationship Type="http://schemas.openxmlformats.org/officeDocument/2006/relationships/slideLayout" Target="/ppt/slideLayouts/slideLayout148.xml" Id="Rdbe7e5c1d6d84f65" /><Relationship Type="http://schemas.openxmlformats.org/officeDocument/2006/relationships/slideLayout" Target="/ppt/slideLayouts/slideLayout149.xml" Id="Rf88d802a0f48472f" /><Relationship Type="http://schemas.openxmlformats.org/officeDocument/2006/relationships/slideLayout" Target="/ppt/slideLayouts/slideLayout150.xml" Id="R7e8feca0eb684355" /><Relationship Type="http://schemas.openxmlformats.org/officeDocument/2006/relationships/slideLayout" Target="/ppt/slideLayouts/slideLayout151.xml" Id="Rdb7e444ea60a4e73" /><Relationship Type="http://schemas.openxmlformats.org/officeDocument/2006/relationships/slideLayout" Target="/ppt/slideLayouts/slideLayout152.xml" Id="R92a30b680c0a4ba7" /><Relationship Type="http://schemas.openxmlformats.org/officeDocument/2006/relationships/slideLayout" Target="/ppt/slideLayouts/slideLayout153.xml" Id="Rb32e0bd887eb49ce" /><Relationship Type="http://schemas.openxmlformats.org/officeDocument/2006/relationships/slideLayout" Target="/ppt/slideLayouts/slideLayout154.xml" Id="Rf3dc49e67caf4f59" /><Relationship Type="http://schemas.openxmlformats.org/officeDocument/2006/relationships/slideLayout" Target="/ppt/slideLayouts/slideLayout155.xml" Id="R4d1e1414358a4996" /><Relationship Type="http://schemas.openxmlformats.org/officeDocument/2006/relationships/slideLayout" Target="/ppt/slideLayouts/slideLayout156.xml" Id="Rb68a02720115484f" /><Relationship Type="http://schemas.openxmlformats.org/officeDocument/2006/relationships/slideLayout" Target="/ppt/slideLayouts/slideLayout157.xml" Id="R35b1288f31364cbb" /><Relationship Type="http://schemas.openxmlformats.org/officeDocument/2006/relationships/slideLayout" Target="/ppt/slideLayouts/slideLayout158.xml" Id="R067999c144b94221" /><Relationship Type="http://schemas.openxmlformats.org/officeDocument/2006/relationships/slideLayout" Target="/ppt/slideLayouts/slideLayout159.xml" Id="R42e40fcbd21f486c" /><Relationship Type="http://schemas.openxmlformats.org/officeDocument/2006/relationships/slideLayout" Target="/ppt/slideLayouts/slideLayout160.xml" Id="Re8661872ed8643fe" /><Relationship Type="http://schemas.openxmlformats.org/officeDocument/2006/relationships/slideLayout" Target="/ppt/slideLayouts/slideLayout161.xml" Id="Rf2597699f3e84914" /><Relationship Type="http://schemas.openxmlformats.org/officeDocument/2006/relationships/slideLayout" Target="/ppt/slideLayouts/slideLayout162.xml" Id="Ra653f1084a0649aa" /><Relationship Type="http://schemas.openxmlformats.org/officeDocument/2006/relationships/slideLayout" Target="/ppt/slideLayouts/slideLayout163.xml" Id="R33fbb6d73beb4413" /><Relationship Type="http://schemas.openxmlformats.org/officeDocument/2006/relationships/slideLayout" Target="/ppt/slideLayouts/slideLayout164.xml" Id="Rd9204c66f7bc49b8" /><Relationship Type="http://schemas.openxmlformats.org/officeDocument/2006/relationships/slideLayout" Target="/ppt/slideLayouts/slideLayout165.xml" Id="Ra271a59ae83d40f3" /><Relationship Type="http://schemas.openxmlformats.org/officeDocument/2006/relationships/slideLayout" Target="/ppt/slideLayouts/slideLayout166.xml" Id="Rfc886c77ae924877" /><Relationship Type="http://schemas.openxmlformats.org/officeDocument/2006/relationships/slideLayout" Target="/ppt/slideLayouts/slideLayout167.xml" Id="Rf0f19287056d4447" /><Relationship Type="http://schemas.openxmlformats.org/officeDocument/2006/relationships/slideLayout" Target="/ppt/slideLayouts/slideLayout168.xml" Id="R132638c7e53f4be6" /><Relationship Type="http://schemas.openxmlformats.org/officeDocument/2006/relationships/slideLayout" Target="/ppt/slideLayouts/slideLayout169.xml" Id="R155253a0f57248bc" /><Relationship Type="http://schemas.openxmlformats.org/officeDocument/2006/relationships/slideLayout" Target="/ppt/slideLayouts/slideLayout170.xml" Id="R83fcd66ecad049d9" /><Relationship Type="http://schemas.openxmlformats.org/officeDocument/2006/relationships/slideLayout" Target="/ppt/slideLayouts/slideLayout171.xml" Id="Rafd864387fd94944" /><Relationship Type="http://schemas.openxmlformats.org/officeDocument/2006/relationships/slideLayout" Target="/ppt/slideLayouts/slideLayout172.xml" Id="R63c6530bed0b4140" /><Relationship Type="http://schemas.openxmlformats.org/officeDocument/2006/relationships/slideLayout" Target="/ppt/slideLayouts/slideLayout173.xml" Id="R1874c4c8d9934992" /><Relationship Type="http://schemas.openxmlformats.org/officeDocument/2006/relationships/slideLayout" Target="/ppt/slideLayouts/slideLayout174.xml" Id="R4bc49f495b024833" /><Relationship Type="http://schemas.openxmlformats.org/officeDocument/2006/relationships/slideLayout" Target="/ppt/slideLayouts/slideLayout175.xml" Id="R91050ed0886e4ea8" /><Relationship Type="http://schemas.openxmlformats.org/officeDocument/2006/relationships/slideLayout" Target="/ppt/slideLayouts/slideLayout176.xml" Id="R2afca3f53f324592" /><Relationship Type="http://schemas.openxmlformats.org/officeDocument/2006/relationships/slideLayout" Target="/ppt/slideLayouts/slideLayout177.xml" Id="R7a49a3e13feb4b07" /><Relationship Type="http://schemas.openxmlformats.org/officeDocument/2006/relationships/slideLayout" Target="/ppt/slideLayouts/slideLayout178.xml" Id="R8d2b3003378d4454" /><Relationship Type="http://schemas.openxmlformats.org/officeDocument/2006/relationships/slideLayout" Target="/ppt/slideLayouts/slideLayout179.xml" Id="R0c8712faf8284499" /><Relationship Type="http://schemas.openxmlformats.org/officeDocument/2006/relationships/slideLayout" Target="/ppt/slideLayouts/slideLayout180.xml" Id="R35defd4bcb214a3f" /><Relationship Type="http://schemas.openxmlformats.org/officeDocument/2006/relationships/slideLayout" Target="/ppt/slideLayouts/slideLayout181.xml" Id="R5097b1562d2a4dc3" /><Relationship Type="http://schemas.openxmlformats.org/officeDocument/2006/relationships/slideLayout" Target="/ppt/slideLayouts/slideLayout182.xml" Id="Rf02f7aba9eec428e" /><Relationship Type="http://schemas.openxmlformats.org/officeDocument/2006/relationships/slideLayout" Target="/ppt/slideLayouts/slideLayout183.xml" Id="R122589829a7c469f" /><Relationship Type="http://schemas.openxmlformats.org/officeDocument/2006/relationships/slideLayout" Target="/ppt/slideLayouts/slideLayout184.xml" Id="Re4afbe744e1343f6" /><Relationship Type="http://schemas.openxmlformats.org/officeDocument/2006/relationships/slideLayout" Target="/ppt/slideLayouts/slideLayout185.xml" Id="R75b7e0a49bdd440c" /><Relationship Type="http://schemas.openxmlformats.org/officeDocument/2006/relationships/slideLayout" Target="/ppt/slideLayouts/slideLayout186.xml" Id="R0d18003ede9147e4" /><Relationship Type="http://schemas.openxmlformats.org/officeDocument/2006/relationships/slideLayout" Target="/ppt/slideLayouts/slideLayout187.xml" Id="R81ecb2096294415e" /><Relationship Type="http://schemas.openxmlformats.org/officeDocument/2006/relationships/slideLayout" Target="/ppt/slideLayouts/slideLayout188.xml" Id="R4eb04335cada48c0" /><Relationship Type="http://schemas.openxmlformats.org/officeDocument/2006/relationships/slideLayout" Target="/ppt/slideLayouts/slideLayout189.xml" Id="R0ede3c5ed3c14379" /><Relationship Type="http://schemas.openxmlformats.org/officeDocument/2006/relationships/slideLayout" Target="/ppt/slideLayouts/slideLayout190.xml" Id="R5520fe1dae92497e" /><Relationship Type="http://schemas.openxmlformats.org/officeDocument/2006/relationships/slideLayout" Target="/ppt/slideLayouts/slideLayout191.xml" Id="Rc0755475de434350" /><Relationship Type="http://schemas.openxmlformats.org/officeDocument/2006/relationships/slideLayout" Target="/ppt/slideLayouts/slideLayout192.xml" Id="Ree206bdff3314938" /><Relationship Type="http://schemas.openxmlformats.org/officeDocument/2006/relationships/slideLayout" Target="/ppt/slideLayouts/slideLayout193.xml" Id="R6416ff7cf9154efe" /><Relationship Type="http://schemas.openxmlformats.org/officeDocument/2006/relationships/slideLayout" Target="/ppt/slideLayouts/slideLayout194.xml" Id="R8d04f71fe1af4223" /><Relationship Type="http://schemas.openxmlformats.org/officeDocument/2006/relationships/slideLayout" Target="/ppt/slideLayouts/slideLayout195.xml" Id="R95e4d6a0c21b4ab1" /><Relationship Type="http://schemas.openxmlformats.org/officeDocument/2006/relationships/slideLayout" Target="/ppt/slideLayouts/slideLayout196.xml" Id="Rccc950cf89a34ad7" /><Relationship Type="http://schemas.openxmlformats.org/officeDocument/2006/relationships/slideLayout" Target="/ppt/slideLayouts/slideLayout197.xml" Id="Re90bd08a15644941" /><Relationship Type="http://schemas.openxmlformats.org/officeDocument/2006/relationships/slideLayout" Target="/ppt/slideLayouts/slideLayout198.xml" Id="Rcc7449461c754337" /><Relationship Type="http://schemas.openxmlformats.org/officeDocument/2006/relationships/slideLayout" Target="/ppt/slideLayouts/slideLayout199.xml" Id="R5167b0df005740b2" /><Relationship Type="http://schemas.openxmlformats.org/officeDocument/2006/relationships/slideLayout" Target="/ppt/slideLayouts/slideLayout200.xml" Id="R6ed4d7d8e2394914" /><Relationship Type="http://schemas.openxmlformats.org/officeDocument/2006/relationships/slideLayout" Target="/ppt/slideLayouts/slideLayout201.xml" Id="R733b91de439f4131" /><Relationship Type="http://schemas.openxmlformats.org/officeDocument/2006/relationships/slideLayout" Target="/ppt/slideLayouts/slideLayout202.xml" Id="R4bc1cb2340a549bb" /><Relationship Type="http://schemas.openxmlformats.org/officeDocument/2006/relationships/slideLayout" Target="/ppt/slideLayouts/slideLayout203.xml" Id="Rd2679b6e712740f4" /><Relationship Type="http://schemas.openxmlformats.org/officeDocument/2006/relationships/slideLayout" Target="/ppt/slideLayouts/slideLayout204.xml" Id="R5047693558b941f1" /><Relationship Type="http://schemas.openxmlformats.org/officeDocument/2006/relationships/slideLayout" Target="/ppt/slideLayouts/slideLayout205.xml" Id="Rb2297a2d476e4ad4" /><Relationship Type="http://schemas.openxmlformats.org/officeDocument/2006/relationships/slideLayout" Target="/ppt/slideLayouts/slideLayout206.xml" Id="Rda18fbf2a1f24a98" /><Relationship Type="http://schemas.openxmlformats.org/officeDocument/2006/relationships/slideLayout" Target="/ppt/slideLayouts/slideLayout207.xml" Id="R4b0aa5b99a91497a" /><Relationship Type="http://schemas.openxmlformats.org/officeDocument/2006/relationships/slideLayout" Target="/ppt/slideLayouts/slideLayout208.xml" Id="R18479a7b38b0474a" /><Relationship Type="http://schemas.openxmlformats.org/officeDocument/2006/relationships/slideLayout" Target="/ppt/slideLayouts/slideLayout209.xml" Id="R697581ea140e4050" /><Relationship Type="http://schemas.openxmlformats.org/officeDocument/2006/relationships/slideLayout" Target="/ppt/slideLayouts/slideLayout210.xml" Id="Re376d8a67c21483d" /><Relationship Type="http://schemas.openxmlformats.org/officeDocument/2006/relationships/slideLayout" Target="/ppt/slideLayouts/slideLayout211.xml" Id="Rcb9ff4b42e854521" /><Relationship Type="http://schemas.openxmlformats.org/officeDocument/2006/relationships/slideLayout" Target="/ppt/slideLayouts/slideLayout212.xml" Id="Rbab0d2e61a684db3" /><Relationship Type="http://schemas.openxmlformats.org/officeDocument/2006/relationships/slideLayout" Target="/ppt/slideLayouts/slideLayout213.xml" Id="R88ecf227cc6146c0" /><Relationship Type="http://schemas.openxmlformats.org/officeDocument/2006/relationships/slideLayout" Target="/ppt/slideLayouts/slideLayout214.xml" Id="R388f89ec40244296" /><Relationship Type="http://schemas.openxmlformats.org/officeDocument/2006/relationships/slideLayout" Target="/ppt/slideLayouts/slideLayout215.xml" Id="R1b9e0b4c7a1148e2" /><Relationship Type="http://schemas.openxmlformats.org/officeDocument/2006/relationships/slideLayout" Target="/ppt/slideLayouts/slideLayout216.xml" Id="R91a12c8ecda44ff8" /><Relationship Type="http://schemas.openxmlformats.org/officeDocument/2006/relationships/slideLayout" Target="/ppt/slideLayouts/slideLayout217.xml" Id="Raa183f0b18874877" /><Relationship Type="http://schemas.openxmlformats.org/officeDocument/2006/relationships/slideLayout" Target="/ppt/slideLayouts/slideLayout218.xml" Id="R985c2534d191495b" /><Relationship Type="http://schemas.openxmlformats.org/officeDocument/2006/relationships/slideLayout" Target="/ppt/slideLayouts/slideLayout219.xml" Id="R61ad04d09dbe4cb9" /><Relationship Type="http://schemas.openxmlformats.org/officeDocument/2006/relationships/slideLayout" Target="/ppt/slideLayouts/slideLayout220.xml" Id="R8745160cc09742b9" /><Relationship Type="http://schemas.openxmlformats.org/officeDocument/2006/relationships/slideLayout" Target="/ppt/slideLayouts/slideLayout221.xml" Id="R566ec62b61c44175" /><Relationship Type="http://schemas.openxmlformats.org/officeDocument/2006/relationships/slideLayout" Target="/ppt/slideLayouts/slideLayout222.xml" Id="R23b640279e5648d8" /><Relationship Type="http://schemas.openxmlformats.org/officeDocument/2006/relationships/slideLayout" Target="/ppt/slideLayouts/slideLayout223.xml" Id="R5369ea3a745b4fe3" /><Relationship Type="http://schemas.openxmlformats.org/officeDocument/2006/relationships/slideLayout" Target="/ppt/slideLayouts/slideLayout224.xml" Id="R511a2c4ba8f140fa" /><Relationship Type="http://schemas.openxmlformats.org/officeDocument/2006/relationships/slideLayout" Target="/ppt/slideLayouts/slideLayout225.xml" Id="Ra4b04554fa9142d9" /><Relationship Type="http://schemas.openxmlformats.org/officeDocument/2006/relationships/slideLayout" Target="/ppt/slideLayouts/slideLayout226.xml" Id="Rced93a81176d4193" /><Relationship Type="http://schemas.openxmlformats.org/officeDocument/2006/relationships/slideLayout" Target="/ppt/slideLayouts/slideLayout227.xml" Id="R903f9cacfb2f4077" /><Relationship Type="http://schemas.openxmlformats.org/officeDocument/2006/relationships/slideLayout" Target="/ppt/slideLayouts/slideLayout228.xml" Id="R5bdbb2894d3e4258" /><Relationship Type="http://schemas.openxmlformats.org/officeDocument/2006/relationships/slideLayout" Target="/ppt/slideLayouts/slideLayout229.xml" Id="R7e4d603689484579" /><Relationship Type="http://schemas.openxmlformats.org/officeDocument/2006/relationships/slideLayout" Target="/ppt/slideLayouts/slideLayout230.xml" Id="Rae88679d45a04eba" /><Relationship Type="http://schemas.openxmlformats.org/officeDocument/2006/relationships/slideLayout" Target="/ppt/slideLayouts/slideLayout231.xml" Id="Re3f2d05e8cf34b9c" /><Relationship Type="http://schemas.openxmlformats.org/officeDocument/2006/relationships/slideLayout" Target="/ppt/slideLayouts/slideLayout232.xml" Id="R8e0dc32a63e54da1" /><Relationship Type="http://schemas.openxmlformats.org/officeDocument/2006/relationships/slideLayout" Target="/ppt/slideLayouts/slideLayout233.xml" Id="R1af51357fea440ee" /><Relationship Type="http://schemas.openxmlformats.org/officeDocument/2006/relationships/slideLayout" Target="/ppt/slideLayouts/slideLayout234.xml" Id="Rb53a99968e204a0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E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d0192f56c41dd"/>
    <p:sldLayoutId xmlns:r="http://schemas.openxmlformats.org/officeDocument/2006/relationships" id="2147483650" r:id="Rf19c8e6da62b493f"/>
    <p:sldLayoutId xmlns:r="http://schemas.openxmlformats.org/officeDocument/2006/relationships" id="2147483651" r:id="Rc1b4ad2e7c8144c4"/>
    <p:sldLayoutId xmlns:r="http://schemas.openxmlformats.org/officeDocument/2006/relationships" id="2147483652" r:id="R0e1d7f9a765f4aae"/>
    <p:sldLayoutId xmlns:r="http://schemas.openxmlformats.org/officeDocument/2006/relationships" id="2147483653" r:id="R6012554bbbe642eb"/>
    <p:sldLayoutId xmlns:r="http://schemas.openxmlformats.org/officeDocument/2006/relationships" id="2147483654" r:id="Rc41b838107f3425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cc90633735454770"/>
    <p:sldLayoutId xmlns:r="http://schemas.openxmlformats.org/officeDocument/2006/relationships" id="2147483657" r:id="R4e444ec74c23460b"/>
    <p:sldLayoutId xmlns:r="http://schemas.openxmlformats.org/officeDocument/2006/relationships" id="2147483658" r:id="Rf902137146394e88"/>
    <p:sldLayoutId xmlns:r="http://schemas.openxmlformats.org/officeDocument/2006/relationships" id="2147483659" r:id="R290e253d817c43dd"/>
    <p:sldLayoutId xmlns:r="http://schemas.openxmlformats.org/officeDocument/2006/relationships" id="2147483660" r:id="R1c25b1cbbb1444bf"/>
    <p:sldLayoutId xmlns:r="http://schemas.openxmlformats.org/officeDocument/2006/relationships" id="2147483661" r:id="Re8ba8082c9d84ea4"/>
    <p:sldLayoutId xmlns:r="http://schemas.openxmlformats.org/officeDocument/2006/relationships" id="2147483662" r:id="R3813893ef7f842c8"/>
    <p:sldLayoutId xmlns:r="http://schemas.openxmlformats.org/officeDocument/2006/relationships" id="2147483663" r:id="Rb52cac769d114725"/>
    <p:sldLayoutId xmlns:r="http://schemas.openxmlformats.org/officeDocument/2006/relationships" id="2147483664" r:id="Re348f9bd2e464c0e"/>
    <p:sldLayoutId xmlns:r="http://schemas.openxmlformats.org/officeDocument/2006/relationships" id="2147483665" r:id="Rd2a01b2c28284ae1"/>
    <p:sldLayoutId xmlns:r="http://schemas.openxmlformats.org/officeDocument/2006/relationships" id="2147483666" r:id="R584c837440bc499f"/>
    <p:sldLayoutId xmlns:r="http://schemas.openxmlformats.org/officeDocument/2006/relationships" id="2147483667" r:id="Ra80ab1cd59eb4989"/>
    <p:sldLayoutId xmlns:r="http://schemas.openxmlformats.org/officeDocument/2006/relationships" id="2147483668" r:id="R54fdc459a1c54d9d"/>
    <p:sldLayoutId xmlns:r="http://schemas.openxmlformats.org/officeDocument/2006/relationships" id="2147483669" r:id="R39e81736cb144f1c"/>
    <p:sldLayoutId xmlns:r="http://schemas.openxmlformats.org/officeDocument/2006/relationships" id="2147483670" r:id="R74ecba4309e74718"/>
    <p:sldLayoutId xmlns:r="http://schemas.openxmlformats.org/officeDocument/2006/relationships" id="2147483671" r:id="R554994d37c48406f"/>
    <p:sldLayoutId xmlns:r="http://schemas.openxmlformats.org/officeDocument/2006/relationships" id="2147483672" r:id="Rb9f187b103f24eff"/>
    <p:sldLayoutId xmlns:r="http://schemas.openxmlformats.org/officeDocument/2006/relationships" id="2147483673" r:id="R2362339314d544b0"/>
    <p:sldLayoutId xmlns:r="http://schemas.openxmlformats.org/officeDocument/2006/relationships" id="2147483674" r:id="Rb5929b2a5c5f4409"/>
    <p:sldLayoutId xmlns:r="http://schemas.openxmlformats.org/officeDocument/2006/relationships" id="2147483675" r:id="Rfbfce43cd49c4e55"/>
    <p:sldLayoutId xmlns:r="http://schemas.openxmlformats.org/officeDocument/2006/relationships" id="2147483676" r:id="R8733ea7449814547"/>
    <p:sldLayoutId xmlns:r="http://schemas.openxmlformats.org/officeDocument/2006/relationships" id="2147483677" r:id="Rd57fac570e144184"/>
    <p:sldLayoutId xmlns:r="http://schemas.openxmlformats.org/officeDocument/2006/relationships" id="2147483678" r:id="Rfbd940d3c11346ba"/>
    <p:sldLayoutId xmlns:r="http://schemas.openxmlformats.org/officeDocument/2006/relationships" id="2147483679" r:id="Rd77251fa550f4141"/>
    <p:sldLayoutId xmlns:r="http://schemas.openxmlformats.org/officeDocument/2006/relationships" id="2147483680" r:id="Rb115a4296c564029"/>
    <p:sldLayoutId xmlns:r="http://schemas.openxmlformats.org/officeDocument/2006/relationships" id="2147483681" r:id="Rd4205d91dd804c0a"/>
    <p:sldLayoutId xmlns:r="http://schemas.openxmlformats.org/officeDocument/2006/relationships" id="2147483682" r:id="Rd9f77d1fa3314f2d"/>
    <p:sldLayoutId xmlns:r="http://schemas.openxmlformats.org/officeDocument/2006/relationships" id="2147483683" r:id="Racf97a67a2e74333"/>
    <p:sldLayoutId xmlns:r="http://schemas.openxmlformats.org/officeDocument/2006/relationships" id="2147483684" r:id="R3a168df40ae84664"/>
    <p:sldLayoutId xmlns:r="http://schemas.openxmlformats.org/officeDocument/2006/relationships" id="2147483685" r:id="R90dc42c4bd454281"/>
    <p:sldLayoutId xmlns:r="http://schemas.openxmlformats.org/officeDocument/2006/relationships" id="2147483686" r:id="Rf43a21fd9a334c6f"/>
    <p:sldLayoutId xmlns:r="http://schemas.openxmlformats.org/officeDocument/2006/relationships" id="2147483687" r:id="R1563469e2ed241ac"/>
    <p:sldLayoutId xmlns:r="http://schemas.openxmlformats.org/officeDocument/2006/relationships" id="2147483688" r:id="Rfe487f7de6cd48c0"/>
    <p:sldLayoutId xmlns:r="http://schemas.openxmlformats.org/officeDocument/2006/relationships" id="2147483689" r:id="Rad463b40023349c6"/>
    <p:sldLayoutId xmlns:r="http://schemas.openxmlformats.org/officeDocument/2006/relationships" id="2147483690" r:id="Rbd84357b7e8f4e24"/>
    <p:sldLayoutId xmlns:r="http://schemas.openxmlformats.org/officeDocument/2006/relationships" id="2147483691" r:id="Rea94e81019384cb0"/>
    <p:sldLayoutId xmlns:r="http://schemas.openxmlformats.org/officeDocument/2006/relationships" id="2147483692" r:id="R14867056b8c74af2"/>
    <p:sldLayoutId xmlns:r="http://schemas.openxmlformats.org/officeDocument/2006/relationships" id="2147483693" r:id="R09a3651b7e6f4e45"/>
    <p:sldLayoutId xmlns:r="http://schemas.openxmlformats.org/officeDocument/2006/relationships" id="2147483694" r:id="R88d991f85b1a4611"/>
    <p:sldLayoutId xmlns:r="http://schemas.openxmlformats.org/officeDocument/2006/relationships" id="2147483695" r:id="R3a633f6e135740cf"/>
    <p:sldLayoutId xmlns:r="http://schemas.openxmlformats.org/officeDocument/2006/relationships" id="2147483696" r:id="R2d3a5effa7b24b40"/>
    <p:sldLayoutId xmlns:r="http://schemas.openxmlformats.org/officeDocument/2006/relationships" id="2147483697" r:id="R991ae4035e0549a3"/>
    <p:sldLayoutId xmlns:r="http://schemas.openxmlformats.org/officeDocument/2006/relationships" id="2147483698" r:id="R22e553658a9043a0"/>
    <p:sldLayoutId xmlns:r="http://schemas.openxmlformats.org/officeDocument/2006/relationships" id="2147483699" r:id="R603bbd9566f6482c"/>
    <p:sldLayoutId xmlns:r="http://schemas.openxmlformats.org/officeDocument/2006/relationships" id="2147483700" r:id="R6648939ae80e4b51"/>
    <p:sldLayoutId xmlns:r="http://schemas.openxmlformats.org/officeDocument/2006/relationships" id="2147483701" r:id="R60335e1ce0b84294"/>
    <p:sldLayoutId xmlns:r="http://schemas.openxmlformats.org/officeDocument/2006/relationships" id="2147483702" r:id="Rdde45a3cca6b4b2e"/>
    <p:sldLayoutId xmlns:r="http://schemas.openxmlformats.org/officeDocument/2006/relationships" id="2147483703" r:id="Re26af8cb3c814b15"/>
    <p:sldLayoutId xmlns:r="http://schemas.openxmlformats.org/officeDocument/2006/relationships" id="2147483704" r:id="R8b083258b1004377"/>
    <p:sldLayoutId xmlns:r="http://schemas.openxmlformats.org/officeDocument/2006/relationships" id="2147483705" r:id="Rb88c37808af04493"/>
    <p:sldLayoutId xmlns:r="http://schemas.openxmlformats.org/officeDocument/2006/relationships" id="2147483706" r:id="Re5881def2e4d44de"/>
    <p:sldLayoutId xmlns:r="http://schemas.openxmlformats.org/officeDocument/2006/relationships" id="2147483707" r:id="R74a3c7c804b74155"/>
    <p:sldLayoutId xmlns:r="http://schemas.openxmlformats.org/officeDocument/2006/relationships" id="2147483708" r:id="Rdc06b071630d41eb"/>
    <p:sldLayoutId xmlns:r="http://schemas.openxmlformats.org/officeDocument/2006/relationships" id="2147483709" r:id="R0072b77d0af442fa"/>
    <p:sldLayoutId xmlns:r="http://schemas.openxmlformats.org/officeDocument/2006/relationships" id="2147483710" r:id="R9cb4cdbf5bbb40c9"/>
    <p:sldLayoutId xmlns:r="http://schemas.openxmlformats.org/officeDocument/2006/relationships" id="2147483711" r:id="R495568e02d2b4048"/>
    <p:sldLayoutId xmlns:r="http://schemas.openxmlformats.org/officeDocument/2006/relationships" id="2147483712" r:id="R0e0eff3cc5904fd9"/>
    <p:sldLayoutId xmlns:r="http://schemas.openxmlformats.org/officeDocument/2006/relationships" id="2147483713" r:id="Rdb1c43f1a43441f9"/>
    <p:sldLayoutId xmlns:r="http://schemas.openxmlformats.org/officeDocument/2006/relationships" id="2147483714" r:id="R736b25a365f0428b"/>
    <p:sldLayoutId xmlns:r="http://schemas.openxmlformats.org/officeDocument/2006/relationships" id="2147483715" r:id="R8d3232c2abe44191"/>
    <p:sldLayoutId xmlns:r="http://schemas.openxmlformats.org/officeDocument/2006/relationships" id="2147483716" r:id="Rcfed88f543cc4554"/>
    <p:sldLayoutId xmlns:r="http://schemas.openxmlformats.org/officeDocument/2006/relationships" id="2147483717" r:id="R17e8fc8303624440"/>
    <p:sldLayoutId xmlns:r="http://schemas.openxmlformats.org/officeDocument/2006/relationships" id="2147483718" r:id="Ra85ac989397b4f44"/>
    <p:sldLayoutId xmlns:r="http://schemas.openxmlformats.org/officeDocument/2006/relationships" id="2147483719" r:id="Rf212bc9101a7415f"/>
    <p:sldLayoutId xmlns:r="http://schemas.openxmlformats.org/officeDocument/2006/relationships" id="2147483720" r:id="R4e4c461c2c174287"/>
    <p:sldLayoutId xmlns:r="http://schemas.openxmlformats.org/officeDocument/2006/relationships" id="2147483721" r:id="R01d7475c0d034702"/>
    <p:sldLayoutId xmlns:r="http://schemas.openxmlformats.org/officeDocument/2006/relationships" id="2147483722" r:id="R53c03e612d6a4d1f"/>
    <p:sldLayoutId xmlns:r="http://schemas.openxmlformats.org/officeDocument/2006/relationships" id="2147483723" r:id="R1d6fa689c98e4687"/>
    <p:sldLayoutId xmlns:r="http://schemas.openxmlformats.org/officeDocument/2006/relationships" id="2147483724" r:id="R6562b3315d354a2a"/>
    <p:sldLayoutId xmlns:r="http://schemas.openxmlformats.org/officeDocument/2006/relationships" id="2147483725" r:id="Refa2e89edcb743e7"/>
    <p:sldLayoutId xmlns:r="http://schemas.openxmlformats.org/officeDocument/2006/relationships" id="2147483726" r:id="R0af905adf5a44b91"/>
    <p:sldLayoutId xmlns:r="http://schemas.openxmlformats.org/officeDocument/2006/relationships" id="2147483727" r:id="Re8629ae765994d2b"/>
    <p:sldLayoutId xmlns:r="http://schemas.openxmlformats.org/officeDocument/2006/relationships" id="2147483728" r:id="Ra7289ab086bf4472"/>
    <p:sldLayoutId xmlns:r="http://schemas.openxmlformats.org/officeDocument/2006/relationships" id="2147483729" r:id="R334d99fe0da343f3"/>
    <p:sldLayoutId xmlns:r="http://schemas.openxmlformats.org/officeDocument/2006/relationships" id="2147483730" r:id="R912260e681c240a4"/>
    <p:sldLayoutId xmlns:r="http://schemas.openxmlformats.org/officeDocument/2006/relationships" id="2147483731" r:id="R3701e30700a64424"/>
    <p:sldLayoutId xmlns:r="http://schemas.openxmlformats.org/officeDocument/2006/relationships" id="2147483732" r:id="R8a542b7ee8b14450"/>
    <p:sldLayoutId xmlns:r="http://schemas.openxmlformats.org/officeDocument/2006/relationships" id="2147483733" r:id="R361e1a22238244fc"/>
    <p:sldLayoutId xmlns:r="http://schemas.openxmlformats.org/officeDocument/2006/relationships" id="2147483734" r:id="R616753f9095b43f4"/>
    <p:sldLayoutId xmlns:r="http://schemas.openxmlformats.org/officeDocument/2006/relationships" id="2147483735" r:id="Rb5c45d2aeac14cd6"/>
    <p:sldLayoutId xmlns:r="http://schemas.openxmlformats.org/officeDocument/2006/relationships" id="2147483736" r:id="Rb21ded4593e84680"/>
    <p:sldLayoutId xmlns:r="http://schemas.openxmlformats.org/officeDocument/2006/relationships" id="2147483737" r:id="R71d64bc25f1c496f"/>
    <p:sldLayoutId xmlns:r="http://schemas.openxmlformats.org/officeDocument/2006/relationships" id="2147483738" r:id="Ra1ef22571fab42e8"/>
    <p:sldLayoutId xmlns:r="http://schemas.openxmlformats.org/officeDocument/2006/relationships" id="2147483739" r:id="R30ea4d50b8a64b32"/>
    <p:sldLayoutId xmlns:r="http://schemas.openxmlformats.org/officeDocument/2006/relationships" id="2147483740" r:id="R3fc0ded933024489"/>
    <p:sldLayoutId xmlns:r="http://schemas.openxmlformats.org/officeDocument/2006/relationships" id="2147483741" r:id="Rfcf26598d8804667"/>
    <p:sldLayoutId xmlns:r="http://schemas.openxmlformats.org/officeDocument/2006/relationships" id="2147483742" r:id="R1f0e4614b7a64abb"/>
    <p:sldLayoutId xmlns:r="http://schemas.openxmlformats.org/officeDocument/2006/relationships" id="2147483743" r:id="R50e653ee117b422f"/>
    <p:sldLayoutId xmlns:r="http://schemas.openxmlformats.org/officeDocument/2006/relationships" id="2147483744" r:id="R45684ef25d6e4ddb"/>
    <p:sldLayoutId xmlns:r="http://schemas.openxmlformats.org/officeDocument/2006/relationships" id="2147483745" r:id="Rb2ccf9a8eafd40ba"/>
    <p:sldLayoutId xmlns:r="http://schemas.openxmlformats.org/officeDocument/2006/relationships" id="2147483746" r:id="R739716db8dad44c2"/>
    <p:sldLayoutId xmlns:r="http://schemas.openxmlformats.org/officeDocument/2006/relationships" id="2147483747" r:id="Rd812e9806bfd4837"/>
    <p:sldLayoutId xmlns:r="http://schemas.openxmlformats.org/officeDocument/2006/relationships" id="2147483748" r:id="R4029139b42984fce"/>
    <p:sldLayoutId xmlns:r="http://schemas.openxmlformats.org/officeDocument/2006/relationships" id="2147483749" r:id="R1a60a0d0804240fe"/>
    <p:sldLayoutId xmlns:r="http://schemas.openxmlformats.org/officeDocument/2006/relationships" id="2147483750" r:id="R409acd7356314687"/>
    <p:sldLayoutId xmlns:r="http://schemas.openxmlformats.org/officeDocument/2006/relationships" id="2147483751" r:id="Rbe7a6e24410843af"/>
    <p:sldLayoutId xmlns:r="http://schemas.openxmlformats.org/officeDocument/2006/relationships" id="2147483752" r:id="R4a85089eab914665"/>
    <p:sldLayoutId xmlns:r="http://schemas.openxmlformats.org/officeDocument/2006/relationships" id="2147483753" r:id="R8fb2142c22a744ce"/>
    <p:sldLayoutId xmlns:r="http://schemas.openxmlformats.org/officeDocument/2006/relationships" id="2147483754" r:id="R80994702d0c447e5"/>
    <p:sldLayoutId xmlns:r="http://schemas.openxmlformats.org/officeDocument/2006/relationships" id="2147483755" r:id="R7d72e44809da4d2f"/>
    <p:sldLayoutId xmlns:r="http://schemas.openxmlformats.org/officeDocument/2006/relationships" id="2147483756" r:id="Rf0f4c28dac984584"/>
    <p:sldLayoutId xmlns:r="http://schemas.openxmlformats.org/officeDocument/2006/relationships" id="2147483757" r:id="R2e24dca285bb4166"/>
    <p:sldLayoutId xmlns:r="http://schemas.openxmlformats.org/officeDocument/2006/relationships" id="2147483758" r:id="R6983d09eaa384b2e"/>
    <p:sldLayoutId xmlns:r="http://schemas.openxmlformats.org/officeDocument/2006/relationships" id="2147483759" r:id="R198c8f3137654dcd"/>
    <p:sldLayoutId xmlns:r="http://schemas.openxmlformats.org/officeDocument/2006/relationships" id="2147483760" r:id="R2515dc296ba24eed"/>
    <p:sldLayoutId xmlns:r="http://schemas.openxmlformats.org/officeDocument/2006/relationships" id="2147483761" r:id="R85d54a5edfc643dd"/>
    <p:sldLayoutId xmlns:r="http://schemas.openxmlformats.org/officeDocument/2006/relationships" id="2147483762" r:id="R0a2681ecb994440f"/>
    <p:sldLayoutId xmlns:r="http://schemas.openxmlformats.org/officeDocument/2006/relationships" id="2147483763" r:id="Re4b9cf82290c4152"/>
    <p:sldLayoutId xmlns:r="http://schemas.openxmlformats.org/officeDocument/2006/relationships" id="2147483764" r:id="R4a3bf8ca77ef48fc"/>
    <p:sldLayoutId xmlns:r="http://schemas.openxmlformats.org/officeDocument/2006/relationships" id="2147483765" r:id="R219b5b1424d24a8c"/>
    <p:sldLayoutId xmlns:r="http://schemas.openxmlformats.org/officeDocument/2006/relationships" id="2147483766" r:id="Rb8891bd1313b4ad6"/>
    <p:sldLayoutId xmlns:r="http://schemas.openxmlformats.org/officeDocument/2006/relationships" id="2147483767" r:id="R6ae324f138984902"/>
    <p:sldLayoutId xmlns:r="http://schemas.openxmlformats.org/officeDocument/2006/relationships" id="2147483768" r:id="R80a7113c54564613"/>
    <p:sldLayoutId xmlns:r="http://schemas.openxmlformats.org/officeDocument/2006/relationships" id="2147483769" r:id="R20919d6aca6244b1"/>
    <p:sldLayoutId xmlns:r="http://schemas.openxmlformats.org/officeDocument/2006/relationships" id="2147483770" r:id="R709bb66701ab4039"/>
    <p:sldLayoutId xmlns:r="http://schemas.openxmlformats.org/officeDocument/2006/relationships" id="2147483771" r:id="Rd6926b91dd2a4a60"/>
    <p:sldLayoutId xmlns:r="http://schemas.openxmlformats.org/officeDocument/2006/relationships" id="2147483772" r:id="R3f0f3617a262494c"/>
    <p:sldLayoutId xmlns:r="http://schemas.openxmlformats.org/officeDocument/2006/relationships" id="2147483773" r:id="R7390321093de453e"/>
    <p:sldLayoutId xmlns:r="http://schemas.openxmlformats.org/officeDocument/2006/relationships" id="2147483774" r:id="R7b27d74c643b4f9b"/>
    <p:sldLayoutId xmlns:r="http://schemas.openxmlformats.org/officeDocument/2006/relationships" id="2147483775" r:id="R5beac1f308924d81"/>
    <p:sldLayoutId xmlns:r="http://schemas.openxmlformats.org/officeDocument/2006/relationships" id="2147483776" r:id="R225c618bb4af4f24"/>
    <p:sldLayoutId xmlns:r="http://schemas.openxmlformats.org/officeDocument/2006/relationships" id="2147483777" r:id="Rb80872454e4449c3"/>
    <p:sldLayoutId xmlns:r="http://schemas.openxmlformats.org/officeDocument/2006/relationships" id="2147483778" r:id="R0ad07f70bf6144d9"/>
    <p:sldLayoutId xmlns:r="http://schemas.openxmlformats.org/officeDocument/2006/relationships" id="2147483779" r:id="Rc8120d01d4e84010"/>
    <p:sldLayoutId xmlns:r="http://schemas.openxmlformats.org/officeDocument/2006/relationships" id="2147483780" r:id="Rcb571cbd841e4872"/>
    <p:sldLayoutId xmlns:r="http://schemas.openxmlformats.org/officeDocument/2006/relationships" id="2147483781" r:id="Rf58aa14be4de46b6"/>
    <p:sldLayoutId xmlns:r="http://schemas.openxmlformats.org/officeDocument/2006/relationships" id="2147483782" r:id="Racaadbbc06844512"/>
    <p:sldLayoutId xmlns:r="http://schemas.openxmlformats.org/officeDocument/2006/relationships" id="2147483783" r:id="R6bef9a6f143c43fa"/>
    <p:sldLayoutId xmlns:r="http://schemas.openxmlformats.org/officeDocument/2006/relationships" id="2147483784" r:id="Rb13b00b1ce9c46c4"/>
    <p:sldLayoutId xmlns:r="http://schemas.openxmlformats.org/officeDocument/2006/relationships" id="2147483785" r:id="Rfd42bddc9abc4d18"/>
    <p:sldLayoutId xmlns:r="http://schemas.openxmlformats.org/officeDocument/2006/relationships" id="2147483786" r:id="R6ca6f301a4994bbb"/>
    <p:sldLayoutId xmlns:r="http://schemas.openxmlformats.org/officeDocument/2006/relationships" id="2147483787" r:id="Rfdba45c81a91465f"/>
    <p:sldLayoutId xmlns:r="http://schemas.openxmlformats.org/officeDocument/2006/relationships" id="2147483788" r:id="R728ea1d0baa94e74"/>
    <p:sldLayoutId xmlns:r="http://schemas.openxmlformats.org/officeDocument/2006/relationships" id="2147483789" r:id="R87968fdea2e94ac2"/>
    <p:sldLayoutId xmlns:r="http://schemas.openxmlformats.org/officeDocument/2006/relationships" id="2147483790" r:id="Re9f2310287f84997"/>
    <p:sldLayoutId xmlns:r="http://schemas.openxmlformats.org/officeDocument/2006/relationships" id="2147483791" r:id="Rdc1f2e532ca4419c"/>
    <p:sldLayoutId xmlns:r="http://schemas.openxmlformats.org/officeDocument/2006/relationships" id="2147483792" r:id="R5200b4f36835487a"/>
    <p:sldLayoutId xmlns:r="http://schemas.openxmlformats.org/officeDocument/2006/relationships" id="2147483793" r:id="R808dfd8705d4421f"/>
    <p:sldLayoutId xmlns:r="http://schemas.openxmlformats.org/officeDocument/2006/relationships" id="2147483794" r:id="R804ba269a7944bfa"/>
    <p:sldLayoutId xmlns:r="http://schemas.openxmlformats.org/officeDocument/2006/relationships" id="2147483795" r:id="Rbec068a52f4444c6"/>
    <p:sldLayoutId xmlns:r="http://schemas.openxmlformats.org/officeDocument/2006/relationships" id="2147483796" r:id="R516b25fb052c4fa9"/>
    <p:sldLayoutId xmlns:r="http://schemas.openxmlformats.org/officeDocument/2006/relationships" id="2147483797" r:id="Rdbe7e5c1d6d84f65"/>
    <p:sldLayoutId xmlns:r="http://schemas.openxmlformats.org/officeDocument/2006/relationships" id="2147483798" r:id="Rf88d802a0f48472f"/>
    <p:sldLayoutId xmlns:r="http://schemas.openxmlformats.org/officeDocument/2006/relationships" id="2147483799" r:id="R7e8feca0eb684355"/>
    <p:sldLayoutId xmlns:r="http://schemas.openxmlformats.org/officeDocument/2006/relationships" id="2147483800" r:id="Rdb7e444ea60a4e73"/>
    <p:sldLayoutId xmlns:r="http://schemas.openxmlformats.org/officeDocument/2006/relationships" id="2147483801" r:id="R92a30b680c0a4ba7"/>
    <p:sldLayoutId xmlns:r="http://schemas.openxmlformats.org/officeDocument/2006/relationships" id="2147483802" r:id="Rb32e0bd887eb49ce"/>
    <p:sldLayoutId xmlns:r="http://schemas.openxmlformats.org/officeDocument/2006/relationships" id="2147483803" r:id="Rf3dc49e67caf4f59"/>
    <p:sldLayoutId xmlns:r="http://schemas.openxmlformats.org/officeDocument/2006/relationships" id="2147483804" r:id="R4d1e1414358a4996"/>
    <p:sldLayoutId xmlns:r="http://schemas.openxmlformats.org/officeDocument/2006/relationships" id="2147483805" r:id="Rb68a02720115484f"/>
    <p:sldLayoutId xmlns:r="http://schemas.openxmlformats.org/officeDocument/2006/relationships" id="2147483806" r:id="R35b1288f31364cbb"/>
    <p:sldLayoutId xmlns:r="http://schemas.openxmlformats.org/officeDocument/2006/relationships" id="2147483807" r:id="R067999c144b94221"/>
    <p:sldLayoutId xmlns:r="http://schemas.openxmlformats.org/officeDocument/2006/relationships" id="2147483808" r:id="R42e40fcbd21f486c"/>
    <p:sldLayoutId xmlns:r="http://schemas.openxmlformats.org/officeDocument/2006/relationships" id="2147483809" r:id="Re8661872ed8643fe"/>
    <p:sldLayoutId xmlns:r="http://schemas.openxmlformats.org/officeDocument/2006/relationships" id="2147483810" r:id="Rf2597699f3e84914"/>
    <p:sldLayoutId xmlns:r="http://schemas.openxmlformats.org/officeDocument/2006/relationships" id="2147483811" r:id="Ra653f1084a0649aa"/>
    <p:sldLayoutId xmlns:r="http://schemas.openxmlformats.org/officeDocument/2006/relationships" id="2147483812" r:id="R33fbb6d73beb4413"/>
    <p:sldLayoutId xmlns:r="http://schemas.openxmlformats.org/officeDocument/2006/relationships" id="2147483813" r:id="Rd9204c66f7bc49b8"/>
    <p:sldLayoutId xmlns:r="http://schemas.openxmlformats.org/officeDocument/2006/relationships" id="2147483814" r:id="Ra271a59ae83d40f3"/>
    <p:sldLayoutId xmlns:r="http://schemas.openxmlformats.org/officeDocument/2006/relationships" id="2147483815" r:id="Rfc886c77ae924877"/>
    <p:sldLayoutId xmlns:r="http://schemas.openxmlformats.org/officeDocument/2006/relationships" id="2147483816" r:id="Rf0f19287056d4447"/>
    <p:sldLayoutId xmlns:r="http://schemas.openxmlformats.org/officeDocument/2006/relationships" id="2147483817" r:id="R132638c7e53f4be6"/>
    <p:sldLayoutId xmlns:r="http://schemas.openxmlformats.org/officeDocument/2006/relationships" id="2147483818" r:id="R155253a0f57248bc"/>
    <p:sldLayoutId xmlns:r="http://schemas.openxmlformats.org/officeDocument/2006/relationships" id="2147483819" r:id="R83fcd66ecad049d9"/>
    <p:sldLayoutId xmlns:r="http://schemas.openxmlformats.org/officeDocument/2006/relationships" id="2147483820" r:id="Rafd864387fd94944"/>
    <p:sldLayoutId xmlns:r="http://schemas.openxmlformats.org/officeDocument/2006/relationships" id="2147483821" r:id="R63c6530bed0b4140"/>
    <p:sldLayoutId xmlns:r="http://schemas.openxmlformats.org/officeDocument/2006/relationships" id="2147483822" r:id="R1874c4c8d9934992"/>
    <p:sldLayoutId xmlns:r="http://schemas.openxmlformats.org/officeDocument/2006/relationships" id="2147483823" r:id="R4bc49f495b024833"/>
    <p:sldLayoutId xmlns:r="http://schemas.openxmlformats.org/officeDocument/2006/relationships" id="2147483824" r:id="R91050ed0886e4ea8"/>
    <p:sldLayoutId xmlns:r="http://schemas.openxmlformats.org/officeDocument/2006/relationships" id="2147483825" r:id="R2afca3f53f324592"/>
    <p:sldLayoutId xmlns:r="http://schemas.openxmlformats.org/officeDocument/2006/relationships" id="2147483826" r:id="R7a49a3e13feb4b07"/>
    <p:sldLayoutId xmlns:r="http://schemas.openxmlformats.org/officeDocument/2006/relationships" id="2147483827" r:id="R8d2b3003378d4454"/>
    <p:sldLayoutId xmlns:r="http://schemas.openxmlformats.org/officeDocument/2006/relationships" id="2147483828" r:id="R0c8712faf8284499"/>
    <p:sldLayoutId xmlns:r="http://schemas.openxmlformats.org/officeDocument/2006/relationships" id="2147483829" r:id="R35defd4bcb214a3f"/>
    <p:sldLayoutId xmlns:r="http://schemas.openxmlformats.org/officeDocument/2006/relationships" id="2147483830" r:id="R5097b1562d2a4dc3"/>
    <p:sldLayoutId xmlns:r="http://schemas.openxmlformats.org/officeDocument/2006/relationships" id="2147483831" r:id="Rf02f7aba9eec428e"/>
    <p:sldLayoutId xmlns:r="http://schemas.openxmlformats.org/officeDocument/2006/relationships" id="2147483832" r:id="R122589829a7c469f"/>
    <p:sldLayoutId xmlns:r="http://schemas.openxmlformats.org/officeDocument/2006/relationships" id="2147483833" r:id="Re4afbe744e1343f6"/>
    <p:sldLayoutId xmlns:r="http://schemas.openxmlformats.org/officeDocument/2006/relationships" id="2147483834" r:id="R75b7e0a49bdd440c"/>
    <p:sldLayoutId xmlns:r="http://schemas.openxmlformats.org/officeDocument/2006/relationships" id="2147483835" r:id="R0d18003ede9147e4"/>
    <p:sldLayoutId xmlns:r="http://schemas.openxmlformats.org/officeDocument/2006/relationships" id="2147483836" r:id="R81ecb2096294415e"/>
    <p:sldLayoutId xmlns:r="http://schemas.openxmlformats.org/officeDocument/2006/relationships" id="2147483837" r:id="R4eb04335cada48c0"/>
    <p:sldLayoutId xmlns:r="http://schemas.openxmlformats.org/officeDocument/2006/relationships" id="2147483838" r:id="R0ede3c5ed3c14379"/>
    <p:sldLayoutId xmlns:r="http://schemas.openxmlformats.org/officeDocument/2006/relationships" id="2147483839" r:id="R5520fe1dae92497e"/>
    <p:sldLayoutId xmlns:r="http://schemas.openxmlformats.org/officeDocument/2006/relationships" id="2147483840" r:id="Rc0755475de434350"/>
    <p:sldLayoutId xmlns:r="http://schemas.openxmlformats.org/officeDocument/2006/relationships" id="2147483841" r:id="Ree206bdff3314938"/>
    <p:sldLayoutId xmlns:r="http://schemas.openxmlformats.org/officeDocument/2006/relationships" id="2147483842" r:id="R6416ff7cf9154efe"/>
    <p:sldLayoutId xmlns:r="http://schemas.openxmlformats.org/officeDocument/2006/relationships" id="2147483843" r:id="R8d04f71fe1af4223"/>
    <p:sldLayoutId xmlns:r="http://schemas.openxmlformats.org/officeDocument/2006/relationships" id="2147483844" r:id="R95e4d6a0c21b4ab1"/>
    <p:sldLayoutId xmlns:r="http://schemas.openxmlformats.org/officeDocument/2006/relationships" id="2147483845" r:id="Rccc950cf89a34ad7"/>
    <p:sldLayoutId xmlns:r="http://schemas.openxmlformats.org/officeDocument/2006/relationships" id="2147483846" r:id="Re90bd08a15644941"/>
    <p:sldLayoutId xmlns:r="http://schemas.openxmlformats.org/officeDocument/2006/relationships" id="2147483847" r:id="Rcc7449461c754337"/>
    <p:sldLayoutId xmlns:r="http://schemas.openxmlformats.org/officeDocument/2006/relationships" id="2147483848" r:id="R5167b0df005740b2"/>
    <p:sldLayoutId xmlns:r="http://schemas.openxmlformats.org/officeDocument/2006/relationships" id="2147483849" r:id="R6ed4d7d8e2394914"/>
    <p:sldLayoutId xmlns:r="http://schemas.openxmlformats.org/officeDocument/2006/relationships" id="2147483850" r:id="R733b91de439f4131"/>
    <p:sldLayoutId xmlns:r="http://schemas.openxmlformats.org/officeDocument/2006/relationships" id="2147483851" r:id="R4bc1cb2340a549bb"/>
    <p:sldLayoutId xmlns:r="http://schemas.openxmlformats.org/officeDocument/2006/relationships" id="2147483852" r:id="Rd2679b6e712740f4"/>
    <p:sldLayoutId xmlns:r="http://schemas.openxmlformats.org/officeDocument/2006/relationships" id="2147483853" r:id="R5047693558b941f1"/>
    <p:sldLayoutId xmlns:r="http://schemas.openxmlformats.org/officeDocument/2006/relationships" id="2147483854" r:id="Rb2297a2d476e4ad4"/>
    <p:sldLayoutId xmlns:r="http://schemas.openxmlformats.org/officeDocument/2006/relationships" id="2147483855" r:id="Rda18fbf2a1f24a98"/>
    <p:sldLayoutId xmlns:r="http://schemas.openxmlformats.org/officeDocument/2006/relationships" id="2147483856" r:id="R4b0aa5b99a91497a"/>
    <p:sldLayoutId xmlns:r="http://schemas.openxmlformats.org/officeDocument/2006/relationships" id="2147483857" r:id="R18479a7b38b0474a"/>
    <p:sldLayoutId xmlns:r="http://schemas.openxmlformats.org/officeDocument/2006/relationships" id="2147483858" r:id="R697581ea140e4050"/>
    <p:sldLayoutId xmlns:r="http://schemas.openxmlformats.org/officeDocument/2006/relationships" id="2147483859" r:id="Re376d8a67c21483d"/>
    <p:sldLayoutId xmlns:r="http://schemas.openxmlformats.org/officeDocument/2006/relationships" id="2147483860" r:id="Rcb9ff4b42e854521"/>
    <p:sldLayoutId xmlns:r="http://schemas.openxmlformats.org/officeDocument/2006/relationships" id="2147483861" r:id="Rbab0d2e61a684db3"/>
    <p:sldLayoutId xmlns:r="http://schemas.openxmlformats.org/officeDocument/2006/relationships" id="2147483862" r:id="R88ecf227cc6146c0"/>
    <p:sldLayoutId xmlns:r="http://schemas.openxmlformats.org/officeDocument/2006/relationships" id="2147483863" r:id="R388f89ec40244296"/>
    <p:sldLayoutId xmlns:r="http://schemas.openxmlformats.org/officeDocument/2006/relationships" id="2147483864" r:id="R1b9e0b4c7a1148e2"/>
    <p:sldLayoutId xmlns:r="http://schemas.openxmlformats.org/officeDocument/2006/relationships" id="2147483865" r:id="R91a12c8ecda44ff8"/>
    <p:sldLayoutId xmlns:r="http://schemas.openxmlformats.org/officeDocument/2006/relationships" id="2147483866" r:id="Raa183f0b18874877"/>
    <p:sldLayoutId xmlns:r="http://schemas.openxmlformats.org/officeDocument/2006/relationships" id="2147483867" r:id="R985c2534d191495b"/>
    <p:sldLayoutId xmlns:r="http://schemas.openxmlformats.org/officeDocument/2006/relationships" id="2147483868" r:id="R61ad04d09dbe4cb9"/>
    <p:sldLayoutId xmlns:r="http://schemas.openxmlformats.org/officeDocument/2006/relationships" id="2147483869" r:id="R8745160cc09742b9"/>
    <p:sldLayoutId xmlns:r="http://schemas.openxmlformats.org/officeDocument/2006/relationships" id="2147483870" r:id="R566ec62b61c44175"/>
    <p:sldLayoutId xmlns:r="http://schemas.openxmlformats.org/officeDocument/2006/relationships" id="2147483871" r:id="R23b640279e5648d8"/>
    <p:sldLayoutId xmlns:r="http://schemas.openxmlformats.org/officeDocument/2006/relationships" id="2147483872" r:id="R5369ea3a745b4fe3"/>
    <p:sldLayoutId xmlns:r="http://schemas.openxmlformats.org/officeDocument/2006/relationships" id="2147483873" r:id="R511a2c4ba8f140fa"/>
    <p:sldLayoutId xmlns:r="http://schemas.openxmlformats.org/officeDocument/2006/relationships" id="2147483874" r:id="Ra4b04554fa9142d9"/>
    <p:sldLayoutId xmlns:r="http://schemas.openxmlformats.org/officeDocument/2006/relationships" id="2147483875" r:id="Rced93a81176d4193"/>
    <p:sldLayoutId xmlns:r="http://schemas.openxmlformats.org/officeDocument/2006/relationships" id="2147483876" r:id="R903f9cacfb2f4077"/>
    <p:sldLayoutId xmlns:r="http://schemas.openxmlformats.org/officeDocument/2006/relationships" id="2147483877" r:id="R5bdbb2894d3e4258"/>
    <p:sldLayoutId xmlns:r="http://schemas.openxmlformats.org/officeDocument/2006/relationships" id="2147483878" r:id="R7e4d603689484579"/>
    <p:sldLayoutId xmlns:r="http://schemas.openxmlformats.org/officeDocument/2006/relationships" id="2147483879" r:id="Rae88679d45a04eba"/>
    <p:sldLayoutId xmlns:r="http://schemas.openxmlformats.org/officeDocument/2006/relationships" id="2147483880" r:id="Re3f2d05e8cf34b9c"/>
    <p:sldLayoutId xmlns:r="http://schemas.openxmlformats.org/officeDocument/2006/relationships" id="2147483881" r:id="R8e0dc32a63e54da1"/>
    <p:sldLayoutId xmlns:r="http://schemas.openxmlformats.org/officeDocument/2006/relationships" id="2147483882" r:id="R1af51357fea440ee"/>
    <p:sldLayoutId xmlns:r="http://schemas.openxmlformats.org/officeDocument/2006/relationships" id="2147483883" r:id="Rb53a99968e204a0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e579a98094da9" /><Relationship Type="http://schemas.openxmlformats.org/officeDocument/2006/relationships/notesSlide" Target="/ppt/notesSlides/notesSlide1.xml" Id="Rd1ec601065314a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6e8d63d39340c4" /><Relationship Type="http://schemas.openxmlformats.org/officeDocument/2006/relationships/image" Target="/ppt/media/image.png" Id="R6f4041a0ca884d36" /><Relationship Type="http://schemas.openxmlformats.org/officeDocument/2006/relationships/image" Target="/ppt/media/image.svg" Id="Rbd96c9c91e524909" /><Relationship Type="http://schemas.openxmlformats.org/officeDocument/2006/relationships/image" Target="/ppt/media/image2.png" Id="Rb6cd34a901c948d3" /><Relationship Type="http://schemas.openxmlformats.org/officeDocument/2006/relationships/image" Target="/ppt/media/image2.svg" Id="Rb01685bc919340f7" /><Relationship Type="http://schemas.openxmlformats.org/officeDocument/2006/relationships/image" Target="/ppt/media/image3.png" Id="R02de84c0ccf04ae8" /><Relationship Type="http://schemas.openxmlformats.org/officeDocument/2006/relationships/image" Target="/ppt/media/image3.svg" Id="R164b2273add44565" /><Relationship Type="http://schemas.openxmlformats.org/officeDocument/2006/relationships/image" Target="/ppt/media/image4.png" Id="R866a53d5a46c43e6" /><Relationship Type="http://schemas.openxmlformats.org/officeDocument/2006/relationships/image" Target="/ppt/media/image4.svg" Id="Ra94be27341e947ff" /><Relationship Type="http://schemas.openxmlformats.org/officeDocument/2006/relationships/image" Target="/ppt/media/image5.png" Id="Rf01316c61f184d0b" /><Relationship Type="http://schemas.openxmlformats.org/officeDocument/2006/relationships/image" Target="/ppt/media/image5.svg" Id="R05585af2a5624ec2" /><Relationship Type="http://schemas.openxmlformats.org/officeDocument/2006/relationships/image" Target="/ppt/media/image6.png" Id="Rb9b20d92c2a44529" /><Relationship Type="http://schemas.openxmlformats.org/officeDocument/2006/relationships/image" Target="/ppt/media/image6.svg" Id="Rff2f1947f431411e" /><Relationship Type="http://schemas.openxmlformats.org/officeDocument/2006/relationships/image" Target="/ppt/media/image7.png" Id="R274d1421cc914828" /><Relationship Type="http://schemas.openxmlformats.org/officeDocument/2006/relationships/image" Target="/ppt/media/image7.svg" Id="Ra91fa2360cd84b36" /><Relationship Type="http://schemas.openxmlformats.org/officeDocument/2006/relationships/image" Target="/ppt/media/image8.png" Id="R818b02ea61d343b8" /><Relationship Type="http://schemas.openxmlformats.org/officeDocument/2006/relationships/image" Target="/ppt/media/image8.svg" Id="Rde88695bd92f450d" /><Relationship Type="http://schemas.openxmlformats.org/officeDocument/2006/relationships/image" Target="/ppt/media/image9.png" Id="R034084f5d2424d88" /><Relationship Type="http://schemas.openxmlformats.org/officeDocument/2006/relationships/image" Target="/ppt/media/image9.svg" Id="R3f49d3e08f8b467c" /><Relationship Type="http://schemas.openxmlformats.org/officeDocument/2006/relationships/image" Target="/ppt/media/image10.png" Id="R5c369f93d7d04a7d" /><Relationship Type="http://schemas.openxmlformats.org/officeDocument/2006/relationships/image" Target="/ppt/media/image10.svg" Id="R1237847b01cc4d26" /><Relationship Type="http://schemas.openxmlformats.org/officeDocument/2006/relationships/image" Target="/ppt/media/image11.png" Id="R319a137fdcb84d6d" /><Relationship Type="http://schemas.openxmlformats.org/officeDocument/2006/relationships/image" Target="/ppt/media/image11.svg" Id="Rf1b3dbfcdffa4951" /><Relationship Type="http://schemas.openxmlformats.org/officeDocument/2006/relationships/image" Target="/ppt/media/image12.png" Id="R179695dea5924d1a" /><Relationship Type="http://schemas.openxmlformats.org/officeDocument/2006/relationships/image" Target="/ppt/media/image12.svg" Id="R5afaca3958a7405e" /><Relationship Type="http://schemas.openxmlformats.org/officeDocument/2006/relationships/image" Target="/ppt/media/image13.png" Id="R370dda987ef64b71" /><Relationship Type="http://schemas.openxmlformats.org/officeDocument/2006/relationships/image" Target="/ppt/media/image13.svg" Id="R7c75e3639ab24f1d" /><Relationship Type="http://schemas.openxmlformats.org/officeDocument/2006/relationships/image" Target="/ppt/media/image14.png" Id="Rdd3d1e4ace1e4683" /><Relationship Type="http://schemas.openxmlformats.org/officeDocument/2006/relationships/image" Target="/ppt/media/image14.svg" Id="R2b5655a771284730" /><Relationship Type="http://schemas.openxmlformats.org/officeDocument/2006/relationships/image" Target="/ppt/media/image15.png" Id="R5c068c33d55f4240" /><Relationship Type="http://schemas.openxmlformats.org/officeDocument/2006/relationships/image" Target="/ppt/media/image15.svg" Id="R3357dbf8a6064adc" /><Relationship Type="http://schemas.openxmlformats.org/officeDocument/2006/relationships/notesSlide" Target="/ppt/notesSlides/notesSlide2.xml" Id="R3a9b7b871f754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99a979d59c4eb0" /><Relationship Type="http://schemas.openxmlformats.org/officeDocument/2006/relationships/image" Target="/ppt/media/image16.png" Id="R9c12773bc88f4a43" /><Relationship Type="http://schemas.openxmlformats.org/officeDocument/2006/relationships/image" Target="/ppt/media/image16.svg" Id="R2c929ec5b4704de3" /><Relationship Type="http://schemas.openxmlformats.org/officeDocument/2006/relationships/image" Target="/ppt/media/image17.png" Id="Ra981570fc3194102" /><Relationship Type="http://schemas.openxmlformats.org/officeDocument/2006/relationships/image" Target="/ppt/media/image17.svg" Id="Rfdbe0825a35e40a0" /><Relationship Type="http://schemas.openxmlformats.org/officeDocument/2006/relationships/image" Target="/ppt/media/image18.png" Id="Re84da33e23bc4891" /><Relationship Type="http://schemas.openxmlformats.org/officeDocument/2006/relationships/image" Target="/ppt/media/image18.svg" Id="R21b675be184e4cfe" /><Relationship Type="http://schemas.openxmlformats.org/officeDocument/2006/relationships/image" Target="/ppt/media/image19.png" Id="R379c94c6a04f4ee2" /><Relationship Type="http://schemas.openxmlformats.org/officeDocument/2006/relationships/image" Target="/ppt/media/image19.svg" Id="Rb0eca63399e0473b" /><Relationship Type="http://schemas.openxmlformats.org/officeDocument/2006/relationships/image" Target="/ppt/media/image20.png" Id="R2162ffc567444c9f" /><Relationship Type="http://schemas.openxmlformats.org/officeDocument/2006/relationships/image" Target="/ppt/media/image20.svg" Id="Rfd293d97ef9345ba" /><Relationship Type="http://schemas.openxmlformats.org/officeDocument/2006/relationships/image" Target="/ppt/media/image21.png" Id="Rdb7efa7af9cb4342" /><Relationship Type="http://schemas.openxmlformats.org/officeDocument/2006/relationships/image" Target="/ppt/media/image21.svg" Id="R763ea2b1430a48c3" /><Relationship Type="http://schemas.openxmlformats.org/officeDocument/2006/relationships/image" Target="/ppt/media/image22.png" Id="R1cbb8eba83a943ed" /><Relationship Type="http://schemas.openxmlformats.org/officeDocument/2006/relationships/image" Target="/ppt/media/image22.svg" Id="R8d836d7dc9bd4534" /><Relationship Type="http://schemas.openxmlformats.org/officeDocument/2006/relationships/image" Target="/ppt/media/image23.png" Id="R231b5bb3cd9f4f8a" /><Relationship Type="http://schemas.openxmlformats.org/officeDocument/2006/relationships/image" Target="/ppt/media/image23.svg" Id="R3c14bec3d88b4d2e" /><Relationship Type="http://schemas.openxmlformats.org/officeDocument/2006/relationships/image" Target="/ppt/media/image24.png" Id="R138c7f6eca554ded" /><Relationship Type="http://schemas.openxmlformats.org/officeDocument/2006/relationships/image" Target="/ppt/media/image24.svg" Id="Re88a1614a4e24c17" /><Relationship Type="http://schemas.openxmlformats.org/officeDocument/2006/relationships/image" Target="/ppt/media/image25.png" Id="R946fd1e3c0274181" /><Relationship Type="http://schemas.openxmlformats.org/officeDocument/2006/relationships/image" Target="/ppt/media/image25.svg" Id="R41fe2ff0970d43ae" /><Relationship Type="http://schemas.openxmlformats.org/officeDocument/2006/relationships/image" Target="/ppt/media/image15.png" Id="R426b2b56194a4e25" /><Relationship Type="http://schemas.openxmlformats.org/officeDocument/2006/relationships/image" Target="/ppt/media/image15.svg" Id="R7b33801351494051" /><Relationship Type="http://schemas.openxmlformats.org/officeDocument/2006/relationships/image" Target="/ppt/media/image26.png" Id="R41bf6ae291874689" /><Relationship Type="http://schemas.openxmlformats.org/officeDocument/2006/relationships/image" Target="/ppt/media/image26.svg" Id="Raf2457312f7846d3" /><Relationship Type="http://schemas.openxmlformats.org/officeDocument/2006/relationships/image" Target="/ppt/media/image27.png" Id="R1782e4284baf4341" /><Relationship Type="http://schemas.openxmlformats.org/officeDocument/2006/relationships/image" Target="/ppt/media/image27.svg" Id="Ra07b507f89a344a6" /><Relationship Type="http://schemas.openxmlformats.org/officeDocument/2006/relationships/image" Target="/ppt/media/image28.png" Id="R15bf21ddd09e41c0" /><Relationship Type="http://schemas.openxmlformats.org/officeDocument/2006/relationships/image" Target="/ppt/media/image28.svg" Id="R7ee8d016363d4e01" /><Relationship Type="http://schemas.openxmlformats.org/officeDocument/2006/relationships/image" Target="/ppt/media/image29.png" Id="R74b58e40437947aa" /><Relationship Type="http://schemas.openxmlformats.org/officeDocument/2006/relationships/image" Target="/ppt/media/image29.svg" Id="R02c9beca1ed24e89" /><Relationship Type="http://schemas.openxmlformats.org/officeDocument/2006/relationships/image" Target="/ppt/media/image12.png" Id="R82636061efa84b13" /><Relationship Type="http://schemas.openxmlformats.org/officeDocument/2006/relationships/image" Target="/ppt/media/image12.svg" Id="R72261474ef214bcc" /><Relationship Type="http://schemas.openxmlformats.org/officeDocument/2006/relationships/image" Target="/ppt/media/image30.png" Id="R940e65434d2844fc" /><Relationship Type="http://schemas.openxmlformats.org/officeDocument/2006/relationships/image" Target="/ppt/media/image30.svg" Id="R1044d0f5467744c3" /><Relationship Type="http://schemas.openxmlformats.org/officeDocument/2006/relationships/image" Target="/ppt/media/image31.png" Id="R4fcc7e0743e0427d" /><Relationship Type="http://schemas.openxmlformats.org/officeDocument/2006/relationships/image" Target="/ppt/media/image31.svg" Id="R4d610fe9c58e4061" /><Relationship Type="http://schemas.openxmlformats.org/officeDocument/2006/relationships/image" Target="/ppt/media/image.png" Id="R40a205fa54f84ce6" /><Relationship Type="http://schemas.openxmlformats.org/officeDocument/2006/relationships/image" Target="/ppt/media/image.svg" Id="Rfb157fbc557b47e4" /><Relationship Type="http://schemas.openxmlformats.org/officeDocument/2006/relationships/image" Target="/ppt/media/image2.png" Id="Rad8d917e03624fd6" /><Relationship Type="http://schemas.openxmlformats.org/officeDocument/2006/relationships/image" Target="/ppt/media/image2.svg" Id="Rd1e0b2c649ad48fb" /><Relationship Type="http://schemas.openxmlformats.org/officeDocument/2006/relationships/image" Target="/ppt/media/image3.png" Id="Rca3515b3e8a64dac" /><Relationship Type="http://schemas.openxmlformats.org/officeDocument/2006/relationships/image" Target="/ppt/media/image3.svg" Id="R0a2ca694e7ed4387" /><Relationship Type="http://schemas.openxmlformats.org/officeDocument/2006/relationships/image" Target="/ppt/media/image4.png" Id="R7ac950f4794c4c04" /><Relationship Type="http://schemas.openxmlformats.org/officeDocument/2006/relationships/image" Target="/ppt/media/image4.svg" Id="Ra7739d4a72f0476a" /><Relationship Type="http://schemas.openxmlformats.org/officeDocument/2006/relationships/image" Target="/ppt/media/image5.png" Id="R3e535294e1904617" /><Relationship Type="http://schemas.openxmlformats.org/officeDocument/2006/relationships/image" Target="/ppt/media/image5.svg" Id="R7bff722dd58b445d" /><Relationship Type="http://schemas.openxmlformats.org/officeDocument/2006/relationships/image" Target="/ppt/media/image6.png" Id="R97dfad9e7f774a55" /><Relationship Type="http://schemas.openxmlformats.org/officeDocument/2006/relationships/image" Target="/ppt/media/image6.svg" Id="Rc55d9865d70447be" /><Relationship Type="http://schemas.openxmlformats.org/officeDocument/2006/relationships/image" Target="/ppt/media/image7.png" Id="R1d232c52ce104e0e" /><Relationship Type="http://schemas.openxmlformats.org/officeDocument/2006/relationships/image" Target="/ppt/media/image7.svg" Id="R15cee2c7805b4c87" /><Relationship Type="http://schemas.openxmlformats.org/officeDocument/2006/relationships/image" Target="/ppt/media/image8.png" Id="R016038b75fef46fd" /><Relationship Type="http://schemas.openxmlformats.org/officeDocument/2006/relationships/image" Target="/ppt/media/image8.svg" Id="R5e754da3ebf8400e" /><Relationship Type="http://schemas.openxmlformats.org/officeDocument/2006/relationships/image" Target="/ppt/media/image9.png" Id="Raa23c13539994aa2" /><Relationship Type="http://schemas.openxmlformats.org/officeDocument/2006/relationships/image" Target="/ppt/media/image9.svg" Id="Rdd0e47d00e394ebe" /><Relationship Type="http://schemas.openxmlformats.org/officeDocument/2006/relationships/image" Target="/ppt/media/image10.png" Id="R00f6d59bd7514c36" /><Relationship Type="http://schemas.openxmlformats.org/officeDocument/2006/relationships/image" Target="/ppt/media/image10.svg" Id="Rd5b3cbb4cdef4798" /><Relationship Type="http://schemas.openxmlformats.org/officeDocument/2006/relationships/image" Target="/ppt/media/image11.png" Id="Re12b45eb320443f8" /><Relationship Type="http://schemas.openxmlformats.org/officeDocument/2006/relationships/image" Target="/ppt/media/image11.svg" Id="R8cf2af1728694a08" /><Relationship Type="http://schemas.openxmlformats.org/officeDocument/2006/relationships/image" Target="/ppt/media/image13.png" Id="R9ee7dfa06a834e44" /><Relationship Type="http://schemas.openxmlformats.org/officeDocument/2006/relationships/image" Target="/ppt/media/image13.svg" Id="R33936057e548465b" /><Relationship Type="http://schemas.openxmlformats.org/officeDocument/2006/relationships/image" Target="/ppt/media/image14.png" Id="R7511540fb10d4cd5" /><Relationship Type="http://schemas.openxmlformats.org/officeDocument/2006/relationships/image" Target="/ppt/media/image14.svg" Id="R651df09d3b2d4ed7" /><Relationship Type="http://schemas.openxmlformats.org/officeDocument/2006/relationships/notesSlide" Target="/ppt/notesSlides/notesSlide3.xml" Id="R7c12dc365a75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679e47a10c643ce" /><Relationship Type="http://schemas.openxmlformats.org/officeDocument/2006/relationships/image" Target="/ppt/media/image.png" Id="R953caa5d3fae4113" /><Relationship Type="http://schemas.openxmlformats.org/officeDocument/2006/relationships/image" Target="/ppt/media/image.svg" Id="Rd4a8cf9379b6483f" /><Relationship Type="http://schemas.openxmlformats.org/officeDocument/2006/relationships/image" Target="/ppt/media/image2.png" Id="R5c3b89f41687456d" /><Relationship Type="http://schemas.openxmlformats.org/officeDocument/2006/relationships/image" Target="/ppt/media/image2.svg" Id="Rdd7ec471f3e64818" /><Relationship Type="http://schemas.openxmlformats.org/officeDocument/2006/relationships/image" Target="/ppt/media/image3.png" Id="R3f3853c0eb0144d1" /><Relationship Type="http://schemas.openxmlformats.org/officeDocument/2006/relationships/image" Target="/ppt/media/image3.svg" Id="R461339d3e9ed4f01" /><Relationship Type="http://schemas.openxmlformats.org/officeDocument/2006/relationships/image" Target="/ppt/media/image4.png" Id="Rf8dbb1fdbfc74297" /><Relationship Type="http://schemas.openxmlformats.org/officeDocument/2006/relationships/image" Target="/ppt/media/image4.svg" Id="Rceea9eb3761d4adb" /><Relationship Type="http://schemas.openxmlformats.org/officeDocument/2006/relationships/image" Target="/ppt/media/image5.png" Id="R29bcbf9f94004d1d" /><Relationship Type="http://schemas.openxmlformats.org/officeDocument/2006/relationships/image" Target="/ppt/media/image5.svg" Id="Rbe5fff4472444db4" /><Relationship Type="http://schemas.openxmlformats.org/officeDocument/2006/relationships/image" Target="/ppt/media/image6.png" Id="Ra07e5b016b4f4e1e" /><Relationship Type="http://schemas.openxmlformats.org/officeDocument/2006/relationships/image" Target="/ppt/media/image6.svg" Id="R5edfa810d64449f0" /><Relationship Type="http://schemas.openxmlformats.org/officeDocument/2006/relationships/image" Target="/ppt/media/image7.png" Id="R605036b5e6e540ec" /><Relationship Type="http://schemas.openxmlformats.org/officeDocument/2006/relationships/image" Target="/ppt/media/image7.svg" Id="R622da112530e4cc8" /><Relationship Type="http://schemas.openxmlformats.org/officeDocument/2006/relationships/image" Target="/ppt/media/image8.png" Id="Ra164b0ce87364ce9" /><Relationship Type="http://schemas.openxmlformats.org/officeDocument/2006/relationships/image" Target="/ppt/media/image8.svg" Id="Rf024f8d426894fa6" /><Relationship Type="http://schemas.openxmlformats.org/officeDocument/2006/relationships/image" Target="/ppt/media/image9.png" Id="Rabdb379ae8e744be" /><Relationship Type="http://schemas.openxmlformats.org/officeDocument/2006/relationships/image" Target="/ppt/media/image9.svg" Id="R2ff12e1e8b31459f" /><Relationship Type="http://schemas.openxmlformats.org/officeDocument/2006/relationships/image" Target="/ppt/media/image10.png" Id="R8991a33649f34cac" /><Relationship Type="http://schemas.openxmlformats.org/officeDocument/2006/relationships/image" Target="/ppt/media/image10.svg" Id="R270127852e5a440d" /><Relationship Type="http://schemas.openxmlformats.org/officeDocument/2006/relationships/image" Target="/ppt/media/image11.png" Id="Ra45f189aa89c4165" /><Relationship Type="http://schemas.openxmlformats.org/officeDocument/2006/relationships/image" Target="/ppt/media/image11.svg" Id="R95f1f995c65249f4" /><Relationship Type="http://schemas.openxmlformats.org/officeDocument/2006/relationships/image" Target="/ppt/media/image12.png" Id="R519ad00055b14014" /><Relationship Type="http://schemas.openxmlformats.org/officeDocument/2006/relationships/image" Target="/ppt/media/image12.svg" Id="Ra1e00a7f4654400a" /><Relationship Type="http://schemas.openxmlformats.org/officeDocument/2006/relationships/image" Target="/ppt/media/image13.png" Id="R15c6236bc6bc42b6" /><Relationship Type="http://schemas.openxmlformats.org/officeDocument/2006/relationships/image" Target="/ppt/media/image13.svg" Id="Rfe6d7c7ba1e44dd6" /><Relationship Type="http://schemas.openxmlformats.org/officeDocument/2006/relationships/image" Target="/ppt/media/image14.png" Id="Raac3b191e5934fdc" /><Relationship Type="http://schemas.openxmlformats.org/officeDocument/2006/relationships/image" Target="/ppt/media/image14.svg" Id="R06ef4f64c760455a" /><Relationship Type="http://schemas.openxmlformats.org/officeDocument/2006/relationships/notesSlide" Target="/ppt/notesSlides/notesSlide4.xml" Id="R17c379e8ba2f4b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08a99e27d4ce8" /><Relationship Type="http://schemas.openxmlformats.org/officeDocument/2006/relationships/image" Target="/ppt/media/image32.png" Id="Raeaa76141a90476d" /><Relationship Type="http://schemas.openxmlformats.org/officeDocument/2006/relationships/image" Target="/ppt/media/image32.svg" Id="R1c9e1a919b0641fc" /><Relationship Type="http://schemas.openxmlformats.org/officeDocument/2006/relationships/image" Target="/ppt/media/image33.png" Id="R041df083ab904801" /><Relationship Type="http://schemas.openxmlformats.org/officeDocument/2006/relationships/image" Target="/ppt/media/image7.png" Id="Rc9ce18b6115f43cf" /><Relationship Type="http://schemas.openxmlformats.org/officeDocument/2006/relationships/image" Target="/ppt/media/image7.svg" Id="R2a5b3ae3cf6447fd" /><Relationship Type="http://schemas.openxmlformats.org/officeDocument/2006/relationships/image" Target="/ppt/media/image11.png" Id="Re294687754944d32" /><Relationship Type="http://schemas.openxmlformats.org/officeDocument/2006/relationships/image" Target="/ppt/media/image11.svg" Id="R1a5b07200b5c498e" /><Relationship Type="http://schemas.openxmlformats.org/officeDocument/2006/relationships/image" Target="/ppt/media/image16.png" Id="Rd286fcd466f5448c" /><Relationship Type="http://schemas.openxmlformats.org/officeDocument/2006/relationships/image" Target="/ppt/media/image16.svg" Id="R1874329342514481" /><Relationship Type="http://schemas.openxmlformats.org/officeDocument/2006/relationships/image" Target="/ppt/media/image17.png" Id="Re5e8062edcd347e9" /><Relationship Type="http://schemas.openxmlformats.org/officeDocument/2006/relationships/image" Target="/ppt/media/image17.svg" Id="Raefcc0b162514f2f" /><Relationship Type="http://schemas.openxmlformats.org/officeDocument/2006/relationships/image" Target="/ppt/media/image34.png" Id="R87568b57e2154195" /><Relationship Type="http://schemas.openxmlformats.org/officeDocument/2006/relationships/image" Target="/ppt/media/image33.svg" Id="R4a8ae98303e747c0" /><Relationship Type="http://schemas.openxmlformats.org/officeDocument/2006/relationships/image" Target="/ppt/media/image35.png" Id="R8f5614420b8241ed" /><Relationship Type="http://schemas.openxmlformats.org/officeDocument/2006/relationships/image" Target="/ppt/media/image34.svg" Id="Rbc6520047f0d4a82" /><Relationship Type="http://schemas.openxmlformats.org/officeDocument/2006/relationships/image" Target="/ppt/media/image20.png" Id="Rdd105cba235147a8" /><Relationship Type="http://schemas.openxmlformats.org/officeDocument/2006/relationships/image" Target="/ppt/media/image20.svg" Id="R58772cc3baf24c70" /><Relationship Type="http://schemas.openxmlformats.org/officeDocument/2006/relationships/image" Target="/ppt/media/image21.png" Id="R77ea5f53c5184364" /><Relationship Type="http://schemas.openxmlformats.org/officeDocument/2006/relationships/image" Target="/ppt/media/image21.svg" Id="R9b24c1aecc204756" /><Relationship Type="http://schemas.openxmlformats.org/officeDocument/2006/relationships/image" Target="/ppt/media/image22.png" Id="R460568a64c7e49ff" /><Relationship Type="http://schemas.openxmlformats.org/officeDocument/2006/relationships/image" Target="/ppt/media/image22.svg" Id="Rda44f14799094672" /><Relationship Type="http://schemas.openxmlformats.org/officeDocument/2006/relationships/image" Target="/ppt/media/image36.png" Id="R8bc649176854415d" /><Relationship Type="http://schemas.openxmlformats.org/officeDocument/2006/relationships/image" Target="/ppt/media/image35.svg" Id="R771dd39433c84bf0" /><Relationship Type="http://schemas.openxmlformats.org/officeDocument/2006/relationships/image" Target="/ppt/media/image24.png" Id="Ree59de4c08b34442" /><Relationship Type="http://schemas.openxmlformats.org/officeDocument/2006/relationships/image" Target="/ppt/media/image24.svg" Id="R0db78d4f2be848e6" /><Relationship Type="http://schemas.openxmlformats.org/officeDocument/2006/relationships/image" Target="/ppt/media/image25.png" Id="R755e6db7c3084716" /><Relationship Type="http://schemas.openxmlformats.org/officeDocument/2006/relationships/image" Target="/ppt/media/image25.svg" Id="R2bed53acdcde47b0" /><Relationship Type="http://schemas.openxmlformats.org/officeDocument/2006/relationships/image" Target="/ppt/media/image37.png" Id="Rb3374e331de44f90" /><Relationship Type="http://schemas.openxmlformats.org/officeDocument/2006/relationships/image" Target="/ppt/media/image36.svg" Id="R19ecb66aa9124396" /><Relationship Type="http://schemas.openxmlformats.org/officeDocument/2006/relationships/image" Target="/ppt/media/image38.png" Id="Rd5b696cee8dc4c04" /><Relationship Type="http://schemas.openxmlformats.org/officeDocument/2006/relationships/image" Target="/ppt/media/image37.svg" Id="Raea3d3a78dc44698" /><Relationship Type="http://schemas.openxmlformats.org/officeDocument/2006/relationships/image" Target="/ppt/media/image39.png" Id="Ra4fe7257f65a4047" /><Relationship Type="http://schemas.openxmlformats.org/officeDocument/2006/relationships/image" Target="/ppt/media/image38.svg" Id="R01c966e1f1c2470b" /><Relationship Type="http://schemas.openxmlformats.org/officeDocument/2006/relationships/image" Target="/ppt/media/image40.png" Id="Raaf72737f2db45bf" /><Relationship Type="http://schemas.openxmlformats.org/officeDocument/2006/relationships/image" Target="/ppt/media/image39.svg" Id="Ra0b8ed63363c48df" /><Relationship Type="http://schemas.openxmlformats.org/officeDocument/2006/relationships/notesSlide" Target="/ppt/notesSlides/notesSlide5.xml" Id="Rfaaf93d647bc4f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6085bf1954684" /><Relationship Type="http://schemas.openxmlformats.org/officeDocument/2006/relationships/image" Target="/ppt/media/image33.png" Id="Rdef16213b98c4363" /><Relationship Type="http://schemas.openxmlformats.org/officeDocument/2006/relationships/image" Target="/ppt/media/image7.png" Id="R87afe6857d854db0" /><Relationship Type="http://schemas.openxmlformats.org/officeDocument/2006/relationships/image" Target="/ppt/media/image7.svg" Id="R3bb5f9ecb2de4365" /><Relationship Type="http://schemas.openxmlformats.org/officeDocument/2006/relationships/image" Target="/ppt/media/image11.png" Id="R6821a5c835884ff2" /><Relationship Type="http://schemas.openxmlformats.org/officeDocument/2006/relationships/image" Target="/ppt/media/image11.svg" Id="Ra48151f9406f4098" /><Relationship Type="http://schemas.openxmlformats.org/officeDocument/2006/relationships/image" Target="/ppt/media/image16.png" Id="Rf33252634ded48b0" /><Relationship Type="http://schemas.openxmlformats.org/officeDocument/2006/relationships/image" Target="/ppt/media/image16.svg" Id="R8995a5a6a1cd4282" /><Relationship Type="http://schemas.openxmlformats.org/officeDocument/2006/relationships/image" Target="/ppt/media/image17.png" Id="Rcbeb0bae2bda4f09" /><Relationship Type="http://schemas.openxmlformats.org/officeDocument/2006/relationships/image" Target="/ppt/media/image17.svg" Id="R2ef3868226ec42ab" /><Relationship Type="http://schemas.openxmlformats.org/officeDocument/2006/relationships/image" Target="/ppt/media/image34.png" Id="R0086608cf96c4bbc" /><Relationship Type="http://schemas.openxmlformats.org/officeDocument/2006/relationships/image" Target="/ppt/media/image33.svg" Id="Rf095709c0abe454e" /><Relationship Type="http://schemas.openxmlformats.org/officeDocument/2006/relationships/image" Target="/ppt/media/image35.png" Id="Rc42c38147b034525" /><Relationship Type="http://schemas.openxmlformats.org/officeDocument/2006/relationships/image" Target="/ppt/media/image34.svg" Id="Rf935e1db397e49c0" /><Relationship Type="http://schemas.openxmlformats.org/officeDocument/2006/relationships/image" Target="/ppt/media/image20.png" Id="R3b6e2dcd5f5d4d78" /><Relationship Type="http://schemas.openxmlformats.org/officeDocument/2006/relationships/image" Target="/ppt/media/image20.svg" Id="R1b6660750f114728" /><Relationship Type="http://schemas.openxmlformats.org/officeDocument/2006/relationships/image" Target="/ppt/media/image21.png" Id="Rc41e03225b1d4fae" /><Relationship Type="http://schemas.openxmlformats.org/officeDocument/2006/relationships/image" Target="/ppt/media/image21.svg" Id="R583104bd98c54bcb" /><Relationship Type="http://schemas.openxmlformats.org/officeDocument/2006/relationships/image" Target="/ppt/media/image22.png" Id="Rb269efcd57234ee9" /><Relationship Type="http://schemas.openxmlformats.org/officeDocument/2006/relationships/image" Target="/ppt/media/image22.svg" Id="R290edefabb93473b" /><Relationship Type="http://schemas.openxmlformats.org/officeDocument/2006/relationships/image" Target="/ppt/media/image36.png" Id="Rc5473722ef0f4191" /><Relationship Type="http://schemas.openxmlformats.org/officeDocument/2006/relationships/image" Target="/ppt/media/image35.svg" Id="R92f5cd6959814fc8" /><Relationship Type="http://schemas.openxmlformats.org/officeDocument/2006/relationships/image" Target="/ppt/media/image24.png" Id="Ree79fb29750c41c4" /><Relationship Type="http://schemas.openxmlformats.org/officeDocument/2006/relationships/image" Target="/ppt/media/image24.svg" Id="Re713ce89513a48c0" /><Relationship Type="http://schemas.openxmlformats.org/officeDocument/2006/relationships/image" Target="/ppt/media/image25.png" Id="Rbc89b920f0d24daf" /><Relationship Type="http://schemas.openxmlformats.org/officeDocument/2006/relationships/image" Target="/ppt/media/image25.svg" Id="R6dd044b86a534354" /><Relationship Type="http://schemas.openxmlformats.org/officeDocument/2006/relationships/image" Target="/ppt/media/image37.png" Id="Rb0861fdc8759441b" /><Relationship Type="http://schemas.openxmlformats.org/officeDocument/2006/relationships/image" Target="/ppt/media/image36.svg" Id="Ra89f39ff498f42d5" /><Relationship Type="http://schemas.openxmlformats.org/officeDocument/2006/relationships/image" Target="/ppt/media/image38.png" Id="Ra799333076244191" /><Relationship Type="http://schemas.openxmlformats.org/officeDocument/2006/relationships/image" Target="/ppt/media/image37.svg" Id="R6a2f7325d7834eb3" /><Relationship Type="http://schemas.openxmlformats.org/officeDocument/2006/relationships/image" Target="/ppt/media/image39.png" Id="R950cf03a6bc64c7c" /><Relationship Type="http://schemas.openxmlformats.org/officeDocument/2006/relationships/image" Target="/ppt/media/image38.svg" Id="Re6321454f85b424c" /><Relationship Type="http://schemas.openxmlformats.org/officeDocument/2006/relationships/image" Target="/ppt/media/image40.png" Id="R7c44d4ac2a9e49aa" /><Relationship Type="http://schemas.openxmlformats.org/officeDocument/2006/relationships/image" Target="/ppt/media/image39.svg" Id="R035aadf68715458b" /><Relationship Type="http://schemas.openxmlformats.org/officeDocument/2006/relationships/notesSlide" Target="/ppt/notesSlides/notesSlide6.xml" Id="R63de981383164a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2dc8d75fa4c6e" /><Relationship Type="http://schemas.openxmlformats.org/officeDocument/2006/relationships/image" Target="/ppt/media/image33.png" Id="Rccb995fdcea845d9" /><Relationship Type="http://schemas.openxmlformats.org/officeDocument/2006/relationships/image" Target="/ppt/media/image41.png" Id="R52c5addaf8c34240" /><Relationship Type="http://schemas.openxmlformats.org/officeDocument/2006/relationships/image" Target="/ppt/media/image40.svg" Id="R8918d6b687244bf7" /><Relationship Type="http://schemas.openxmlformats.org/officeDocument/2006/relationships/image" Target="/ppt/media/image11.png" Id="Rba5ea53012d942e7" /><Relationship Type="http://schemas.openxmlformats.org/officeDocument/2006/relationships/image" Target="/ppt/media/image11.svg" Id="R1b38a8bae4e547ea" /><Relationship Type="http://schemas.openxmlformats.org/officeDocument/2006/relationships/image" Target="/ppt/media/image16.png" Id="Ra009258516214ce5" /><Relationship Type="http://schemas.openxmlformats.org/officeDocument/2006/relationships/image" Target="/ppt/media/image16.svg" Id="R605ac1e5c8d04914" /><Relationship Type="http://schemas.openxmlformats.org/officeDocument/2006/relationships/image" Target="/ppt/media/image17.png" Id="R8c07351b74494c0d" /><Relationship Type="http://schemas.openxmlformats.org/officeDocument/2006/relationships/image" Target="/ppt/media/image17.svg" Id="R68ac04ecdb0b4bd8" /><Relationship Type="http://schemas.openxmlformats.org/officeDocument/2006/relationships/image" Target="/ppt/media/image34.png" Id="R57318bb132f44ac2" /><Relationship Type="http://schemas.openxmlformats.org/officeDocument/2006/relationships/image" Target="/ppt/media/image33.svg" Id="R17c337a5ab894956" /><Relationship Type="http://schemas.openxmlformats.org/officeDocument/2006/relationships/image" Target="/ppt/media/image35.png" Id="Rb8e3d362fafd4c3d" /><Relationship Type="http://schemas.openxmlformats.org/officeDocument/2006/relationships/image" Target="/ppt/media/image34.svg" Id="Rb2b5cb2917d6423d" /><Relationship Type="http://schemas.openxmlformats.org/officeDocument/2006/relationships/image" Target="/ppt/media/image20.png" Id="R3e580f68e6b04072" /><Relationship Type="http://schemas.openxmlformats.org/officeDocument/2006/relationships/image" Target="/ppt/media/image20.svg" Id="R98ba0ecc10fe4fab" /><Relationship Type="http://schemas.openxmlformats.org/officeDocument/2006/relationships/image" Target="/ppt/media/image21.png" Id="Raf1c8cb5e2634f0a" /><Relationship Type="http://schemas.openxmlformats.org/officeDocument/2006/relationships/image" Target="/ppt/media/image21.svg" Id="R4040f50a5ca648d5" /><Relationship Type="http://schemas.openxmlformats.org/officeDocument/2006/relationships/image" Target="/ppt/media/image22.png" Id="Rb0a405ed404c4cc2" /><Relationship Type="http://schemas.openxmlformats.org/officeDocument/2006/relationships/image" Target="/ppt/media/image22.svg" Id="Rc4e596d115b045c7" /><Relationship Type="http://schemas.openxmlformats.org/officeDocument/2006/relationships/image" Target="/ppt/media/image36.png" Id="R68d9f77d1793481f" /><Relationship Type="http://schemas.openxmlformats.org/officeDocument/2006/relationships/image" Target="/ppt/media/image35.svg" Id="R05882aa4e0dd4aff" /><Relationship Type="http://schemas.openxmlformats.org/officeDocument/2006/relationships/image" Target="/ppt/media/image24.png" Id="Rbb89807e37044680" /><Relationship Type="http://schemas.openxmlformats.org/officeDocument/2006/relationships/image" Target="/ppt/media/image24.svg" Id="R48fb8b5d5ae849f9" /><Relationship Type="http://schemas.openxmlformats.org/officeDocument/2006/relationships/image" Target="/ppt/media/image25.png" Id="R24607c14cf89494c" /><Relationship Type="http://schemas.openxmlformats.org/officeDocument/2006/relationships/image" Target="/ppt/media/image25.svg" Id="Rb96099db4df34c78" /><Relationship Type="http://schemas.openxmlformats.org/officeDocument/2006/relationships/image" Target="/ppt/media/image37.png" Id="Re80c85fb42d14832" /><Relationship Type="http://schemas.openxmlformats.org/officeDocument/2006/relationships/image" Target="/ppt/media/image36.svg" Id="R55fbedc92c764741" /><Relationship Type="http://schemas.openxmlformats.org/officeDocument/2006/relationships/image" Target="/ppt/media/image38.png" Id="Ra2a4c8a8dff14802" /><Relationship Type="http://schemas.openxmlformats.org/officeDocument/2006/relationships/image" Target="/ppt/media/image37.svg" Id="R5f66d0e94c304367" /><Relationship Type="http://schemas.openxmlformats.org/officeDocument/2006/relationships/image" Target="/ppt/media/image39.png" Id="Rd8e6c006955e4601" /><Relationship Type="http://schemas.openxmlformats.org/officeDocument/2006/relationships/image" Target="/ppt/media/image38.svg" Id="R35b9bb6770d64586" /><Relationship Type="http://schemas.openxmlformats.org/officeDocument/2006/relationships/image" Target="/ppt/media/image40.png" Id="R7b37c9b3c8234baa" /><Relationship Type="http://schemas.openxmlformats.org/officeDocument/2006/relationships/image" Target="/ppt/media/image39.svg" Id="Rf3c785d5b2b7427c" /><Relationship Type="http://schemas.openxmlformats.org/officeDocument/2006/relationships/notesSlide" Target="/ppt/notesSlides/notesSlide7.xml" Id="R18825cb2dc1d47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3069a6cbd41e9" /><Relationship Type="http://schemas.openxmlformats.org/officeDocument/2006/relationships/image" Target="/ppt/media/image42.png" Id="R9f361b1d4ff04748" /><Relationship Type="http://schemas.openxmlformats.org/officeDocument/2006/relationships/image" Target="/ppt/media/image41.svg" Id="R98bc532c1d6041f5" /><Relationship Type="http://schemas.openxmlformats.org/officeDocument/2006/relationships/image" Target="/ppt/media/image33.png" Id="R8214b1d4d7fd46b5" /><Relationship Type="http://schemas.openxmlformats.org/officeDocument/2006/relationships/image" Target="/ppt/media/image16.png" Id="R66ab5ab5e7d34fd4" /><Relationship Type="http://schemas.openxmlformats.org/officeDocument/2006/relationships/image" Target="/ppt/media/image16.svg" Id="Rf4d4404f28094118" /><Relationship Type="http://schemas.openxmlformats.org/officeDocument/2006/relationships/image" Target="/ppt/media/image17.png" Id="R0fdb791ea9a64670" /><Relationship Type="http://schemas.openxmlformats.org/officeDocument/2006/relationships/image" Target="/ppt/media/image17.svg" Id="R20d4ba31b1d64236" /><Relationship Type="http://schemas.openxmlformats.org/officeDocument/2006/relationships/image" Target="/ppt/media/image34.png" Id="Rd6ae3191f2404829" /><Relationship Type="http://schemas.openxmlformats.org/officeDocument/2006/relationships/image" Target="/ppt/media/image33.svg" Id="Rc46ffc6f2558472e" /><Relationship Type="http://schemas.openxmlformats.org/officeDocument/2006/relationships/image" Target="/ppt/media/image35.png" Id="Rebe32fd3f8d04706" /><Relationship Type="http://schemas.openxmlformats.org/officeDocument/2006/relationships/image" Target="/ppt/media/image34.svg" Id="R1f2851d1db174c5e" /><Relationship Type="http://schemas.openxmlformats.org/officeDocument/2006/relationships/image" Target="/ppt/media/image20.png" Id="R45b70209b0f74ecb" /><Relationship Type="http://schemas.openxmlformats.org/officeDocument/2006/relationships/image" Target="/ppt/media/image20.svg" Id="Rf550a2bf020748b9" /><Relationship Type="http://schemas.openxmlformats.org/officeDocument/2006/relationships/image" Target="/ppt/media/image21.png" Id="Rf5187d6dd8fa45ca" /><Relationship Type="http://schemas.openxmlformats.org/officeDocument/2006/relationships/image" Target="/ppt/media/image21.svg" Id="Rb56b27a2bfb4421d" /><Relationship Type="http://schemas.openxmlformats.org/officeDocument/2006/relationships/image" Target="/ppt/media/image22.png" Id="R29135ee2b5814758" /><Relationship Type="http://schemas.openxmlformats.org/officeDocument/2006/relationships/image" Target="/ppt/media/image22.svg" Id="R655b5e1c338146cb" /><Relationship Type="http://schemas.openxmlformats.org/officeDocument/2006/relationships/image" Target="/ppt/media/image36.png" Id="R7a04675918754d74" /><Relationship Type="http://schemas.openxmlformats.org/officeDocument/2006/relationships/image" Target="/ppt/media/image35.svg" Id="R5fd0933b907c4d31" /><Relationship Type="http://schemas.openxmlformats.org/officeDocument/2006/relationships/image" Target="/ppt/media/image24.png" Id="R4c41c65c99d340fa" /><Relationship Type="http://schemas.openxmlformats.org/officeDocument/2006/relationships/image" Target="/ppt/media/image24.svg" Id="R7ad5e81cd0f34609" /><Relationship Type="http://schemas.openxmlformats.org/officeDocument/2006/relationships/image" Target="/ppt/media/image25.png" Id="R72d2a17c22834277" /><Relationship Type="http://schemas.openxmlformats.org/officeDocument/2006/relationships/image" Target="/ppt/media/image25.svg" Id="Rc51ba635813845bc" /><Relationship Type="http://schemas.openxmlformats.org/officeDocument/2006/relationships/image" Target="/ppt/media/image37.png" Id="Rd20b67793bde43bc" /><Relationship Type="http://schemas.openxmlformats.org/officeDocument/2006/relationships/image" Target="/ppt/media/image36.svg" Id="Re4542ff425884028" /><Relationship Type="http://schemas.openxmlformats.org/officeDocument/2006/relationships/image" Target="/ppt/media/image38.png" Id="Rafc718739617488e" /><Relationship Type="http://schemas.openxmlformats.org/officeDocument/2006/relationships/image" Target="/ppt/media/image37.svg" Id="R4f6bf8c07b6c4e59" /><Relationship Type="http://schemas.openxmlformats.org/officeDocument/2006/relationships/image" Target="/ppt/media/image39.png" Id="Rdcef614f7bfc44f9" /><Relationship Type="http://schemas.openxmlformats.org/officeDocument/2006/relationships/image" Target="/ppt/media/image38.svg" Id="R220f006d45c74149" /><Relationship Type="http://schemas.openxmlformats.org/officeDocument/2006/relationships/image" Target="/ppt/media/image40.png" Id="R9227ab4e4ff44755" /><Relationship Type="http://schemas.openxmlformats.org/officeDocument/2006/relationships/image" Target="/ppt/media/image39.svg" Id="R8578b10ca6b64104" /><Relationship Type="http://schemas.openxmlformats.org/officeDocument/2006/relationships/image" Target="/ppt/media/image7.png" Id="R0059515d69a74be3" /><Relationship Type="http://schemas.openxmlformats.org/officeDocument/2006/relationships/image" Target="/ppt/media/image7.svg" Id="R63f227440e264ad7" /><Relationship Type="http://schemas.openxmlformats.org/officeDocument/2006/relationships/notesSlide" Target="/ppt/notesSlides/notesSlide8.xml" Id="R8bcee157e7b84b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4bb9de36641aa" /><Relationship Type="http://schemas.openxmlformats.org/officeDocument/2006/relationships/image" Target="/ppt/media/image21.png" Id="R32375bbd8e59403f" /><Relationship Type="http://schemas.openxmlformats.org/officeDocument/2006/relationships/image" Target="/ppt/media/image21.svg" Id="Rf890973237e746d3" /><Relationship Type="http://schemas.openxmlformats.org/officeDocument/2006/relationships/image" Target="/ppt/media/image43.png" Id="R13c7134c95fe4a77" /><Relationship Type="http://schemas.openxmlformats.org/officeDocument/2006/relationships/image" Target="/ppt/media/image42.svg" Id="R6bef7a889d9a4250" /><Relationship Type="http://schemas.openxmlformats.org/officeDocument/2006/relationships/image" Target="/ppt/media/image33.png" Id="R806d267adb0a4d25" /><Relationship Type="http://schemas.openxmlformats.org/officeDocument/2006/relationships/image" Target="/ppt/media/image16.png" Id="Rc4c37ceda5e64eab" /><Relationship Type="http://schemas.openxmlformats.org/officeDocument/2006/relationships/image" Target="/ppt/media/image16.svg" Id="R81c3b8bc96644d75" /><Relationship Type="http://schemas.openxmlformats.org/officeDocument/2006/relationships/image" Target="/ppt/media/image17.png" Id="Rca017f27877b440c" /><Relationship Type="http://schemas.openxmlformats.org/officeDocument/2006/relationships/image" Target="/ppt/media/image17.svg" Id="R5b4247732851483c" /><Relationship Type="http://schemas.openxmlformats.org/officeDocument/2006/relationships/image" Target="/ppt/media/image34.png" Id="Rac5e81d179be4154" /><Relationship Type="http://schemas.openxmlformats.org/officeDocument/2006/relationships/image" Target="/ppt/media/image33.svg" Id="R50d9c610c96245f2" /><Relationship Type="http://schemas.openxmlformats.org/officeDocument/2006/relationships/image" Target="/ppt/media/image35.png" Id="R5e8e12e48f8a4ea5" /><Relationship Type="http://schemas.openxmlformats.org/officeDocument/2006/relationships/image" Target="/ppt/media/image34.svg" Id="R94540531f73046db" /><Relationship Type="http://schemas.openxmlformats.org/officeDocument/2006/relationships/image" Target="/ppt/media/image20.png" Id="Ra0f95161012a43c6" /><Relationship Type="http://schemas.openxmlformats.org/officeDocument/2006/relationships/image" Target="/ppt/media/image20.svg" Id="R72191a4b838e4cbc" /><Relationship Type="http://schemas.openxmlformats.org/officeDocument/2006/relationships/image" Target="/ppt/media/image22.png" Id="Rddb47086ff704302" /><Relationship Type="http://schemas.openxmlformats.org/officeDocument/2006/relationships/image" Target="/ppt/media/image22.svg" Id="R3dd93c8cc1fd48ee" /><Relationship Type="http://schemas.openxmlformats.org/officeDocument/2006/relationships/image" Target="/ppt/media/image36.png" Id="R393cbd7464c5454c" /><Relationship Type="http://schemas.openxmlformats.org/officeDocument/2006/relationships/image" Target="/ppt/media/image35.svg" Id="R0bf2619b38fd42c2" /><Relationship Type="http://schemas.openxmlformats.org/officeDocument/2006/relationships/image" Target="/ppt/media/image24.png" Id="Reacfeffd103a4a59" /><Relationship Type="http://schemas.openxmlformats.org/officeDocument/2006/relationships/image" Target="/ppt/media/image24.svg" Id="Rd224e2618130424a" /><Relationship Type="http://schemas.openxmlformats.org/officeDocument/2006/relationships/image" Target="/ppt/media/image25.png" Id="R2362306e396a423e" /><Relationship Type="http://schemas.openxmlformats.org/officeDocument/2006/relationships/image" Target="/ppt/media/image25.svg" Id="R37fbf38647fa492c" /><Relationship Type="http://schemas.openxmlformats.org/officeDocument/2006/relationships/image" Target="/ppt/media/image37.png" Id="R98570c0fe8564728" /><Relationship Type="http://schemas.openxmlformats.org/officeDocument/2006/relationships/image" Target="/ppt/media/image36.svg" Id="R56a5df17342e4cdb" /><Relationship Type="http://schemas.openxmlformats.org/officeDocument/2006/relationships/image" Target="/ppt/media/image38.png" Id="Rc560cc204d044f9d" /><Relationship Type="http://schemas.openxmlformats.org/officeDocument/2006/relationships/image" Target="/ppt/media/image37.svg" Id="R1a0fbada6c9846aa" /><Relationship Type="http://schemas.openxmlformats.org/officeDocument/2006/relationships/image" Target="/ppt/media/image39.png" Id="R34f692fe50c04b79" /><Relationship Type="http://schemas.openxmlformats.org/officeDocument/2006/relationships/image" Target="/ppt/media/image38.svg" Id="Re4c74d694a7547f1" /><Relationship Type="http://schemas.openxmlformats.org/officeDocument/2006/relationships/image" Target="/ppt/media/image40.png" Id="Rb0d0e0fd64da4ef7" /><Relationship Type="http://schemas.openxmlformats.org/officeDocument/2006/relationships/image" Target="/ppt/media/image39.svg" Id="R4e98a90693bd46a3" /><Relationship Type="http://schemas.openxmlformats.org/officeDocument/2006/relationships/image" Target="/ppt/media/image7.png" Id="R99aaa1792c7844ba" /><Relationship Type="http://schemas.openxmlformats.org/officeDocument/2006/relationships/image" Target="/ppt/media/image7.svg" Id="Reb7a62b9c5fb42ff" /><Relationship Type="http://schemas.openxmlformats.org/officeDocument/2006/relationships/image" Target="/ppt/media/image44.png" Id="R561ef73b36e84be5" /><Relationship Type="http://schemas.openxmlformats.org/officeDocument/2006/relationships/notesSlide" Target="/ppt/notesSlides/notesSlide9.xml" Id="Rc0e16765333544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b5fc4203d4fa2" /><Relationship Type="http://schemas.openxmlformats.org/officeDocument/2006/relationships/image" Target="/ppt/media/image21.png" Id="Rad559cf63cb84a02" /><Relationship Type="http://schemas.openxmlformats.org/officeDocument/2006/relationships/image" Target="/ppt/media/image21.svg" Id="Rb7ff99cdafc041ea" /><Relationship Type="http://schemas.openxmlformats.org/officeDocument/2006/relationships/image" Target="/ppt/media/image43.png" Id="Rcdc8827086014a94" /><Relationship Type="http://schemas.openxmlformats.org/officeDocument/2006/relationships/image" Target="/ppt/media/image42.svg" Id="Rc237c56264d84e84" /><Relationship Type="http://schemas.openxmlformats.org/officeDocument/2006/relationships/image" Target="/ppt/media/image33.png" Id="Rc381d7a6471b4365" /><Relationship Type="http://schemas.openxmlformats.org/officeDocument/2006/relationships/image" Target="/ppt/media/image16.png" Id="Rf341ec3effef42ba" /><Relationship Type="http://schemas.openxmlformats.org/officeDocument/2006/relationships/image" Target="/ppt/media/image16.svg" Id="R5d92349a3b074c51" /><Relationship Type="http://schemas.openxmlformats.org/officeDocument/2006/relationships/image" Target="/ppt/media/image17.png" Id="Rac45e5bcb7bb44e1" /><Relationship Type="http://schemas.openxmlformats.org/officeDocument/2006/relationships/image" Target="/ppt/media/image17.svg" Id="R4c5c136e93344996" /><Relationship Type="http://schemas.openxmlformats.org/officeDocument/2006/relationships/image" Target="/ppt/media/image34.png" Id="R5f93f85a5f884712" /><Relationship Type="http://schemas.openxmlformats.org/officeDocument/2006/relationships/image" Target="/ppt/media/image33.svg" Id="R109c11ad75d04187" /><Relationship Type="http://schemas.openxmlformats.org/officeDocument/2006/relationships/image" Target="/ppt/media/image35.png" Id="R5f0cf1acca0e4381" /><Relationship Type="http://schemas.openxmlformats.org/officeDocument/2006/relationships/image" Target="/ppt/media/image34.svg" Id="R26036a2c97874000" /><Relationship Type="http://schemas.openxmlformats.org/officeDocument/2006/relationships/image" Target="/ppt/media/image20.png" Id="R329c2c17d3ba48fa" /><Relationship Type="http://schemas.openxmlformats.org/officeDocument/2006/relationships/image" Target="/ppt/media/image20.svg" Id="R27518ae6ad9f4669" /><Relationship Type="http://schemas.openxmlformats.org/officeDocument/2006/relationships/image" Target="/ppt/media/image22.png" Id="R64d69d197de04578" /><Relationship Type="http://schemas.openxmlformats.org/officeDocument/2006/relationships/image" Target="/ppt/media/image22.svg" Id="R01ae5d4521364de7" /><Relationship Type="http://schemas.openxmlformats.org/officeDocument/2006/relationships/image" Target="/ppt/media/image36.png" Id="Rb072ebc4330a456c" /><Relationship Type="http://schemas.openxmlformats.org/officeDocument/2006/relationships/image" Target="/ppt/media/image35.svg" Id="R7fcd108230b24e16" /><Relationship Type="http://schemas.openxmlformats.org/officeDocument/2006/relationships/image" Target="/ppt/media/image24.png" Id="R035d739c1fdd45c3" /><Relationship Type="http://schemas.openxmlformats.org/officeDocument/2006/relationships/image" Target="/ppt/media/image24.svg" Id="R78f2962710fd46bf" /><Relationship Type="http://schemas.openxmlformats.org/officeDocument/2006/relationships/image" Target="/ppt/media/image25.png" Id="R8989e53edb754977" /><Relationship Type="http://schemas.openxmlformats.org/officeDocument/2006/relationships/image" Target="/ppt/media/image25.svg" Id="Rf9e67f4ebb3745fd" /><Relationship Type="http://schemas.openxmlformats.org/officeDocument/2006/relationships/image" Target="/ppt/media/image37.png" Id="R3ea6c6e80181462f" /><Relationship Type="http://schemas.openxmlformats.org/officeDocument/2006/relationships/image" Target="/ppt/media/image36.svg" Id="R490055c1700b487d" /><Relationship Type="http://schemas.openxmlformats.org/officeDocument/2006/relationships/image" Target="/ppt/media/image38.png" Id="R717f3f164bb24b70" /><Relationship Type="http://schemas.openxmlformats.org/officeDocument/2006/relationships/image" Target="/ppt/media/image37.svg" Id="Rd76795cec800410e" /><Relationship Type="http://schemas.openxmlformats.org/officeDocument/2006/relationships/image" Target="/ppt/media/image39.png" Id="R674b5861e8384c1e" /><Relationship Type="http://schemas.openxmlformats.org/officeDocument/2006/relationships/image" Target="/ppt/media/image38.svg" Id="R7d8fc287da014acc" /><Relationship Type="http://schemas.openxmlformats.org/officeDocument/2006/relationships/image" Target="/ppt/media/image40.png" Id="R54ed283731e441ef" /><Relationship Type="http://schemas.openxmlformats.org/officeDocument/2006/relationships/image" Target="/ppt/media/image39.svg" Id="R7a8145fe80ff4b9b" /><Relationship Type="http://schemas.openxmlformats.org/officeDocument/2006/relationships/image" Target="/ppt/media/image7.png" Id="R68ff7d9492d441a5" /><Relationship Type="http://schemas.openxmlformats.org/officeDocument/2006/relationships/image" Target="/ppt/media/image7.svg" Id="Rf47d601fe0b345cd" /><Relationship Type="http://schemas.openxmlformats.org/officeDocument/2006/relationships/image" Target="/ppt/media/image44.png" Id="R98411608029b490d" /><Relationship Type="http://schemas.openxmlformats.org/officeDocument/2006/relationships/notesSlide" Target="/ppt/notesSlides/notesSlide10.xml" Id="Rb7b88e2e45a24f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459a777954f52" /><Relationship Type="http://schemas.openxmlformats.org/officeDocument/2006/relationships/image" Target="/ppt/media/image21.png" Id="R55d628959735473a" /><Relationship Type="http://schemas.openxmlformats.org/officeDocument/2006/relationships/image" Target="/ppt/media/image21.svg" Id="Re63548979c0c4a40" /><Relationship Type="http://schemas.openxmlformats.org/officeDocument/2006/relationships/image" Target="/ppt/media/image16.png" Id="R103036e0ab914a90" /><Relationship Type="http://schemas.openxmlformats.org/officeDocument/2006/relationships/image" Target="/ppt/media/image16.svg" Id="Rbcb72b0cae3445cc" /><Relationship Type="http://schemas.openxmlformats.org/officeDocument/2006/relationships/image" Target="/ppt/media/image45.png" Id="R27412ab31d6f4998" /><Relationship Type="http://schemas.openxmlformats.org/officeDocument/2006/relationships/image" Target="/ppt/media/image43.svg" Id="R04c0200a79b84d42" /><Relationship Type="http://schemas.openxmlformats.org/officeDocument/2006/relationships/image" Target="/ppt/media/image34.png" Id="R0d0548b1f8704358" /><Relationship Type="http://schemas.openxmlformats.org/officeDocument/2006/relationships/image" Target="/ppt/media/image33.svg" Id="R483a79ca0a2b4d73" /><Relationship Type="http://schemas.openxmlformats.org/officeDocument/2006/relationships/image" Target="/ppt/media/image35.png" Id="R99b4b4fd7eee4e06" /><Relationship Type="http://schemas.openxmlformats.org/officeDocument/2006/relationships/image" Target="/ppt/media/image34.svg" Id="R48181ee9d03d45c0" /><Relationship Type="http://schemas.openxmlformats.org/officeDocument/2006/relationships/image" Target="/ppt/media/image20.png" Id="Rc8f1a07b35cf44d7" /><Relationship Type="http://schemas.openxmlformats.org/officeDocument/2006/relationships/image" Target="/ppt/media/image20.svg" Id="Rbcef2eb03fe747ce" /><Relationship Type="http://schemas.openxmlformats.org/officeDocument/2006/relationships/image" Target="/ppt/media/image22.png" Id="Rddef3f75e65b4f84" /><Relationship Type="http://schemas.openxmlformats.org/officeDocument/2006/relationships/image" Target="/ppt/media/image22.svg" Id="Re999d51009464901" /><Relationship Type="http://schemas.openxmlformats.org/officeDocument/2006/relationships/image" Target="/ppt/media/image36.png" Id="Rb0fff843bfc34961" /><Relationship Type="http://schemas.openxmlformats.org/officeDocument/2006/relationships/image" Target="/ppt/media/image35.svg" Id="R90420b0b8ed94a15" /><Relationship Type="http://schemas.openxmlformats.org/officeDocument/2006/relationships/image" Target="/ppt/media/image24.png" Id="R964b5b6832364413" /><Relationship Type="http://schemas.openxmlformats.org/officeDocument/2006/relationships/image" Target="/ppt/media/image24.svg" Id="R2c99579a6a3d4072" /><Relationship Type="http://schemas.openxmlformats.org/officeDocument/2006/relationships/image" Target="/ppt/media/image25.png" Id="R4157b5ccba784b09" /><Relationship Type="http://schemas.openxmlformats.org/officeDocument/2006/relationships/image" Target="/ppt/media/image25.svg" Id="R8bd8e60cd6b24613" /><Relationship Type="http://schemas.openxmlformats.org/officeDocument/2006/relationships/image" Target="/ppt/media/image46.png" Id="R9f9d8f0b13d04e29" /><Relationship Type="http://schemas.openxmlformats.org/officeDocument/2006/relationships/image" Target="/ppt/media/image44.svg" Id="R8cb707158d7c4e12" /><Relationship Type="http://schemas.openxmlformats.org/officeDocument/2006/relationships/image" Target="/ppt/media/image38.png" Id="R60459feb5aa54cd3" /><Relationship Type="http://schemas.openxmlformats.org/officeDocument/2006/relationships/image" Target="/ppt/media/image37.svg" Id="R05856f83d1e0432c" /><Relationship Type="http://schemas.openxmlformats.org/officeDocument/2006/relationships/image" Target="/ppt/media/image39.png" Id="Rdb1a6ec004a34407" /><Relationship Type="http://schemas.openxmlformats.org/officeDocument/2006/relationships/image" Target="/ppt/media/image38.svg" Id="R4e9b951aa95b4fd2" /><Relationship Type="http://schemas.openxmlformats.org/officeDocument/2006/relationships/image" Target="/ppt/media/image40.png" Id="R51ef20e42b404f26" /><Relationship Type="http://schemas.openxmlformats.org/officeDocument/2006/relationships/image" Target="/ppt/media/image39.svg" Id="Rbaccb255d0a542ee" /><Relationship Type="http://schemas.openxmlformats.org/officeDocument/2006/relationships/image" Target="/ppt/media/image7.png" Id="Redcb6a6381024a98" /><Relationship Type="http://schemas.openxmlformats.org/officeDocument/2006/relationships/image" Target="/ppt/media/image7.svg" Id="R1341944ebba1425a" /><Relationship Type="http://schemas.openxmlformats.org/officeDocument/2006/relationships/image" Target="/ppt/media/image44.png" Id="Ra29c8ec96b944fc8" /><Relationship Type="http://schemas.openxmlformats.org/officeDocument/2006/relationships/notesSlide" Target="/ppt/notesSlides/notesSlide11.xml" Id="R70b35d16cb464a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63a6306a94d03" /><Relationship Type="http://schemas.openxmlformats.org/officeDocument/2006/relationships/image" Target="/ppt/media/image43.png" Id="R634a9991776e43f9" /><Relationship Type="http://schemas.openxmlformats.org/officeDocument/2006/relationships/image" Target="/ppt/media/image42.svg" Id="R4c082d0e80b94d20" /><Relationship Type="http://schemas.openxmlformats.org/officeDocument/2006/relationships/image" Target="/ppt/media/image21.png" Id="R163bd754f0de4645" /><Relationship Type="http://schemas.openxmlformats.org/officeDocument/2006/relationships/image" Target="/ppt/media/image21.svg" Id="R435496c2ac464e1e" /><Relationship Type="http://schemas.openxmlformats.org/officeDocument/2006/relationships/image" Target="/ppt/media/image33.png" Id="Rc7f07d3ad2c34b4a" /><Relationship Type="http://schemas.openxmlformats.org/officeDocument/2006/relationships/image" Target="/ppt/media/image16.png" Id="R4f5259869e9a4cdc" /><Relationship Type="http://schemas.openxmlformats.org/officeDocument/2006/relationships/image" Target="/ppt/media/image16.svg" Id="R5a92ad8fba584fe0" /><Relationship Type="http://schemas.openxmlformats.org/officeDocument/2006/relationships/image" Target="/ppt/media/image17.png" Id="R440f181c16ef4b6c" /><Relationship Type="http://schemas.openxmlformats.org/officeDocument/2006/relationships/image" Target="/ppt/media/image17.svg" Id="Rfe8f17d7f85b4fc7" /><Relationship Type="http://schemas.openxmlformats.org/officeDocument/2006/relationships/image" Target="/ppt/media/image34.png" Id="R9e4e87f4f2e248de" /><Relationship Type="http://schemas.openxmlformats.org/officeDocument/2006/relationships/image" Target="/ppt/media/image33.svg" Id="R1233f6dfcadd41ce" /><Relationship Type="http://schemas.openxmlformats.org/officeDocument/2006/relationships/image" Target="/ppt/media/image35.png" Id="R6bc09b31a3a84081" /><Relationship Type="http://schemas.openxmlformats.org/officeDocument/2006/relationships/image" Target="/ppt/media/image34.svg" Id="Rb8769ccae7bb494d" /><Relationship Type="http://schemas.openxmlformats.org/officeDocument/2006/relationships/image" Target="/ppt/media/image20.png" Id="R634ecdde6f5d46df" /><Relationship Type="http://schemas.openxmlformats.org/officeDocument/2006/relationships/image" Target="/ppt/media/image20.svg" Id="R0390b37d7cc84deb" /><Relationship Type="http://schemas.openxmlformats.org/officeDocument/2006/relationships/image" Target="/ppt/media/image22.png" Id="Rc5669499dc3b451a" /><Relationship Type="http://schemas.openxmlformats.org/officeDocument/2006/relationships/image" Target="/ppt/media/image22.svg" Id="R368ff9d10ee94fc1" /><Relationship Type="http://schemas.openxmlformats.org/officeDocument/2006/relationships/image" Target="/ppt/media/image36.png" Id="R7616a7d657a64288" /><Relationship Type="http://schemas.openxmlformats.org/officeDocument/2006/relationships/image" Target="/ppt/media/image35.svg" Id="Rbc72e8ceba004148" /><Relationship Type="http://schemas.openxmlformats.org/officeDocument/2006/relationships/image" Target="/ppt/media/image24.png" Id="R78270040a51d4ec1" /><Relationship Type="http://schemas.openxmlformats.org/officeDocument/2006/relationships/image" Target="/ppt/media/image24.svg" Id="R8518bf9e68594731" /><Relationship Type="http://schemas.openxmlformats.org/officeDocument/2006/relationships/image" Target="/ppt/media/image25.png" Id="Rd3834567c1e747e6" /><Relationship Type="http://schemas.openxmlformats.org/officeDocument/2006/relationships/image" Target="/ppt/media/image25.svg" Id="Rb305421d1f52400e" /><Relationship Type="http://schemas.openxmlformats.org/officeDocument/2006/relationships/image" Target="/ppt/media/image37.png" Id="R96962e3bc6ac4208" /><Relationship Type="http://schemas.openxmlformats.org/officeDocument/2006/relationships/image" Target="/ppt/media/image36.svg" Id="R1472351b828142ab" /><Relationship Type="http://schemas.openxmlformats.org/officeDocument/2006/relationships/image" Target="/ppt/media/image38.png" Id="R65de17bd1a244ba0" /><Relationship Type="http://schemas.openxmlformats.org/officeDocument/2006/relationships/image" Target="/ppt/media/image37.svg" Id="R62a88cbcd311415d" /><Relationship Type="http://schemas.openxmlformats.org/officeDocument/2006/relationships/image" Target="/ppt/media/image39.png" Id="R132ae7b4438c46fd" /><Relationship Type="http://schemas.openxmlformats.org/officeDocument/2006/relationships/image" Target="/ppt/media/image38.svg" Id="Rd8bed272c8344d05" /><Relationship Type="http://schemas.openxmlformats.org/officeDocument/2006/relationships/image" Target="/ppt/media/image40.png" Id="R4b87b2f806354955" /><Relationship Type="http://schemas.openxmlformats.org/officeDocument/2006/relationships/image" Target="/ppt/media/image39.svg" Id="R5f9909cc261d4d9a" /><Relationship Type="http://schemas.openxmlformats.org/officeDocument/2006/relationships/image" Target="/ppt/media/image7.png" Id="R6283905b3af240f1" /><Relationship Type="http://schemas.openxmlformats.org/officeDocument/2006/relationships/image" Target="/ppt/media/image7.svg" Id="R7b70ad14c05d4033" /><Relationship Type="http://schemas.openxmlformats.org/officeDocument/2006/relationships/notesSlide" Target="/ppt/notesSlides/notesSlide12.xml" Id="Rf7ab7b6b60ec47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0fd3068944a09" /><Relationship Type="http://schemas.openxmlformats.org/officeDocument/2006/relationships/image" Target="/ppt/media/image21.png" Id="R4a56285749124507" /><Relationship Type="http://schemas.openxmlformats.org/officeDocument/2006/relationships/image" Target="/ppt/media/image21.svg" Id="R8eb0f43a393849db" /><Relationship Type="http://schemas.openxmlformats.org/officeDocument/2006/relationships/image" Target="/ppt/media/image43.png" Id="R3be068fd5c43438e" /><Relationship Type="http://schemas.openxmlformats.org/officeDocument/2006/relationships/image" Target="/ppt/media/image42.svg" Id="Rc6df52699ade4299" /><Relationship Type="http://schemas.openxmlformats.org/officeDocument/2006/relationships/image" Target="/ppt/media/image33.png" Id="R914ebc623cdc4142" /><Relationship Type="http://schemas.openxmlformats.org/officeDocument/2006/relationships/image" Target="/ppt/media/image16.png" Id="Rfe2344ca10014cc3" /><Relationship Type="http://schemas.openxmlformats.org/officeDocument/2006/relationships/image" Target="/ppt/media/image16.svg" Id="Rc4b3b47ba90a45e6" /><Relationship Type="http://schemas.openxmlformats.org/officeDocument/2006/relationships/image" Target="/ppt/media/image17.png" Id="R93d761c0fea54599" /><Relationship Type="http://schemas.openxmlformats.org/officeDocument/2006/relationships/image" Target="/ppt/media/image17.svg" Id="R5dc60197b9634df3" /><Relationship Type="http://schemas.openxmlformats.org/officeDocument/2006/relationships/image" Target="/ppt/media/image34.png" Id="R20d9b58f179a4241" /><Relationship Type="http://schemas.openxmlformats.org/officeDocument/2006/relationships/image" Target="/ppt/media/image33.svg" Id="R31cf4f3df7b34a87" /><Relationship Type="http://schemas.openxmlformats.org/officeDocument/2006/relationships/image" Target="/ppt/media/image35.png" Id="Rbf9aac3e48c74d02" /><Relationship Type="http://schemas.openxmlformats.org/officeDocument/2006/relationships/image" Target="/ppt/media/image34.svg" Id="R8e15b6101f404bcb" /><Relationship Type="http://schemas.openxmlformats.org/officeDocument/2006/relationships/image" Target="/ppt/media/image20.png" Id="R1933ef0c65f14810" /><Relationship Type="http://schemas.openxmlformats.org/officeDocument/2006/relationships/image" Target="/ppt/media/image20.svg" Id="R0769d771cf8645ca" /><Relationship Type="http://schemas.openxmlformats.org/officeDocument/2006/relationships/image" Target="/ppt/media/image22.png" Id="R833ba6e7307e4964" /><Relationship Type="http://schemas.openxmlformats.org/officeDocument/2006/relationships/image" Target="/ppt/media/image22.svg" Id="Rc33fda87bfce446d" /><Relationship Type="http://schemas.openxmlformats.org/officeDocument/2006/relationships/image" Target="/ppt/media/image36.png" Id="Rd340bc2b20d24442" /><Relationship Type="http://schemas.openxmlformats.org/officeDocument/2006/relationships/image" Target="/ppt/media/image35.svg" Id="R232af12dc9f04009" /><Relationship Type="http://schemas.openxmlformats.org/officeDocument/2006/relationships/image" Target="/ppt/media/image24.png" Id="Rcfade3d7f6b34b46" /><Relationship Type="http://schemas.openxmlformats.org/officeDocument/2006/relationships/image" Target="/ppt/media/image24.svg" Id="Re7cb3f548b244463" /><Relationship Type="http://schemas.openxmlformats.org/officeDocument/2006/relationships/image" Target="/ppt/media/image25.png" Id="Re1bb648e674f4b9d" /><Relationship Type="http://schemas.openxmlformats.org/officeDocument/2006/relationships/image" Target="/ppt/media/image25.svg" Id="R018a2db8b3104bce" /><Relationship Type="http://schemas.openxmlformats.org/officeDocument/2006/relationships/image" Target="/ppt/media/image37.png" Id="R59888fa03e284adc" /><Relationship Type="http://schemas.openxmlformats.org/officeDocument/2006/relationships/image" Target="/ppt/media/image36.svg" Id="R0e832b536be14d5b" /><Relationship Type="http://schemas.openxmlformats.org/officeDocument/2006/relationships/image" Target="/ppt/media/image38.png" Id="R86bcd28bfb27463d" /><Relationship Type="http://schemas.openxmlformats.org/officeDocument/2006/relationships/image" Target="/ppt/media/image37.svg" Id="R6089f8cb19054912" /><Relationship Type="http://schemas.openxmlformats.org/officeDocument/2006/relationships/image" Target="/ppt/media/image39.png" Id="R3f8b7b3c26904dfe" /><Relationship Type="http://schemas.openxmlformats.org/officeDocument/2006/relationships/image" Target="/ppt/media/image38.svg" Id="R91a750b2646d4223" /><Relationship Type="http://schemas.openxmlformats.org/officeDocument/2006/relationships/image" Target="/ppt/media/image40.png" Id="R7168331ac6924334" /><Relationship Type="http://schemas.openxmlformats.org/officeDocument/2006/relationships/image" Target="/ppt/media/image39.svg" Id="Rd52ac46283e04fd1" /><Relationship Type="http://schemas.openxmlformats.org/officeDocument/2006/relationships/image" Target="/ppt/media/image7.png" Id="R8cc4dc50924b4128" /><Relationship Type="http://schemas.openxmlformats.org/officeDocument/2006/relationships/image" Target="/ppt/media/image7.svg" Id="Ra65c36061c974310" /><Relationship Type="http://schemas.openxmlformats.org/officeDocument/2006/relationships/image" Target="/ppt/media/image44.png" Id="R4d37cb353c8e4fc5" /><Relationship Type="http://schemas.openxmlformats.org/officeDocument/2006/relationships/notesSlide" Target="/ppt/notesSlides/notesSlide13.xml" Id="Rc7f43b2b472640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a05915d4a4bda" /><Relationship Type="http://schemas.openxmlformats.org/officeDocument/2006/relationships/image" Target="/ppt/media/image21.png" Id="R90df34097b4a4419" /><Relationship Type="http://schemas.openxmlformats.org/officeDocument/2006/relationships/image" Target="/ppt/media/image21.svg" Id="Rbdd12f914d7a40bb" /><Relationship Type="http://schemas.openxmlformats.org/officeDocument/2006/relationships/image" Target="/ppt/media/image43.png" Id="R7900022273f5410c" /><Relationship Type="http://schemas.openxmlformats.org/officeDocument/2006/relationships/image" Target="/ppt/media/image42.svg" Id="Rb004c9a277244ae6" /><Relationship Type="http://schemas.openxmlformats.org/officeDocument/2006/relationships/image" Target="/ppt/media/image33.png" Id="R53caaa4a1a47490a" /><Relationship Type="http://schemas.openxmlformats.org/officeDocument/2006/relationships/image" Target="/ppt/media/image16.png" Id="Rd0881ab3a31f4a48" /><Relationship Type="http://schemas.openxmlformats.org/officeDocument/2006/relationships/image" Target="/ppt/media/image16.svg" Id="R39f060d00866484d" /><Relationship Type="http://schemas.openxmlformats.org/officeDocument/2006/relationships/image" Target="/ppt/media/image17.png" Id="R3264f81485b4442c" /><Relationship Type="http://schemas.openxmlformats.org/officeDocument/2006/relationships/image" Target="/ppt/media/image17.svg" Id="R6dd1eb9aabc14df7" /><Relationship Type="http://schemas.openxmlformats.org/officeDocument/2006/relationships/image" Target="/ppt/media/image34.png" Id="R695f048f1d554915" /><Relationship Type="http://schemas.openxmlformats.org/officeDocument/2006/relationships/image" Target="/ppt/media/image33.svg" Id="R2d4ed609872549ca" /><Relationship Type="http://schemas.openxmlformats.org/officeDocument/2006/relationships/image" Target="/ppt/media/image35.png" Id="R30e5bdd8327c48b1" /><Relationship Type="http://schemas.openxmlformats.org/officeDocument/2006/relationships/image" Target="/ppt/media/image34.svg" Id="R34ca8d8304b34995" /><Relationship Type="http://schemas.openxmlformats.org/officeDocument/2006/relationships/image" Target="/ppt/media/image20.png" Id="R875125e007374cff" /><Relationship Type="http://schemas.openxmlformats.org/officeDocument/2006/relationships/image" Target="/ppt/media/image20.svg" Id="R48d3a7e25b254081" /><Relationship Type="http://schemas.openxmlformats.org/officeDocument/2006/relationships/image" Target="/ppt/media/image22.png" Id="Reb6443633ff4433b" /><Relationship Type="http://schemas.openxmlformats.org/officeDocument/2006/relationships/image" Target="/ppt/media/image22.svg" Id="R75f02a68bd924b84" /><Relationship Type="http://schemas.openxmlformats.org/officeDocument/2006/relationships/image" Target="/ppt/media/image36.png" Id="R75810a2e129d4ac5" /><Relationship Type="http://schemas.openxmlformats.org/officeDocument/2006/relationships/image" Target="/ppt/media/image35.svg" Id="R77cb35499d044a48" /><Relationship Type="http://schemas.openxmlformats.org/officeDocument/2006/relationships/image" Target="/ppt/media/image24.png" Id="R798e3ff32bab443a" /><Relationship Type="http://schemas.openxmlformats.org/officeDocument/2006/relationships/image" Target="/ppt/media/image24.svg" Id="R7f2e15e601b44fe4" /><Relationship Type="http://schemas.openxmlformats.org/officeDocument/2006/relationships/image" Target="/ppt/media/image25.png" Id="Rba478e015ce64c2d" /><Relationship Type="http://schemas.openxmlformats.org/officeDocument/2006/relationships/image" Target="/ppt/media/image25.svg" Id="Rc32b22740a6d4001" /><Relationship Type="http://schemas.openxmlformats.org/officeDocument/2006/relationships/image" Target="/ppt/media/image37.png" Id="Rc366c7bb65f04425" /><Relationship Type="http://schemas.openxmlformats.org/officeDocument/2006/relationships/image" Target="/ppt/media/image36.svg" Id="Re895e5dea8274e47" /><Relationship Type="http://schemas.openxmlformats.org/officeDocument/2006/relationships/image" Target="/ppt/media/image38.png" Id="Rb25a291741b54f9a" /><Relationship Type="http://schemas.openxmlformats.org/officeDocument/2006/relationships/image" Target="/ppt/media/image37.svg" Id="R0efc047df2a147a2" /><Relationship Type="http://schemas.openxmlformats.org/officeDocument/2006/relationships/image" Target="/ppt/media/image39.png" Id="R5ca164b213c64baf" /><Relationship Type="http://schemas.openxmlformats.org/officeDocument/2006/relationships/image" Target="/ppt/media/image38.svg" Id="R36e8467bdc4246a2" /><Relationship Type="http://schemas.openxmlformats.org/officeDocument/2006/relationships/image" Target="/ppt/media/image40.png" Id="Rb508a22605c542d5" /><Relationship Type="http://schemas.openxmlformats.org/officeDocument/2006/relationships/image" Target="/ppt/media/image39.svg" Id="R25883e4b92fa4fc4" /><Relationship Type="http://schemas.openxmlformats.org/officeDocument/2006/relationships/image" Target="/ppt/media/image7.png" Id="R42941382b8c344ce" /><Relationship Type="http://schemas.openxmlformats.org/officeDocument/2006/relationships/image" Target="/ppt/media/image7.svg" Id="Rad8614c21d274d7d" /><Relationship Type="http://schemas.openxmlformats.org/officeDocument/2006/relationships/image" Target="/ppt/media/image44.png" Id="R7b76c14b9d87461c" /><Relationship Type="http://schemas.openxmlformats.org/officeDocument/2006/relationships/notesSlide" Target="/ppt/notesSlides/notesSlide14.xml" Id="R4dbc8eef6f2a43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4.xml" Id="Ra593868457e2438b" /><Relationship Type="http://schemas.openxmlformats.org/officeDocument/2006/relationships/notesSlide" Target="/ppt/notesSlides/notesSlide15.xml" Id="R0e6f6fc08cfb47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25fbb938d4825" /><Relationship Type="http://schemas.openxmlformats.org/officeDocument/2006/relationships/image" Target="/ppt/media/image21.png" Id="R594b62eb24184d2a" /><Relationship Type="http://schemas.openxmlformats.org/officeDocument/2006/relationships/image" Target="/ppt/media/image21.svg" Id="Rf831efa7ecf444b0" /><Relationship Type="http://schemas.openxmlformats.org/officeDocument/2006/relationships/image" Target="/ppt/media/image16.png" Id="R14cd50ee81d6492f" /><Relationship Type="http://schemas.openxmlformats.org/officeDocument/2006/relationships/image" Target="/ppt/media/image16.svg" Id="Re2b94be7f4d24867" /><Relationship Type="http://schemas.openxmlformats.org/officeDocument/2006/relationships/image" Target="/ppt/media/image17.png" Id="Rca45e58e0ef346a7" /><Relationship Type="http://schemas.openxmlformats.org/officeDocument/2006/relationships/image" Target="/ppt/media/image17.svg" Id="Ra4fae4843bda409c" /><Relationship Type="http://schemas.openxmlformats.org/officeDocument/2006/relationships/image" Target="/ppt/media/image34.png" Id="R312e443b17674f9b" /><Relationship Type="http://schemas.openxmlformats.org/officeDocument/2006/relationships/image" Target="/ppt/media/image33.svg" Id="Rc2894a6c5c414951" /><Relationship Type="http://schemas.openxmlformats.org/officeDocument/2006/relationships/image" Target="/ppt/media/image35.png" Id="R7dcbcc1524cd4124" /><Relationship Type="http://schemas.openxmlformats.org/officeDocument/2006/relationships/image" Target="/ppt/media/image34.svg" Id="Rd834f132c1a74092" /><Relationship Type="http://schemas.openxmlformats.org/officeDocument/2006/relationships/image" Target="/ppt/media/image20.png" Id="R8ac90e4a34c148c5" /><Relationship Type="http://schemas.openxmlformats.org/officeDocument/2006/relationships/image" Target="/ppt/media/image20.svg" Id="Rc62c7aaac1a04c71" /><Relationship Type="http://schemas.openxmlformats.org/officeDocument/2006/relationships/image" Target="/ppt/media/image22.png" Id="Re1df27dbf29f4c15" /><Relationship Type="http://schemas.openxmlformats.org/officeDocument/2006/relationships/image" Target="/ppt/media/image22.svg" Id="Ra7906aed1aa54ea0" /><Relationship Type="http://schemas.openxmlformats.org/officeDocument/2006/relationships/image" Target="/ppt/media/image36.png" Id="R165366d2a85444b8" /><Relationship Type="http://schemas.openxmlformats.org/officeDocument/2006/relationships/image" Target="/ppt/media/image35.svg" Id="Rd14e0c6a0c684c3f" /><Relationship Type="http://schemas.openxmlformats.org/officeDocument/2006/relationships/image" Target="/ppt/media/image24.png" Id="R1f44f462e2b64888" /><Relationship Type="http://schemas.openxmlformats.org/officeDocument/2006/relationships/image" Target="/ppt/media/image24.svg" Id="R31efa05baf5c46b9" /><Relationship Type="http://schemas.openxmlformats.org/officeDocument/2006/relationships/image" Target="/ppt/media/image25.png" Id="Ref005c88b66b4486" /><Relationship Type="http://schemas.openxmlformats.org/officeDocument/2006/relationships/image" Target="/ppt/media/image25.svg" Id="R0f09b349a1484627" /><Relationship Type="http://schemas.openxmlformats.org/officeDocument/2006/relationships/image" Target="/ppt/media/image37.png" Id="Re0cb0bde40bc433a" /><Relationship Type="http://schemas.openxmlformats.org/officeDocument/2006/relationships/image" Target="/ppt/media/image36.svg" Id="R733dc9854a084a54" /><Relationship Type="http://schemas.openxmlformats.org/officeDocument/2006/relationships/image" Target="/ppt/media/image38.png" Id="Rcf8351c57e6b4a6d" /><Relationship Type="http://schemas.openxmlformats.org/officeDocument/2006/relationships/image" Target="/ppt/media/image37.svg" Id="Rb34235f6b5e24933" /><Relationship Type="http://schemas.openxmlformats.org/officeDocument/2006/relationships/image" Target="/ppt/media/image39.png" Id="R2750a89209274139" /><Relationship Type="http://schemas.openxmlformats.org/officeDocument/2006/relationships/image" Target="/ppt/media/image38.svg" Id="Rd80c3fa3579a4bed" /><Relationship Type="http://schemas.openxmlformats.org/officeDocument/2006/relationships/image" Target="/ppt/media/image40.png" Id="R4edaf51465e84616" /><Relationship Type="http://schemas.openxmlformats.org/officeDocument/2006/relationships/image" Target="/ppt/media/image39.svg" Id="R33e5d7daaf734dcb" /><Relationship Type="http://schemas.openxmlformats.org/officeDocument/2006/relationships/image" Target="/ppt/media/image7.png" Id="Rb64c3c702e934b4f" /><Relationship Type="http://schemas.openxmlformats.org/officeDocument/2006/relationships/image" Target="/ppt/media/image7.svg" Id="Rf834db8094b94d1e" /><Relationship Type="http://schemas.openxmlformats.org/officeDocument/2006/relationships/notesSlide" Target="/ppt/notesSlides/notesSlide16.xml" Id="Rb4bd4f1063d946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8d9a423fe438a" /><Relationship Type="http://schemas.openxmlformats.org/officeDocument/2006/relationships/image" Target="/ppt/media/image21.png" Id="Rd6371f77e49142cd" /><Relationship Type="http://schemas.openxmlformats.org/officeDocument/2006/relationships/image" Target="/ppt/media/image21.svg" Id="R99a75a6002c34a79" /><Relationship Type="http://schemas.openxmlformats.org/officeDocument/2006/relationships/image" Target="/ppt/media/image16.png" Id="R1ca583ae192440bd" /><Relationship Type="http://schemas.openxmlformats.org/officeDocument/2006/relationships/image" Target="/ppt/media/image16.svg" Id="Rca52038752e848b0" /><Relationship Type="http://schemas.openxmlformats.org/officeDocument/2006/relationships/image" Target="/ppt/media/image17.png" Id="Rebb1cd66d407448d" /><Relationship Type="http://schemas.openxmlformats.org/officeDocument/2006/relationships/image" Target="/ppt/media/image17.svg" Id="R98dbae999c494bb9" /><Relationship Type="http://schemas.openxmlformats.org/officeDocument/2006/relationships/image" Target="/ppt/media/image34.png" Id="R11d5eea27ba04455" /><Relationship Type="http://schemas.openxmlformats.org/officeDocument/2006/relationships/image" Target="/ppt/media/image33.svg" Id="Rc7edc8a220c04fe8" /><Relationship Type="http://schemas.openxmlformats.org/officeDocument/2006/relationships/image" Target="/ppt/media/image35.png" Id="R7180e44b01b7488c" /><Relationship Type="http://schemas.openxmlformats.org/officeDocument/2006/relationships/image" Target="/ppt/media/image34.svg" Id="Rbe6cc133ea7a4dd9" /><Relationship Type="http://schemas.openxmlformats.org/officeDocument/2006/relationships/image" Target="/ppt/media/image20.png" Id="R78cdd5cc5b324a23" /><Relationship Type="http://schemas.openxmlformats.org/officeDocument/2006/relationships/image" Target="/ppt/media/image20.svg" Id="Rf42fda4efd6d40c7" /><Relationship Type="http://schemas.openxmlformats.org/officeDocument/2006/relationships/image" Target="/ppt/media/image22.png" Id="Rb7cf2413a045482a" /><Relationship Type="http://schemas.openxmlformats.org/officeDocument/2006/relationships/image" Target="/ppt/media/image22.svg" Id="R6c4cb3db00f74d23" /><Relationship Type="http://schemas.openxmlformats.org/officeDocument/2006/relationships/image" Target="/ppt/media/image36.png" Id="Re8d3097804854265" /><Relationship Type="http://schemas.openxmlformats.org/officeDocument/2006/relationships/image" Target="/ppt/media/image35.svg" Id="R8119885596774df1" /><Relationship Type="http://schemas.openxmlformats.org/officeDocument/2006/relationships/image" Target="/ppt/media/image24.png" Id="Rffe7c012149d4220" /><Relationship Type="http://schemas.openxmlformats.org/officeDocument/2006/relationships/image" Target="/ppt/media/image24.svg" Id="Rbcd2ebabdb6246e8" /><Relationship Type="http://schemas.openxmlformats.org/officeDocument/2006/relationships/image" Target="/ppt/media/image25.png" Id="Rb01c91ca464d4d62" /><Relationship Type="http://schemas.openxmlformats.org/officeDocument/2006/relationships/image" Target="/ppt/media/image25.svg" Id="R439e1f52c4364195" /><Relationship Type="http://schemas.openxmlformats.org/officeDocument/2006/relationships/image" Target="/ppt/media/image37.png" Id="Ra15de34c9d734df9" /><Relationship Type="http://schemas.openxmlformats.org/officeDocument/2006/relationships/image" Target="/ppt/media/image36.svg" Id="R32e1dbc5f4d44c67" /><Relationship Type="http://schemas.openxmlformats.org/officeDocument/2006/relationships/image" Target="/ppt/media/image38.png" Id="Rf397edd536b64143" /><Relationship Type="http://schemas.openxmlformats.org/officeDocument/2006/relationships/image" Target="/ppt/media/image37.svg" Id="R6cd2cb4281624785" /><Relationship Type="http://schemas.openxmlformats.org/officeDocument/2006/relationships/image" Target="/ppt/media/image39.png" Id="R7a7d8d53922a498f" /><Relationship Type="http://schemas.openxmlformats.org/officeDocument/2006/relationships/image" Target="/ppt/media/image38.svg" Id="R92d09c686d1e4062" /><Relationship Type="http://schemas.openxmlformats.org/officeDocument/2006/relationships/image" Target="/ppt/media/image40.png" Id="R5af63abb7ae346f5" /><Relationship Type="http://schemas.openxmlformats.org/officeDocument/2006/relationships/image" Target="/ppt/media/image39.svg" Id="R60abee834c044097" /><Relationship Type="http://schemas.openxmlformats.org/officeDocument/2006/relationships/image" Target="/ppt/media/image7.png" Id="R0f562c5ba53645ad" /><Relationship Type="http://schemas.openxmlformats.org/officeDocument/2006/relationships/image" Target="/ppt/media/image7.svg" Id="R677c501c64ee4c72" /><Relationship Type="http://schemas.openxmlformats.org/officeDocument/2006/relationships/notesSlide" Target="/ppt/notesSlides/notesSlide17.xml" Id="R39a733f74e5b49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2f4bf142a47f6" /><Relationship Type="http://schemas.openxmlformats.org/officeDocument/2006/relationships/image" Target="/ppt/media/image21.png" Id="Rd1d12fdfcc7e4126" /><Relationship Type="http://schemas.openxmlformats.org/officeDocument/2006/relationships/image" Target="/ppt/media/image21.svg" Id="Rca1246d95de04d2d" /><Relationship Type="http://schemas.openxmlformats.org/officeDocument/2006/relationships/image" Target="/ppt/media/image33.png" Id="Re51ab32052f54a96" /><Relationship Type="http://schemas.openxmlformats.org/officeDocument/2006/relationships/image" Target="/ppt/media/image16.png" Id="R33ae5d11eeb1452f" /><Relationship Type="http://schemas.openxmlformats.org/officeDocument/2006/relationships/image" Target="/ppt/media/image16.svg" Id="R0e5731c523254463" /><Relationship Type="http://schemas.openxmlformats.org/officeDocument/2006/relationships/image" Target="/ppt/media/image17.png" Id="R0396b1d7d4d5417e" /><Relationship Type="http://schemas.openxmlformats.org/officeDocument/2006/relationships/image" Target="/ppt/media/image17.svg" Id="R2bdc2954ff2d42bc" /><Relationship Type="http://schemas.openxmlformats.org/officeDocument/2006/relationships/image" Target="/ppt/media/image34.png" Id="R5f07c665bd594783" /><Relationship Type="http://schemas.openxmlformats.org/officeDocument/2006/relationships/image" Target="/ppt/media/image33.svg" Id="R1fadbf8adea24a31" /><Relationship Type="http://schemas.openxmlformats.org/officeDocument/2006/relationships/image" Target="/ppt/media/image35.png" Id="R899c41252fe248ae" /><Relationship Type="http://schemas.openxmlformats.org/officeDocument/2006/relationships/image" Target="/ppt/media/image34.svg" Id="Ra70fd14f033945d7" /><Relationship Type="http://schemas.openxmlformats.org/officeDocument/2006/relationships/image" Target="/ppt/media/image20.png" Id="Rf9e7286a78d447fc" /><Relationship Type="http://schemas.openxmlformats.org/officeDocument/2006/relationships/image" Target="/ppt/media/image20.svg" Id="Rcd39750829ca4890" /><Relationship Type="http://schemas.openxmlformats.org/officeDocument/2006/relationships/image" Target="/ppt/media/image22.png" Id="Rb7c41a5d3d684f99" /><Relationship Type="http://schemas.openxmlformats.org/officeDocument/2006/relationships/image" Target="/ppt/media/image22.svg" Id="R65a8f1bfc90349e3" /><Relationship Type="http://schemas.openxmlformats.org/officeDocument/2006/relationships/image" Target="/ppt/media/image36.png" Id="R38a3182a61f646ea" /><Relationship Type="http://schemas.openxmlformats.org/officeDocument/2006/relationships/image" Target="/ppt/media/image35.svg" Id="R169854e5bd9a477c" /><Relationship Type="http://schemas.openxmlformats.org/officeDocument/2006/relationships/image" Target="/ppt/media/image24.png" Id="R086529e3103a451b" /><Relationship Type="http://schemas.openxmlformats.org/officeDocument/2006/relationships/image" Target="/ppt/media/image24.svg" Id="R5518df646bcd4e15" /><Relationship Type="http://schemas.openxmlformats.org/officeDocument/2006/relationships/image" Target="/ppt/media/image25.png" Id="R6e76ff776dee4b64" /><Relationship Type="http://schemas.openxmlformats.org/officeDocument/2006/relationships/image" Target="/ppt/media/image25.svg" Id="R1ce75858644748b4" /><Relationship Type="http://schemas.openxmlformats.org/officeDocument/2006/relationships/image" Target="/ppt/media/image37.png" Id="Rc4a050c90edc4125" /><Relationship Type="http://schemas.openxmlformats.org/officeDocument/2006/relationships/image" Target="/ppt/media/image36.svg" Id="Re774898d4049480f" /><Relationship Type="http://schemas.openxmlformats.org/officeDocument/2006/relationships/image" Target="/ppt/media/image38.png" Id="Rc54b90ee786e410d" /><Relationship Type="http://schemas.openxmlformats.org/officeDocument/2006/relationships/image" Target="/ppt/media/image37.svg" Id="Rd81f326a2e734b94" /><Relationship Type="http://schemas.openxmlformats.org/officeDocument/2006/relationships/image" Target="/ppt/media/image39.png" Id="Ra6b488d571a74be5" /><Relationship Type="http://schemas.openxmlformats.org/officeDocument/2006/relationships/image" Target="/ppt/media/image38.svg" Id="R958f3a8197314279" /><Relationship Type="http://schemas.openxmlformats.org/officeDocument/2006/relationships/image" Target="/ppt/media/image40.png" Id="R6d765ddeff48464a" /><Relationship Type="http://schemas.openxmlformats.org/officeDocument/2006/relationships/image" Target="/ppt/media/image39.svg" Id="R9bba3dfd84c64bcc" /><Relationship Type="http://schemas.openxmlformats.org/officeDocument/2006/relationships/image" Target="/ppt/media/image7.png" Id="R5674c6135a6e49c2" /><Relationship Type="http://schemas.openxmlformats.org/officeDocument/2006/relationships/image" Target="/ppt/media/image7.svg" Id="R33172c4397ee4f19" /><Relationship Type="http://schemas.openxmlformats.org/officeDocument/2006/relationships/image" Target="/ppt/media/image.jpeg" Id="R4c56b685808a4c47" /><Relationship Type="http://schemas.openxmlformats.org/officeDocument/2006/relationships/image" Target="/ppt/media/image43.png" Id="R9015c65153f84632" /><Relationship Type="http://schemas.openxmlformats.org/officeDocument/2006/relationships/image" Target="/ppt/media/image42.svg" Id="R3b0dbb33d0614b06" /><Relationship Type="http://schemas.openxmlformats.org/officeDocument/2006/relationships/notesSlide" Target="/ppt/notesSlides/notesSlide18.xml" Id="R8bc1ad8c17944b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5b44acfc14003" /><Relationship Type="http://schemas.openxmlformats.org/officeDocument/2006/relationships/image" Target="/ppt/media/image21.png" Id="R78a5c8d3bcec4c87" /><Relationship Type="http://schemas.openxmlformats.org/officeDocument/2006/relationships/image" Target="/ppt/media/image21.svg" Id="R8a0a9cd94f8240fa" /><Relationship Type="http://schemas.openxmlformats.org/officeDocument/2006/relationships/image" Target="/ppt/media/image16.png" Id="Ref61619a66254228" /><Relationship Type="http://schemas.openxmlformats.org/officeDocument/2006/relationships/image" Target="/ppt/media/image16.svg" Id="Re37f0b33572d4246" /><Relationship Type="http://schemas.openxmlformats.org/officeDocument/2006/relationships/image" Target="/ppt/media/image17.png" Id="Rc37b46dea54048cb" /><Relationship Type="http://schemas.openxmlformats.org/officeDocument/2006/relationships/image" Target="/ppt/media/image17.svg" Id="Rb0f1833c84054923" /><Relationship Type="http://schemas.openxmlformats.org/officeDocument/2006/relationships/image" Target="/ppt/media/image34.png" Id="R49bdbc33f6054fe0" /><Relationship Type="http://schemas.openxmlformats.org/officeDocument/2006/relationships/image" Target="/ppt/media/image33.svg" Id="R425a68b6492b402d" /><Relationship Type="http://schemas.openxmlformats.org/officeDocument/2006/relationships/image" Target="/ppt/media/image35.png" Id="R8480609cf9b84dd3" /><Relationship Type="http://schemas.openxmlformats.org/officeDocument/2006/relationships/image" Target="/ppt/media/image34.svg" Id="R4e374f29639c49ab" /><Relationship Type="http://schemas.openxmlformats.org/officeDocument/2006/relationships/image" Target="/ppt/media/image20.png" Id="R3f037b08a4bf4c64" /><Relationship Type="http://schemas.openxmlformats.org/officeDocument/2006/relationships/image" Target="/ppt/media/image20.svg" Id="R44162c04ab1f4e84" /><Relationship Type="http://schemas.openxmlformats.org/officeDocument/2006/relationships/image" Target="/ppt/media/image22.png" Id="Ra83a28ff82c44e00" /><Relationship Type="http://schemas.openxmlformats.org/officeDocument/2006/relationships/image" Target="/ppt/media/image22.svg" Id="Rfbbfbfee92e44efd" /><Relationship Type="http://schemas.openxmlformats.org/officeDocument/2006/relationships/image" Target="/ppt/media/image36.png" Id="Rb4b380faf7cf4c91" /><Relationship Type="http://schemas.openxmlformats.org/officeDocument/2006/relationships/image" Target="/ppt/media/image35.svg" Id="R4c2ba0eaf5814b36" /><Relationship Type="http://schemas.openxmlformats.org/officeDocument/2006/relationships/image" Target="/ppt/media/image24.png" Id="Rf89f6d2c44b24e1b" /><Relationship Type="http://schemas.openxmlformats.org/officeDocument/2006/relationships/image" Target="/ppt/media/image24.svg" Id="Raef740b00d824606" /><Relationship Type="http://schemas.openxmlformats.org/officeDocument/2006/relationships/image" Target="/ppt/media/image25.png" Id="Rf15e7748b45d45d3" /><Relationship Type="http://schemas.openxmlformats.org/officeDocument/2006/relationships/image" Target="/ppt/media/image25.svg" Id="R03ef9dcfcddc4908" /><Relationship Type="http://schemas.openxmlformats.org/officeDocument/2006/relationships/image" Target="/ppt/media/image37.png" Id="R94299d1ebe674550" /><Relationship Type="http://schemas.openxmlformats.org/officeDocument/2006/relationships/image" Target="/ppt/media/image36.svg" Id="R1c644ada38fd4eee" /><Relationship Type="http://schemas.openxmlformats.org/officeDocument/2006/relationships/image" Target="/ppt/media/image38.png" Id="R7a412f48e2684232" /><Relationship Type="http://schemas.openxmlformats.org/officeDocument/2006/relationships/image" Target="/ppt/media/image37.svg" Id="Rb7be1196f44c4083" /><Relationship Type="http://schemas.openxmlformats.org/officeDocument/2006/relationships/image" Target="/ppt/media/image39.png" Id="Rc88fb547c86943c6" /><Relationship Type="http://schemas.openxmlformats.org/officeDocument/2006/relationships/image" Target="/ppt/media/image38.svg" Id="R77a4618316c7481c" /><Relationship Type="http://schemas.openxmlformats.org/officeDocument/2006/relationships/image" Target="/ppt/media/image40.png" Id="Rcd85ef4823d14ab9" /><Relationship Type="http://schemas.openxmlformats.org/officeDocument/2006/relationships/image" Target="/ppt/media/image39.svg" Id="R766e03d9f3914fb3" /><Relationship Type="http://schemas.openxmlformats.org/officeDocument/2006/relationships/image" Target="/ppt/media/image7.png" Id="R6b683ada6d244e6b" /><Relationship Type="http://schemas.openxmlformats.org/officeDocument/2006/relationships/image" Target="/ppt/media/image7.svg" Id="Rd12d742f8fe94dac" /><Relationship Type="http://schemas.openxmlformats.org/officeDocument/2006/relationships/image" Target="/ppt/media/image47.png" Id="R9925bc9eecdb4e48" /><Relationship Type="http://schemas.openxmlformats.org/officeDocument/2006/relationships/notesSlide" Target="/ppt/notesSlides/notesSlide19.xml" Id="R7d03222012864d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4fdf32cf459d" /><Relationship Type="http://schemas.openxmlformats.org/officeDocument/2006/relationships/image" Target="/ppt/media/image21.png" Id="R25dc2b02c0e84273" /><Relationship Type="http://schemas.openxmlformats.org/officeDocument/2006/relationships/image" Target="/ppt/media/image21.svg" Id="Rabab02d80ccb47bf" /><Relationship Type="http://schemas.openxmlformats.org/officeDocument/2006/relationships/image" Target="/ppt/media/image33.png" Id="R8052e0e273434bc5" /><Relationship Type="http://schemas.openxmlformats.org/officeDocument/2006/relationships/image" Target="/ppt/media/image16.png" Id="Rba3b726a9e26421a" /><Relationship Type="http://schemas.openxmlformats.org/officeDocument/2006/relationships/image" Target="/ppt/media/image16.svg" Id="R312496a863124f0f" /><Relationship Type="http://schemas.openxmlformats.org/officeDocument/2006/relationships/image" Target="/ppt/media/image17.png" Id="R7b4d703386024b34" /><Relationship Type="http://schemas.openxmlformats.org/officeDocument/2006/relationships/image" Target="/ppt/media/image17.svg" Id="Rcd453518190c4dad" /><Relationship Type="http://schemas.openxmlformats.org/officeDocument/2006/relationships/image" Target="/ppt/media/image34.png" Id="R6ed618d8db67470f" /><Relationship Type="http://schemas.openxmlformats.org/officeDocument/2006/relationships/image" Target="/ppt/media/image33.svg" Id="R71668e0c1d814d5d" /><Relationship Type="http://schemas.openxmlformats.org/officeDocument/2006/relationships/image" Target="/ppt/media/image35.png" Id="Rbc48e9b47b224aab" /><Relationship Type="http://schemas.openxmlformats.org/officeDocument/2006/relationships/image" Target="/ppt/media/image34.svg" Id="Rd830b9ee7ae544ff" /><Relationship Type="http://schemas.openxmlformats.org/officeDocument/2006/relationships/image" Target="/ppt/media/image20.png" Id="R7b9bec2e87e845ea" /><Relationship Type="http://schemas.openxmlformats.org/officeDocument/2006/relationships/image" Target="/ppt/media/image20.svg" Id="R3e66b3ea5da14025" /><Relationship Type="http://schemas.openxmlformats.org/officeDocument/2006/relationships/image" Target="/ppt/media/image22.png" Id="Rf7701d9e41674172" /><Relationship Type="http://schemas.openxmlformats.org/officeDocument/2006/relationships/image" Target="/ppt/media/image22.svg" Id="R1608292cde4441e5" /><Relationship Type="http://schemas.openxmlformats.org/officeDocument/2006/relationships/image" Target="/ppt/media/image36.png" Id="Rdc54160a12de4083" /><Relationship Type="http://schemas.openxmlformats.org/officeDocument/2006/relationships/image" Target="/ppt/media/image35.svg" Id="R65004278aab84dc5" /><Relationship Type="http://schemas.openxmlformats.org/officeDocument/2006/relationships/image" Target="/ppt/media/image24.png" Id="Ree1c3331111d4829" /><Relationship Type="http://schemas.openxmlformats.org/officeDocument/2006/relationships/image" Target="/ppt/media/image24.svg" Id="R7cf926044a694d41" /><Relationship Type="http://schemas.openxmlformats.org/officeDocument/2006/relationships/image" Target="/ppt/media/image25.png" Id="Rb02c94692b6d4313" /><Relationship Type="http://schemas.openxmlformats.org/officeDocument/2006/relationships/image" Target="/ppt/media/image25.svg" Id="R09649f499ad44903" /><Relationship Type="http://schemas.openxmlformats.org/officeDocument/2006/relationships/image" Target="/ppt/media/image37.png" Id="R8e9037b2dd0f4aaf" /><Relationship Type="http://schemas.openxmlformats.org/officeDocument/2006/relationships/image" Target="/ppt/media/image36.svg" Id="Rc712b615189f4aac" /><Relationship Type="http://schemas.openxmlformats.org/officeDocument/2006/relationships/image" Target="/ppt/media/image38.png" Id="R7deb95c47f264280" /><Relationship Type="http://schemas.openxmlformats.org/officeDocument/2006/relationships/image" Target="/ppt/media/image37.svg" Id="R2f97ab0d4b384e0b" /><Relationship Type="http://schemas.openxmlformats.org/officeDocument/2006/relationships/image" Target="/ppt/media/image39.png" Id="Re3fb9e4efed94e38" /><Relationship Type="http://schemas.openxmlformats.org/officeDocument/2006/relationships/image" Target="/ppt/media/image38.svg" Id="R5e18800882174c68" /><Relationship Type="http://schemas.openxmlformats.org/officeDocument/2006/relationships/image" Target="/ppt/media/image40.png" Id="R909008e83788429e" /><Relationship Type="http://schemas.openxmlformats.org/officeDocument/2006/relationships/image" Target="/ppt/media/image39.svg" Id="R37da3550ddb649c1" /><Relationship Type="http://schemas.openxmlformats.org/officeDocument/2006/relationships/image" Target="/ppt/media/image7.png" Id="R1f5215896f394174" /><Relationship Type="http://schemas.openxmlformats.org/officeDocument/2006/relationships/image" Target="/ppt/media/image7.svg" Id="R4ddec7c876414c5a" /><Relationship Type="http://schemas.openxmlformats.org/officeDocument/2006/relationships/image" Target="/ppt/media/image.jpeg" Id="R9b4b19f8dedb4e07" /><Relationship Type="http://schemas.openxmlformats.org/officeDocument/2006/relationships/notesSlide" Target="/ppt/notesSlides/notesSlide20.xml" Id="R98e9d4ffde3e49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5288afe764d4f" /><Relationship Type="http://schemas.openxmlformats.org/officeDocument/2006/relationships/image" Target="/ppt/media/image21.png" Id="Ra94336e6f67e446e" /><Relationship Type="http://schemas.openxmlformats.org/officeDocument/2006/relationships/image" Target="/ppt/media/image21.svg" Id="R37093d2400984f4f" /><Relationship Type="http://schemas.openxmlformats.org/officeDocument/2006/relationships/image" Target="/ppt/media/image33.png" Id="R549dc9104b6543d0" /><Relationship Type="http://schemas.openxmlformats.org/officeDocument/2006/relationships/image" Target="/ppt/media/image16.png" Id="R5e780d26193e4255" /><Relationship Type="http://schemas.openxmlformats.org/officeDocument/2006/relationships/image" Target="/ppt/media/image16.svg" Id="Rbfc8cfd030814151" /><Relationship Type="http://schemas.openxmlformats.org/officeDocument/2006/relationships/image" Target="/ppt/media/image17.png" Id="Rb491fcf811314421" /><Relationship Type="http://schemas.openxmlformats.org/officeDocument/2006/relationships/image" Target="/ppt/media/image17.svg" Id="Ra3f490e066cb4726" /><Relationship Type="http://schemas.openxmlformats.org/officeDocument/2006/relationships/image" Target="/ppt/media/image34.png" Id="Re98f8c1f3e75441c" /><Relationship Type="http://schemas.openxmlformats.org/officeDocument/2006/relationships/image" Target="/ppt/media/image33.svg" Id="Rf2e8fc1a0a7d4f72" /><Relationship Type="http://schemas.openxmlformats.org/officeDocument/2006/relationships/image" Target="/ppt/media/image35.png" Id="Rd4ad3fd54aa542f0" /><Relationship Type="http://schemas.openxmlformats.org/officeDocument/2006/relationships/image" Target="/ppt/media/image34.svg" Id="Rb79f335cdc054ec8" /><Relationship Type="http://schemas.openxmlformats.org/officeDocument/2006/relationships/image" Target="/ppt/media/image20.png" Id="R937d3ae640f44433" /><Relationship Type="http://schemas.openxmlformats.org/officeDocument/2006/relationships/image" Target="/ppt/media/image20.svg" Id="Rf5d1edf3f25b4cca" /><Relationship Type="http://schemas.openxmlformats.org/officeDocument/2006/relationships/image" Target="/ppt/media/image22.png" Id="R974337cf94574607" /><Relationship Type="http://schemas.openxmlformats.org/officeDocument/2006/relationships/image" Target="/ppt/media/image22.svg" Id="R2b48508d9df446ad" /><Relationship Type="http://schemas.openxmlformats.org/officeDocument/2006/relationships/image" Target="/ppt/media/image36.png" Id="Reea0ab737e664aa6" /><Relationship Type="http://schemas.openxmlformats.org/officeDocument/2006/relationships/image" Target="/ppt/media/image35.svg" Id="Rf8723abe85e84e5c" /><Relationship Type="http://schemas.openxmlformats.org/officeDocument/2006/relationships/image" Target="/ppt/media/image24.png" Id="R9524953ec5054363" /><Relationship Type="http://schemas.openxmlformats.org/officeDocument/2006/relationships/image" Target="/ppt/media/image24.svg" Id="R84a7c9894cdf4df7" /><Relationship Type="http://schemas.openxmlformats.org/officeDocument/2006/relationships/image" Target="/ppt/media/image25.png" Id="R944419999ec54863" /><Relationship Type="http://schemas.openxmlformats.org/officeDocument/2006/relationships/image" Target="/ppt/media/image25.svg" Id="Rbe0563ca327a4cdb" /><Relationship Type="http://schemas.openxmlformats.org/officeDocument/2006/relationships/image" Target="/ppt/media/image37.png" Id="R9c24d9fa2583496e" /><Relationship Type="http://schemas.openxmlformats.org/officeDocument/2006/relationships/image" Target="/ppt/media/image36.svg" Id="R099fa0c40c4c42f9" /><Relationship Type="http://schemas.openxmlformats.org/officeDocument/2006/relationships/image" Target="/ppt/media/image38.png" Id="R9b17519504d042b9" /><Relationship Type="http://schemas.openxmlformats.org/officeDocument/2006/relationships/image" Target="/ppt/media/image37.svg" Id="R8ddb8bad7b0547b9" /><Relationship Type="http://schemas.openxmlformats.org/officeDocument/2006/relationships/image" Target="/ppt/media/image39.png" Id="Rc95c409acc474fd9" /><Relationship Type="http://schemas.openxmlformats.org/officeDocument/2006/relationships/image" Target="/ppt/media/image38.svg" Id="R34a769d06de040af" /><Relationship Type="http://schemas.openxmlformats.org/officeDocument/2006/relationships/image" Target="/ppt/media/image40.png" Id="Redba3097690c4359" /><Relationship Type="http://schemas.openxmlformats.org/officeDocument/2006/relationships/image" Target="/ppt/media/image39.svg" Id="R7afa9ced4d4d4f24" /><Relationship Type="http://schemas.openxmlformats.org/officeDocument/2006/relationships/image" Target="/ppt/media/image7.png" Id="Rcaf48544c12d4989" /><Relationship Type="http://schemas.openxmlformats.org/officeDocument/2006/relationships/image" Target="/ppt/media/image7.svg" Id="R603f67f584ea49b4" /><Relationship Type="http://schemas.openxmlformats.org/officeDocument/2006/relationships/image" Target="/ppt/media/image.jpeg" Id="R94ffe79aef4d4df3" /><Relationship Type="http://schemas.openxmlformats.org/officeDocument/2006/relationships/notesSlide" Target="/ppt/notesSlides/notesSlide21.xml" Id="R7c9dfda1e44e4d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1812f02942ae" /><Relationship Type="http://schemas.openxmlformats.org/officeDocument/2006/relationships/image" Target="/ppt/media/image21.png" Id="R29df353308b64523" /><Relationship Type="http://schemas.openxmlformats.org/officeDocument/2006/relationships/image" Target="/ppt/media/image21.svg" Id="R71ef92e673584b33" /><Relationship Type="http://schemas.openxmlformats.org/officeDocument/2006/relationships/image" Target="/ppt/media/image33.png" Id="R0ac7aad9dca44a77" /><Relationship Type="http://schemas.openxmlformats.org/officeDocument/2006/relationships/image" Target="/ppt/media/image16.png" Id="R9ec98f5038c14eb3" /><Relationship Type="http://schemas.openxmlformats.org/officeDocument/2006/relationships/image" Target="/ppt/media/image16.svg" Id="Ra481dcf7daa24798" /><Relationship Type="http://schemas.openxmlformats.org/officeDocument/2006/relationships/image" Target="/ppt/media/image17.png" Id="R9d42de3fc2b446d0" /><Relationship Type="http://schemas.openxmlformats.org/officeDocument/2006/relationships/image" Target="/ppt/media/image17.svg" Id="R4b557180c9c4471c" /><Relationship Type="http://schemas.openxmlformats.org/officeDocument/2006/relationships/image" Target="/ppt/media/image34.png" Id="R505929cbf8774bc0" /><Relationship Type="http://schemas.openxmlformats.org/officeDocument/2006/relationships/image" Target="/ppt/media/image33.svg" Id="R721e50deebf747a2" /><Relationship Type="http://schemas.openxmlformats.org/officeDocument/2006/relationships/image" Target="/ppt/media/image35.png" Id="Rf7f91e827690471f" /><Relationship Type="http://schemas.openxmlformats.org/officeDocument/2006/relationships/image" Target="/ppt/media/image34.svg" Id="R305321af85e9453f" /><Relationship Type="http://schemas.openxmlformats.org/officeDocument/2006/relationships/image" Target="/ppt/media/image20.png" Id="R83d76387662d4163" /><Relationship Type="http://schemas.openxmlformats.org/officeDocument/2006/relationships/image" Target="/ppt/media/image20.svg" Id="R7c199ec680f346f5" /><Relationship Type="http://schemas.openxmlformats.org/officeDocument/2006/relationships/image" Target="/ppt/media/image22.png" Id="R3f4fba73bb0a4c42" /><Relationship Type="http://schemas.openxmlformats.org/officeDocument/2006/relationships/image" Target="/ppt/media/image22.svg" Id="R6f3978b7b119402d" /><Relationship Type="http://schemas.openxmlformats.org/officeDocument/2006/relationships/image" Target="/ppt/media/image36.png" Id="R6a869a180dc74006" /><Relationship Type="http://schemas.openxmlformats.org/officeDocument/2006/relationships/image" Target="/ppt/media/image35.svg" Id="R422baea549dd4c07" /><Relationship Type="http://schemas.openxmlformats.org/officeDocument/2006/relationships/image" Target="/ppt/media/image24.png" Id="R2df34e254656445e" /><Relationship Type="http://schemas.openxmlformats.org/officeDocument/2006/relationships/image" Target="/ppt/media/image24.svg" Id="R523fc2ffefcd4ff7" /><Relationship Type="http://schemas.openxmlformats.org/officeDocument/2006/relationships/image" Target="/ppt/media/image25.png" Id="Rdbf6d3be3d2443a9" /><Relationship Type="http://schemas.openxmlformats.org/officeDocument/2006/relationships/image" Target="/ppt/media/image25.svg" Id="R394b314f19474af9" /><Relationship Type="http://schemas.openxmlformats.org/officeDocument/2006/relationships/image" Target="/ppt/media/image37.png" Id="Rbac98a897bcc405d" /><Relationship Type="http://schemas.openxmlformats.org/officeDocument/2006/relationships/image" Target="/ppt/media/image36.svg" Id="R15a90cd1c333465d" /><Relationship Type="http://schemas.openxmlformats.org/officeDocument/2006/relationships/image" Target="/ppt/media/image38.png" Id="Rd9535ffaac4f4ddd" /><Relationship Type="http://schemas.openxmlformats.org/officeDocument/2006/relationships/image" Target="/ppt/media/image37.svg" Id="R59c8dd49cbfd40ba" /><Relationship Type="http://schemas.openxmlformats.org/officeDocument/2006/relationships/image" Target="/ppt/media/image39.png" Id="R2ab2478887e14f80" /><Relationship Type="http://schemas.openxmlformats.org/officeDocument/2006/relationships/image" Target="/ppt/media/image38.svg" Id="Ra9036faaf29145f4" /><Relationship Type="http://schemas.openxmlformats.org/officeDocument/2006/relationships/image" Target="/ppt/media/image40.png" Id="R4fa30154911c4fd6" /><Relationship Type="http://schemas.openxmlformats.org/officeDocument/2006/relationships/image" Target="/ppt/media/image39.svg" Id="Rb994023a7e5e425a" /><Relationship Type="http://schemas.openxmlformats.org/officeDocument/2006/relationships/image" Target="/ppt/media/image7.png" Id="R081fd622710940eb" /><Relationship Type="http://schemas.openxmlformats.org/officeDocument/2006/relationships/image" Target="/ppt/media/image7.svg" Id="R3f50fe69b66d418e" /><Relationship Type="http://schemas.openxmlformats.org/officeDocument/2006/relationships/image" Target="/ppt/media/image.jpeg" Id="R6485b22ef02b4bb4" /><Relationship Type="http://schemas.openxmlformats.org/officeDocument/2006/relationships/notesSlide" Target="/ppt/notesSlides/notesSlide22.xml" Id="Rb73adfc70afb4a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b412fc45c446a" /><Relationship Type="http://schemas.openxmlformats.org/officeDocument/2006/relationships/image" Target="/ppt/media/image21.png" Id="R789b1d100e7a4e69" /><Relationship Type="http://schemas.openxmlformats.org/officeDocument/2006/relationships/image" Target="/ppt/media/image21.svg" Id="R0abb1daa45b249ab" /><Relationship Type="http://schemas.openxmlformats.org/officeDocument/2006/relationships/image" Target="/ppt/media/image48.png" Id="R5a463e4ebc524b41" /><Relationship Type="http://schemas.openxmlformats.org/officeDocument/2006/relationships/image" Target="/ppt/media/image45.svg" Id="Rc7e62d4a52d44a33" /><Relationship Type="http://schemas.openxmlformats.org/officeDocument/2006/relationships/image" Target="/ppt/media/image17.png" Id="Rbb2974b86d6c4cf1" /><Relationship Type="http://schemas.openxmlformats.org/officeDocument/2006/relationships/image" Target="/ppt/media/image17.svg" Id="R3d62bba2d5ae4260" /><Relationship Type="http://schemas.openxmlformats.org/officeDocument/2006/relationships/image" Target="/ppt/media/image34.png" Id="R0fbaf9965e434f6a" /><Relationship Type="http://schemas.openxmlformats.org/officeDocument/2006/relationships/image" Target="/ppt/media/image33.svg" Id="Rfcbad623ca7f4dd9" /><Relationship Type="http://schemas.openxmlformats.org/officeDocument/2006/relationships/image" Target="/ppt/media/image35.png" Id="R24fe479367ea49bb" /><Relationship Type="http://schemas.openxmlformats.org/officeDocument/2006/relationships/image" Target="/ppt/media/image34.svg" Id="Rf6151475c95b473f" /><Relationship Type="http://schemas.openxmlformats.org/officeDocument/2006/relationships/image" Target="/ppt/media/image49.png" Id="R9035520ff54142f2" /><Relationship Type="http://schemas.openxmlformats.org/officeDocument/2006/relationships/image" Target="/ppt/media/image46.svg" Id="Rd45f48d6b0e344dd" /><Relationship Type="http://schemas.openxmlformats.org/officeDocument/2006/relationships/image" Target="/ppt/media/image50.png" Id="Rd0056d6ecc8440ea" /><Relationship Type="http://schemas.openxmlformats.org/officeDocument/2006/relationships/image" Target="/ppt/media/image47.svg" Id="Rcad72e3198f14a18" /><Relationship Type="http://schemas.openxmlformats.org/officeDocument/2006/relationships/image" Target="/ppt/media/image36.png" Id="Rdfe08ab1c049439d" /><Relationship Type="http://schemas.openxmlformats.org/officeDocument/2006/relationships/image" Target="/ppt/media/image35.svg" Id="R3a9343bab7f44112" /><Relationship Type="http://schemas.openxmlformats.org/officeDocument/2006/relationships/image" Target="/ppt/media/image24.png" Id="R2cb2852fb5774505" /><Relationship Type="http://schemas.openxmlformats.org/officeDocument/2006/relationships/image" Target="/ppt/media/image24.svg" Id="Rdf9aecd901f5403a" /><Relationship Type="http://schemas.openxmlformats.org/officeDocument/2006/relationships/image" Target="/ppt/media/image25.png" Id="R7f6c4918de1b4e21" /><Relationship Type="http://schemas.openxmlformats.org/officeDocument/2006/relationships/image" Target="/ppt/media/image25.svg" Id="R5da2f970a208464f" /><Relationship Type="http://schemas.openxmlformats.org/officeDocument/2006/relationships/image" Target="/ppt/media/image37.png" Id="Rec04b8f2194847f9" /><Relationship Type="http://schemas.openxmlformats.org/officeDocument/2006/relationships/image" Target="/ppt/media/image36.svg" Id="R71aa2db552804e9a" /><Relationship Type="http://schemas.openxmlformats.org/officeDocument/2006/relationships/image" Target="/ppt/media/image38.png" Id="R017f8272d9c444ef" /><Relationship Type="http://schemas.openxmlformats.org/officeDocument/2006/relationships/image" Target="/ppt/media/image37.svg" Id="R55a0da63cd90491d" /><Relationship Type="http://schemas.openxmlformats.org/officeDocument/2006/relationships/image" Target="/ppt/media/image51.png" Id="Rf759f883089e4e4c" /><Relationship Type="http://schemas.openxmlformats.org/officeDocument/2006/relationships/image" Target="/ppt/media/image48.svg" Id="R83ad78a74d0048d1" /><Relationship Type="http://schemas.openxmlformats.org/officeDocument/2006/relationships/image" Target="/ppt/media/image40.png" Id="R3f308f47797c49ac" /><Relationship Type="http://schemas.openxmlformats.org/officeDocument/2006/relationships/image" Target="/ppt/media/image39.svg" Id="R286390454f6841f7" /><Relationship Type="http://schemas.openxmlformats.org/officeDocument/2006/relationships/image" Target="/ppt/media/image7.png" Id="Rf2dc432e42aa4c2a" /><Relationship Type="http://schemas.openxmlformats.org/officeDocument/2006/relationships/image" Target="/ppt/media/image7.svg" Id="R7f964ac686d44038" /><Relationship Type="http://schemas.openxmlformats.org/officeDocument/2006/relationships/notesSlide" Target="/ppt/notesSlides/notesSlide23.xml" Id="R966041fba95148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7722a18649f2" /><Relationship Type="http://schemas.openxmlformats.org/officeDocument/2006/relationships/image" Target="/ppt/media/image21.png" Id="Rac027fc754054e37" /><Relationship Type="http://schemas.openxmlformats.org/officeDocument/2006/relationships/image" Target="/ppt/media/image21.svg" Id="Rd46fd5f963844448" /><Relationship Type="http://schemas.openxmlformats.org/officeDocument/2006/relationships/image" Target="/ppt/media/image33.png" Id="Rf0749a403764466d" /><Relationship Type="http://schemas.openxmlformats.org/officeDocument/2006/relationships/image" Target="/ppt/media/image16.png" Id="R57721bbbc2864661" /><Relationship Type="http://schemas.openxmlformats.org/officeDocument/2006/relationships/image" Target="/ppt/media/image16.svg" Id="R06908eec751e40d6" /><Relationship Type="http://schemas.openxmlformats.org/officeDocument/2006/relationships/image" Target="/ppt/media/image34.png" Id="R49fe2ad1b9624ceb" /><Relationship Type="http://schemas.openxmlformats.org/officeDocument/2006/relationships/image" Target="/ppt/media/image33.svg" Id="R8e9bc41b45304e2e" /><Relationship Type="http://schemas.openxmlformats.org/officeDocument/2006/relationships/image" Target="/ppt/media/image35.png" Id="R6000a7af66244ed0" /><Relationship Type="http://schemas.openxmlformats.org/officeDocument/2006/relationships/image" Target="/ppt/media/image34.svg" Id="Ra0a6fcc334a54e8c" /><Relationship Type="http://schemas.openxmlformats.org/officeDocument/2006/relationships/image" Target="/ppt/media/image20.png" Id="Rfd7e2216e66e4c5d" /><Relationship Type="http://schemas.openxmlformats.org/officeDocument/2006/relationships/image" Target="/ppt/media/image20.svg" Id="R184bc7aae5fc4f88" /><Relationship Type="http://schemas.openxmlformats.org/officeDocument/2006/relationships/image" Target="/ppt/media/image22.png" Id="R94c6f0c8a364448e" /><Relationship Type="http://schemas.openxmlformats.org/officeDocument/2006/relationships/image" Target="/ppt/media/image22.svg" Id="R32c81d82e1554f64" /><Relationship Type="http://schemas.openxmlformats.org/officeDocument/2006/relationships/image" Target="/ppt/media/image36.png" Id="R04eac15a76b74279" /><Relationship Type="http://schemas.openxmlformats.org/officeDocument/2006/relationships/image" Target="/ppt/media/image35.svg" Id="R8515588616f343bc" /><Relationship Type="http://schemas.openxmlformats.org/officeDocument/2006/relationships/image" Target="/ppt/media/image24.png" Id="Re96a54ef0a564a1e" /><Relationship Type="http://schemas.openxmlformats.org/officeDocument/2006/relationships/image" Target="/ppt/media/image24.svg" Id="R20115b9fa3424eda" /><Relationship Type="http://schemas.openxmlformats.org/officeDocument/2006/relationships/image" Target="/ppt/media/image25.png" Id="R19edb4a13c584c6f" /><Relationship Type="http://schemas.openxmlformats.org/officeDocument/2006/relationships/image" Target="/ppt/media/image25.svg" Id="Rd6da7b79eabd4d13" /><Relationship Type="http://schemas.openxmlformats.org/officeDocument/2006/relationships/image" Target="/ppt/media/image37.png" Id="R2c287162df5f4129" /><Relationship Type="http://schemas.openxmlformats.org/officeDocument/2006/relationships/image" Target="/ppt/media/image36.svg" Id="R4fd8a9411726408a" /><Relationship Type="http://schemas.openxmlformats.org/officeDocument/2006/relationships/image" Target="/ppt/media/image38.png" Id="R58431ed8b7384dad" /><Relationship Type="http://schemas.openxmlformats.org/officeDocument/2006/relationships/image" Target="/ppt/media/image37.svg" Id="R89fe36924a704a5a" /><Relationship Type="http://schemas.openxmlformats.org/officeDocument/2006/relationships/image" Target="/ppt/media/image39.png" Id="R97b168f680f64a48" /><Relationship Type="http://schemas.openxmlformats.org/officeDocument/2006/relationships/image" Target="/ppt/media/image38.svg" Id="Rb5dcf51df61c4d73" /><Relationship Type="http://schemas.openxmlformats.org/officeDocument/2006/relationships/image" Target="/ppt/media/image40.png" Id="R3c8e735668804039" /><Relationship Type="http://schemas.openxmlformats.org/officeDocument/2006/relationships/image" Target="/ppt/media/image39.svg" Id="Rd92d6b8f281948a4" /><Relationship Type="http://schemas.openxmlformats.org/officeDocument/2006/relationships/image" Target="/ppt/media/image7.png" Id="R3c16cfe9bd8249dd" /><Relationship Type="http://schemas.openxmlformats.org/officeDocument/2006/relationships/image" Target="/ppt/media/image7.svg" Id="Rc10d96f8c81b4453" /><Relationship Type="http://schemas.openxmlformats.org/officeDocument/2006/relationships/image" Target="/ppt/media/image32.png" Id="Rc3c8b85776d848fb" /><Relationship Type="http://schemas.openxmlformats.org/officeDocument/2006/relationships/image" Target="/ppt/media/image32.svg" Id="Rf53ebfd097cf48c0" /><Relationship Type="http://schemas.openxmlformats.org/officeDocument/2006/relationships/image" Target="/ppt/media/image44.png" Id="R0deafa0fd3be48ab" /><Relationship Type="http://schemas.openxmlformats.org/officeDocument/2006/relationships/image" Target="/ppt/media/image17.png" Id="R05cce9df26194c93" /><Relationship Type="http://schemas.openxmlformats.org/officeDocument/2006/relationships/image" Target="/ppt/media/image17.svg" Id="Rd24eabd5240c4448" /><Relationship Type="http://schemas.openxmlformats.org/officeDocument/2006/relationships/notesSlide" Target="/ppt/notesSlides/notesSlide24.xml" Id="Rf3eebfadba764c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d87cd960442a3" /><Relationship Type="http://schemas.openxmlformats.org/officeDocument/2006/relationships/image" Target="/ppt/media/image21.png" Id="R835ebaa7d4984930" /><Relationship Type="http://schemas.openxmlformats.org/officeDocument/2006/relationships/image" Target="/ppt/media/image21.svg" Id="R32ec82df9be7469e" /><Relationship Type="http://schemas.openxmlformats.org/officeDocument/2006/relationships/image" Target="/ppt/media/image16.png" Id="R3896cfae69d146d0" /><Relationship Type="http://schemas.openxmlformats.org/officeDocument/2006/relationships/image" Target="/ppt/media/image16.svg" Id="R9d983b656c814e71" /><Relationship Type="http://schemas.openxmlformats.org/officeDocument/2006/relationships/image" Target="/ppt/media/image17.png" Id="R6dce8df5a6964e08" /><Relationship Type="http://schemas.openxmlformats.org/officeDocument/2006/relationships/image" Target="/ppt/media/image17.svg" Id="R9582be5a039b4c96" /><Relationship Type="http://schemas.openxmlformats.org/officeDocument/2006/relationships/image" Target="/ppt/media/image34.png" Id="R9df5cbc686494efc" /><Relationship Type="http://schemas.openxmlformats.org/officeDocument/2006/relationships/image" Target="/ppt/media/image33.svg" Id="R6078db5c23004d06" /><Relationship Type="http://schemas.openxmlformats.org/officeDocument/2006/relationships/image" Target="/ppt/media/image35.png" Id="Re2c7519226d14008" /><Relationship Type="http://schemas.openxmlformats.org/officeDocument/2006/relationships/image" Target="/ppt/media/image34.svg" Id="Re34ce314a30941ea" /><Relationship Type="http://schemas.openxmlformats.org/officeDocument/2006/relationships/image" Target="/ppt/media/image20.png" Id="R93c2c49f14d14e6b" /><Relationship Type="http://schemas.openxmlformats.org/officeDocument/2006/relationships/image" Target="/ppt/media/image20.svg" Id="R14cc9966c0d641ad" /><Relationship Type="http://schemas.openxmlformats.org/officeDocument/2006/relationships/image" Target="/ppt/media/image22.png" Id="Rb36c40b4b321444b" /><Relationship Type="http://schemas.openxmlformats.org/officeDocument/2006/relationships/image" Target="/ppt/media/image22.svg" Id="R5d4c7a7177da41a4" /><Relationship Type="http://schemas.openxmlformats.org/officeDocument/2006/relationships/image" Target="/ppt/media/image36.png" Id="R9f1bb000fb434315" /><Relationship Type="http://schemas.openxmlformats.org/officeDocument/2006/relationships/image" Target="/ppt/media/image35.svg" Id="R931a53f56dba43eb" /><Relationship Type="http://schemas.openxmlformats.org/officeDocument/2006/relationships/image" Target="/ppt/media/image24.png" Id="Rdcbd5107421c4bad" /><Relationship Type="http://schemas.openxmlformats.org/officeDocument/2006/relationships/image" Target="/ppt/media/image24.svg" Id="R3184981cef874dc2" /><Relationship Type="http://schemas.openxmlformats.org/officeDocument/2006/relationships/image" Target="/ppt/media/image25.png" Id="Rc194b9de3c4a4c03" /><Relationship Type="http://schemas.openxmlformats.org/officeDocument/2006/relationships/image" Target="/ppt/media/image25.svg" Id="R5514748067e147d6" /><Relationship Type="http://schemas.openxmlformats.org/officeDocument/2006/relationships/image" Target="/ppt/media/image37.png" Id="Rfbe49f85ca4c423a" /><Relationship Type="http://schemas.openxmlformats.org/officeDocument/2006/relationships/image" Target="/ppt/media/image36.svg" Id="Ra7884eb8f3254066" /><Relationship Type="http://schemas.openxmlformats.org/officeDocument/2006/relationships/image" Target="/ppt/media/image38.png" Id="Rca4ffc78b6744202" /><Relationship Type="http://schemas.openxmlformats.org/officeDocument/2006/relationships/image" Target="/ppt/media/image37.svg" Id="R27cc3e7966814da4" /><Relationship Type="http://schemas.openxmlformats.org/officeDocument/2006/relationships/image" Target="/ppt/media/image39.png" Id="R96e40fb450a7408e" /><Relationship Type="http://schemas.openxmlformats.org/officeDocument/2006/relationships/image" Target="/ppt/media/image38.svg" Id="R797af2622cf04354" /><Relationship Type="http://schemas.openxmlformats.org/officeDocument/2006/relationships/image" Target="/ppt/media/image40.png" Id="R64148e515678440b" /><Relationship Type="http://schemas.openxmlformats.org/officeDocument/2006/relationships/image" Target="/ppt/media/image39.svg" Id="R2c17f1bfdbb841f4" /><Relationship Type="http://schemas.openxmlformats.org/officeDocument/2006/relationships/image" Target="/ppt/media/image7.png" Id="Rb910e57f0a614369" /><Relationship Type="http://schemas.openxmlformats.org/officeDocument/2006/relationships/image" Target="/ppt/media/image7.svg" Id="R4c8a41ed8c7d4f23" /><Relationship Type="http://schemas.openxmlformats.org/officeDocument/2006/relationships/notesSlide" Target="/ppt/notesSlides/notesSlide25.xml" Id="R327aed3ca9bf41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f6ec0406145b3" /><Relationship Type="http://schemas.openxmlformats.org/officeDocument/2006/relationships/image" Target="/ppt/media/image21.png" Id="R2b40e4c44e97441b" /><Relationship Type="http://schemas.openxmlformats.org/officeDocument/2006/relationships/image" Target="/ppt/media/image21.svg" Id="Rfdf52185f0b34671" /><Relationship Type="http://schemas.openxmlformats.org/officeDocument/2006/relationships/image" Target="/ppt/media/image16.png" Id="Rb208d781022c4d3e" /><Relationship Type="http://schemas.openxmlformats.org/officeDocument/2006/relationships/image" Target="/ppt/media/image16.svg" Id="R29ce02cb02644292" /><Relationship Type="http://schemas.openxmlformats.org/officeDocument/2006/relationships/image" Target="/ppt/media/image17.png" Id="R386f2cf485144faa" /><Relationship Type="http://schemas.openxmlformats.org/officeDocument/2006/relationships/image" Target="/ppt/media/image17.svg" Id="R17aa6b4c01f54db8" /><Relationship Type="http://schemas.openxmlformats.org/officeDocument/2006/relationships/image" Target="/ppt/media/image34.png" Id="Rf351bdba842f4cf1" /><Relationship Type="http://schemas.openxmlformats.org/officeDocument/2006/relationships/image" Target="/ppt/media/image33.svg" Id="Rf0477010d39b4fb7" /><Relationship Type="http://schemas.openxmlformats.org/officeDocument/2006/relationships/image" Target="/ppt/media/image35.png" Id="Rb94aa8fa6a374cb9" /><Relationship Type="http://schemas.openxmlformats.org/officeDocument/2006/relationships/image" Target="/ppt/media/image34.svg" Id="R8d15e6f952e04c01" /><Relationship Type="http://schemas.openxmlformats.org/officeDocument/2006/relationships/image" Target="/ppt/media/image20.png" Id="R01d6bfdc4d224e20" /><Relationship Type="http://schemas.openxmlformats.org/officeDocument/2006/relationships/image" Target="/ppt/media/image20.svg" Id="R3004188a989846b6" /><Relationship Type="http://schemas.openxmlformats.org/officeDocument/2006/relationships/image" Target="/ppt/media/image22.png" Id="R6dff778008fc4b19" /><Relationship Type="http://schemas.openxmlformats.org/officeDocument/2006/relationships/image" Target="/ppt/media/image22.svg" Id="R6cff1ae4450243ba" /><Relationship Type="http://schemas.openxmlformats.org/officeDocument/2006/relationships/image" Target="/ppt/media/image52.png" Id="Rd972d902d8ca42fd" /><Relationship Type="http://schemas.openxmlformats.org/officeDocument/2006/relationships/image" Target="/ppt/media/image49.svg" Id="Rc167336211a34dcb" /><Relationship Type="http://schemas.openxmlformats.org/officeDocument/2006/relationships/image" Target="/ppt/media/image53.png" Id="R181b03199b6840f8" /><Relationship Type="http://schemas.openxmlformats.org/officeDocument/2006/relationships/image" Target="/ppt/media/image50.svg" Id="R1076eee1cac5449a" /><Relationship Type="http://schemas.openxmlformats.org/officeDocument/2006/relationships/image" Target="/ppt/media/image25.png" Id="R5a381a2cf03841ac" /><Relationship Type="http://schemas.openxmlformats.org/officeDocument/2006/relationships/image" Target="/ppt/media/image25.svg" Id="R33da7db6c3da476a" /><Relationship Type="http://schemas.openxmlformats.org/officeDocument/2006/relationships/image" Target="/ppt/media/image37.png" Id="R89024778fc0b4d2c" /><Relationship Type="http://schemas.openxmlformats.org/officeDocument/2006/relationships/image" Target="/ppt/media/image36.svg" Id="R9bb08177ac3641a0" /><Relationship Type="http://schemas.openxmlformats.org/officeDocument/2006/relationships/image" Target="/ppt/media/image38.png" Id="R95ba88b842e346a3" /><Relationship Type="http://schemas.openxmlformats.org/officeDocument/2006/relationships/image" Target="/ppt/media/image37.svg" Id="R19ef9cd9520a46b9" /><Relationship Type="http://schemas.openxmlformats.org/officeDocument/2006/relationships/image" Target="/ppt/media/image39.png" Id="R3e8232a1dbc74c6b" /><Relationship Type="http://schemas.openxmlformats.org/officeDocument/2006/relationships/image" Target="/ppt/media/image38.svg" Id="R010559d8ba0c4294" /><Relationship Type="http://schemas.openxmlformats.org/officeDocument/2006/relationships/image" Target="/ppt/media/image40.png" Id="R6ab91314d37941a3" /><Relationship Type="http://schemas.openxmlformats.org/officeDocument/2006/relationships/image" Target="/ppt/media/image39.svg" Id="Rbf12455328164cd8" /><Relationship Type="http://schemas.openxmlformats.org/officeDocument/2006/relationships/image" Target="/ppt/media/image7.png" Id="R21910bb8bbec43ad" /><Relationship Type="http://schemas.openxmlformats.org/officeDocument/2006/relationships/image" Target="/ppt/media/image7.svg" Id="Rf640b1b9c7af4b55" /><Relationship Type="http://schemas.openxmlformats.org/officeDocument/2006/relationships/notesSlide" Target="/ppt/notesSlides/notesSlide26.xml" Id="R0e192793a9a544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3df2ac5544ab7" /><Relationship Type="http://schemas.openxmlformats.org/officeDocument/2006/relationships/image" Target="/ppt/media/image21.png" Id="Rfdffd26d90374ce3" /><Relationship Type="http://schemas.openxmlformats.org/officeDocument/2006/relationships/image" Target="/ppt/media/image21.svg" Id="R2672fa0b5d594005" /><Relationship Type="http://schemas.openxmlformats.org/officeDocument/2006/relationships/image" Target="/ppt/media/image16.png" Id="Raefaae0a06864a0d" /><Relationship Type="http://schemas.openxmlformats.org/officeDocument/2006/relationships/image" Target="/ppt/media/image16.svg" Id="R7b1704e4896a46a4" /><Relationship Type="http://schemas.openxmlformats.org/officeDocument/2006/relationships/image" Target="/ppt/media/image17.png" Id="R144610baf17440ae" /><Relationship Type="http://schemas.openxmlformats.org/officeDocument/2006/relationships/image" Target="/ppt/media/image17.svg" Id="Rf7d27b8bc5a44dad" /><Relationship Type="http://schemas.openxmlformats.org/officeDocument/2006/relationships/image" Target="/ppt/media/image34.png" Id="R6d6443d362244803" /><Relationship Type="http://schemas.openxmlformats.org/officeDocument/2006/relationships/image" Target="/ppt/media/image33.svg" Id="R00c5881a880a4b88" /><Relationship Type="http://schemas.openxmlformats.org/officeDocument/2006/relationships/image" Target="/ppt/media/image35.png" Id="R939cdcd8bfdb40cb" /><Relationship Type="http://schemas.openxmlformats.org/officeDocument/2006/relationships/image" Target="/ppt/media/image34.svg" Id="R4790fc43dc604189" /><Relationship Type="http://schemas.openxmlformats.org/officeDocument/2006/relationships/image" Target="/ppt/media/image20.png" Id="Rc291d3293bc449c9" /><Relationship Type="http://schemas.openxmlformats.org/officeDocument/2006/relationships/image" Target="/ppt/media/image20.svg" Id="R8d628058bafd4897" /><Relationship Type="http://schemas.openxmlformats.org/officeDocument/2006/relationships/image" Target="/ppt/media/image22.png" Id="R142aba2a754b4ac5" /><Relationship Type="http://schemas.openxmlformats.org/officeDocument/2006/relationships/image" Target="/ppt/media/image22.svg" Id="R927d9d440fef46af" /><Relationship Type="http://schemas.openxmlformats.org/officeDocument/2006/relationships/image" Target="/ppt/media/image52.png" Id="Rde39c695a66f4913" /><Relationship Type="http://schemas.openxmlformats.org/officeDocument/2006/relationships/image" Target="/ppt/media/image49.svg" Id="Rb48907b559ab4d4a" /><Relationship Type="http://schemas.openxmlformats.org/officeDocument/2006/relationships/image" Target="/ppt/media/image53.png" Id="R8bef357b038c4fdf" /><Relationship Type="http://schemas.openxmlformats.org/officeDocument/2006/relationships/image" Target="/ppt/media/image50.svg" Id="R5c241a05ae7e44c6" /><Relationship Type="http://schemas.openxmlformats.org/officeDocument/2006/relationships/image" Target="/ppt/media/image25.png" Id="R2968b4d857804900" /><Relationship Type="http://schemas.openxmlformats.org/officeDocument/2006/relationships/image" Target="/ppt/media/image25.svg" Id="R4fa3d6c2564a47c7" /><Relationship Type="http://schemas.openxmlformats.org/officeDocument/2006/relationships/image" Target="/ppt/media/image37.png" Id="R5f6c8e08c57f4f65" /><Relationship Type="http://schemas.openxmlformats.org/officeDocument/2006/relationships/image" Target="/ppt/media/image36.svg" Id="R9d1b09592d6b4373" /><Relationship Type="http://schemas.openxmlformats.org/officeDocument/2006/relationships/image" Target="/ppt/media/image38.png" Id="R49838ae91720442a" /><Relationship Type="http://schemas.openxmlformats.org/officeDocument/2006/relationships/image" Target="/ppt/media/image37.svg" Id="Rf60f4cb8c46a4a9a" /><Relationship Type="http://schemas.openxmlformats.org/officeDocument/2006/relationships/image" Target="/ppt/media/image39.png" Id="Re6b26111ba884d21" /><Relationship Type="http://schemas.openxmlformats.org/officeDocument/2006/relationships/image" Target="/ppt/media/image38.svg" Id="R136fce2662844e06" /><Relationship Type="http://schemas.openxmlformats.org/officeDocument/2006/relationships/image" Target="/ppt/media/image40.png" Id="R9cf4c719246b44fd" /><Relationship Type="http://schemas.openxmlformats.org/officeDocument/2006/relationships/image" Target="/ppt/media/image39.svg" Id="R1d977c5c72ac4f73" /><Relationship Type="http://schemas.openxmlformats.org/officeDocument/2006/relationships/image" Target="/ppt/media/image7.png" Id="Rb671b1cd0a654291" /><Relationship Type="http://schemas.openxmlformats.org/officeDocument/2006/relationships/image" Target="/ppt/media/image7.svg" Id="R58dbb7e8f28c4582" /><Relationship Type="http://schemas.openxmlformats.org/officeDocument/2006/relationships/notesSlide" Target="/ppt/notesSlides/notesSlide27.xml" Id="R916819243e78481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81ba56e6194b7d" /><Relationship Type="http://schemas.openxmlformats.org/officeDocument/2006/relationships/image" Target="/ppt/media/image21.png" Id="Rf9a7619c119e4e13" /><Relationship Type="http://schemas.openxmlformats.org/officeDocument/2006/relationships/image" Target="/ppt/media/image21.svg" Id="R7b33928471b041c3" /><Relationship Type="http://schemas.openxmlformats.org/officeDocument/2006/relationships/image" Target="/ppt/media/image16.png" Id="Rf5759b987c9f48e6" /><Relationship Type="http://schemas.openxmlformats.org/officeDocument/2006/relationships/image" Target="/ppt/media/image16.svg" Id="Ra079e93190e147e2" /><Relationship Type="http://schemas.openxmlformats.org/officeDocument/2006/relationships/image" Target="/ppt/media/image17.png" Id="R3f2c348a28994efe" /><Relationship Type="http://schemas.openxmlformats.org/officeDocument/2006/relationships/image" Target="/ppt/media/image17.svg" Id="Rfbe1e7f41fe34e29" /><Relationship Type="http://schemas.openxmlformats.org/officeDocument/2006/relationships/image" Target="/ppt/media/image34.png" Id="R8ada7d9b83074026" /><Relationship Type="http://schemas.openxmlformats.org/officeDocument/2006/relationships/image" Target="/ppt/media/image33.svg" Id="R6cadc331b7504322" /><Relationship Type="http://schemas.openxmlformats.org/officeDocument/2006/relationships/image" Target="/ppt/media/image35.png" Id="Rd592abec4ea444ce" /><Relationship Type="http://schemas.openxmlformats.org/officeDocument/2006/relationships/image" Target="/ppt/media/image34.svg" Id="R0d49857069f341d8" /><Relationship Type="http://schemas.openxmlformats.org/officeDocument/2006/relationships/image" Target="/ppt/media/image20.png" Id="R592a0edc31024dd2" /><Relationship Type="http://schemas.openxmlformats.org/officeDocument/2006/relationships/image" Target="/ppt/media/image20.svg" Id="Re8cd2c9d9dd34b97" /><Relationship Type="http://schemas.openxmlformats.org/officeDocument/2006/relationships/image" Target="/ppt/media/image22.png" Id="R0d63fad0ef26402a" /><Relationship Type="http://schemas.openxmlformats.org/officeDocument/2006/relationships/image" Target="/ppt/media/image22.svg" Id="Rf78a1efac0e140dd" /><Relationship Type="http://schemas.openxmlformats.org/officeDocument/2006/relationships/image" Target="/ppt/media/image36.png" Id="Rc0ae3921af49437d" /><Relationship Type="http://schemas.openxmlformats.org/officeDocument/2006/relationships/image" Target="/ppt/media/image35.svg" Id="R538cff2cde734f29" /><Relationship Type="http://schemas.openxmlformats.org/officeDocument/2006/relationships/image" Target="/ppt/media/image24.png" Id="R9dad61d5a65340f6" /><Relationship Type="http://schemas.openxmlformats.org/officeDocument/2006/relationships/image" Target="/ppt/media/image24.svg" Id="Ree8eb6a4d93f4b40" /><Relationship Type="http://schemas.openxmlformats.org/officeDocument/2006/relationships/image" Target="/ppt/media/image25.png" Id="Rc7ef8275b1914c21" /><Relationship Type="http://schemas.openxmlformats.org/officeDocument/2006/relationships/image" Target="/ppt/media/image25.svg" Id="R24e36e8be6bd431b" /><Relationship Type="http://schemas.openxmlformats.org/officeDocument/2006/relationships/image" Target="/ppt/media/image37.png" Id="R5153386e6b9d4abf" /><Relationship Type="http://schemas.openxmlformats.org/officeDocument/2006/relationships/image" Target="/ppt/media/image36.svg" Id="R7fbec402528b4d47" /><Relationship Type="http://schemas.openxmlformats.org/officeDocument/2006/relationships/image" Target="/ppt/media/image38.png" Id="R65ff21f5dc4648ab" /><Relationship Type="http://schemas.openxmlformats.org/officeDocument/2006/relationships/image" Target="/ppt/media/image37.svg" Id="R3c238c1239a545d9" /><Relationship Type="http://schemas.openxmlformats.org/officeDocument/2006/relationships/image" Target="/ppt/media/image39.png" Id="R1faf7ea3267f4f66" /><Relationship Type="http://schemas.openxmlformats.org/officeDocument/2006/relationships/image" Target="/ppt/media/image38.svg" Id="R5581973ddd6941a2" /><Relationship Type="http://schemas.openxmlformats.org/officeDocument/2006/relationships/image" Target="/ppt/media/image40.png" Id="Rca4b42c9c3c944a9" /><Relationship Type="http://schemas.openxmlformats.org/officeDocument/2006/relationships/image" Target="/ppt/media/image39.svg" Id="R4452065fe6cb4506" /><Relationship Type="http://schemas.openxmlformats.org/officeDocument/2006/relationships/image" Target="/ppt/media/image7.png" Id="Rda2c4a0c9251491c" /><Relationship Type="http://schemas.openxmlformats.org/officeDocument/2006/relationships/image" Target="/ppt/media/image7.svg" Id="R81217c06efaf4dd8" /><Relationship Type="http://schemas.openxmlformats.org/officeDocument/2006/relationships/notesSlide" Target="/ppt/notesSlides/notesSlide28.xml" Id="Rc1652ef01ed84b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50a6bed00f4f4a" /><Relationship Type="http://schemas.openxmlformats.org/officeDocument/2006/relationships/image" Target="/ppt/media/image21.png" Id="R7f02412f1dd74467" /><Relationship Type="http://schemas.openxmlformats.org/officeDocument/2006/relationships/image" Target="/ppt/media/image21.svg" Id="Rc25d66bfcbbf4d62" /><Relationship Type="http://schemas.openxmlformats.org/officeDocument/2006/relationships/image" Target="/ppt/media/image16.png" Id="R7f1bed0de3dc41e4" /><Relationship Type="http://schemas.openxmlformats.org/officeDocument/2006/relationships/image" Target="/ppt/media/image16.svg" Id="R13a4835aea8b4a04" /><Relationship Type="http://schemas.openxmlformats.org/officeDocument/2006/relationships/image" Target="/ppt/media/image17.png" Id="R1ae1c2bc98984102" /><Relationship Type="http://schemas.openxmlformats.org/officeDocument/2006/relationships/image" Target="/ppt/media/image17.svg" Id="R86d2d9cc1476484e" /><Relationship Type="http://schemas.openxmlformats.org/officeDocument/2006/relationships/image" Target="/ppt/media/image34.png" Id="R793e1c3be5924113" /><Relationship Type="http://schemas.openxmlformats.org/officeDocument/2006/relationships/image" Target="/ppt/media/image33.svg" Id="R711c2ce5be4f4e56" /><Relationship Type="http://schemas.openxmlformats.org/officeDocument/2006/relationships/image" Target="/ppt/media/image35.png" Id="Ra1a0193fd6164abb" /><Relationship Type="http://schemas.openxmlformats.org/officeDocument/2006/relationships/image" Target="/ppt/media/image34.svg" Id="R7d6c51be07174ca9" /><Relationship Type="http://schemas.openxmlformats.org/officeDocument/2006/relationships/image" Target="/ppt/media/image20.png" Id="Rfbd905d589fa4e12" /><Relationship Type="http://schemas.openxmlformats.org/officeDocument/2006/relationships/image" Target="/ppt/media/image20.svg" Id="R9c248cadd2c04c61" /><Relationship Type="http://schemas.openxmlformats.org/officeDocument/2006/relationships/image" Target="/ppt/media/image22.png" Id="Rc7316fde520a4533" /><Relationship Type="http://schemas.openxmlformats.org/officeDocument/2006/relationships/image" Target="/ppt/media/image22.svg" Id="Radbfc6cb65a740f0" /><Relationship Type="http://schemas.openxmlformats.org/officeDocument/2006/relationships/image" Target="/ppt/media/image36.png" Id="R77cd47e4f97c4023" /><Relationship Type="http://schemas.openxmlformats.org/officeDocument/2006/relationships/image" Target="/ppt/media/image35.svg" Id="R73c0e7747a154006" /><Relationship Type="http://schemas.openxmlformats.org/officeDocument/2006/relationships/image" Target="/ppt/media/image24.png" Id="Rfc8f8858d8ec4209" /><Relationship Type="http://schemas.openxmlformats.org/officeDocument/2006/relationships/image" Target="/ppt/media/image24.svg" Id="Rf41577b4f8664a1b" /><Relationship Type="http://schemas.openxmlformats.org/officeDocument/2006/relationships/image" Target="/ppt/media/image25.png" Id="R758a66f7c72c4a19" /><Relationship Type="http://schemas.openxmlformats.org/officeDocument/2006/relationships/image" Target="/ppt/media/image25.svg" Id="R5d7ceb631edc45d1" /><Relationship Type="http://schemas.openxmlformats.org/officeDocument/2006/relationships/image" Target="/ppt/media/image37.png" Id="R49211929ab1441d0" /><Relationship Type="http://schemas.openxmlformats.org/officeDocument/2006/relationships/image" Target="/ppt/media/image36.svg" Id="Rc1026d6ac3314897" /><Relationship Type="http://schemas.openxmlformats.org/officeDocument/2006/relationships/image" Target="/ppt/media/image38.png" Id="R63d377636b9940ab" /><Relationship Type="http://schemas.openxmlformats.org/officeDocument/2006/relationships/image" Target="/ppt/media/image37.svg" Id="Rbcd5fd0f2256440c" /><Relationship Type="http://schemas.openxmlformats.org/officeDocument/2006/relationships/image" Target="/ppt/media/image39.png" Id="R3f2f884c139b41d7" /><Relationship Type="http://schemas.openxmlformats.org/officeDocument/2006/relationships/image" Target="/ppt/media/image38.svg" Id="Rf49cd38e2d6e4800" /><Relationship Type="http://schemas.openxmlformats.org/officeDocument/2006/relationships/image" Target="/ppt/media/image40.png" Id="R26b71394cd304c39" /><Relationship Type="http://schemas.openxmlformats.org/officeDocument/2006/relationships/image" Target="/ppt/media/image39.svg" Id="R3281e2b1cac046fe" /><Relationship Type="http://schemas.openxmlformats.org/officeDocument/2006/relationships/image" Target="/ppt/media/image7.png" Id="Rb00ad1a867774b82" /><Relationship Type="http://schemas.openxmlformats.org/officeDocument/2006/relationships/image" Target="/ppt/media/image7.svg" Id="R2914004c2aa44fdc" /><Relationship Type="http://schemas.openxmlformats.org/officeDocument/2006/relationships/notesSlide" Target="/ppt/notesSlides/notesSlide29.xml" Id="Re636aca8e06f47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be1c0d7584de0" /><Relationship Type="http://schemas.openxmlformats.org/officeDocument/2006/relationships/image" Target="/ppt/media/image21.png" Id="Ra80374b450014ce4" /><Relationship Type="http://schemas.openxmlformats.org/officeDocument/2006/relationships/image" Target="/ppt/media/image21.svg" Id="R69c7c1533efa4cbe" /><Relationship Type="http://schemas.openxmlformats.org/officeDocument/2006/relationships/image" Target="/ppt/media/image16.png" Id="Re1df1c41457b4c9c" /><Relationship Type="http://schemas.openxmlformats.org/officeDocument/2006/relationships/image" Target="/ppt/media/image16.svg" Id="Rca83bc11aec342d5" /><Relationship Type="http://schemas.openxmlformats.org/officeDocument/2006/relationships/image" Target="/ppt/media/image17.png" Id="R77d60c908ab847fc" /><Relationship Type="http://schemas.openxmlformats.org/officeDocument/2006/relationships/image" Target="/ppt/media/image17.svg" Id="R38a738458f104938" /><Relationship Type="http://schemas.openxmlformats.org/officeDocument/2006/relationships/image" Target="/ppt/media/image34.png" Id="R02e35376ba8d476e" /><Relationship Type="http://schemas.openxmlformats.org/officeDocument/2006/relationships/image" Target="/ppt/media/image33.svg" Id="R4ee9a29892fe4818" /><Relationship Type="http://schemas.openxmlformats.org/officeDocument/2006/relationships/image" Target="/ppt/media/image35.png" Id="Rb6e02e6e75da42b0" /><Relationship Type="http://schemas.openxmlformats.org/officeDocument/2006/relationships/image" Target="/ppt/media/image34.svg" Id="R88897abae2414355" /><Relationship Type="http://schemas.openxmlformats.org/officeDocument/2006/relationships/image" Target="/ppt/media/image20.png" Id="Rd876bb4334ef4afa" /><Relationship Type="http://schemas.openxmlformats.org/officeDocument/2006/relationships/image" Target="/ppt/media/image20.svg" Id="R7a0c8a5fd1f24a64" /><Relationship Type="http://schemas.openxmlformats.org/officeDocument/2006/relationships/image" Target="/ppt/media/image22.png" Id="R1bc77f1105a94e41" /><Relationship Type="http://schemas.openxmlformats.org/officeDocument/2006/relationships/image" Target="/ppt/media/image22.svg" Id="R9eda0f5cf9084f9c" /><Relationship Type="http://schemas.openxmlformats.org/officeDocument/2006/relationships/image" Target="/ppt/media/image36.png" Id="R866d37916673474a" /><Relationship Type="http://schemas.openxmlformats.org/officeDocument/2006/relationships/image" Target="/ppt/media/image35.svg" Id="R9f516832258b4a84" /><Relationship Type="http://schemas.openxmlformats.org/officeDocument/2006/relationships/image" Target="/ppt/media/image24.png" Id="R70fc0ccaedce46c7" /><Relationship Type="http://schemas.openxmlformats.org/officeDocument/2006/relationships/image" Target="/ppt/media/image24.svg" Id="Rabfb44d05f4c450d" /><Relationship Type="http://schemas.openxmlformats.org/officeDocument/2006/relationships/image" Target="/ppt/media/image25.png" Id="R9b5dc77c6e4c4365" /><Relationship Type="http://schemas.openxmlformats.org/officeDocument/2006/relationships/image" Target="/ppt/media/image25.svg" Id="Rab9d3d84a6fc4452" /><Relationship Type="http://schemas.openxmlformats.org/officeDocument/2006/relationships/image" Target="/ppt/media/image37.png" Id="Rf453062ca77e446f" /><Relationship Type="http://schemas.openxmlformats.org/officeDocument/2006/relationships/image" Target="/ppt/media/image36.svg" Id="R36b82cf38df84f22" /><Relationship Type="http://schemas.openxmlformats.org/officeDocument/2006/relationships/image" Target="/ppt/media/image38.png" Id="R92760e11b0be447c" /><Relationship Type="http://schemas.openxmlformats.org/officeDocument/2006/relationships/image" Target="/ppt/media/image37.svg" Id="R1b2435a326b3477c" /><Relationship Type="http://schemas.openxmlformats.org/officeDocument/2006/relationships/image" Target="/ppt/media/image39.png" Id="Rb9ab01bbf49c4f38" /><Relationship Type="http://schemas.openxmlformats.org/officeDocument/2006/relationships/image" Target="/ppt/media/image38.svg" Id="Rdb0f551c4f774736" /><Relationship Type="http://schemas.openxmlformats.org/officeDocument/2006/relationships/image" Target="/ppt/media/image40.png" Id="R3f1754b2143d4939" /><Relationship Type="http://schemas.openxmlformats.org/officeDocument/2006/relationships/image" Target="/ppt/media/image39.svg" Id="Rd627aeff9b6640d5" /><Relationship Type="http://schemas.openxmlformats.org/officeDocument/2006/relationships/image" Target="/ppt/media/image7.png" Id="R171c43e177384dd3" /><Relationship Type="http://schemas.openxmlformats.org/officeDocument/2006/relationships/image" Target="/ppt/media/image7.svg" Id="R172c77f38a4e4cc0" /><Relationship Type="http://schemas.openxmlformats.org/officeDocument/2006/relationships/notesSlide" Target="/ppt/notesSlides/notesSlide30.xml" Id="Re6691974723d4df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101ddd99a4eb0" /><Relationship Type="http://schemas.openxmlformats.org/officeDocument/2006/relationships/image" Target="/ppt/media/image21.png" Id="R0a0f27c1efe44963" /><Relationship Type="http://schemas.openxmlformats.org/officeDocument/2006/relationships/image" Target="/ppt/media/image21.svg" Id="R64044f0cd5974ea2" /><Relationship Type="http://schemas.openxmlformats.org/officeDocument/2006/relationships/image" Target="/ppt/media/image16.png" Id="R92aae388a0d14e32" /><Relationship Type="http://schemas.openxmlformats.org/officeDocument/2006/relationships/image" Target="/ppt/media/image16.svg" Id="R96b8ced0b0d64087" /><Relationship Type="http://schemas.openxmlformats.org/officeDocument/2006/relationships/image" Target="/ppt/media/image54.png" Id="R5e1e24b2154949fc" /><Relationship Type="http://schemas.openxmlformats.org/officeDocument/2006/relationships/image" Target="/ppt/media/image51.svg" Id="Rf8539c1aea004d5d" /><Relationship Type="http://schemas.openxmlformats.org/officeDocument/2006/relationships/image" Target="/ppt/media/image34.png" Id="R36ff6bfc24bc494f" /><Relationship Type="http://schemas.openxmlformats.org/officeDocument/2006/relationships/image" Target="/ppt/media/image33.svg" Id="R0d67e1bf5db04275" /><Relationship Type="http://schemas.openxmlformats.org/officeDocument/2006/relationships/image" Target="/ppt/media/image35.png" Id="R7bd324c79b824d67" /><Relationship Type="http://schemas.openxmlformats.org/officeDocument/2006/relationships/image" Target="/ppt/media/image34.svg" Id="Rcd787ca3e33448c0" /><Relationship Type="http://schemas.openxmlformats.org/officeDocument/2006/relationships/image" Target="/ppt/media/image20.png" Id="R826dd02d003445e3" /><Relationship Type="http://schemas.openxmlformats.org/officeDocument/2006/relationships/image" Target="/ppt/media/image20.svg" Id="R7d705c4b594a4f24" /><Relationship Type="http://schemas.openxmlformats.org/officeDocument/2006/relationships/image" Target="/ppt/media/image22.png" Id="Re2a053b215cc4745" /><Relationship Type="http://schemas.openxmlformats.org/officeDocument/2006/relationships/image" Target="/ppt/media/image22.svg" Id="R3dce75b531154d95" /><Relationship Type="http://schemas.openxmlformats.org/officeDocument/2006/relationships/image" Target="/ppt/media/image36.png" Id="Rf8fcdfbdeefd474e" /><Relationship Type="http://schemas.openxmlformats.org/officeDocument/2006/relationships/image" Target="/ppt/media/image35.svg" Id="R24db5aaf010d41d1" /><Relationship Type="http://schemas.openxmlformats.org/officeDocument/2006/relationships/image" Target="/ppt/media/image55.png" Id="Rb3827427bc944957" /><Relationship Type="http://schemas.openxmlformats.org/officeDocument/2006/relationships/image" Target="/ppt/media/image52.svg" Id="R05180f7f110b432d" /><Relationship Type="http://schemas.openxmlformats.org/officeDocument/2006/relationships/image" Target="/ppt/media/image25.png" Id="R1f3099033f1845df" /><Relationship Type="http://schemas.openxmlformats.org/officeDocument/2006/relationships/image" Target="/ppt/media/image25.svg" Id="Rba308d8dce774671" /><Relationship Type="http://schemas.openxmlformats.org/officeDocument/2006/relationships/image" Target="/ppt/media/image37.png" Id="R1a819ff45a044ffc" /><Relationship Type="http://schemas.openxmlformats.org/officeDocument/2006/relationships/image" Target="/ppt/media/image36.svg" Id="Rbb0c299299dd459e" /><Relationship Type="http://schemas.openxmlformats.org/officeDocument/2006/relationships/image" Target="/ppt/media/image38.png" Id="R990bc580d0e74328" /><Relationship Type="http://schemas.openxmlformats.org/officeDocument/2006/relationships/image" Target="/ppt/media/image37.svg" Id="R6c271a23114a46f3" /><Relationship Type="http://schemas.openxmlformats.org/officeDocument/2006/relationships/image" Target="/ppt/media/image39.png" Id="R3ec3d3fcdd484bdd" /><Relationship Type="http://schemas.openxmlformats.org/officeDocument/2006/relationships/image" Target="/ppt/media/image38.svg" Id="R401452dbc9644cec" /><Relationship Type="http://schemas.openxmlformats.org/officeDocument/2006/relationships/image" Target="/ppt/media/image40.png" Id="R636045ccdd7a412a" /><Relationship Type="http://schemas.openxmlformats.org/officeDocument/2006/relationships/image" Target="/ppt/media/image39.svg" Id="Rdbacf0ba34514b06" /><Relationship Type="http://schemas.openxmlformats.org/officeDocument/2006/relationships/image" Target="/ppt/media/image7.png" Id="R2a68132e9aa74c44" /><Relationship Type="http://schemas.openxmlformats.org/officeDocument/2006/relationships/image" Target="/ppt/media/image7.svg" Id="Red645fe35c0742af" /><Relationship Type="http://schemas.openxmlformats.org/officeDocument/2006/relationships/notesSlide" Target="/ppt/notesSlides/notesSlide31.xml" Id="Re0a8f6355884484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67b9a1a6c4c83" /><Relationship Type="http://schemas.openxmlformats.org/officeDocument/2006/relationships/image" Target="/ppt/media/image21.png" Id="R927a978c49d04c3f" /><Relationship Type="http://schemas.openxmlformats.org/officeDocument/2006/relationships/image" Target="/ppt/media/image21.svg" Id="R63d38ba0767b4c14" /><Relationship Type="http://schemas.openxmlformats.org/officeDocument/2006/relationships/image" Target="/ppt/media/image16.png" Id="R30df8c7fb5e94f22" /><Relationship Type="http://schemas.openxmlformats.org/officeDocument/2006/relationships/image" Target="/ppt/media/image16.svg" Id="Ra9716a31ca5c4352" /><Relationship Type="http://schemas.openxmlformats.org/officeDocument/2006/relationships/image" Target="/ppt/media/image17.png" Id="Rb54b7866f32c4a0f" /><Relationship Type="http://schemas.openxmlformats.org/officeDocument/2006/relationships/image" Target="/ppt/media/image17.svg" Id="R44317649a0d24e0f" /><Relationship Type="http://schemas.openxmlformats.org/officeDocument/2006/relationships/image" Target="/ppt/media/image34.png" Id="Re7c72687d3b44653" /><Relationship Type="http://schemas.openxmlformats.org/officeDocument/2006/relationships/image" Target="/ppt/media/image33.svg" Id="R86d8a4c09e604b1f" /><Relationship Type="http://schemas.openxmlformats.org/officeDocument/2006/relationships/image" Target="/ppt/media/image35.png" Id="R452c2ad17fdf4f8b" /><Relationship Type="http://schemas.openxmlformats.org/officeDocument/2006/relationships/image" Target="/ppt/media/image34.svg" Id="R7a088f178798489e" /><Relationship Type="http://schemas.openxmlformats.org/officeDocument/2006/relationships/image" Target="/ppt/media/image20.png" Id="R556f31b577184094" /><Relationship Type="http://schemas.openxmlformats.org/officeDocument/2006/relationships/image" Target="/ppt/media/image20.svg" Id="R4a5812f4c58749f7" /><Relationship Type="http://schemas.openxmlformats.org/officeDocument/2006/relationships/image" Target="/ppt/media/image22.png" Id="R1cf365008b1c4b07" /><Relationship Type="http://schemas.openxmlformats.org/officeDocument/2006/relationships/image" Target="/ppt/media/image22.svg" Id="Rb434b756986248fb" /><Relationship Type="http://schemas.openxmlformats.org/officeDocument/2006/relationships/image" Target="/ppt/media/image36.png" Id="R58f1a352df8642d2" /><Relationship Type="http://schemas.openxmlformats.org/officeDocument/2006/relationships/image" Target="/ppt/media/image35.svg" Id="R992fdb67b4e44fdf" /><Relationship Type="http://schemas.openxmlformats.org/officeDocument/2006/relationships/image" Target="/ppt/media/image24.png" Id="Rb1e0a0e0339d4562" /><Relationship Type="http://schemas.openxmlformats.org/officeDocument/2006/relationships/image" Target="/ppt/media/image24.svg" Id="R1ee40edaa97f46eb" /><Relationship Type="http://schemas.openxmlformats.org/officeDocument/2006/relationships/image" Target="/ppt/media/image25.png" Id="R522193f4363744c5" /><Relationship Type="http://schemas.openxmlformats.org/officeDocument/2006/relationships/image" Target="/ppt/media/image25.svg" Id="R2cbf8b811d4a45d0" /><Relationship Type="http://schemas.openxmlformats.org/officeDocument/2006/relationships/image" Target="/ppt/media/image37.png" Id="Rc61bfbb18ac84fca" /><Relationship Type="http://schemas.openxmlformats.org/officeDocument/2006/relationships/image" Target="/ppt/media/image36.svg" Id="Rf8923caf9bfb4c92" /><Relationship Type="http://schemas.openxmlformats.org/officeDocument/2006/relationships/image" Target="/ppt/media/image38.png" Id="R218e0f4855ae477b" /><Relationship Type="http://schemas.openxmlformats.org/officeDocument/2006/relationships/image" Target="/ppt/media/image37.svg" Id="Re7490be59e7f46cb" /><Relationship Type="http://schemas.openxmlformats.org/officeDocument/2006/relationships/image" Target="/ppt/media/image39.png" Id="R24db3b9d2bf44713" /><Relationship Type="http://schemas.openxmlformats.org/officeDocument/2006/relationships/image" Target="/ppt/media/image38.svg" Id="R3b5e9454b8844b02" /><Relationship Type="http://schemas.openxmlformats.org/officeDocument/2006/relationships/image" Target="/ppt/media/image40.png" Id="Re8e88d11caca4c7e" /><Relationship Type="http://schemas.openxmlformats.org/officeDocument/2006/relationships/image" Target="/ppt/media/image39.svg" Id="R21f84d7690994dfc" /><Relationship Type="http://schemas.openxmlformats.org/officeDocument/2006/relationships/image" Target="/ppt/media/image7.png" Id="R79db01dfbf4d4d4b" /><Relationship Type="http://schemas.openxmlformats.org/officeDocument/2006/relationships/image" Target="/ppt/media/image7.svg" Id="Rfe4da8abac484380" /><Relationship Type="http://schemas.openxmlformats.org/officeDocument/2006/relationships/image" Target="/ppt/media/image.jpeg" Id="Red59e5b406814559" /><Relationship Type="http://schemas.openxmlformats.org/officeDocument/2006/relationships/notesSlide" Target="/ppt/notesSlides/notesSlide32.xml" Id="Rcca1fddfd4be4d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399edd6384a06" /><Relationship Type="http://schemas.openxmlformats.org/officeDocument/2006/relationships/image" Target="/ppt/media/image21.png" Id="R82f4337e83a94831" /><Relationship Type="http://schemas.openxmlformats.org/officeDocument/2006/relationships/image" Target="/ppt/media/image21.svg" Id="R3478ac2c806f4750" /><Relationship Type="http://schemas.openxmlformats.org/officeDocument/2006/relationships/image" Target="/ppt/media/image16.png" Id="R2f9b6e118bd24496" /><Relationship Type="http://schemas.openxmlformats.org/officeDocument/2006/relationships/image" Target="/ppt/media/image16.svg" Id="R21059a192b9b4e3c" /><Relationship Type="http://schemas.openxmlformats.org/officeDocument/2006/relationships/image" Target="/ppt/media/image17.png" Id="Rc2125b428bfd4982" /><Relationship Type="http://schemas.openxmlformats.org/officeDocument/2006/relationships/image" Target="/ppt/media/image17.svg" Id="Re861dbda7529487d" /><Relationship Type="http://schemas.openxmlformats.org/officeDocument/2006/relationships/image" Target="/ppt/media/image34.png" Id="R92646382357a4fde" /><Relationship Type="http://schemas.openxmlformats.org/officeDocument/2006/relationships/image" Target="/ppt/media/image33.svg" Id="R50c22ba9855844b5" /><Relationship Type="http://schemas.openxmlformats.org/officeDocument/2006/relationships/image" Target="/ppt/media/image35.png" Id="Rf7a4831115014855" /><Relationship Type="http://schemas.openxmlformats.org/officeDocument/2006/relationships/image" Target="/ppt/media/image34.svg" Id="Rd9c704b6a91b4270" /><Relationship Type="http://schemas.openxmlformats.org/officeDocument/2006/relationships/image" Target="/ppt/media/image20.png" Id="R107a99bba86d4f85" /><Relationship Type="http://schemas.openxmlformats.org/officeDocument/2006/relationships/image" Target="/ppt/media/image20.svg" Id="R3d48f4abcf444b4e" /><Relationship Type="http://schemas.openxmlformats.org/officeDocument/2006/relationships/image" Target="/ppt/media/image22.png" Id="Re9e9b8131f154771" /><Relationship Type="http://schemas.openxmlformats.org/officeDocument/2006/relationships/image" Target="/ppt/media/image22.svg" Id="R1112a2634aaf4275" /><Relationship Type="http://schemas.openxmlformats.org/officeDocument/2006/relationships/image" Target="/ppt/media/image36.png" Id="R71de32eb4a924c23" /><Relationship Type="http://schemas.openxmlformats.org/officeDocument/2006/relationships/image" Target="/ppt/media/image35.svg" Id="R8798f78b9a5a4a69" /><Relationship Type="http://schemas.openxmlformats.org/officeDocument/2006/relationships/image" Target="/ppt/media/image56.png" Id="Rab943f9e85a74e31" /><Relationship Type="http://schemas.openxmlformats.org/officeDocument/2006/relationships/image" Target="/ppt/media/image53.svg" Id="R3c7950781de24d90" /><Relationship Type="http://schemas.openxmlformats.org/officeDocument/2006/relationships/image" Target="/ppt/media/image25.png" Id="R3201dd3ecb864496" /><Relationship Type="http://schemas.openxmlformats.org/officeDocument/2006/relationships/image" Target="/ppt/media/image25.svg" Id="R47752a80d7f54ccb" /><Relationship Type="http://schemas.openxmlformats.org/officeDocument/2006/relationships/image" Target="/ppt/media/image37.png" Id="Rcc82462ee102459b" /><Relationship Type="http://schemas.openxmlformats.org/officeDocument/2006/relationships/image" Target="/ppt/media/image36.svg" Id="Rb1b4f061f7ab439a" /><Relationship Type="http://schemas.openxmlformats.org/officeDocument/2006/relationships/image" Target="/ppt/media/image38.png" Id="R7f794499f9c6402d" /><Relationship Type="http://schemas.openxmlformats.org/officeDocument/2006/relationships/image" Target="/ppt/media/image37.svg" Id="Rb972aba2b1754126" /><Relationship Type="http://schemas.openxmlformats.org/officeDocument/2006/relationships/image" Target="/ppt/media/image39.png" Id="R503183bb3bfa4118" /><Relationship Type="http://schemas.openxmlformats.org/officeDocument/2006/relationships/image" Target="/ppt/media/image38.svg" Id="R63499f56192745a2" /><Relationship Type="http://schemas.openxmlformats.org/officeDocument/2006/relationships/image" Target="/ppt/media/image40.png" Id="R2f2b76698fa44d55" /><Relationship Type="http://schemas.openxmlformats.org/officeDocument/2006/relationships/image" Target="/ppt/media/image39.svg" Id="Rbd8b5f867fdd469f" /><Relationship Type="http://schemas.openxmlformats.org/officeDocument/2006/relationships/image" Target="/ppt/media/image7.png" Id="R0665bd8ae6f04647" /><Relationship Type="http://schemas.openxmlformats.org/officeDocument/2006/relationships/image" Target="/ppt/media/image7.svg" Id="R7ad7b0c38b484530" /><Relationship Type="http://schemas.openxmlformats.org/officeDocument/2006/relationships/notesSlide" Target="/ppt/notesSlides/notesSlide33.xml" Id="R4a2b8e157f6444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177d99a42485f" /><Relationship Type="http://schemas.openxmlformats.org/officeDocument/2006/relationships/image" Target="/ppt/media/image21.png" Id="R0ddea416a6cb4e28" /><Relationship Type="http://schemas.openxmlformats.org/officeDocument/2006/relationships/image" Target="/ppt/media/image21.svg" Id="R2c05ea3d05734bb0" /><Relationship Type="http://schemas.openxmlformats.org/officeDocument/2006/relationships/image" Target="/ppt/media/image16.png" Id="Rb511ed2f75d74cf1" /><Relationship Type="http://schemas.openxmlformats.org/officeDocument/2006/relationships/image" Target="/ppt/media/image16.svg" Id="Rdd3d748cb08245f1" /><Relationship Type="http://schemas.openxmlformats.org/officeDocument/2006/relationships/image" Target="/ppt/media/image17.png" Id="R37404df9ac274ade" /><Relationship Type="http://schemas.openxmlformats.org/officeDocument/2006/relationships/image" Target="/ppt/media/image17.svg" Id="R5ddafe2ff57e41cd" /><Relationship Type="http://schemas.openxmlformats.org/officeDocument/2006/relationships/image" Target="/ppt/media/image34.png" Id="R96b7f552e4904188" /><Relationship Type="http://schemas.openxmlformats.org/officeDocument/2006/relationships/image" Target="/ppt/media/image33.svg" Id="Ra36707e9ce654d0a" /><Relationship Type="http://schemas.openxmlformats.org/officeDocument/2006/relationships/image" Target="/ppt/media/image35.png" Id="R114b47d8b27d469f" /><Relationship Type="http://schemas.openxmlformats.org/officeDocument/2006/relationships/image" Target="/ppt/media/image34.svg" Id="R625dd1ca26c044e0" /><Relationship Type="http://schemas.openxmlformats.org/officeDocument/2006/relationships/image" Target="/ppt/media/image20.png" Id="R4076bc574a484a4f" /><Relationship Type="http://schemas.openxmlformats.org/officeDocument/2006/relationships/image" Target="/ppt/media/image20.svg" Id="R7004687b06a94533" /><Relationship Type="http://schemas.openxmlformats.org/officeDocument/2006/relationships/image" Target="/ppt/media/image22.png" Id="R5bc41d88c2b44334" /><Relationship Type="http://schemas.openxmlformats.org/officeDocument/2006/relationships/image" Target="/ppt/media/image22.svg" Id="Rfcd3d10bc44b491d" /><Relationship Type="http://schemas.openxmlformats.org/officeDocument/2006/relationships/image" Target="/ppt/media/image36.png" Id="R900ed84b887142b0" /><Relationship Type="http://schemas.openxmlformats.org/officeDocument/2006/relationships/image" Target="/ppt/media/image35.svg" Id="R7c8b4e64e6fe4375" /><Relationship Type="http://schemas.openxmlformats.org/officeDocument/2006/relationships/image" Target="/ppt/media/image24.png" Id="R9be8a588702d4b40" /><Relationship Type="http://schemas.openxmlformats.org/officeDocument/2006/relationships/image" Target="/ppt/media/image24.svg" Id="R41e3ce70f38d4806" /><Relationship Type="http://schemas.openxmlformats.org/officeDocument/2006/relationships/image" Target="/ppt/media/image25.png" Id="R4afbb9aeef8b4229" /><Relationship Type="http://schemas.openxmlformats.org/officeDocument/2006/relationships/image" Target="/ppt/media/image25.svg" Id="R8699006d0a3b4fd4" /><Relationship Type="http://schemas.openxmlformats.org/officeDocument/2006/relationships/image" Target="/ppt/media/image37.png" Id="Rb3ed3108c33d42ff" /><Relationship Type="http://schemas.openxmlformats.org/officeDocument/2006/relationships/image" Target="/ppt/media/image36.svg" Id="R7130c3fd745a4b3c" /><Relationship Type="http://schemas.openxmlformats.org/officeDocument/2006/relationships/image" Target="/ppt/media/image38.png" Id="R26713d2fc25e4a75" /><Relationship Type="http://schemas.openxmlformats.org/officeDocument/2006/relationships/image" Target="/ppt/media/image37.svg" Id="Re2d5cacece41426d" /><Relationship Type="http://schemas.openxmlformats.org/officeDocument/2006/relationships/image" Target="/ppt/media/image39.png" Id="R12377877dce84da8" /><Relationship Type="http://schemas.openxmlformats.org/officeDocument/2006/relationships/image" Target="/ppt/media/image38.svg" Id="R6e360fbf52364368" /><Relationship Type="http://schemas.openxmlformats.org/officeDocument/2006/relationships/image" Target="/ppt/media/image40.png" Id="Rd583bc894fca4787" /><Relationship Type="http://schemas.openxmlformats.org/officeDocument/2006/relationships/image" Target="/ppt/media/image39.svg" Id="Rf46afd786db4485b" /><Relationship Type="http://schemas.openxmlformats.org/officeDocument/2006/relationships/image" Target="/ppt/media/image7.png" Id="Rda5efab756e0415c" /><Relationship Type="http://schemas.openxmlformats.org/officeDocument/2006/relationships/image" Target="/ppt/media/image7.svg" Id="R9cf2a6241c0b477e" /><Relationship Type="http://schemas.openxmlformats.org/officeDocument/2006/relationships/notesSlide" Target="/ppt/notesSlides/notesSlide34.xml" Id="Rb1c27dcbe64c447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116cdba5d4c53" /><Relationship Type="http://schemas.openxmlformats.org/officeDocument/2006/relationships/image" Target="/ppt/media/image21.png" Id="R15ac8fb232294fd0" /><Relationship Type="http://schemas.openxmlformats.org/officeDocument/2006/relationships/image" Target="/ppt/media/image21.svg" Id="Rf0f00dc166b04d31" /><Relationship Type="http://schemas.openxmlformats.org/officeDocument/2006/relationships/image" Target="/ppt/media/image16.png" Id="R7719ecaafe1444f5" /><Relationship Type="http://schemas.openxmlformats.org/officeDocument/2006/relationships/image" Target="/ppt/media/image16.svg" Id="R73ee5ec66b074705" /><Relationship Type="http://schemas.openxmlformats.org/officeDocument/2006/relationships/image" Target="/ppt/media/image17.png" Id="R8202a1a90e7c4187" /><Relationship Type="http://schemas.openxmlformats.org/officeDocument/2006/relationships/image" Target="/ppt/media/image17.svg" Id="R9a84fe9ae4bf453e" /><Relationship Type="http://schemas.openxmlformats.org/officeDocument/2006/relationships/image" Target="/ppt/media/image34.png" Id="R7a8cb0957dbc46fe" /><Relationship Type="http://schemas.openxmlformats.org/officeDocument/2006/relationships/image" Target="/ppt/media/image33.svg" Id="R412bb3fff7a240d5" /><Relationship Type="http://schemas.openxmlformats.org/officeDocument/2006/relationships/image" Target="/ppt/media/image35.png" Id="R5517c4dd4e904149" /><Relationship Type="http://schemas.openxmlformats.org/officeDocument/2006/relationships/image" Target="/ppt/media/image34.svg" Id="R2aba532194474641" /><Relationship Type="http://schemas.openxmlformats.org/officeDocument/2006/relationships/image" Target="/ppt/media/image20.png" Id="R60628aefcdfd406c" /><Relationship Type="http://schemas.openxmlformats.org/officeDocument/2006/relationships/image" Target="/ppt/media/image20.svg" Id="Rd2ed9039697b4887" /><Relationship Type="http://schemas.openxmlformats.org/officeDocument/2006/relationships/image" Target="/ppt/media/image57.png" Id="R7afa7caaca9c4813" /><Relationship Type="http://schemas.openxmlformats.org/officeDocument/2006/relationships/image" Target="/ppt/media/image54.svg" Id="R871d03542f354cc3" /><Relationship Type="http://schemas.openxmlformats.org/officeDocument/2006/relationships/image" Target="/ppt/media/image36.png" Id="Rfb2c8af1a239426e" /><Relationship Type="http://schemas.openxmlformats.org/officeDocument/2006/relationships/image" Target="/ppt/media/image35.svg" Id="R2e49db8b55f44808" /><Relationship Type="http://schemas.openxmlformats.org/officeDocument/2006/relationships/image" Target="/ppt/media/image24.png" Id="Re7d9b65080074528" /><Relationship Type="http://schemas.openxmlformats.org/officeDocument/2006/relationships/image" Target="/ppt/media/image24.svg" Id="R6e6d630ae2204e4f" /><Relationship Type="http://schemas.openxmlformats.org/officeDocument/2006/relationships/image" Target="/ppt/media/image25.png" Id="Rbcf249b536d94918" /><Relationship Type="http://schemas.openxmlformats.org/officeDocument/2006/relationships/image" Target="/ppt/media/image25.svg" Id="R0aa6dc2c625c412c" /><Relationship Type="http://schemas.openxmlformats.org/officeDocument/2006/relationships/image" Target="/ppt/media/image37.png" Id="R11aa39e5da80427a" /><Relationship Type="http://schemas.openxmlformats.org/officeDocument/2006/relationships/image" Target="/ppt/media/image36.svg" Id="R8d5e752a751c4a91" /><Relationship Type="http://schemas.openxmlformats.org/officeDocument/2006/relationships/image" Target="/ppt/media/image38.png" Id="R7b7e788588d44d34" /><Relationship Type="http://schemas.openxmlformats.org/officeDocument/2006/relationships/image" Target="/ppt/media/image37.svg" Id="R7044ca7e589b4e1e" /><Relationship Type="http://schemas.openxmlformats.org/officeDocument/2006/relationships/image" Target="/ppt/media/image39.png" Id="R98ee73b9795c4601" /><Relationship Type="http://schemas.openxmlformats.org/officeDocument/2006/relationships/image" Target="/ppt/media/image38.svg" Id="Rd7e1946a65e74c16" /><Relationship Type="http://schemas.openxmlformats.org/officeDocument/2006/relationships/image" Target="/ppt/media/image40.png" Id="R856bc01b07624830" /><Relationship Type="http://schemas.openxmlformats.org/officeDocument/2006/relationships/image" Target="/ppt/media/image39.svg" Id="R22cdc396bd784a9c" /><Relationship Type="http://schemas.openxmlformats.org/officeDocument/2006/relationships/image" Target="/ppt/media/image7.png" Id="R225e721076c14c06" /><Relationship Type="http://schemas.openxmlformats.org/officeDocument/2006/relationships/image" Target="/ppt/media/image7.svg" Id="Re60381806e9e418d" /><Relationship Type="http://schemas.openxmlformats.org/officeDocument/2006/relationships/notesSlide" Target="/ppt/notesSlides/notesSlide35.xml" Id="Rb73bf1b918b749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3828bbbb944b4" /><Relationship Type="http://schemas.openxmlformats.org/officeDocument/2006/relationships/notesSlide" Target="/ppt/notesSlides/notesSlide36.xml" Id="R914d785e5d6549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ddb186dc74659" /><Relationship Type="http://schemas.openxmlformats.org/officeDocument/2006/relationships/image" Target="/ppt/media/image58.png" Id="R08c105486ca84b8e" /><Relationship Type="http://schemas.openxmlformats.org/officeDocument/2006/relationships/image" Target="/ppt/media/image55.svg" Id="R60f9821eb0494d81" /><Relationship Type="http://schemas.openxmlformats.org/officeDocument/2006/relationships/image" Target="/ppt/media/image33.png" Id="Rae2c74793759485f" /><Relationship Type="http://schemas.openxmlformats.org/officeDocument/2006/relationships/image" Target="/ppt/media/image59.png" Id="R4109e448cdff4afe" /><Relationship Type="http://schemas.openxmlformats.org/officeDocument/2006/relationships/image" Target="/ppt/media/image60.png" Id="R3e8b5c0803214ef9" /><Relationship Type="http://schemas.openxmlformats.org/officeDocument/2006/relationships/image" Target="/ppt/media/image16.png" Id="Rd5a2404bf4ea412e" /><Relationship Type="http://schemas.openxmlformats.org/officeDocument/2006/relationships/image" Target="/ppt/media/image16.svg" Id="R16546d6ccb35477b" /><Relationship Type="http://schemas.openxmlformats.org/officeDocument/2006/relationships/image" Target="/ppt/media/image17.png" Id="Ra7d50a77dee34a09" /><Relationship Type="http://schemas.openxmlformats.org/officeDocument/2006/relationships/image" Target="/ppt/media/image17.svg" Id="Rf439c15ae9de4fcb" /><Relationship Type="http://schemas.openxmlformats.org/officeDocument/2006/relationships/image" Target="/ppt/media/image34.png" Id="R54197d4afed04cf9" /><Relationship Type="http://schemas.openxmlformats.org/officeDocument/2006/relationships/image" Target="/ppt/media/image33.svg" Id="Rd875ee3e98594d67" /><Relationship Type="http://schemas.openxmlformats.org/officeDocument/2006/relationships/image" Target="/ppt/media/image35.png" Id="Rba0fa7f3032946b6" /><Relationship Type="http://schemas.openxmlformats.org/officeDocument/2006/relationships/image" Target="/ppt/media/image34.svg" Id="R7570c07fd8a2455b" /><Relationship Type="http://schemas.openxmlformats.org/officeDocument/2006/relationships/image" Target="/ppt/media/image61.png" Id="Rc76261e134d844c4" /><Relationship Type="http://schemas.openxmlformats.org/officeDocument/2006/relationships/image" Target="/ppt/media/image56.svg" Id="Rc82167f056864707" /><Relationship Type="http://schemas.openxmlformats.org/officeDocument/2006/relationships/image" Target="/ppt/media/image21.png" Id="R3c16138595d74fd3" /><Relationship Type="http://schemas.openxmlformats.org/officeDocument/2006/relationships/image" Target="/ppt/media/image21.svg" Id="Re02b18e52a274609" /><Relationship Type="http://schemas.openxmlformats.org/officeDocument/2006/relationships/image" Target="/ppt/media/image22.png" Id="Re9138b4bfc1d4891" /><Relationship Type="http://schemas.openxmlformats.org/officeDocument/2006/relationships/image" Target="/ppt/media/image22.svg" Id="R27f5328348304f78" /><Relationship Type="http://schemas.openxmlformats.org/officeDocument/2006/relationships/image" Target="/ppt/media/image36.png" Id="Re73ffc6036b94ff1" /><Relationship Type="http://schemas.openxmlformats.org/officeDocument/2006/relationships/image" Target="/ppt/media/image35.svg" Id="R3597dc57855a4069" /><Relationship Type="http://schemas.openxmlformats.org/officeDocument/2006/relationships/image" Target="/ppt/media/image24.png" Id="R4bb24230be6247a9" /><Relationship Type="http://schemas.openxmlformats.org/officeDocument/2006/relationships/image" Target="/ppt/media/image24.svg" Id="R563e2b06ac9a48a7" /><Relationship Type="http://schemas.openxmlformats.org/officeDocument/2006/relationships/image" Target="/ppt/media/image25.png" Id="R0845497f83c64088" /><Relationship Type="http://schemas.openxmlformats.org/officeDocument/2006/relationships/image" Target="/ppt/media/image25.svg" Id="R0a51c8af3cbd4dc5" /><Relationship Type="http://schemas.openxmlformats.org/officeDocument/2006/relationships/image" Target="/ppt/media/image37.png" Id="R52c85a08fdad45b4" /><Relationship Type="http://schemas.openxmlformats.org/officeDocument/2006/relationships/image" Target="/ppt/media/image36.svg" Id="R952a4501dd46496e" /><Relationship Type="http://schemas.openxmlformats.org/officeDocument/2006/relationships/image" Target="/ppt/media/image38.png" Id="R1d3637aa914a493d" /><Relationship Type="http://schemas.openxmlformats.org/officeDocument/2006/relationships/image" Target="/ppt/media/image37.svg" Id="Rc3cf41060d8d4209" /><Relationship Type="http://schemas.openxmlformats.org/officeDocument/2006/relationships/image" Target="/ppt/media/image39.png" Id="R2d92dd95903d4220" /><Relationship Type="http://schemas.openxmlformats.org/officeDocument/2006/relationships/image" Target="/ppt/media/image38.svg" Id="R4a00fc1c291245c1" /><Relationship Type="http://schemas.openxmlformats.org/officeDocument/2006/relationships/image" Target="/ppt/media/image40.png" Id="R89ff98f548b843d9" /><Relationship Type="http://schemas.openxmlformats.org/officeDocument/2006/relationships/image" Target="/ppt/media/image39.svg" Id="R97f3627e016f405c" /><Relationship Type="http://schemas.openxmlformats.org/officeDocument/2006/relationships/notesSlide" Target="/ppt/notesSlides/notesSlide37.xml" Id="R81d3ab89cffb4dc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6b479d7af4a51" /><Relationship Type="http://schemas.openxmlformats.org/officeDocument/2006/relationships/image" Target="/ppt/media/image32.png" Id="R374cec5f370940e6" /><Relationship Type="http://schemas.openxmlformats.org/officeDocument/2006/relationships/image" Target="/ppt/media/image32.svg" Id="R9bc73c464f334291" /><Relationship Type="http://schemas.openxmlformats.org/officeDocument/2006/relationships/image" Target="/ppt/media/image59.png" Id="R6d20438fbc3f4f50" /><Relationship Type="http://schemas.openxmlformats.org/officeDocument/2006/relationships/image" Target="/ppt/media/image60.png" Id="R216bd554e2714a6e" /><Relationship Type="http://schemas.openxmlformats.org/officeDocument/2006/relationships/image" Target="/ppt/media/image16.png" Id="Re2c28d7ff66044d3" /><Relationship Type="http://schemas.openxmlformats.org/officeDocument/2006/relationships/image" Target="/ppt/media/image16.svg" Id="Re20effaa4c384e48" /><Relationship Type="http://schemas.openxmlformats.org/officeDocument/2006/relationships/image" Target="/ppt/media/image17.png" Id="R9ecfc7f511dc494e" /><Relationship Type="http://schemas.openxmlformats.org/officeDocument/2006/relationships/image" Target="/ppt/media/image17.svg" Id="Rea2e3ef35ac84cad" /><Relationship Type="http://schemas.openxmlformats.org/officeDocument/2006/relationships/image" Target="/ppt/media/image34.png" Id="R937e705e64a64a26" /><Relationship Type="http://schemas.openxmlformats.org/officeDocument/2006/relationships/image" Target="/ppt/media/image33.svg" Id="R5bd0906d1bb045ec" /><Relationship Type="http://schemas.openxmlformats.org/officeDocument/2006/relationships/image" Target="/ppt/media/image35.png" Id="R173a6bbc97074dc2" /><Relationship Type="http://schemas.openxmlformats.org/officeDocument/2006/relationships/image" Target="/ppt/media/image34.svg" Id="Rf91c2bf940044c5e" /><Relationship Type="http://schemas.openxmlformats.org/officeDocument/2006/relationships/image" Target="/ppt/media/image20.png" Id="Rc1ce66e2053d49e4" /><Relationship Type="http://schemas.openxmlformats.org/officeDocument/2006/relationships/image" Target="/ppt/media/image20.svg" Id="Ra7a6711a65954dea" /><Relationship Type="http://schemas.openxmlformats.org/officeDocument/2006/relationships/image" Target="/ppt/media/image21.png" Id="R53e8345fb0e347c6" /><Relationship Type="http://schemas.openxmlformats.org/officeDocument/2006/relationships/image" Target="/ppt/media/image21.svg" Id="Rdde5b9cc6c0e4c70" /><Relationship Type="http://schemas.openxmlformats.org/officeDocument/2006/relationships/image" Target="/ppt/media/image22.png" Id="R974e72bf77d043fd" /><Relationship Type="http://schemas.openxmlformats.org/officeDocument/2006/relationships/image" Target="/ppt/media/image22.svg" Id="R35036604627543c3" /><Relationship Type="http://schemas.openxmlformats.org/officeDocument/2006/relationships/image" Target="/ppt/media/image36.png" Id="Rf05d744930c44389" /><Relationship Type="http://schemas.openxmlformats.org/officeDocument/2006/relationships/image" Target="/ppt/media/image35.svg" Id="R6e9997fceb374399" /><Relationship Type="http://schemas.openxmlformats.org/officeDocument/2006/relationships/image" Target="/ppt/media/image24.png" Id="R56b4bfcd2d114253" /><Relationship Type="http://schemas.openxmlformats.org/officeDocument/2006/relationships/image" Target="/ppt/media/image24.svg" Id="R426c1afbab1645e8" /><Relationship Type="http://schemas.openxmlformats.org/officeDocument/2006/relationships/image" Target="/ppt/media/image25.png" Id="Rcb2e3a0821c74581" /><Relationship Type="http://schemas.openxmlformats.org/officeDocument/2006/relationships/image" Target="/ppt/media/image25.svg" Id="Ra9142a8bbf2b4099" /><Relationship Type="http://schemas.openxmlformats.org/officeDocument/2006/relationships/image" Target="/ppt/media/image37.png" Id="Rd3960c3e689e4af8" /><Relationship Type="http://schemas.openxmlformats.org/officeDocument/2006/relationships/image" Target="/ppt/media/image36.svg" Id="R9f57defcfd8f4c72" /><Relationship Type="http://schemas.openxmlformats.org/officeDocument/2006/relationships/image" Target="/ppt/media/image62.png" Id="R883174ac823b4d8e" /><Relationship Type="http://schemas.openxmlformats.org/officeDocument/2006/relationships/image" Target="/ppt/media/image57.svg" Id="Re8af6d7991b24db3" /><Relationship Type="http://schemas.openxmlformats.org/officeDocument/2006/relationships/image" Target="/ppt/media/image39.png" Id="R37981ba45963453f" /><Relationship Type="http://schemas.openxmlformats.org/officeDocument/2006/relationships/image" Target="/ppt/media/image38.svg" Id="Ra0f16dec1aef40a2" /><Relationship Type="http://schemas.openxmlformats.org/officeDocument/2006/relationships/image" Target="/ppt/media/image40.png" Id="R5d1eb7d8d7094709" /><Relationship Type="http://schemas.openxmlformats.org/officeDocument/2006/relationships/image" Target="/ppt/media/image39.svg" Id="R5be9bccda17c4a1a" /><Relationship Type="http://schemas.openxmlformats.org/officeDocument/2006/relationships/notesSlide" Target="/ppt/notesSlides/notesSlide38.xml" Id="Raae4bccae2ca44d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9315b866c487b" /><Relationship Type="http://schemas.openxmlformats.org/officeDocument/2006/relationships/image" Target="/ppt/media/image32.png" Id="Rff0e392758554054" /><Relationship Type="http://schemas.openxmlformats.org/officeDocument/2006/relationships/image" Target="/ppt/media/image32.svg" Id="R75c8d17a92cc404d" /><Relationship Type="http://schemas.openxmlformats.org/officeDocument/2006/relationships/image" Target="/ppt/media/image59.png" Id="R77747b6438014322" /><Relationship Type="http://schemas.openxmlformats.org/officeDocument/2006/relationships/image" Target="/ppt/media/image60.png" Id="R36dfa279854a41fa" /><Relationship Type="http://schemas.openxmlformats.org/officeDocument/2006/relationships/image" Target="/ppt/media/image16.png" Id="R17d5c6e255294a00" /><Relationship Type="http://schemas.openxmlformats.org/officeDocument/2006/relationships/image" Target="/ppt/media/image16.svg" Id="R76fe2a20152949c5" /><Relationship Type="http://schemas.openxmlformats.org/officeDocument/2006/relationships/image" Target="/ppt/media/image17.png" Id="Rddb9160ff9f24703" /><Relationship Type="http://schemas.openxmlformats.org/officeDocument/2006/relationships/image" Target="/ppt/media/image17.svg" Id="R6f2756c7edca4c91" /><Relationship Type="http://schemas.openxmlformats.org/officeDocument/2006/relationships/image" Target="/ppt/media/image34.png" Id="R9eb29e451a46406f" /><Relationship Type="http://schemas.openxmlformats.org/officeDocument/2006/relationships/image" Target="/ppt/media/image33.svg" Id="R0fcf9340c59c4b7a" /><Relationship Type="http://schemas.openxmlformats.org/officeDocument/2006/relationships/image" Target="/ppt/media/image35.png" Id="Rf76dde184b774c37" /><Relationship Type="http://schemas.openxmlformats.org/officeDocument/2006/relationships/image" Target="/ppt/media/image34.svg" Id="R385754d1f1f14fbd" /><Relationship Type="http://schemas.openxmlformats.org/officeDocument/2006/relationships/image" Target="/ppt/media/image20.png" Id="R220d2e6370024ffe" /><Relationship Type="http://schemas.openxmlformats.org/officeDocument/2006/relationships/image" Target="/ppt/media/image20.svg" Id="Re81f196a3cb0406b" /><Relationship Type="http://schemas.openxmlformats.org/officeDocument/2006/relationships/image" Target="/ppt/media/image21.png" Id="Rb9f35178720b483e" /><Relationship Type="http://schemas.openxmlformats.org/officeDocument/2006/relationships/image" Target="/ppt/media/image21.svg" Id="Ra2baa1bff42d4493" /><Relationship Type="http://schemas.openxmlformats.org/officeDocument/2006/relationships/image" Target="/ppt/media/image22.png" Id="Rdb6a2ed7e4864866" /><Relationship Type="http://schemas.openxmlformats.org/officeDocument/2006/relationships/image" Target="/ppt/media/image22.svg" Id="R9441ad18a8324d1f" /><Relationship Type="http://schemas.openxmlformats.org/officeDocument/2006/relationships/image" Target="/ppt/media/image36.png" Id="R570faf74368746c3" /><Relationship Type="http://schemas.openxmlformats.org/officeDocument/2006/relationships/image" Target="/ppt/media/image35.svg" Id="R644284a784bf45ec" /><Relationship Type="http://schemas.openxmlformats.org/officeDocument/2006/relationships/image" Target="/ppt/media/image24.png" Id="R6549a5f1ad674f03" /><Relationship Type="http://schemas.openxmlformats.org/officeDocument/2006/relationships/image" Target="/ppt/media/image24.svg" Id="R924ac5e98a5d4149" /><Relationship Type="http://schemas.openxmlformats.org/officeDocument/2006/relationships/image" Target="/ppt/media/image25.png" Id="R684d6994ba664531" /><Relationship Type="http://schemas.openxmlformats.org/officeDocument/2006/relationships/image" Target="/ppt/media/image25.svg" Id="R95dcb8a7af434b1a" /><Relationship Type="http://schemas.openxmlformats.org/officeDocument/2006/relationships/image" Target="/ppt/media/image37.png" Id="R7b29fc5ab7a74bd4" /><Relationship Type="http://schemas.openxmlformats.org/officeDocument/2006/relationships/image" Target="/ppt/media/image36.svg" Id="Rd991298ea07b4d20" /><Relationship Type="http://schemas.openxmlformats.org/officeDocument/2006/relationships/image" Target="/ppt/media/image38.png" Id="R30a06123f42b4595" /><Relationship Type="http://schemas.openxmlformats.org/officeDocument/2006/relationships/image" Target="/ppt/media/image37.svg" Id="Re0a81f8f83164258" /><Relationship Type="http://schemas.openxmlformats.org/officeDocument/2006/relationships/image" Target="/ppt/media/image39.png" Id="Raa7d0d40184044e2" /><Relationship Type="http://schemas.openxmlformats.org/officeDocument/2006/relationships/image" Target="/ppt/media/image38.svg" Id="R91730828db02433e" /><Relationship Type="http://schemas.openxmlformats.org/officeDocument/2006/relationships/image" Target="/ppt/media/image40.png" Id="Rfa9f71f1b6a8430a" /><Relationship Type="http://schemas.openxmlformats.org/officeDocument/2006/relationships/image" Target="/ppt/media/image39.svg" Id="Rca7fff733c844a6f" /><Relationship Type="http://schemas.openxmlformats.org/officeDocument/2006/relationships/notesSlide" Target="/ppt/notesSlides/notesSlide39.xml" Id="R614d3dc64ec6430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6c1ac4a84c77" /><Relationship Type="http://schemas.openxmlformats.org/officeDocument/2006/relationships/image" Target="/ppt/media/image16.png" Id="Rb117885cdba4404f" /><Relationship Type="http://schemas.openxmlformats.org/officeDocument/2006/relationships/image" Target="/ppt/media/image16.svg" Id="R5256e8a60c63420d" /><Relationship Type="http://schemas.openxmlformats.org/officeDocument/2006/relationships/image" Target="/ppt/media/image17.png" Id="Rbdafa3a7ebc34c2f" /><Relationship Type="http://schemas.openxmlformats.org/officeDocument/2006/relationships/image" Target="/ppt/media/image17.svg" Id="Rf26a120647ff4fa5" /><Relationship Type="http://schemas.openxmlformats.org/officeDocument/2006/relationships/image" Target="/ppt/media/image34.png" Id="R59750663cb924977" /><Relationship Type="http://schemas.openxmlformats.org/officeDocument/2006/relationships/image" Target="/ppt/media/image33.svg" Id="Rc45d2422570c422c" /><Relationship Type="http://schemas.openxmlformats.org/officeDocument/2006/relationships/image" Target="/ppt/media/image35.png" Id="R79e6f509e7814f7c" /><Relationship Type="http://schemas.openxmlformats.org/officeDocument/2006/relationships/image" Target="/ppt/media/image34.svg" Id="R037319fe7dad43d2" /><Relationship Type="http://schemas.openxmlformats.org/officeDocument/2006/relationships/image" Target="/ppt/media/image20.png" Id="R76933f3635dc43e3" /><Relationship Type="http://schemas.openxmlformats.org/officeDocument/2006/relationships/image" Target="/ppt/media/image20.svg" Id="R8a676159fed54e11" /><Relationship Type="http://schemas.openxmlformats.org/officeDocument/2006/relationships/image" Target="/ppt/media/image22.png" Id="Re0d1510b8880491a" /><Relationship Type="http://schemas.openxmlformats.org/officeDocument/2006/relationships/image" Target="/ppt/media/image22.svg" Id="Rd55119a5d0084274" /><Relationship Type="http://schemas.openxmlformats.org/officeDocument/2006/relationships/image" Target="/ppt/media/image36.png" Id="R1e3a96179f8d4efd" /><Relationship Type="http://schemas.openxmlformats.org/officeDocument/2006/relationships/image" Target="/ppt/media/image35.svg" Id="Rcffa095d6f104c12" /><Relationship Type="http://schemas.openxmlformats.org/officeDocument/2006/relationships/image" Target="/ppt/media/image24.png" Id="Rc5e28402976b46f6" /><Relationship Type="http://schemas.openxmlformats.org/officeDocument/2006/relationships/image" Target="/ppt/media/image24.svg" Id="R2e933338117c4e7d" /><Relationship Type="http://schemas.openxmlformats.org/officeDocument/2006/relationships/image" Target="/ppt/media/image25.png" Id="Rcb3db9b24fba4344" /><Relationship Type="http://schemas.openxmlformats.org/officeDocument/2006/relationships/image" Target="/ppt/media/image25.svg" Id="Rc2327146877a46a6" /><Relationship Type="http://schemas.openxmlformats.org/officeDocument/2006/relationships/image" Target="/ppt/media/image37.png" Id="Rf6bea026eebd4eab" /><Relationship Type="http://schemas.openxmlformats.org/officeDocument/2006/relationships/image" Target="/ppt/media/image36.svg" Id="R851e139f05dd4b04" /><Relationship Type="http://schemas.openxmlformats.org/officeDocument/2006/relationships/image" Target="/ppt/media/image38.png" Id="R4c1d331719c942d4" /><Relationship Type="http://schemas.openxmlformats.org/officeDocument/2006/relationships/image" Target="/ppt/media/image37.svg" Id="Rd9f075cba83a4a55" /><Relationship Type="http://schemas.openxmlformats.org/officeDocument/2006/relationships/image" Target="/ppt/media/image39.png" Id="Raf52ced147004da9" /><Relationship Type="http://schemas.openxmlformats.org/officeDocument/2006/relationships/image" Target="/ppt/media/image38.svg" Id="Rcc41717656fc4e21" /><Relationship Type="http://schemas.openxmlformats.org/officeDocument/2006/relationships/image" Target="/ppt/media/image40.png" Id="R5bd0b444e1114b2f" /><Relationship Type="http://schemas.openxmlformats.org/officeDocument/2006/relationships/image" Target="/ppt/media/image39.svg" Id="R6cc9554429b94720" /><Relationship Type="http://schemas.openxmlformats.org/officeDocument/2006/relationships/notesSlide" Target="/ppt/notesSlides/notesSlide40.xml" Id="R0cfba78fa4a54be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669a1bd724177" /><Relationship Type="http://schemas.openxmlformats.org/officeDocument/2006/relationships/image" Target="/ppt/media/image33.png" Id="R3f0f2cc125a24b88" /><Relationship Type="http://schemas.openxmlformats.org/officeDocument/2006/relationships/image" Target="/ppt/media/image44.png" Id="R2854d96a615a45be" /><Relationship Type="http://schemas.openxmlformats.org/officeDocument/2006/relationships/image" Target="/ppt/media/image16.png" Id="R10158f4b68784505" /><Relationship Type="http://schemas.openxmlformats.org/officeDocument/2006/relationships/image" Target="/ppt/media/image16.svg" Id="Rb4cbd3f0c42041f6" /><Relationship Type="http://schemas.openxmlformats.org/officeDocument/2006/relationships/image" Target="/ppt/media/image17.png" Id="R14638414b47d410d" /><Relationship Type="http://schemas.openxmlformats.org/officeDocument/2006/relationships/image" Target="/ppt/media/image17.svg" Id="Rf047ec606c294f5f" /><Relationship Type="http://schemas.openxmlformats.org/officeDocument/2006/relationships/image" Target="/ppt/media/image34.png" Id="R995b263779a84bfb" /><Relationship Type="http://schemas.openxmlformats.org/officeDocument/2006/relationships/image" Target="/ppt/media/image33.svg" Id="Raf23610c31954f4d" /><Relationship Type="http://schemas.openxmlformats.org/officeDocument/2006/relationships/image" Target="/ppt/media/image35.png" Id="R68e866905f4545b7" /><Relationship Type="http://schemas.openxmlformats.org/officeDocument/2006/relationships/image" Target="/ppt/media/image34.svg" Id="R46cf1a74f5d04468" /><Relationship Type="http://schemas.openxmlformats.org/officeDocument/2006/relationships/image" Target="/ppt/media/image20.png" Id="Rc4b64e1163ea479e" /><Relationship Type="http://schemas.openxmlformats.org/officeDocument/2006/relationships/image" Target="/ppt/media/image20.svg" Id="R99e01bfe2d104435" /><Relationship Type="http://schemas.openxmlformats.org/officeDocument/2006/relationships/image" Target="/ppt/media/image21.png" Id="R0333956f2c41471f" /><Relationship Type="http://schemas.openxmlformats.org/officeDocument/2006/relationships/image" Target="/ppt/media/image21.svg" Id="R850d92416d8048fe" /><Relationship Type="http://schemas.openxmlformats.org/officeDocument/2006/relationships/image" Target="/ppt/media/image22.png" Id="Re3dd6c7813f049df" /><Relationship Type="http://schemas.openxmlformats.org/officeDocument/2006/relationships/image" Target="/ppt/media/image22.svg" Id="R9f1fd232dabe4476" /><Relationship Type="http://schemas.openxmlformats.org/officeDocument/2006/relationships/image" Target="/ppt/media/image36.png" Id="Rcd47acbce1754272" /><Relationship Type="http://schemas.openxmlformats.org/officeDocument/2006/relationships/image" Target="/ppt/media/image35.svg" Id="R1700fd9e162b47f8" /><Relationship Type="http://schemas.openxmlformats.org/officeDocument/2006/relationships/image" Target="/ppt/media/image24.png" Id="Rda906bab42c74b16" /><Relationship Type="http://schemas.openxmlformats.org/officeDocument/2006/relationships/image" Target="/ppt/media/image24.svg" Id="Re5c371609dd648e3" /><Relationship Type="http://schemas.openxmlformats.org/officeDocument/2006/relationships/image" Target="/ppt/media/image25.png" Id="R56524e64f44a496b" /><Relationship Type="http://schemas.openxmlformats.org/officeDocument/2006/relationships/image" Target="/ppt/media/image25.svg" Id="Rab1fc212cea94fb9" /><Relationship Type="http://schemas.openxmlformats.org/officeDocument/2006/relationships/image" Target="/ppt/media/image37.png" Id="R590429d1a8054759" /><Relationship Type="http://schemas.openxmlformats.org/officeDocument/2006/relationships/image" Target="/ppt/media/image36.svg" Id="R21342ebe899b4879" /><Relationship Type="http://schemas.openxmlformats.org/officeDocument/2006/relationships/image" Target="/ppt/media/image38.png" Id="Re7e2ba7fbbcb4dd2" /><Relationship Type="http://schemas.openxmlformats.org/officeDocument/2006/relationships/image" Target="/ppt/media/image37.svg" Id="R2b371f7b45ed487c" /><Relationship Type="http://schemas.openxmlformats.org/officeDocument/2006/relationships/image" Target="/ppt/media/image39.png" Id="R5c30609f9b1e4da0" /><Relationship Type="http://schemas.openxmlformats.org/officeDocument/2006/relationships/image" Target="/ppt/media/image38.svg" Id="Rea49158ffd934249" /><Relationship Type="http://schemas.openxmlformats.org/officeDocument/2006/relationships/image" Target="/ppt/media/image40.png" Id="Rb01adae7b18b4c95" /><Relationship Type="http://schemas.openxmlformats.org/officeDocument/2006/relationships/image" Target="/ppt/media/image39.svg" Id="R97c294c5b1c44101" /><Relationship Type="http://schemas.openxmlformats.org/officeDocument/2006/relationships/notesSlide" Target="/ppt/notesSlides/notesSlide41.xml" Id="R00fe8662a3a7416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8d30a2ec74283" /><Relationship Type="http://schemas.openxmlformats.org/officeDocument/2006/relationships/image" Target="/ppt/media/image16.png" Id="R97f2ffc206fa4ea4" /><Relationship Type="http://schemas.openxmlformats.org/officeDocument/2006/relationships/image" Target="/ppt/media/image16.svg" Id="Rbdacbb2562574398" /><Relationship Type="http://schemas.openxmlformats.org/officeDocument/2006/relationships/image" Target="/ppt/media/image17.png" Id="R44b3c13560a24b2e" /><Relationship Type="http://schemas.openxmlformats.org/officeDocument/2006/relationships/image" Target="/ppt/media/image17.svg" Id="R183c866db97d487a" /><Relationship Type="http://schemas.openxmlformats.org/officeDocument/2006/relationships/image" Target="/ppt/media/image34.png" Id="R46e54f56ad2648b7" /><Relationship Type="http://schemas.openxmlformats.org/officeDocument/2006/relationships/image" Target="/ppt/media/image33.svg" Id="R197cf71ef0d64c57" /><Relationship Type="http://schemas.openxmlformats.org/officeDocument/2006/relationships/image" Target="/ppt/media/image35.png" Id="R6f193d7de24c467b" /><Relationship Type="http://schemas.openxmlformats.org/officeDocument/2006/relationships/image" Target="/ppt/media/image34.svg" Id="Rf23246766efb4d7d" /><Relationship Type="http://schemas.openxmlformats.org/officeDocument/2006/relationships/image" Target="/ppt/media/image20.png" Id="R03256c9e2dc640de" /><Relationship Type="http://schemas.openxmlformats.org/officeDocument/2006/relationships/image" Target="/ppt/media/image20.svg" Id="R5a2a8de7516f428d" /><Relationship Type="http://schemas.openxmlformats.org/officeDocument/2006/relationships/image" Target="/ppt/media/image21.png" Id="R3117f9fc149f4318" /><Relationship Type="http://schemas.openxmlformats.org/officeDocument/2006/relationships/image" Target="/ppt/media/image21.svg" Id="Refdfaac5600c4129" /><Relationship Type="http://schemas.openxmlformats.org/officeDocument/2006/relationships/image" Target="/ppt/media/image22.png" Id="Rb4e3a15f44434108" /><Relationship Type="http://schemas.openxmlformats.org/officeDocument/2006/relationships/image" Target="/ppt/media/image22.svg" Id="R71698462c81e4bdd" /><Relationship Type="http://schemas.openxmlformats.org/officeDocument/2006/relationships/image" Target="/ppt/media/image36.png" Id="R5ede1ffc33134acd" /><Relationship Type="http://schemas.openxmlformats.org/officeDocument/2006/relationships/image" Target="/ppt/media/image35.svg" Id="Rc591b3144ea94b89" /><Relationship Type="http://schemas.openxmlformats.org/officeDocument/2006/relationships/image" Target="/ppt/media/image24.png" Id="Rcc26e4a018034cb5" /><Relationship Type="http://schemas.openxmlformats.org/officeDocument/2006/relationships/image" Target="/ppt/media/image24.svg" Id="R30989c2438be461c" /><Relationship Type="http://schemas.openxmlformats.org/officeDocument/2006/relationships/image" Target="/ppt/media/image25.png" Id="R74e72a389dc34b20" /><Relationship Type="http://schemas.openxmlformats.org/officeDocument/2006/relationships/image" Target="/ppt/media/image25.svg" Id="R5e660ce598ba4757" /><Relationship Type="http://schemas.openxmlformats.org/officeDocument/2006/relationships/image" Target="/ppt/media/image37.png" Id="R6833e996c0df4a28" /><Relationship Type="http://schemas.openxmlformats.org/officeDocument/2006/relationships/image" Target="/ppt/media/image36.svg" Id="R4238cdee64624b37" /><Relationship Type="http://schemas.openxmlformats.org/officeDocument/2006/relationships/image" Target="/ppt/media/image38.png" Id="Rf85eefac8fa744ac" /><Relationship Type="http://schemas.openxmlformats.org/officeDocument/2006/relationships/image" Target="/ppt/media/image37.svg" Id="Rab263dd95b8f4c9b" /><Relationship Type="http://schemas.openxmlformats.org/officeDocument/2006/relationships/image" Target="/ppt/media/image39.png" Id="R53d943d32d484d74" /><Relationship Type="http://schemas.openxmlformats.org/officeDocument/2006/relationships/image" Target="/ppt/media/image38.svg" Id="Re0fd62c228f84564" /><Relationship Type="http://schemas.openxmlformats.org/officeDocument/2006/relationships/image" Target="/ppt/media/image40.png" Id="Rfaddfb4896f34fc9" /><Relationship Type="http://schemas.openxmlformats.org/officeDocument/2006/relationships/image" Target="/ppt/media/image39.svg" Id="Rad463701cb964ba4" /><Relationship Type="http://schemas.openxmlformats.org/officeDocument/2006/relationships/notesSlide" Target="/ppt/notesSlides/notesSlide42.xml" Id="Rc1b9c56069364f0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3a38df4f442b2" /><Relationship Type="http://schemas.openxmlformats.org/officeDocument/2006/relationships/notesSlide" Target="/ppt/notesSlides/notesSlide43.xml" Id="R42d1d4de8de5437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d933d6d9d42e3" /><Relationship Type="http://schemas.openxmlformats.org/officeDocument/2006/relationships/notesSlide" Target="/ppt/notesSlides/notesSlide44.xml" Id="R558403ba754b4e2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7795a6bc98438c" /><Relationship Type="http://schemas.openxmlformats.org/officeDocument/2006/relationships/notesSlide" Target="/ppt/notesSlides/notesSlide45.xml" Id="Rcfcb7bcd8c17419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5526a0de77420b" /><Relationship Type="http://schemas.openxmlformats.org/officeDocument/2006/relationships/notesSlide" Target="/ppt/notesSlides/notesSlide46.xml" Id="Rad05fc9356cd49a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5470ea24449ff" /><Relationship Type="http://schemas.openxmlformats.org/officeDocument/2006/relationships/chart" Target="/ppt/slides/charts/chart1.xml" Id="R336eb96f51d9498d" /><Relationship Type="http://schemas.openxmlformats.org/officeDocument/2006/relationships/notesSlide" Target="/ppt/notesSlides/notesSlide47.xml" Id="Rf9797192b7264e0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5ca08953848ad" /><Relationship Type="http://schemas.openxmlformats.org/officeDocument/2006/relationships/chart" Target="/ppt/slides/charts/chart2.xml" Id="R4e88059abfc94bc4" /><Relationship Type="http://schemas.openxmlformats.org/officeDocument/2006/relationships/notesSlide" Target="/ppt/notesSlides/notesSlide48.xml" Id="Re7249d8567e1496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b726ab8754b60" /><Relationship Type="http://schemas.openxmlformats.org/officeDocument/2006/relationships/notesSlide" Target="/ppt/notesSlides/notesSlide49.xml" Id="Rad32b265ae66461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5f81848f24cb5" /><Relationship Type="http://schemas.openxmlformats.org/officeDocument/2006/relationships/notesSlide" Target="/ppt/notesSlides/notesSlide50.xml" Id="R46dd573d87b64644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 i="0" u="none" spc="0">
                <a:solidFill>
                  <a:schemeClr val="tx1"/>
                </a:solidFill>
                <a:latin typeface="Bahnschrift SemiBold Condensed"/>
                <a:ea typeface="Bahnschrift SemiBold Condensed"/>
                <a:cs typeface="Bahnschrift SemiBold Condensed"/>
              </a:rPr>
              <a:t>BUDGET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2400" b="1" i="0" u="none" spc="0">
              <a:solidFill>
                <a:schemeClr val="tx1"/>
              </a:solidFill>
              <a:latin typeface="Bahnschrift SemiBold Condensed"/>
              <a:ea typeface="Bahnschrift SemiBold Condensed"/>
              <a:cs typeface="Bahnschrift SemiBold Condensed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xmlns:a="http://schemas.openxmlformats.org/drawingml/2006/main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 xmlns:a="http://schemas.openxmlformats.org/drawingml/2006/main"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defRPr>
            </a:pPr>
          </a:p>
        </c:txPr>
        <c:crossAx val="379721064"/>
        <c:crosses val="autoZero"/>
        <c:lblOffset val="100"/>
      </c:catAx>
      <c:valAx>
        <c:axId val="379721064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defRPr>
            </a:pPr>
          </a:p>
        </c:txPr>
        <c:crossAx val="3797200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 i="0" u="none" spc="0">
                <a:solidFill>
                  <a:schemeClr val="tx1"/>
                </a:solidFill>
                <a:latin typeface="Bahnschrift SemiBold Condensed"/>
                <a:ea typeface="Bahnschrift SemiBold Condensed"/>
                <a:cs typeface="Bahnschrift SemiBold Condensed"/>
              </a:rPr>
              <a:t>BUDGET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2400" b="1" i="0" u="none" spc="0">
              <a:solidFill>
                <a:schemeClr val="tx1"/>
              </a:solidFill>
              <a:latin typeface="Bahnschrift SemiBold Condensed"/>
              <a:ea typeface="Bahnschrift SemiBold Condensed"/>
              <a:cs typeface="Bahnschrift SemiBold Condensed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4.2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xmlns:a="http://schemas.openxmlformats.org/drawingml/2006/main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 xmlns:a="http://schemas.openxmlformats.org/drawingml/2006/main"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2.6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9720080"/>
        <c:axId val="379721064"/>
      </c:barChart>
      <c:catAx>
        <c:axId val="37972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defRPr>
            </a:pPr>
          </a:p>
        </c:txPr>
        <c:crossAx val="379721064"/>
        <c:crosses val="autoZero"/>
        <c:lblOffset val="100"/>
      </c:catAx>
      <c:valAx>
        <c:axId val="379721064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defRPr>
            </a:pPr>
          </a:p>
        </c:txPr>
        <c:crossAx val="3797200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Здесь текст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5" name="COURSE_TITLE">
            <a:extLst xmlns:a="http://schemas.openxmlformats.org/drawingml/2006/main">
              <a:ext uri="{FF2B5EF4-FFF2-40B4-BE49-F238E27FC236}">
                <a16:creationId xmlns:a16="http://schemas.microsoft.com/office/drawing/2014/main" id="{3C3CB16C-83AE-440B-9687-FD25C51ECF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7818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УСПЕШНЫЙ МАСТЕР</a:t>
            </a:r>
          </a:p>
        </p:txBody>
      </p:sp>
      <p:sp>
        <p:nvSpPr>
          <p:cNvPr id="1966" name="COURSE_SUBTITLE">
            <a:extLst xmlns:a="http://schemas.openxmlformats.org/drawingml/2006/main">
              <a:ext uri="{FF2B5EF4-FFF2-40B4-BE49-F238E27FC236}">
                <a16:creationId xmlns:a16="http://schemas.microsoft.com/office/drawing/2014/main" id="{BC2C6F1F-D395-4440-9315-FB7ECFF10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369005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DE4A42"/>
                </a:solidFill>
                <a:latin typeface="Bahnschrift Condensed"/>
                <a:ea typeface="Bahnschrift Condensed"/>
                <a:cs typeface="Bahnschrift Condensed"/>
              </a:rPr>
              <a:t>Обучающий</a:t>
            </a:r>
            <a:r>
              <a:rPr>
                <a:solidFill>
                  <a:srgbClr val="DE4A42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r>
              <a:rPr>
                <a:solidFill>
                  <a:srgbClr val="DE4A42"/>
                </a:solidFill>
                <a:latin typeface="Bahnschrift Condensed"/>
                <a:ea typeface="Bahnschrift Condensed"/>
                <a:cs typeface="Bahnschrift Condensed"/>
              </a:rPr>
              <a:t>курс</a:t>
            </a:r>
            <a:endParaRPr>
              <a:solidFill>
                <a:srgbClr val="DE4A42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pic>
        <p:nvPicPr>
          <p:cNvPr id="1984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041a0ca884d36">
            <a:extLst>
              <a:ext uri="{96DAC541-7B7A-43D3-8B79-37D633B846F1}">
                <asvg:svgBlip xmlns:asvg="http://schemas.microsoft.com/office/drawing/2016/SVG/main" r:embed="Rbd96c9c91e5249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60000">
            <a:off x="-2705100" y="-2695575"/>
            <a:ext cx="3533775" cy="3533775"/>
          </a:xfrm>
          <a:prstGeom xmlns:a="http://schemas.openxmlformats.org/drawingml/2006/main" prst="rect">
            <a:avLst/>
          </a:prstGeom>
        </p:spPr>
      </p:pic>
      <p:pic>
        <p:nvPicPr>
          <p:cNvPr id="1985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d34a901c948d3">
            <a:extLst>
              <a:ext uri="{96DAC541-7B7A-43D3-8B79-37D633B846F1}">
                <asvg:svgBlip xmlns:asvg="http://schemas.microsoft.com/office/drawing/2016/SVG/main" r:embed="Rb01685bc919340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680000">
            <a:off x="-695051" y="78485"/>
            <a:ext cx="2146935" cy="2146935"/>
          </a:xfrm>
          <a:prstGeom xmlns:a="http://schemas.openxmlformats.org/drawingml/2006/main" prst="rect">
            <a:avLst/>
          </a:prstGeom>
        </p:spPr>
      </p:pic>
      <p:pic>
        <p:nvPicPr>
          <p:cNvPr id="1986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84c0ccf04ae8">
            <a:extLst>
              <a:ext uri="{96DAC541-7B7A-43D3-8B79-37D633B846F1}">
                <asvg:svgBlip xmlns:asvg="http://schemas.microsoft.com/office/drawing/2016/SVG/main" r:embed="R164b2273add445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2700000">
            <a:off x="-5834344" y="4380138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1987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a53d5a46c43e6">
            <a:extLst>
              <a:ext uri="{96DAC541-7B7A-43D3-8B79-37D633B846F1}">
                <asvg:svgBlip xmlns:asvg="http://schemas.microsoft.com/office/drawing/2016/SVG/main" r:embed="Ra94be27341e947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720000">
            <a:off x="9848450" y="4477399"/>
            <a:ext cx="2714625" cy="2714625"/>
          </a:xfrm>
          <a:prstGeom xmlns:a="http://schemas.openxmlformats.org/drawingml/2006/main" prst="rect">
            <a:avLst/>
          </a:prstGeom>
        </p:spPr>
      </p:pic>
      <p:pic>
        <p:nvPicPr>
          <p:cNvPr id="1988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316c61f184d0b">
            <a:extLst>
              <a:ext uri="{96DAC541-7B7A-43D3-8B79-37D633B846F1}">
                <asvg:svgBlip xmlns:asvg="http://schemas.microsoft.com/office/drawing/2016/SVG/main" r:embed="R05585af2a5624e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740000">
            <a:off x="1119538" y="7422653"/>
            <a:ext cx="2069783" cy="2069783"/>
          </a:xfrm>
          <a:prstGeom xmlns:a="http://schemas.openxmlformats.org/drawingml/2006/main" prst="rect">
            <a:avLst/>
          </a:prstGeom>
        </p:spPr>
      </p:pic>
      <p:pic>
        <p:nvPicPr>
          <p:cNvPr id="1989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20d92c2a44529">
            <a:extLst>
              <a:ext uri="{96DAC541-7B7A-43D3-8B79-37D633B846F1}">
                <asvg:svgBlip xmlns:asvg="http://schemas.microsoft.com/office/drawing/2016/SVG/main" r:embed="Rff2f1947f43141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760000">
            <a:off x="3737507" y="7760515"/>
            <a:ext cx="1820228" cy="1820228"/>
          </a:xfrm>
          <a:prstGeom xmlns:a="http://schemas.openxmlformats.org/drawingml/2006/main" prst="rect">
            <a:avLst/>
          </a:prstGeom>
        </p:spPr>
      </p:pic>
      <p:pic>
        <p:nvPicPr>
          <p:cNvPr id="1990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d1421cc914828">
            <a:extLst>
              <a:ext uri="{96DAC541-7B7A-43D3-8B79-37D633B846F1}">
                <asvg:svgBlip xmlns:asvg="http://schemas.microsoft.com/office/drawing/2016/SVG/main" r:embed="Ra91fa2360cd84b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200777">
            <a:off x="-1399919" y="2656844"/>
            <a:ext cx="4727453" cy="4727453"/>
          </a:xfrm>
          <a:prstGeom xmlns:a="http://schemas.openxmlformats.org/drawingml/2006/main" prst="rect">
            <a:avLst/>
          </a:prstGeom>
        </p:spPr>
      </p:pic>
      <p:pic>
        <p:nvPicPr>
          <p:cNvPr id="1991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b02ea61d343b8">
            <a:extLst>
              <a:ext uri="{96DAC541-7B7A-43D3-8B79-37D633B846F1}">
                <asvg:svgBlip xmlns:asvg="http://schemas.microsoft.com/office/drawing/2016/SVG/main" r:embed="Rde88695bd92f45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800000">
            <a:off x="6238875" y="6553200"/>
            <a:ext cx="2225993" cy="2225993"/>
          </a:xfrm>
          <a:prstGeom xmlns:a="http://schemas.openxmlformats.org/drawingml/2006/main" prst="rect">
            <a:avLst/>
          </a:prstGeom>
        </p:spPr>
      </p:pic>
      <p:pic>
        <p:nvPicPr>
          <p:cNvPr id="1992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084f5d2424d88">
            <a:extLst>
              <a:ext uri="{96DAC541-7B7A-43D3-8B79-37D633B846F1}">
                <asvg:svgBlip xmlns:asvg="http://schemas.microsoft.com/office/drawing/2016/SVG/main" r:embed="R3f49d3e08f8b46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357139">
            <a:off x="-4301912" y="366524"/>
            <a:ext cx="2120265" cy="2120265"/>
          </a:xfrm>
          <a:prstGeom xmlns:a="http://schemas.openxmlformats.org/drawingml/2006/main" prst="rect">
            <a:avLst/>
          </a:prstGeom>
        </p:spPr>
      </p:pic>
      <p:pic>
        <p:nvPicPr>
          <p:cNvPr id="1993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69f93d7d04a7d">
            <a:extLst>
              <a:ext uri="{96DAC541-7B7A-43D3-8B79-37D633B846F1}">
                <asvg:svgBlip xmlns:asvg="http://schemas.microsoft.com/office/drawing/2016/SVG/main" r:embed="R1237847b01cc4d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840000">
            <a:off x="12201525" y="323850"/>
            <a:ext cx="1726882" cy="1726882"/>
          </a:xfrm>
          <a:prstGeom xmlns:a="http://schemas.openxmlformats.org/drawingml/2006/main" prst="rect">
            <a:avLst/>
          </a:prstGeom>
        </p:spPr>
      </p:pic>
      <p:pic>
        <p:nvPicPr>
          <p:cNvPr id="1994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a137fdcb84d6d">
            <a:extLst>
              <a:ext uri="{96DAC541-7B7A-43D3-8B79-37D633B846F1}">
                <asvg:svgBlip xmlns:asvg="http://schemas.microsoft.com/office/drawing/2016/SVG/main" r:embed="Rf1b3dbfcdffa49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860000">
            <a:off x="390282" y="1717890"/>
            <a:ext cx="1371600" cy="1371600"/>
          </a:xfrm>
          <a:prstGeom xmlns:a="http://schemas.openxmlformats.org/drawingml/2006/main" prst="rect">
            <a:avLst/>
          </a:prstGeom>
        </p:spPr>
      </p:pic>
      <p:pic>
        <p:nvPicPr>
          <p:cNvPr id="1995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695dea5924d1a">
            <a:extLst>
              <a:ext uri="{96DAC541-7B7A-43D3-8B79-37D633B846F1}">
                <asvg:svgBlip xmlns:asvg="http://schemas.microsoft.com/office/drawing/2016/SVG/main" r:embed="R5afaca3958a740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880000">
            <a:off x="-3471168" y="6655849"/>
            <a:ext cx="2714625" cy="2714625"/>
          </a:xfrm>
          <a:prstGeom xmlns:a="http://schemas.openxmlformats.org/drawingml/2006/main" prst="rect">
            <a:avLst/>
          </a:prstGeom>
        </p:spPr>
      </p:pic>
      <p:pic>
        <p:nvPicPr>
          <p:cNvPr id="1996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dda987ef64b71">
            <a:extLst>
              <a:ext uri="{96DAC541-7B7A-43D3-8B79-37D633B846F1}">
                <asvg:svgBlip xmlns:asvg="http://schemas.microsoft.com/office/drawing/2016/SVG/main" r:embed="R7c75e3639ab2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900000">
            <a:off x="3340445" y="-2139750"/>
            <a:ext cx="1665923" cy="1665923"/>
          </a:xfrm>
          <a:prstGeom xmlns:a="http://schemas.openxmlformats.org/drawingml/2006/main" prst="rect">
            <a:avLst/>
          </a:prstGeom>
        </p:spPr>
      </p:pic>
      <p:pic>
        <p:nvPicPr>
          <p:cNvPr id="1997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d1e4ace1e4683">
            <a:extLst>
              <a:ext uri="{96DAC541-7B7A-43D3-8B79-37D633B846F1}">
                <asvg:svgBlip xmlns:asvg="http://schemas.microsoft.com/office/drawing/2016/SVG/main" r:embed="R2b5655a7712847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920000">
            <a:off x="11116957" y="3269935"/>
            <a:ext cx="2038595" cy="2038595"/>
          </a:xfrm>
          <a:prstGeom xmlns:a="http://schemas.openxmlformats.org/drawingml/2006/main" prst="rect">
            <a:avLst/>
          </a:prstGeom>
        </p:spPr>
      </p:pic>
      <p:pic>
        <p:nvPicPr>
          <p:cNvPr id="1998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68c33d55f4240">
            <a:extLst>
              <a:ext uri="{96DAC541-7B7A-43D3-8B79-37D633B846F1}">
                <asvg:svgBlip xmlns:asvg="http://schemas.microsoft.com/office/drawing/2016/SVG/main" r:embed="R3357dbf8a6064a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305" y="7331913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BE5A3890-05ED-4540-9D7C-19AF24E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47402" y="3508975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37647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0" name="MODULE_TITLE">
            <a:extLst xmlns:a="http://schemas.openxmlformats.org/drawingml/2006/main"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50" y="3002440"/>
            <a:ext cx="11285832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РОЛЬ МАСТЕРА</a:t>
            </a:r>
          </a:p>
        </p:txBody>
      </p:sp>
      <p:sp>
        <p:nvSpPr>
          <p:cNvPr id="2141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839433" y="1323640"/>
            <a:ext cx="6894084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</a:p>
        </p:txBody>
      </p:sp>
      <p:sp>
        <p:nvSpPr>
          <p:cNvPr id="2142" name="MODULE_SUBTITLE">
            <a:extLst xmlns:a="http://schemas.openxmlformats.org/drawingml/2006/main"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73259" y="4489703"/>
            <a:ext cx="6969722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You can enter a subtitle here if you need it</a:t>
            </a:r>
            <a:endParaRPr sz="18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178" name="Рисунок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2773bc88f4a43">
            <a:extLst>
              <a:ext uri="{96DAC541-7B7A-43D3-8B79-37D633B846F1}">
                <asvg:svgBlip xmlns:asvg="http://schemas.microsoft.com/office/drawing/2016/SVG/main" r:embed="R2c929ec5b4704d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3556" y="8568853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79" name="Рисунок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1570fc3194102">
            <a:extLst>
              <a:ext uri="{96DAC541-7B7A-43D3-8B79-37D633B846F1}">
                <asvg:svgBlip xmlns:asvg="http://schemas.microsoft.com/office/drawing/2016/SVG/main" r:embed="Rfdbe0825a35e40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24390" y="2687797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80" name="Рисунок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da33e23bc4891">
            <a:extLst>
              <a:ext uri="{96DAC541-7B7A-43D3-8B79-37D633B846F1}">
                <asvg:svgBlip xmlns:asvg="http://schemas.microsoft.com/office/drawing/2016/SVG/main" r:embed="R21b675be184e4c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184029" y="138288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81" name="Рисунок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c94c6a04f4ee2">
            <a:extLst>
              <a:ext uri="{96DAC541-7B7A-43D3-8B79-37D633B846F1}">
                <asvg:svgBlip xmlns:asvg="http://schemas.microsoft.com/office/drawing/2016/SVG/main" r:embed="Rb0eca63399e047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98294" y="35384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82" name="Рисунок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2ffc567444c9f">
            <a:extLst>
              <a:ext uri="{96DAC541-7B7A-43D3-8B79-37D633B846F1}">
                <asvg:svgBlip xmlns:asvg="http://schemas.microsoft.com/office/drawing/2016/SVG/main" r:embed="Rfd293d97ef9345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8966" y="8604458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83" name="Рисунок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efa7af9cb4342">
            <a:extLst>
              <a:ext uri="{96DAC541-7B7A-43D3-8B79-37D633B846F1}">
                <asvg:svgBlip xmlns:asvg="http://schemas.microsoft.com/office/drawing/2016/SVG/main" r:embed="R763ea2b1430a48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3733" y="-3812722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2184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b8eba83a943ed">
            <a:extLst>
              <a:ext uri="{96DAC541-7B7A-43D3-8B79-37D633B846F1}">
                <asvg:svgBlip xmlns:asvg="http://schemas.microsoft.com/office/drawing/2016/SVG/main" r:embed="R8d836d7dc9bd45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6105" y="6899111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85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b5bb3cd9f4f8a">
            <a:extLst>
              <a:ext uri="{96DAC541-7B7A-43D3-8B79-37D633B846F1}">
                <asvg:svgBlip xmlns:asvg="http://schemas.microsoft.com/office/drawing/2016/SVG/main" r:embed="R3c14bec3d88b4d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891278" y="2148846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86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c7f6eca554ded">
            <a:extLst>
              <a:ext uri="{96DAC541-7B7A-43D3-8B79-37D633B846F1}">
                <asvg:svgBlip xmlns:asvg="http://schemas.microsoft.com/office/drawing/2016/SVG/main" r:embed="Re88a1614a4e24c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3881" y="-3377845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87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fd1e3c0274181">
            <a:extLst>
              <a:ext uri="{96DAC541-7B7A-43D3-8B79-37D633B846F1}">
                <asvg:svgBlip xmlns:asvg="http://schemas.microsoft.com/office/drawing/2016/SVG/main" r:embed="R41fe2ff0970d43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92916" y="8417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88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b2b56194a4e25">
            <a:extLst>
              <a:ext uri="{96DAC541-7B7A-43D3-8B79-37D633B846F1}">
                <asvg:svgBlip xmlns:asvg="http://schemas.microsoft.com/office/drawing/2016/SVG/main" r:embed="R7b338013514940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1558" y="9162903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89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f6ae291874689">
            <a:extLst>
              <a:ext uri="{96DAC541-7B7A-43D3-8B79-37D633B846F1}">
                <asvg:svgBlip xmlns:asvg="http://schemas.microsoft.com/office/drawing/2016/SVG/main" r:embed="Raf2457312f7846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628956" y="678282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90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2e4284baf4341">
            <a:extLst>
              <a:ext uri="{96DAC541-7B7A-43D3-8B79-37D633B846F1}">
                <asvg:svgBlip xmlns:asvg="http://schemas.microsoft.com/office/drawing/2016/SVG/main" r:embed="Ra07b507f89a344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7904" y="-3455838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91" name="Рисунок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f21ddd09e41c0">
            <a:extLst>
              <a:ext uri="{96DAC541-7B7A-43D3-8B79-37D633B846F1}">
                <asvg:svgBlip xmlns:asvg="http://schemas.microsoft.com/office/drawing/2016/SVG/main" r:embed="R7ee8d016363d4e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855" y="-352406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92" name="Рисунок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58e40437947aa">
            <a:extLst>
              <a:ext uri="{96DAC541-7B7A-43D3-8B79-37D633B846F1}">
                <asvg:svgBlip xmlns:asvg="http://schemas.microsoft.com/office/drawing/2016/SVG/main" r:embed="R02c9beca1ed24e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21293" y="1193172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93" name="Рисунок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36061efa84b13">
            <a:extLst>
              <a:ext uri="{96DAC541-7B7A-43D3-8B79-37D633B846F1}">
                <asvg:svgBlip xmlns:asvg="http://schemas.microsoft.com/office/drawing/2016/SVG/main" r:embed="R72261474ef214b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870923" y="3584411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94" name="Рисунок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e65434d2844fc">
            <a:extLst>
              <a:ext uri="{96DAC541-7B7A-43D3-8B79-37D633B846F1}">
                <asvg:svgBlip xmlns:asvg="http://schemas.microsoft.com/office/drawing/2016/SVG/main" r:embed="R1044d0f5467744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30993" y="-69566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95" name="Рисунок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c7e0743e0427d">
            <a:extLst>
              <a:ext uri="{96DAC541-7B7A-43D3-8B79-37D633B846F1}">
                <asvg:svgBlip xmlns:asvg="http://schemas.microsoft.com/office/drawing/2016/SVG/main" r:embed="R4d610fe9c58e40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17486" y="4425294"/>
            <a:ext cx="3435929" cy="3435929"/>
          </a:xfrm>
          <a:prstGeom xmlns:a="http://schemas.openxmlformats.org/drawingml/2006/main" prst="rect">
            <a:avLst/>
          </a:prstGeom>
        </p:spPr>
      </p:pic>
      <p:pic>
        <p:nvPicPr>
          <p:cNvPr id="2196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205fa54f84ce6">
            <a:extLst>
              <a:ext uri="{96DAC541-7B7A-43D3-8B79-37D633B846F1}">
                <asvg:svgBlip xmlns:asvg="http://schemas.microsoft.com/office/drawing/2016/SVG/main" r:embed="Rfb157fbc557b47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-2990850" y="-2552700"/>
            <a:ext cx="3267075" cy="3267075"/>
          </a:xfrm>
          <a:prstGeom xmlns:a="http://schemas.openxmlformats.org/drawingml/2006/main" prst="rect">
            <a:avLst/>
          </a:prstGeom>
        </p:spPr>
      </p:pic>
      <p:pic>
        <p:nvPicPr>
          <p:cNvPr id="2197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d917e03624fd6">
            <a:extLst>
              <a:ext uri="{96DAC541-7B7A-43D3-8B79-37D633B846F1}">
                <asvg:svgBlip xmlns:asvg="http://schemas.microsoft.com/office/drawing/2016/SVG/main" r:embed="Rd1e0b2c649ad48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20000">
            <a:off x="11477625" y="-1771650"/>
            <a:ext cx="1971675" cy="1971675"/>
          </a:xfrm>
          <a:prstGeom xmlns:a="http://schemas.openxmlformats.org/drawingml/2006/main" prst="rect">
            <a:avLst/>
          </a:prstGeom>
        </p:spPr>
      </p:pic>
      <p:pic>
        <p:nvPicPr>
          <p:cNvPr id="2198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515b3e8a64dac">
            <a:extLst>
              <a:ext uri="{96DAC541-7B7A-43D3-8B79-37D633B846F1}">
                <asvg:svgBlip xmlns:asvg="http://schemas.microsoft.com/office/drawing/2016/SVG/main" r:embed="R0a2ca694e7ed43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2040000">
            <a:off x="-272776" y="3497339"/>
            <a:ext cx="2141298" cy="2141298"/>
          </a:xfrm>
          <a:prstGeom xmlns:a="http://schemas.openxmlformats.org/drawingml/2006/main" prst="rect">
            <a:avLst/>
          </a:prstGeom>
        </p:spPr>
      </p:pic>
      <p:pic>
        <p:nvPicPr>
          <p:cNvPr id="2199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950f4794c4c04">
            <a:extLst>
              <a:ext uri="{96DAC541-7B7A-43D3-8B79-37D633B846F1}">
                <asvg:svgBlip xmlns:asvg="http://schemas.microsoft.com/office/drawing/2016/SVG/main" r:embed="Ra7739d4a72f047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60000">
            <a:off x="664367" y="2473289"/>
            <a:ext cx="1792123" cy="1792123"/>
          </a:xfrm>
          <a:prstGeom xmlns:a="http://schemas.openxmlformats.org/drawingml/2006/main" prst="rect">
            <a:avLst/>
          </a:prstGeom>
        </p:spPr>
      </p:pic>
      <p:pic>
        <p:nvPicPr>
          <p:cNvPr id="2200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35294e1904617">
            <a:extLst>
              <a:ext uri="{96DAC541-7B7A-43D3-8B79-37D633B846F1}">
                <asvg:svgBlip xmlns:asvg="http://schemas.microsoft.com/office/drawing/2016/SVG/main" r:embed="R7bff722dd58b44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80000">
            <a:off x="-142875" y="630555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201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fad9e7f774a55">
            <a:extLst>
              <a:ext uri="{96DAC541-7B7A-43D3-8B79-37D633B846F1}">
                <asvg:svgBlip xmlns:asvg="http://schemas.microsoft.com/office/drawing/2016/SVG/main" r:embed="Rc55d9865d70447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100000">
            <a:off x="10643461" y="2871454"/>
            <a:ext cx="1671638" cy="1671638"/>
          </a:xfrm>
          <a:prstGeom xmlns:a="http://schemas.openxmlformats.org/drawingml/2006/main" prst="rect">
            <a:avLst/>
          </a:prstGeom>
        </p:spPr>
      </p:pic>
      <p:pic>
        <p:nvPicPr>
          <p:cNvPr id="220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32c52ce104e0e">
            <a:extLst>
              <a:ext uri="{96DAC541-7B7A-43D3-8B79-37D633B846F1}">
                <asvg:svgBlip xmlns:asvg="http://schemas.microsoft.com/office/drawing/2016/SVG/main" r:embed="R15cee2c7805b4c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120000">
            <a:off x="-2205478" y="848062"/>
            <a:ext cx="3420428" cy="3420428"/>
          </a:xfrm>
          <a:prstGeom xmlns:a="http://schemas.openxmlformats.org/drawingml/2006/main" prst="rect">
            <a:avLst/>
          </a:prstGeom>
        </p:spPr>
      </p:pic>
      <p:pic>
        <p:nvPicPr>
          <p:cNvPr id="2203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038b75fef46fd">
            <a:extLst>
              <a:ext uri="{96DAC541-7B7A-43D3-8B79-37D633B846F1}">
                <asvg:svgBlip xmlns:asvg="http://schemas.microsoft.com/office/drawing/2016/SVG/main" r:embed="R5e754da3ebf840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140000">
            <a:off x="5953125" y="6696075"/>
            <a:ext cx="2069783" cy="2069783"/>
          </a:xfrm>
          <a:prstGeom xmlns:a="http://schemas.openxmlformats.org/drawingml/2006/main" prst="rect">
            <a:avLst/>
          </a:prstGeom>
        </p:spPr>
      </p:pic>
      <p:pic>
        <p:nvPicPr>
          <p:cNvPr id="2204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3c13539994aa2">
            <a:extLst>
              <a:ext uri="{96DAC541-7B7A-43D3-8B79-37D633B846F1}">
                <asvg:svgBlip xmlns:asvg="http://schemas.microsoft.com/office/drawing/2016/SVG/main" r:embed="Rdd0e47d00e394e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60000">
            <a:off x="-1819275" y="1114425"/>
            <a:ext cx="1960245" cy="1960245"/>
          </a:xfrm>
          <a:prstGeom xmlns:a="http://schemas.openxmlformats.org/drawingml/2006/main" prst="rect">
            <a:avLst/>
          </a:prstGeom>
        </p:spPr>
      </p:pic>
      <p:pic>
        <p:nvPicPr>
          <p:cNvPr id="2205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6d59bd7514c36">
            <a:extLst>
              <a:ext uri="{96DAC541-7B7A-43D3-8B79-37D633B846F1}">
                <asvg:svgBlip xmlns:asvg="http://schemas.microsoft.com/office/drawing/2016/SVG/main" r:embed="Rd5b3cbb4cdef47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80000">
            <a:off x="12031329" y="298022"/>
            <a:ext cx="1585913" cy="1585913"/>
          </a:xfrm>
          <a:prstGeom xmlns:a="http://schemas.openxmlformats.org/drawingml/2006/main" prst="rect">
            <a:avLst/>
          </a:prstGeom>
        </p:spPr>
      </p:pic>
      <p:pic>
        <p:nvPicPr>
          <p:cNvPr id="2206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b45eb320443f8">
            <a:extLst>
              <a:ext uri="{96DAC541-7B7A-43D3-8B79-37D633B846F1}">
                <asvg:svgBlip xmlns:asvg="http://schemas.microsoft.com/office/drawing/2016/SVG/main" r:embed="R8cf2af1728694a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200000">
            <a:off x="11200522" y="6154447"/>
            <a:ext cx="1737360" cy="1737360"/>
          </a:xfrm>
          <a:prstGeom xmlns:a="http://schemas.openxmlformats.org/drawingml/2006/main" prst="rect">
            <a:avLst/>
          </a:prstGeom>
        </p:spPr>
      </p:pic>
      <p:pic>
        <p:nvPicPr>
          <p:cNvPr id="2207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36061efa84b13">
            <a:extLst>
              <a:ext uri="{96DAC541-7B7A-43D3-8B79-37D633B846F1}">
                <asvg:svgBlip xmlns:asvg="http://schemas.microsoft.com/office/drawing/2016/SVG/main" r:embed="R72261474ef214b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220000">
            <a:off x="-1078359" y="5140924"/>
            <a:ext cx="4333312" cy="4333312"/>
          </a:xfrm>
          <a:prstGeom xmlns:a="http://schemas.openxmlformats.org/drawingml/2006/main" prst="rect">
            <a:avLst/>
          </a:prstGeom>
        </p:spPr>
      </p:pic>
      <p:pic>
        <p:nvPicPr>
          <p:cNvPr id="2208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7dfa06a834e44">
            <a:extLst>
              <a:ext uri="{96DAC541-7B7A-43D3-8B79-37D633B846F1}">
                <asvg:svgBlip xmlns:asvg="http://schemas.microsoft.com/office/drawing/2016/SVG/main" r:embed="R33936057e54846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240000">
            <a:off x="1200150" y="-1647825"/>
            <a:ext cx="1540193" cy="1540193"/>
          </a:xfrm>
          <a:prstGeom xmlns:a="http://schemas.openxmlformats.org/drawingml/2006/main" prst="rect">
            <a:avLst/>
          </a:prstGeom>
        </p:spPr>
      </p:pic>
      <p:pic>
        <p:nvPicPr>
          <p:cNvPr id="2209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1540fb10d4cd5">
            <a:extLst>
              <a:ext uri="{96DAC541-7B7A-43D3-8B79-37D633B846F1}">
                <asvg:svgBlip xmlns:asvg="http://schemas.microsoft.com/office/drawing/2016/SVG/main" r:embed="R651df09d3b2d4e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60000">
            <a:off x="11382375" y="4848225"/>
            <a:ext cx="1757363" cy="17573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LESSON_NUMBER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УРОК 1</a:t>
            </a:r>
          </a:p>
        </p:txBody>
      </p:sp>
      <p:sp>
        <p:nvSpPr>
          <p:cNvPr id="2101" name="LESSON_TITLE">
            <a:extLst xmlns:a="http://schemas.openxmlformats.org/drawingml/2006/main"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41202" y="3298835"/>
            <a:ext cx="4701600" cy="106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caa5d3fae4113">
            <a:extLst>
              <a:ext uri="{96DAC541-7B7A-43D3-8B79-37D633B846F1}">
                <asvg:svgBlip xmlns:asvg="http://schemas.microsoft.com/office/drawing/2016/SVG/main" r:embed="Rd4a8cf9379b648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980000">
            <a:off x="-2657475" y="-2505075"/>
            <a:ext cx="3000375" cy="3000375"/>
          </a:xfrm>
          <a:prstGeom xmlns:a="http://schemas.openxmlformats.org/drawingml/2006/main" prst="rect">
            <a:avLst/>
          </a:prstGeom>
        </p:spPr>
      </p:pic>
      <p:pic>
        <p:nvPicPr>
          <p:cNvPr id="2119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b89f41687456d">
            <a:extLst>
              <a:ext uri="{96DAC541-7B7A-43D3-8B79-37D633B846F1}">
                <asvg:svgBlip xmlns:asvg="http://schemas.microsoft.com/office/drawing/2016/SVG/main" r:embed="Rdd7ec471f3e648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00000">
            <a:off x="11811000" y="-1724025"/>
            <a:ext cx="2497455" cy="2497455"/>
          </a:xfrm>
          <a:prstGeom xmlns:a="http://schemas.openxmlformats.org/drawingml/2006/main" prst="rect">
            <a:avLst/>
          </a:prstGeom>
        </p:spPr>
      </p:pic>
      <p:pic>
        <p:nvPicPr>
          <p:cNvPr id="2120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853c0eb0144d1">
            <a:extLst>
              <a:ext uri="{96DAC541-7B7A-43D3-8B79-37D633B846F1}">
                <asvg:svgBlip xmlns:asvg="http://schemas.microsoft.com/office/drawing/2016/SVG/main" r:embed="R461339d3e9ed4f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20000">
            <a:off x="-1532866" y="3960709"/>
            <a:ext cx="3310700" cy="3310700"/>
          </a:xfrm>
          <a:prstGeom xmlns:a="http://schemas.openxmlformats.org/drawingml/2006/main" prst="rect">
            <a:avLst/>
          </a:prstGeom>
        </p:spPr>
      </p:pic>
      <p:pic>
        <p:nvPicPr>
          <p:cNvPr id="2121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bb1fdbfc74297">
            <a:extLst>
              <a:ext uri="{96DAC541-7B7A-43D3-8B79-37D633B846F1}">
                <asvg:svgBlip xmlns:asvg="http://schemas.microsoft.com/office/drawing/2016/SVG/main" r:embed="Rceea9eb3761d4a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040000">
            <a:off x="10133668" y="-3168958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22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cbf9f94004d1d">
            <a:extLst>
              <a:ext uri="{96DAC541-7B7A-43D3-8B79-37D633B846F1}">
                <asvg:svgBlip xmlns:asvg="http://schemas.microsoft.com/office/drawing/2016/SVG/main" r:embed="Rbe5fff4472444d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060000">
            <a:off x="190500" y="6353175"/>
            <a:ext cx="1757363" cy="1757363"/>
          </a:xfrm>
          <a:prstGeom xmlns:a="http://schemas.openxmlformats.org/drawingml/2006/main" prst="rect">
            <a:avLst/>
          </a:prstGeom>
        </p:spPr>
      </p:pic>
      <p:pic>
        <p:nvPicPr>
          <p:cNvPr id="2123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e5b016b4f4e1e">
            <a:extLst>
              <a:ext uri="{96DAC541-7B7A-43D3-8B79-37D633B846F1}">
                <asvg:svgBlip xmlns:asvg="http://schemas.microsoft.com/office/drawing/2016/SVG/main" r:embed="R5edfa810d64449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080000">
            <a:off x="12182475" y="2609850"/>
            <a:ext cx="2117408" cy="2117408"/>
          </a:xfrm>
          <a:prstGeom xmlns:a="http://schemas.openxmlformats.org/drawingml/2006/main" prst="rect">
            <a:avLst/>
          </a:prstGeom>
        </p:spPr>
      </p:pic>
      <p:pic>
        <p:nvPicPr>
          <p:cNvPr id="212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036b5e6e540ec">
            <a:extLst>
              <a:ext uri="{96DAC541-7B7A-43D3-8B79-37D633B846F1}">
                <asvg:svgBlip xmlns:asvg="http://schemas.microsoft.com/office/drawing/2016/SVG/main" r:embed="R622da112530e4c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00000">
            <a:off x="9710281" y="-1520279"/>
            <a:ext cx="3180398" cy="3180398"/>
          </a:xfrm>
          <a:prstGeom xmlns:a="http://schemas.openxmlformats.org/drawingml/2006/main" prst="rect">
            <a:avLst/>
          </a:prstGeom>
        </p:spPr>
      </p:pic>
      <p:pic>
        <p:nvPicPr>
          <p:cNvPr id="2125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4b0ce87364ce9">
            <a:extLst>
              <a:ext uri="{96DAC541-7B7A-43D3-8B79-37D633B846F1}">
                <asvg:svgBlip xmlns:asvg="http://schemas.microsoft.com/office/drawing/2016/SVG/main" r:embed="Rf024f8d426894f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20000">
            <a:off x="6286500" y="674370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126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b379ae8e744be">
            <a:extLst>
              <a:ext uri="{96DAC541-7B7A-43D3-8B79-37D633B846F1}">
                <asvg:svgBlip xmlns:asvg="http://schemas.microsoft.com/office/drawing/2016/SVG/main" r:embed="R2ff12e1e8b3145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140000">
            <a:off x="-3937442" y="1874103"/>
            <a:ext cx="1800225" cy="1800225"/>
          </a:xfrm>
          <a:prstGeom xmlns:a="http://schemas.openxmlformats.org/drawingml/2006/main" prst="rect">
            <a:avLst/>
          </a:prstGeom>
        </p:spPr>
      </p:pic>
      <p:pic>
        <p:nvPicPr>
          <p:cNvPr id="2127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1a33649f34cac">
            <a:extLst>
              <a:ext uri="{96DAC541-7B7A-43D3-8B79-37D633B846F1}">
                <asvg:svgBlip xmlns:asvg="http://schemas.microsoft.com/office/drawing/2016/SVG/main" r:embed="R270127852e5a44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160000">
            <a:off x="12249150" y="514350"/>
            <a:ext cx="2008823" cy="2008823"/>
          </a:xfrm>
          <a:prstGeom xmlns:a="http://schemas.openxmlformats.org/drawingml/2006/main" prst="rect">
            <a:avLst/>
          </a:prstGeom>
        </p:spPr>
      </p:pic>
      <p:pic>
        <p:nvPicPr>
          <p:cNvPr id="212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f189aa89c4165">
            <a:extLst>
              <a:ext uri="{96DAC541-7B7A-43D3-8B79-37D633B846F1}">
                <asvg:svgBlip xmlns:asvg="http://schemas.microsoft.com/office/drawing/2016/SVG/main" r:embed="R95f1f995c65249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180000">
            <a:off x="10644363" y="5766631"/>
            <a:ext cx="1615440" cy="1615440"/>
          </a:xfrm>
          <a:prstGeom xmlns:a="http://schemas.openxmlformats.org/drawingml/2006/main" prst="rect">
            <a:avLst/>
          </a:prstGeom>
        </p:spPr>
      </p:pic>
      <p:pic>
        <p:nvPicPr>
          <p:cNvPr id="2129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ad00055b14014">
            <a:extLst>
              <a:ext uri="{96DAC541-7B7A-43D3-8B79-37D633B846F1}">
                <asvg:svgBlip xmlns:asvg="http://schemas.microsoft.com/office/drawing/2016/SVG/main" r:embed="Ra1e00a7f465440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00000">
            <a:off x="326806" y="6218699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30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6236bc6bc42b6">
            <a:extLst>
              <a:ext uri="{96DAC541-7B7A-43D3-8B79-37D633B846F1}">
                <asvg:svgBlip xmlns:asvg="http://schemas.microsoft.com/office/drawing/2016/SVG/main" r:embed="Rfe6d7c7ba1e44d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4220000">
            <a:off x="1533525" y="-1600200"/>
            <a:ext cx="1414463" cy="1414463"/>
          </a:xfrm>
          <a:prstGeom xmlns:a="http://schemas.openxmlformats.org/drawingml/2006/main" prst="rect">
            <a:avLst/>
          </a:prstGeom>
        </p:spPr>
      </p:pic>
      <p:pic>
        <p:nvPicPr>
          <p:cNvPr id="2131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3b191e5934fdc">
            <a:extLst>
              <a:ext uri="{96DAC541-7B7A-43D3-8B79-37D633B846F1}">
                <asvg:svgBlip xmlns:asvg="http://schemas.microsoft.com/office/drawing/2016/SVG/main" r:embed="R06ef4f64c76045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5240000">
            <a:off x="11715750" y="4895850"/>
            <a:ext cx="2225993" cy="2225993"/>
          </a:xfrm>
          <a:prstGeom xmlns:a="http://schemas.openxmlformats.org/drawingml/2006/main" prst="rect">
            <a:avLst/>
          </a:prstGeom>
        </p:spPr>
      </p:pic>
      <p:sp>
        <p:nvSpPr>
          <p:cNvPr id="18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" y="53199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20874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a76141a90476d">
            <a:extLst>
              <a:ext uri="{96DAC541-7B7A-43D3-8B79-37D633B846F1}">
                <asvg:svgBlip xmlns:asvg="http://schemas.microsoft.com/office/drawing/2016/SVG/main" r:embed="R1c9e1a919b0641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df083ab90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отвечает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выполнение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сменного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плана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как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бригада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распределяет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задачи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следит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качеством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первым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замечает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где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начинает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давать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сбой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>
              <a:solidFill>
                <a:srgbClr val="3F454F"/>
              </a:solidFill>
            </a:endParaRPr>
          </a:p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Сильный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тушит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пожары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конце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выстраивает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так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чтобы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брак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простои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появлялись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Его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решения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первый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смены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определяют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весь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день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участка</a:t>
            </a: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e18b6115f43cf">
            <a:extLst>
              <a:ext uri="{96DAC541-7B7A-43D3-8B79-37D633B846F1}">
                <asvg:svgBlip xmlns:asvg="http://schemas.microsoft.com/office/drawing/2016/SVG/main" r:embed="R2a5b3ae3cf6447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4687754944d32">
            <a:extLst>
              <a:ext uri="{96DAC541-7B7A-43D3-8B79-37D633B846F1}">
                <asvg:svgBlip xmlns:asvg="http://schemas.microsoft.com/office/drawing/2016/SVG/main" r:embed="R1a5b07200b5c49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6fcd466f5448c">
            <a:extLst>
              <a:ext uri="{96DAC541-7B7A-43D3-8B79-37D633B846F1}">
                <asvg:svgBlip xmlns:asvg="http://schemas.microsoft.com/office/drawing/2016/SVG/main" r:embed="R18743293425144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8062edcd347e9">
            <a:extLst>
              <a:ext uri="{96DAC541-7B7A-43D3-8B79-37D633B846F1}">
                <asvg:svgBlip xmlns:asvg="http://schemas.microsoft.com/office/drawing/2016/SVG/main" r:embed="Raefcc0b162514f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68b57e2154195">
            <a:extLst>
              <a:ext uri="{96DAC541-7B7A-43D3-8B79-37D633B846F1}">
                <asvg:svgBlip xmlns:asvg="http://schemas.microsoft.com/office/drawing/2016/SVG/main" r:embed="R4a8ae98303e747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614420b8241ed">
            <a:extLst>
              <a:ext uri="{96DAC541-7B7A-43D3-8B79-37D633B846F1}">
                <asvg:svgBlip xmlns:asvg="http://schemas.microsoft.com/office/drawing/2016/SVG/main" r:embed="Rbc6520047f0d4a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05cba235147a8">
            <a:extLst>
              <a:ext uri="{96DAC541-7B7A-43D3-8B79-37D633B846F1}">
                <asvg:svgBlip xmlns:asvg="http://schemas.microsoft.com/office/drawing/2016/SVG/main" r:embed="R58772cc3baf24c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a5f53c5184364">
            <a:extLst>
              <a:ext uri="{96DAC541-7B7A-43D3-8B79-37D633B846F1}">
                <asvg:svgBlip xmlns:asvg="http://schemas.microsoft.com/office/drawing/2016/SVG/main" r:embed="R9b24c1aecc2047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568a64c7e49ff">
            <a:extLst>
              <a:ext uri="{96DAC541-7B7A-43D3-8B79-37D633B846F1}">
                <asvg:svgBlip xmlns:asvg="http://schemas.microsoft.com/office/drawing/2016/SVG/main" r:embed="Rda44f147990946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649176854415d">
            <a:extLst>
              <a:ext uri="{96DAC541-7B7A-43D3-8B79-37D633B846F1}">
                <asvg:svgBlip xmlns:asvg="http://schemas.microsoft.com/office/drawing/2016/SVG/main" r:embed="R771dd39433c84b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9de4c08b34442">
            <a:extLst>
              <a:ext uri="{96DAC541-7B7A-43D3-8B79-37D633B846F1}">
                <asvg:svgBlip xmlns:asvg="http://schemas.microsoft.com/office/drawing/2016/SVG/main" r:embed="R0db78d4f2be848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e6db7c3084716">
            <a:extLst>
              <a:ext uri="{96DAC541-7B7A-43D3-8B79-37D633B846F1}">
                <asvg:svgBlip xmlns:asvg="http://schemas.microsoft.com/office/drawing/2016/SVG/main" r:embed="R2bed53acdcde47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74e331de44f90">
            <a:extLst>
              <a:ext uri="{96DAC541-7B7A-43D3-8B79-37D633B846F1}">
                <asvg:svgBlip xmlns:asvg="http://schemas.microsoft.com/office/drawing/2016/SVG/main" r:embed="R19ecb66aa912439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696cee8dc4c04">
            <a:extLst>
              <a:ext uri="{96DAC541-7B7A-43D3-8B79-37D633B846F1}">
                <asvg:svgBlip xmlns:asvg="http://schemas.microsoft.com/office/drawing/2016/SVG/main" r:embed="Raea3d3a78dc446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e7257f65a4047">
            <a:extLst>
              <a:ext uri="{96DAC541-7B7A-43D3-8B79-37D633B846F1}">
                <asvg:svgBlip xmlns:asvg="http://schemas.microsoft.com/office/drawing/2016/SVG/main" r:embed="R01c966e1f1c247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72737f2db45bf">
            <a:extLst>
              <a:ext uri="{96DAC541-7B7A-43D3-8B79-37D633B846F1}">
                <asvg:svgBlip xmlns:asvg="http://schemas.microsoft.com/office/drawing/2016/SVG/main" r:embed="Ra0b8ed63363c48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4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16213b98c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1016" y="49162"/>
            <a:ext cx="0" cy="112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81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fe6857d854db0">
            <a:extLst>
              <a:ext uri="{96DAC541-7B7A-43D3-8B79-37D633B846F1}">
                <asvg:svgBlip xmlns:asvg="http://schemas.microsoft.com/office/drawing/2016/SVG/main" r:embed="R3bb5f9ecb2de43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498682" y="6938924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82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1a5c835884ff2">
            <a:extLst>
              <a:ext uri="{96DAC541-7B7A-43D3-8B79-37D633B846F1}">
                <asvg:svgBlip xmlns:asvg="http://schemas.microsoft.com/office/drawing/2016/SVG/main" r:embed="Ra48151f9406f40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5508407" y="4407845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252634ded48b0">
            <a:extLst>
              <a:ext uri="{96DAC541-7B7A-43D3-8B79-37D633B846F1}">
                <asvg:svgBlip xmlns:asvg="http://schemas.microsoft.com/office/drawing/2016/SVG/main" r:embed="R8995a5a6a1cd42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b0bae2bda4f09">
            <a:extLst>
              <a:ext uri="{96DAC541-7B7A-43D3-8B79-37D633B846F1}">
                <asvg:svgBlip xmlns:asvg="http://schemas.microsoft.com/office/drawing/2016/SVG/main" r:embed="R2ef3868226ec42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6697" y="-1615475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6608cf96c4bbc">
            <a:extLst>
              <a:ext uri="{96DAC541-7B7A-43D3-8B79-37D633B846F1}">
                <asvg:svgBlip xmlns:asvg="http://schemas.microsoft.com/office/drawing/2016/SVG/main" r:embed="Rf095709c0abe45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38147b034525">
            <a:extLst>
              <a:ext uri="{96DAC541-7B7A-43D3-8B79-37D633B846F1}">
                <asvg:svgBlip xmlns:asvg="http://schemas.microsoft.com/office/drawing/2016/SVG/main" r:embed="Rf935e1db397e49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e2dcd5f5d4d78">
            <a:extLst>
              <a:ext uri="{96DAC541-7B7A-43D3-8B79-37D633B846F1}">
                <asvg:svgBlip xmlns:asvg="http://schemas.microsoft.com/office/drawing/2016/SVG/main" r:embed="R1b6660750f1147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e03225b1d4fae">
            <a:extLst>
              <a:ext uri="{96DAC541-7B7A-43D3-8B79-37D633B846F1}">
                <asvg:svgBlip xmlns:asvg="http://schemas.microsoft.com/office/drawing/2016/SVG/main" r:embed="R583104bd98c54b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727" y="-3107032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efcd57234ee9">
            <a:extLst>
              <a:ext uri="{96DAC541-7B7A-43D3-8B79-37D633B846F1}">
                <asvg:svgBlip xmlns:asvg="http://schemas.microsoft.com/office/drawing/2016/SVG/main" r:embed="R290edefabb9347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73722ef0f4191">
            <a:extLst>
              <a:ext uri="{96DAC541-7B7A-43D3-8B79-37D633B846F1}">
                <asvg:svgBlip xmlns:asvg="http://schemas.microsoft.com/office/drawing/2016/SVG/main" r:embed="R92f5cd6959814f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9fb29750c41c4">
            <a:extLst>
              <a:ext uri="{96DAC541-7B7A-43D3-8B79-37D633B846F1}">
                <asvg:svgBlip xmlns:asvg="http://schemas.microsoft.com/office/drawing/2016/SVG/main" r:embed="Re713ce89513a48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9b920f0d24daf">
            <a:extLst>
              <a:ext uri="{96DAC541-7B7A-43D3-8B79-37D633B846F1}">
                <asvg:svgBlip xmlns:asvg="http://schemas.microsoft.com/office/drawing/2016/SVG/main" r:embed="R6dd044b86a5343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61fdc8759441b">
            <a:extLst>
              <a:ext uri="{96DAC541-7B7A-43D3-8B79-37D633B846F1}">
                <asvg:svgBlip xmlns:asvg="http://schemas.microsoft.com/office/drawing/2016/SVG/main" r:embed="Ra89f39ff498f42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9333076244191">
            <a:extLst>
              <a:ext uri="{96DAC541-7B7A-43D3-8B79-37D633B846F1}">
                <asvg:svgBlip xmlns:asvg="http://schemas.microsoft.com/office/drawing/2016/SVG/main" r:embed="R6a2f7325d7834e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744243" y="-60325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cf03a6bc64c7c">
            <a:extLst>
              <a:ext uri="{96DAC541-7B7A-43D3-8B79-37D633B846F1}">
                <asvg:svgBlip xmlns:asvg="http://schemas.microsoft.com/office/drawing/2016/SVG/main" r:embed="Re6321454f85b42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4d4ac2a9e49aa">
            <a:extLst>
              <a:ext uri="{96DAC541-7B7A-43D3-8B79-37D633B846F1}">
                <asvg:svgBlip xmlns:asvg="http://schemas.microsoft.com/office/drawing/2016/SVG/main" r:embed="R035aadf6871545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8" y="1371600"/>
            <a:ext cx="10615990" cy="9167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Nunito"/>
                <a:ea typeface="Nunito"/>
                <a:cs typeface="Nunito"/>
              </a:rPr>
              <a:t>Одного подхода на все случаи нет. Поведение мастера зависит от задачи.</a:t>
            </a:r>
          </a:p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4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AC517A-3E0E-45A9-9664-5F35A4C9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850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10DD8E58-F4D8-4AB2-8962-09179D8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489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ПОСТАВИТЬ ЗАДАЧУ 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3" name="CARD_1_BODY">
            <a:extLst xmlns:a="http://schemas.openxmlformats.org/drawingml/2006/main">
              <a:ext uri="{FF2B5EF4-FFF2-40B4-BE49-F238E27FC236}">
                <a16:creationId xmlns:a16="http://schemas.microsoft.com/office/drawing/2014/main" id="{88632AB4-CB78-451D-A8EB-2CF0804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806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E46E145-8821-4CFF-B834-374084B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8920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FCF9AE5-0080-4639-A8D0-4CFC364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4947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РАЗОБРАТЬ ОШИБКУ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7" name="CARD_2_BODY">
            <a:extLst xmlns:a="http://schemas.openxmlformats.org/drawingml/2006/main">
              <a:ext uri="{FF2B5EF4-FFF2-40B4-BE49-F238E27FC236}">
                <a16:creationId xmlns:a16="http://schemas.microsoft.com/office/drawing/2014/main" id="{5BCE8C15-9BA8-4AE6-9177-34E6F1B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78264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6" name="Freeform 5">
            <a:extLst xmlns:a="http://schemas.openxmlformats.org/drawingml/2006/main">
              <a:ext uri="{FF2B5EF4-FFF2-40B4-BE49-F238E27FC236}">
                <a16:creationId xmlns:a16="http://schemas.microsoft.com/office/drawing/2014/main" id="{4081C4D6-D563-4D15-964F-801593B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2945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rgbClr val="FFB219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B49F5EED-AB9F-401A-A81D-902423F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8794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ОБЕСПЕЧИТЬ СТРОГОСТЬ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8" name="CARD_3_BODY">
            <a:extLst xmlns:a="http://schemas.openxmlformats.org/drawingml/2006/main">
              <a:ext uri="{FF2B5EF4-FFF2-40B4-BE49-F238E27FC236}">
                <a16:creationId xmlns:a16="http://schemas.microsoft.com/office/drawing/2014/main" id="{69B4FD41-EA45-47FB-AFF9-5DAC69F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2722" y="4569620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7" name="Freeform 5">
            <a:extLst xmlns:a="http://schemas.openxmlformats.org/drawingml/2006/main">
              <a:ext uri="{FF2B5EF4-FFF2-40B4-BE49-F238E27FC236}">
                <a16:creationId xmlns:a16="http://schemas.microsoft.com/office/drawing/2014/main" id="{9B339B7B-7353-496B-8CCA-DCC6CBE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7831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0E05A0B5-0DDD-40A7-9B64-72849085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5107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latin typeface="Bahnschrift Condensed"/>
                <a:ea typeface="Bahnschrift Condensed"/>
                <a:cs typeface="Bahnschrift Condensed"/>
              </a:rPr>
              <a:t>ПОДДЕРЖАТЬ НОВИЧКА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9" name="CARD_4_BODY">
            <a:extLst xmlns:a="http://schemas.openxmlformats.org/drawingml/2006/main">
              <a:ext uri="{FF2B5EF4-FFF2-40B4-BE49-F238E27FC236}">
                <a16:creationId xmlns:a16="http://schemas.microsoft.com/office/drawing/2014/main" id="{CE61BEA3-6E94-4CE9-810B-2AAA978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7180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8" name="Freeform 5">
            <a:extLst xmlns:a="http://schemas.openxmlformats.org/drawingml/2006/main">
              <a:ext uri="{FF2B5EF4-FFF2-40B4-BE49-F238E27FC236}">
                <a16:creationId xmlns:a16="http://schemas.microsoft.com/office/drawing/2014/main" id="{784A8850-1D14-4EDE-BE34-9F2B1DF5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2295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CARD_5_TITLE">
            <a:extLst xmlns:a="http://schemas.openxmlformats.org/drawingml/2006/main">
              <a:ext uri="{FF2B5EF4-FFF2-40B4-BE49-F238E27FC236}">
                <a16:creationId xmlns:a16="http://schemas.microsoft.com/office/drawing/2014/main" id="{68951281-57B5-4F4B-9BDE-C827FB81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8322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•</a:t>
            </a:r>
            <a:r>
              <a:rPr sz="1600" b="1">
                <a:latin typeface="Bahnschrift Condensed"/>
                <a:ea typeface="Bahnschrift Condensed"/>
                <a:cs typeface="Bahnschrift Condensed"/>
              </a:rPr>
              <a:t>СООБЩИТЬ О ПРОБЛЕМЕ РУКОВОДИТЕЛЮ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60" name="CARD_5_BODY">
            <a:extLst xmlns:a="http://schemas.openxmlformats.org/drawingml/2006/main">
              <a:ext uri="{FF2B5EF4-FFF2-40B4-BE49-F238E27FC236}">
                <a16:creationId xmlns:a16="http://schemas.microsoft.com/office/drawing/2014/main" id="{996C15E3-25BD-41BD-9228-5CEBD5D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21639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6047475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4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ДЛЯ РАЗНЫХ ЗАДАЧ НУЖНО РАЗНОЕ ПОВЕДЕНИЕ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995fdcea845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1016" y="49162"/>
            <a:ext cx="0" cy="112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81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5addaf8c34240">
            <a:extLst>
              <a:ext uri="{96DAC541-7B7A-43D3-8B79-37D633B846F1}">
                <asvg:svgBlip xmlns:asvg="http://schemas.microsoft.com/office/drawing/2016/SVG/main" r:embed="R8918d6b687244b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6717514" y="-273388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82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ea53012d942e7">
            <a:extLst>
              <a:ext uri="{96DAC541-7B7A-43D3-8B79-37D633B846F1}">
                <asvg:svgBlip xmlns:asvg="http://schemas.microsoft.com/office/drawing/2016/SVG/main" r:embed="R1b38a8bae4e547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5508407" y="4407845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258516214ce5">
            <a:extLst>
              <a:ext uri="{96DAC541-7B7A-43D3-8B79-37D633B846F1}">
                <asvg:svgBlip xmlns:asvg="http://schemas.microsoft.com/office/drawing/2016/SVG/main" r:embed="R605ac1e5c8d049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7351b74494c0d">
            <a:extLst>
              <a:ext uri="{96DAC541-7B7A-43D3-8B79-37D633B846F1}">
                <asvg:svgBlip xmlns:asvg="http://schemas.microsoft.com/office/drawing/2016/SVG/main" r:embed="R68ac04ecdb0b4b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6697" y="-1615475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18bb132f44ac2">
            <a:extLst>
              <a:ext uri="{96DAC541-7B7A-43D3-8B79-37D633B846F1}">
                <asvg:svgBlip xmlns:asvg="http://schemas.microsoft.com/office/drawing/2016/SVG/main" r:embed="R17c337a5ab8949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3d362fafd4c3d">
            <a:extLst>
              <a:ext uri="{96DAC541-7B7A-43D3-8B79-37D633B846F1}">
                <asvg:svgBlip xmlns:asvg="http://schemas.microsoft.com/office/drawing/2016/SVG/main" r:embed="Rb2b5cb2917d642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80f68e6b04072">
            <a:extLst>
              <a:ext uri="{96DAC541-7B7A-43D3-8B79-37D633B846F1}">
                <asvg:svgBlip xmlns:asvg="http://schemas.microsoft.com/office/drawing/2016/SVG/main" r:embed="R98ba0ecc10fe4f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c8cb5e2634f0a">
            <a:extLst>
              <a:ext uri="{96DAC541-7B7A-43D3-8B79-37D633B846F1}">
                <asvg:svgBlip xmlns:asvg="http://schemas.microsoft.com/office/drawing/2016/SVG/main" r:embed="R4040f50a5ca648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727" y="-3107032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405ed404c4cc2">
            <a:extLst>
              <a:ext uri="{96DAC541-7B7A-43D3-8B79-37D633B846F1}">
                <asvg:svgBlip xmlns:asvg="http://schemas.microsoft.com/office/drawing/2016/SVG/main" r:embed="Rc4e596d115b045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9f77d1793481f">
            <a:extLst>
              <a:ext uri="{96DAC541-7B7A-43D3-8B79-37D633B846F1}">
                <asvg:svgBlip xmlns:asvg="http://schemas.microsoft.com/office/drawing/2016/SVG/main" r:embed="R05882aa4e0dd4a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9807e37044680">
            <a:extLst>
              <a:ext uri="{96DAC541-7B7A-43D3-8B79-37D633B846F1}">
                <asvg:svgBlip xmlns:asvg="http://schemas.microsoft.com/office/drawing/2016/SVG/main" r:embed="R48fb8b5d5ae849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3186" y="-3396672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07c14cf89494c">
            <a:extLst>
              <a:ext uri="{96DAC541-7B7A-43D3-8B79-37D633B846F1}">
                <asvg:svgBlip xmlns:asvg="http://schemas.microsoft.com/office/drawing/2016/SVG/main" r:embed="Rb96099db4df34c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c85fb42d14832">
            <a:extLst>
              <a:ext uri="{96DAC541-7B7A-43D3-8B79-37D633B846F1}">
                <asvg:svgBlip xmlns:asvg="http://schemas.microsoft.com/office/drawing/2016/SVG/main" r:embed="R55fbedc92c7647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4c8a8dff14802">
            <a:extLst>
              <a:ext uri="{96DAC541-7B7A-43D3-8B79-37D633B846F1}">
                <asvg:svgBlip xmlns:asvg="http://schemas.microsoft.com/office/drawing/2016/SVG/main" r:embed="R5f66d0e94c3043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68495" y="-1365647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6c006955e4601">
            <a:extLst>
              <a:ext uri="{96DAC541-7B7A-43D3-8B79-37D633B846F1}">
                <asvg:svgBlip xmlns:asvg="http://schemas.microsoft.com/office/drawing/2016/SVG/main" r:embed="R35b9bb6770d645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7c9b3c8234baa">
            <a:extLst>
              <a:ext uri="{96DAC541-7B7A-43D3-8B79-37D633B846F1}">
                <asvg:svgBlip xmlns:asvg="http://schemas.microsoft.com/office/drawing/2016/SVG/main" r:embed="Rf3c785d5b2b742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4EA8474D-80B6-4827-8B93-9E80679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8" y="1371600"/>
            <a:ext cx="10615990" cy="9167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Nunito"/>
                <a:ea typeface="Nunito"/>
                <a:cs typeface="Nunito"/>
              </a:rPr>
              <a:t>Одного подхода на все случаи нет. Поведение мастера зависит от задачи.</a:t>
            </a:r>
          </a:p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4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AC517A-3E0E-45A9-9664-5F35A4C9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973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rgbClr val="F7D8A5"/>
          </a:solidFill>
          <a:ln xmlns:a="http://schemas.openxmlformats.org/drawingml/2006/main" w="19050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10DD8E58-F4D8-4AB2-8962-09179D8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5612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ПОСТАВИТЬ ЗАДАЧУ 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3" name="CARD_1_BODY">
            <a:extLst xmlns:a="http://schemas.openxmlformats.org/drawingml/2006/main">
              <a:ext uri="{FF2B5EF4-FFF2-40B4-BE49-F238E27FC236}">
                <a16:creationId xmlns:a16="http://schemas.microsoft.com/office/drawing/2014/main" id="{88632AB4-CB78-451D-A8EB-2CF0804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8929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E46E145-8821-4CFF-B834-374084B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2112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rgbClr val="FFB219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FCF9AE5-0080-4639-A8D0-4CFC364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8139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РАЗОБРАТЬ ОШИБКУ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7" name="CARD_2_BODY">
            <a:extLst xmlns:a="http://schemas.openxmlformats.org/drawingml/2006/main">
              <a:ext uri="{FF2B5EF4-FFF2-40B4-BE49-F238E27FC236}">
                <a16:creationId xmlns:a16="http://schemas.microsoft.com/office/drawing/2014/main" id="{5BCE8C15-9BA8-4AE6-9177-34E6F1B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1456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7" name="Freeform 5">
            <a:extLst xmlns:a="http://schemas.openxmlformats.org/drawingml/2006/main">
              <a:ext uri="{FF2B5EF4-FFF2-40B4-BE49-F238E27FC236}">
                <a16:creationId xmlns:a16="http://schemas.microsoft.com/office/drawing/2014/main" id="{9B339B7B-7353-496B-8CCA-DCC6CBE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4634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rgbClr val="FFD1C6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0E05A0B5-0DDD-40A7-9B64-72849085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1910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ПОДДЕРЖАТЬ НОВИЧКА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9" name="CARD_3_BODY">
            <a:extLst xmlns:a="http://schemas.openxmlformats.org/drawingml/2006/main">
              <a:ext uri="{FF2B5EF4-FFF2-40B4-BE49-F238E27FC236}">
                <a16:creationId xmlns:a16="http://schemas.microsoft.com/office/drawing/2014/main" id="{CE61BEA3-6E94-4CE9-810B-2AAA978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3983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8" name="Freeform 5">
            <a:extLst xmlns:a="http://schemas.openxmlformats.org/drawingml/2006/main">
              <a:ext uri="{FF2B5EF4-FFF2-40B4-BE49-F238E27FC236}">
                <a16:creationId xmlns:a16="http://schemas.microsoft.com/office/drawing/2014/main" id="{784A8850-1D14-4EDE-BE34-9F2B1DF5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17166" y="2371053"/>
            <a:ext cx="1720850" cy="1965940"/>
          </a:xfrm>
          <a:custGeom xmlns:a="http://schemas.openxmlformats.org/drawingml/2006/main">
            <a:gdLst>
              <a:gd name="T0" fmla="*/ 0 w 2737"/>
              <a:gd name="T1" fmla="*/ 853 h 3125"/>
              <a:gd name="T2" fmla="*/ 69 w 2737"/>
              <a:gd name="T3" fmla="*/ 733 h 3125"/>
              <a:gd name="T4" fmla="*/ 1299 w 2737"/>
              <a:gd name="T5" fmla="*/ 22 h 3125"/>
              <a:gd name="T6" fmla="*/ 1438 w 2737"/>
              <a:gd name="T7" fmla="*/ 22 h 3125"/>
              <a:gd name="T8" fmla="*/ 2668 w 2737"/>
              <a:gd name="T9" fmla="*/ 733 h 3125"/>
              <a:gd name="T10" fmla="*/ 2737 w 2737"/>
              <a:gd name="T11" fmla="*/ 853 h 3125"/>
              <a:gd name="T12" fmla="*/ 2737 w 2737"/>
              <a:gd name="T13" fmla="*/ 2273 h 3125"/>
              <a:gd name="T14" fmla="*/ 2668 w 2737"/>
              <a:gd name="T15" fmla="*/ 2393 h 3125"/>
              <a:gd name="T16" fmla="*/ 1438 w 2737"/>
              <a:gd name="T17" fmla="*/ 3103 h 3125"/>
              <a:gd name="T18" fmla="*/ 1299 w 2737"/>
              <a:gd name="T19" fmla="*/ 3103 h 3125"/>
              <a:gd name="T20" fmla="*/ 69 w 2737"/>
              <a:gd name="T21" fmla="*/ 2393 h 3125"/>
              <a:gd name="T22" fmla="*/ 0 w 2737"/>
              <a:gd name="T23" fmla="*/ 2273 h 3125"/>
              <a:gd name="T24" fmla="*/ 0 w 2737"/>
              <a:gd name="T25" fmla="*/ 853 h 3125"/>
            </a:gdLst>
            <a:rect l="0" t="0" r="r" b="b"/>
            <a:pathLst>
              <a:path w="2737" h="3125">
                <a:moveTo>
                  <a:pt x="0" y="853"/>
                </a:moveTo>
                <a:cubicBezTo>
                  <a:pt x="0" y="809"/>
                  <a:pt x="31" y="755"/>
                  <a:pt x="69" y="733"/>
                </a:cubicBezTo>
                <a:cubicBezTo>
                  <a:pt x="1299" y="22"/>
                  <a:pt x="1299" y="22"/>
                  <a:pt x="1299" y="22"/>
                </a:cubicBezTo>
                <a:cubicBezTo>
                  <a:pt x="1338" y="0"/>
                  <a:pt x="1400" y="0"/>
                  <a:pt x="1438" y="22"/>
                </a:cubicBezTo>
                <a:cubicBezTo>
                  <a:pt x="2668" y="733"/>
                  <a:pt x="2668" y="733"/>
                  <a:pt x="2668" y="733"/>
                </a:cubicBezTo>
                <a:cubicBezTo>
                  <a:pt x="2706" y="755"/>
                  <a:pt x="2737" y="809"/>
                  <a:pt x="2737" y="853"/>
                </a:cubicBezTo>
                <a:cubicBezTo>
                  <a:pt x="2737" y="2273"/>
                  <a:pt x="2737" y="2273"/>
                  <a:pt x="2737" y="2273"/>
                </a:cubicBezTo>
                <a:cubicBezTo>
                  <a:pt x="2737" y="2317"/>
                  <a:pt x="2706" y="2371"/>
                  <a:pt x="2668" y="2393"/>
                </a:cubicBezTo>
                <a:cubicBezTo>
                  <a:pt x="1438" y="3103"/>
                  <a:pt x="1438" y="3103"/>
                  <a:pt x="1438" y="3103"/>
                </a:cubicBezTo>
                <a:cubicBezTo>
                  <a:pt x="1400" y="3125"/>
                  <a:pt x="1338" y="3125"/>
                  <a:pt x="1299" y="3103"/>
                </a:cubicBezTo>
                <a:cubicBezTo>
                  <a:pt x="69" y="2393"/>
                  <a:pt x="69" y="2393"/>
                  <a:pt x="69" y="2393"/>
                </a:cubicBezTo>
                <a:cubicBezTo>
                  <a:pt x="31" y="2371"/>
                  <a:pt x="0" y="2317"/>
                  <a:pt x="0" y="2273"/>
                </a:cubicBezTo>
                <a:lnTo>
                  <a:pt x="0" y="853"/>
                </a:lnTo>
                <a:close/>
              </a:path>
            </a:pathLst>
          </a:custGeom>
          <a:solidFill xmlns:a="http://schemas.openxmlformats.org/drawingml/2006/main">
            <a:srgbClr val="FA7E7E"/>
          </a:solidFill>
          <a:ln xmlns:a="http://schemas.openxmlformats.org/drawingml/2006/main" w="19050">
            <a:noFill/>
          </a:ln>
          <a:effectLst xmlns:a="http://schemas.openxmlformats.org/drawingml/2006/main">
            <a:outerShdw blurRad="190500" dist="190500" dir="2700000" algn="tl" rotWithShape="0">
              <a:prstClr val="black">
                <a:alpha val="10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68951281-57B5-4F4B-9BDE-C827FB81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3193" y="2907775"/>
            <a:ext cx="1488796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Bahnschrift Condensed"/>
                <a:ea typeface="Bahnschrift Condensed"/>
                <a:cs typeface="Bahnschrift Condensed"/>
              </a:rPr>
              <a:t>•</a:t>
            </a:r>
            <a:r>
              <a:rPr sz="1600">
                <a:latin typeface="Bahnschrift Condensed"/>
                <a:ea typeface="Bahnschrift Condensed"/>
                <a:cs typeface="Bahnschrift Condensed"/>
              </a:rPr>
              <a:t>СООБЩИТЬ О ПРОБЛЕМЕ РУКОВОДИТЕЛЮ</a:t>
            </a:r>
            <a:endParaRPr sz="1600"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60" name="CARD_4_BODY">
            <a:extLst xmlns:a="http://schemas.openxmlformats.org/drawingml/2006/main">
              <a:ext uri="{FF2B5EF4-FFF2-40B4-BE49-F238E27FC236}">
                <a16:creationId xmlns:a16="http://schemas.microsoft.com/office/drawing/2014/main" id="{996C15E3-25BD-41BD-9228-5CEBD5D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510" y="4532459"/>
            <a:ext cx="1802162" cy="159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Спокойно и ясно объяснить, что нужно сделать, к какому сроку и какой результат принять. 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8447907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Рисунок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61b1d4ff04748">
            <a:extLst>
              <a:ext uri="{96DAC541-7B7A-43D3-8B79-37D633B846F1}">
                <asvg:svgBlip xmlns:asvg="http://schemas.microsoft.com/office/drawing/2016/SVG/main" r:embed="R98bc532c1d6041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337" y="1136104"/>
            <a:ext cx="7716933" cy="269398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 ДО СБОРКИ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4b1d4d7fd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895" y="1379761"/>
            <a:ext cx="6743006" cy="2006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узла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проверяют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процессе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недостающий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останавливает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середине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заставляет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разбирать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уже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собранное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  <a:endParaRPr sz="1600">
              <a:solidFill>
                <a:srgbClr val="3F454F"/>
              </a:solidFill>
            </a:endParaRP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</a:endParaRPr>
          </a:p>
        </p:txBody>
      </p:sp>
      <p:sp>
        <p:nvSpPr>
          <p:cNvPr id="15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4106275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r>
              <a:rPr sz="13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 </a:t>
            </a: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  <a:endParaRPr sz="1300"/>
          </a:p>
        </p:txBody>
      </p:sp>
      <p:sp>
        <p:nvSpPr>
          <p:cNvPr id="16" name="EXAMPLE_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4420844"/>
            <a:ext cx="8131194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участке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вентиляционных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секций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смена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сборку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пересчитав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уголки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Нехватку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четырёх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штук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заметили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только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финальной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разобрали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полностью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потеряли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два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часа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рабочего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времени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разобрали.</a:t>
            </a:r>
            <a:endParaRPr sz="1600">
              <a:solidFill>
                <a:srgbClr val="3F454F"/>
              </a:solidFill>
            </a:endParaRP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b5ab5e7d34fd4">
            <a:extLst>
              <a:ext uri="{96DAC541-7B7A-43D3-8B79-37D633B846F1}">
                <asvg:svgBlip xmlns:asvg="http://schemas.microsoft.com/office/drawing/2016/SVG/main" r:embed="Rf4d4404f280941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b791ea9a64670">
            <a:extLst>
              <a:ext uri="{96DAC541-7B7A-43D3-8B79-37D633B846F1}">
                <asvg:svgBlip xmlns:asvg="http://schemas.microsoft.com/office/drawing/2016/SVG/main" r:embed="R20d4ba31b1d642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e3191f2404829">
            <a:extLst>
              <a:ext uri="{96DAC541-7B7A-43D3-8B79-37D633B846F1}">
                <asvg:svgBlip xmlns:asvg="http://schemas.microsoft.com/office/drawing/2016/SVG/main" r:embed="Rc46ffc6f255847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2fd3f8d04706">
            <a:extLst>
              <a:ext uri="{96DAC541-7B7A-43D3-8B79-37D633B846F1}">
                <asvg:svgBlip xmlns:asvg="http://schemas.microsoft.com/office/drawing/2016/SVG/main" r:embed="R1f2851d1db174c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70209b0f74ecb">
            <a:extLst>
              <a:ext uri="{96DAC541-7B7A-43D3-8B79-37D633B846F1}">
                <asvg:svgBlip xmlns:asvg="http://schemas.microsoft.com/office/drawing/2016/SVG/main" r:embed="Rf550a2bf020748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87d6dd8fa45ca">
            <a:extLst>
              <a:ext uri="{96DAC541-7B7A-43D3-8B79-37D633B846F1}">
                <asvg:svgBlip xmlns:asvg="http://schemas.microsoft.com/office/drawing/2016/SVG/main" r:embed="Rb56b27a2bfb442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20445" y="417292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35ee2b5814758">
            <a:extLst>
              <a:ext uri="{96DAC541-7B7A-43D3-8B79-37D633B846F1}">
                <asvg:svgBlip xmlns:asvg="http://schemas.microsoft.com/office/drawing/2016/SVG/main" r:embed="R655b5e1c338146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4675918754d74">
            <a:extLst>
              <a:ext uri="{96DAC541-7B7A-43D3-8B79-37D633B846F1}">
                <asvg:svgBlip xmlns:asvg="http://schemas.microsoft.com/office/drawing/2016/SVG/main" r:embed="R5fd0933b907c4d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1c65c99d340fa">
            <a:extLst>
              <a:ext uri="{96DAC541-7B7A-43D3-8B79-37D633B846F1}">
                <asvg:svgBlip xmlns:asvg="http://schemas.microsoft.com/office/drawing/2016/SVG/main" r:embed="R7ad5e81cd0f346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a17c22834277">
            <a:extLst>
              <a:ext uri="{96DAC541-7B7A-43D3-8B79-37D633B846F1}">
                <asvg:svgBlip xmlns:asvg="http://schemas.microsoft.com/office/drawing/2016/SVG/main" r:embed="Rc51ba635813845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b67793bde43bc">
            <a:extLst>
              <a:ext uri="{96DAC541-7B7A-43D3-8B79-37D633B846F1}">
                <asvg:svgBlip xmlns:asvg="http://schemas.microsoft.com/office/drawing/2016/SVG/main" r:embed="Re4542ff4258840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718739617488e">
            <a:extLst>
              <a:ext uri="{96DAC541-7B7A-43D3-8B79-37D633B846F1}">
                <asvg:svgBlip xmlns:asvg="http://schemas.microsoft.com/office/drawing/2016/SVG/main" r:embed="R4f6bf8c07b6c4e5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f614f7bfc44f9">
            <a:extLst>
              <a:ext uri="{96DAC541-7B7A-43D3-8B79-37D633B846F1}">
                <asvg:svgBlip xmlns:asvg="http://schemas.microsoft.com/office/drawing/2016/SVG/main" r:embed="R220f006d45c741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7ab4e4ff44755">
            <a:extLst>
              <a:ext uri="{96DAC541-7B7A-43D3-8B79-37D633B846F1}">
                <asvg:svgBlip xmlns:asvg="http://schemas.microsoft.com/office/drawing/2016/SVG/main" r:embed="R8578b10ca6b641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515d69a74be3">
            <a:extLst>
              <a:ext uri="{96DAC541-7B7A-43D3-8B79-37D633B846F1}">
                <asvg:svgBlip xmlns:asvg="http://schemas.microsoft.com/office/drawing/2016/SVG/main" r:embed="R63f227440e264a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577606" y="1784075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75bbd8e59403f">
            <a:extLst>
              <a:ext uri="{96DAC541-7B7A-43D3-8B79-37D633B846F1}">
                <asvg:svgBlip xmlns:asvg="http://schemas.microsoft.com/office/drawing/2016/SVG/main" r:embed="Rf890973237e746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20445" y="417292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7134c95fe4a77">
            <a:extLst>
              <a:ext uri="{96DAC541-7B7A-43D3-8B79-37D633B846F1}">
                <asvg:svgBlip xmlns:asvg="http://schemas.microsoft.com/office/drawing/2016/SVG/main" r:embed="R6bef7a889d9a42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40" y="1133042"/>
            <a:ext cx="4931735" cy="5088797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d267adb0a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255" y="1305239"/>
            <a:ext cx="4028661" cy="465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Цель мастера </a:t>
            </a:r>
            <a:r>
              <a:rPr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— чтобы участок сдавал план в срок, годным, безопасно и с разумным расходом ресурсов. 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>
                <a:solidFill>
                  <a:srgbClr val="3F454F"/>
                </a:solidFill>
                <a:latin typeface="Bahnschrift Condensed"/>
                <a:ea typeface="Bahnschrift Condensed"/>
                <a:cs typeface="Bahnschrift Condensed"/>
              </a:rPr>
              <a:t>Этот результат нужен </a:t>
            </a:r>
            <a:r>
              <a:rPr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каждую смену.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473" y="1273669"/>
            <a:ext cx="3857644" cy="43106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37ceda5e64eab">
            <a:extLst>
              <a:ext uri="{96DAC541-7B7A-43D3-8B79-37D633B846F1}">
                <asvg:svgBlip xmlns:asvg="http://schemas.microsoft.com/office/drawing/2016/SVG/main" r:embed="R81c3b8bc96644d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17f27877b440c">
            <a:extLst>
              <a:ext uri="{96DAC541-7B7A-43D3-8B79-37D633B846F1}">
                <asvg:svgBlip xmlns:asvg="http://schemas.microsoft.com/office/drawing/2016/SVG/main" r:embed="R5b424773285148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e81d179be4154">
            <a:extLst>
              <a:ext uri="{96DAC541-7B7A-43D3-8B79-37D633B846F1}">
                <asvg:svgBlip xmlns:asvg="http://schemas.microsoft.com/office/drawing/2016/SVG/main" r:embed="R50d9c610c96245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e12e48f8a4ea5">
            <a:extLst>
              <a:ext uri="{96DAC541-7B7A-43D3-8B79-37D633B846F1}">
                <asvg:svgBlip xmlns:asvg="http://schemas.microsoft.com/office/drawing/2016/SVG/main" r:embed="R94540531f73046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95161012a43c6">
            <a:extLst>
              <a:ext uri="{96DAC541-7B7A-43D3-8B79-37D633B846F1}">
                <asvg:svgBlip xmlns:asvg="http://schemas.microsoft.com/office/drawing/2016/SVG/main" r:embed="R72191a4b838e4c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47086ff704302">
            <a:extLst>
              <a:ext uri="{96DAC541-7B7A-43D3-8B79-37D633B846F1}">
                <asvg:svgBlip xmlns:asvg="http://schemas.microsoft.com/office/drawing/2016/SVG/main" r:embed="R3dd93c8cc1fd48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bd7464c5454c">
            <a:extLst>
              <a:ext uri="{96DAC541-7B7A-43D3-8B79-37D633B846F1}">
                <asvg:svgBlip xmlns:asvg="http://schemas.microsoft.com/office/drawing/2016/SVG/main" r:embed="R0bf2619b38fd42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feffd103a4a59">
            <a:extLst>
              <a:ext uri="{96DAC541-7B7A-43D3-8B79-37D633B846F1}">
                <asvg:svgBlip xmlns:asvg="http://schemas.microsoft.com/office/drawing/2016/SVG/main" r:embed="Rd224e261813042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306e396a423e">
            <a:extLst>
              <a:ext uri="{96DAC541-7B7A-43D3-8B79-37D633B846F1}">
                <asvg:svgBlip xmlns:asvg="http://schemas.microsoft.com/office/drawing/2016/SVG/main" r:embed="R37fbf38647fa49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70c0fe8564728">
            <a:extLst>
              <a:ext uri="{96DAC541-7B7A-43D3-8B79-37D633B846F1}">
                <asvg:svgBlip xmlns:asvg="http://schemas.microsoft.com/office/drawing/2016/SVG/main" r:embed="R56a5df17342e4c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0cc204d044f9d">
            <a:extLst>
              <a:ext uri="{96DAC541-7B7A-43D3-8B79-37D633B846F1}">
                <asvg:svgBlip xmlns:asvg="http://schemas.microsoft.com/office/drawing/2016/SVG/main" r:embed="R1a0fbada6c9846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692fe50c04b79">
            <a:extLst>
              <a:ext uri="{96DAC541-7B7A-43D3-8B79-37D633B846F1}">
                <asvg:svgBlip xmlns:asvg="http://schemas.microsoft.com/office/drawing/2016/SVG/main" r:embed="Re4c74d694a7547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0e0fd64da4ef7">
            <a:extLst>
              <a:ext uri="{96DAC541-7B7A-43D3-8B79-37D633B846F1}">
                <asvg:svgBlip xmlns:asvg="http://schemas.microsoft.com/office/drawing/2016/SVG/main" r:embed="R4e98a90693bd46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aa1792c7844ba">
            <a:extLst>
              <a:ext uri="{96DAC541-7B7A-43D3-8B79-37D633B846F1}">
                <asvg:svgBlip xmlns:asvg="http://schemas.microsoft.com/office/drawing/2016/SVG/main" r:embed="Reb7a62b9c5fb42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9313342" y="4383483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ef73b36e8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4998" y="2535893"/>
            <a:ext cx="1172137" cy="14200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83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59cf63cb84a02">
            <a:extLst>
              <a:ext uri="{96DAC541-7B7A-43D3-8B79-37D633B846F1}">
                <asvg:svgBlip xmlns:asvg="http://schemas.microsoft.com/office/drawing/2016/SVG/main" r:embed="Rb7ff99cdafc041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5788" y="6550419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8827086014a94">
            <a:extLst>
              <a:ext uri="{96DAC541-7B7A-43D3-8B79-37D633B846F1}">
                <asvg:svgBlip xmlns:asvg="http://schemas.microsoft.com/office/drawing/2016/SVG/main" r:embed="Rc237c56264d84e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40" y="3007283"/>
            <a:ext cx="4931735" cy="321455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1d7a6471b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44" y="3083956"/>
            <a:ext cx="4028661" cy="3223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Нормо-час </a:t>
            </a:r>
            <a:r>
              <a:rPr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</a:t>
            </a:r>
            <a:r>
              <a:rPr sz="1800">
                <a:latin typeface="Nunito"/>
                <a:ea typeface="Nunito"/>
                <a:cs typeface="Nunito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473" y="1273669"/>
            <a:ext cx="3857644" cy="4974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1ec3effef42ba">
            <a:extLst>
              <a:ext uri="{96DAC541-7B7A-43D3-8B79-37D633B846F1}">
                <asvg:svgBlip xmlns:asvg="http://schemas.microsoft.com/office/drawing/2016/SVG/main" r:embed="R5d92349a3b074c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e5bcb7bb44e1">
            <a:extLst>
              <a:ext uri="{96DAC541-7B7A-43D3-8B79-37D633B846F1}">
                <asvg:svgBlip xmlns:asvg="http://schemas.microsoft.com/office/drawing/2016/SVG/main" r:embed="R4c5c136e9334499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4985" y="633191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3f85a5f884712">
            <a:extLst>
              <a:ext uri="{96DAC541-7B7A-43D3-8B79-37D633B846F1}">
                <asvg:svgBlip xmlns:asvg="http://schemas.microsoft.com/office/drawing/2016/SVG/main" r:embed="R109c11ad75d041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69451" y="571584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cf1acca0e4381">
            <a:extLst>
              <a:ext uri="{96DAC541-7B7A-43D3-8B79-37D633B846F1}">
                <asvg:svgBlip xmlns:asvg="http://schemas.microsoft.com/office/drawing/2016/SVG/main" r:embed="R26036a2c978740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7645" y="-73058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c2c17d3ba48fa">
            <a:extLst>
              <a:ext uri="{96DAC541-7B7A-43D3-8B79-37D633B846F1}">
                <asvg:svgBlip xmlns:asvg="http://schemas.microsoft.com/office/drawing/2016/SVG/main" r:embed="R27518ae6ad9f46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69d197de04578">
            <a:extLst>
              <a:ext uri="{96DAC541-7B7A-43D3-8B79-37D633B846F1}">
                <asvg:svgBlip xmlns:asvg="http://schemas.microsoft.com/office/drawing/2016/SVG/main" r:embed="R01ae5d4521364d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48212" y="759244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2ebc4330a456c">
            <a:extLst>
              <a:ext uri="{96DAC541-7B7A-43D3-8B79-37D633B846F1}">
                <asvg:svgBlip xmlns:asvg="http://schemas.microsoft.com/office/drawing/2016/SVG/main" r:embed="R7fcd108230b24e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739c1fdd45c3">
            <a:extLst>
              <a:ext uri="{96DAC541-7B7A-43D3-8B79-37D633B846F1}">
                <asvg:svgBlip xmlns:asvg="http://schemas.microsoft.com/office/drawing/2016/SVG/main" r:embed="R78f2962710fd46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e53edb754977">
            <a:extLst>
              <a:ext uri="{96DAC541-7B7A-43D3-8B79-37D633B846F1}">
                <asvg:svgBlip xmlns:asvg="http://schemas.microsoft.com/office/drawing/2016/SVG/main" r:embed="Rf9e67f4ebb3745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6c6e80181462f">
            <a:extLst>
              <a:ext uri="{96DAC541-7B7A-43D3-8B79-37D633B846F1}">
                <asvg:svgBlip xmlns:asvg="http://schemas.microsoft.com/office/drawing/2016/SVG/main" r:embed="R490055c1700b48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f3f164bb24b70">
            <a:extLst>
              <a:ext uri="{96DAC541-7B7A-43D3-8B79-37D633B846F1}">
                <asvg:svgBlip xmlns:asvg="http://schemas.microsoft.com/office/drawing/2016/SVG/main" r:embed="Rd76795cec80041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b5861e8384c1e">
            <a:extLst>
              <a:ext uri="{96DAC541-7B7A-43D3-8B79-37D633B846F1}">
                <asvg:svgBlip xmlns:asvg="http://schemas.microsoft.com/office/drawing/2016/SVG/main" r:embed="R7d8fc287da014a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d283731e441ef">
            <a:extLst>
              <a:ext uri="{96DAC541-7B7A-43D3-8B79-37D633B846F1}">
                <asvg:svgBlip xmlns:asvg="http://schemas.microsoft.com/office/drawing/2016/SVG/main" r:embed="R7a8145fe80ff4b9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f7d9492d441a5">
            <a:extLst>
              <a:ext uri="{96DAC541-7B7A-43D3-8B79-37D633B846F1}">
                <asvg:svgBlip xmlns:asvg="http://schemas.microsoft.com/office/drawing/2016/SVG/main" r:embed="Rf47d601fe0b345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75510" y="6667520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11608029b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5922" y="2831446"/>
            <a:ext cx="1172137" cy="1420088"/>
          </a:xfrm>
          <a:prstGeom xmlns:a="http://schemas.openxmlformats.org/drawingml/2006/main" prst="rect">
            <a:avLst/>
          </a:prstGeom>
        </p:spPr>
      </p:pic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07" y="1529168"/>
            <a:ext cx="5058752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 xmlns:a="http://schemas.openxmlformats.org/drawingml/2006/main"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628959735473a">
            <a:extLst>
              <a:ext uri="{96DAC541-7B7A-43D3-8B79-37D633B846F1}">
                <asvg:svgBlip xmlns:asvg="http://schemas.microsoft.com/office/drawing/2016/SVG/main" r:embed="Re63548979c0c4a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5788" y="6550419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ТАКОЕ НОРМО-ЧАС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1130154"/>
            <a:ext cx="5151561" cy="25248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Нормо-час</a:t>
            </a:r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r>
              <a:rPr sz="2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</a:t>
            </a:r>
            <a:r>
              <a:rPr sz="2400">
                <a:latin typeface="Nunito"/>
                <a:ea typeface="Nunito"/>
                <a:cs typeface="Nunito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2400">
              <a:solidFill>
                <a:srgbClr val="3F454F"/>
              </a:solidFill>
            </a:endParaRP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473" y="1273669"/>
            <a:ext cx="3857644" cy="4974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Норматив закреплён за операцией. Если на неё установлено два нормо-часа, участок получит за выполненную операцию два нормо-часа независимо от того, кто её выполнял.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Фактическое время может отличаться от норматива. Опытный рабочий выполнит операцию быстрее, новичок — медленнее. Поэтому за восьмичасовую смену рабочий может сдать больше или меньше восьми нормо-часов.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8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036e0ab914a90">
            <a:extLst>
              <a:ext uri="{96DAC541-7B7A-43D3-8B79-37D633B846F1}">
                <asvg:svgBlip xmlns:asvg="http://schemas.microsoft.com/office/drawing/2016/SVG/main" r:embed="Rbcb72b0cae3445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12ab31d6f4998">
            <a:extLst>
              <a:ext uri="{96DAC541-7B7A-43D3-8B79-37D633B846F1}">
                <asvg:svgBlip xmlns:asvg="http://schemas.microsoft.com/office/drawing/2016/SVG/main" r:embed="R04c0200a79b84d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4952" y="5951287"/>
            <a:ext cx="3104789" cy="3104789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548b1f8704358">
            <a:extLst>
              <a:ext uri="{96DAC541-7B7A-43D3-8B79-37D633B846F1}">
                <asvg:svgBlip xmlns:asvg="http://schemas.microsoft.com/office/drawing/2016/SVG/main" r:embed="R483a79ca0a2b4d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69451" y="571584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4b4fd7eee4e06">
            <a:extLst>
              <a:ext uri="{96DAC541-7B7A-43D3-8B79-37D633B846F1}">
                <asvg:svgBlip xmlns:asvg="http://schemas.microsoft.com/office/drawing/2016/SVG/main" r:embed="R48181ee9d03d45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91801" y="-690684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1a07b35cf44d7">
            <a:extLst>
              <a:ext uri="{96DAC541-7B7A-43D3-8B79-37D633B846F1}">
                <asvg:svgBlip xmlns:asvg="http://schemas.microsoft.com/office/drawing/2016/SVG/main" r:embed="Rbcef2eb03fe747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f3f75e65b4f84">
            <a:extLst>
              <a:ext uri="{96DAC541-7B7A-43D3-8B79-37D633B846F1}">
                <asvg:svgBlip xmlns:asvg="http://schemas.microsoft.com/office/drawing/2016/SVG/main" r:embed="Re999d510094649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1" y="80351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ff843bfc34961">
            <a:extLst>
              <a:ext uri="{96DAC541-7B7A-43D3-8B79-37D633B846F1}">
                <asvg:svgBlip xmlns:asvg="http://schemas.microsoft.com/office/drawing/2016/SVG/main" r:embed="R90420b0b8ed94a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b5b6832364413">
            <a:extLst>
              <a:ext uri="{96DAC541-7B7A-43D3-8B79-37D633B846F1}">
                <asvg:svgBlip xmlns:asvg="http://schemas.microsoft.com/office/drawing/2016/SVG/main" r:embed="R2c99579a6a3d40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7b5ccba784b09">
            <a:extLst>
              <a:ext uri="{96DAC541-7B7A-43D3-8B79-37D633B846F1}">
                <asvg:svgBlip xmlns:asvg="http://schemas.microsoft.com/office/drawing/2016/SVG/main" r:embed="R8bd8e60cd6b246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d8f0b13d04e29">
            <a:extLst>
              <a:ext uri="{96DAC541-7B7A-43D3-8B79-37D633B846F1}">
                <asvg:svgBlip xmlns:asvg="http://schemas.microsoft.com/office/drawing/2016/SVG/main" r:embed="R8cb707158d7c4e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7783" y="-2947696"/>
            <a:ext cx="4486257" cy="4486257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59feb5aa54cd3">
            <a:extLst>
              <a:ext uri="{96DAC541-7B7A-43D3-8B79-37D633B846F1}">
                <asvg:svgBlip xmlns:asvg="http://schemas.microsoft.com/office/drawing/2016/SVG/main" r:embed="R05856f83d1e043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a6ec004a34407">
            <a:extLst>
              <a:ext uri="{96DAC541-7B7A-43D3-8B79-37D633B846F1}">
                <asvg:svgBlip xmlns:asvg="http://schemas.microsoft.com/office/drawing/2016/SVG/main" r:embed="R4e9b951aa95b4f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f20e42b404f26">
            <a:extLst>
              <a:ext uri="{96DAC541-7B7A-43D3-8B79-37D633B846F1}">
                <asvg:svgBlip xmlns:asvg="http://schemas.microsoft.com/office/drawing/2016/SVG/main" r:embed="Rbaccb255d0a542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1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b6a6381024a98">
            <a:extLst>
              <a:ext uri="{96DAC541-7B7A-43D3-8B79-37D633B846F1}">
                <asvg:svgBlip xmlns:asvg="http://schemas.microsoft.com/office/drawing/2016/SVG/main" r:embed="R1341944ebba142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75510" y="6667520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6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c8ec96b94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5922" y="2831446"/>
            <a:ext cx="1172137" cy="1420088"/>
          </a:xfrm>
          <a:prstGeom xmlns:a="http://schemas.openxmlformats.org/drawingml/2006/main" prst="rect">
            <a:avLst/>
          </a:prstGeom>
        </p:spPr>
      </p:pic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05" y="3654972"/>
            <a:ext cx="5058752" cy="25198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 xmlns:a="http://schemas.openxmlformats.org/drawingml/2006/main"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2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8462BC84-2662-4CC7-AC84-80AE880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525" y="1407989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4884720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a9991776e43f9">
            <a:extLst>
              <a:ext uri="{96DAC541-7B7A-43D3-8B79-37D633B846F1}">
                <asvg:svgBlip xmlns:asvg="http://schemas.microsoft.com/office/drawing/2016/SVG/main" r:embed="R4c082d0e80b94d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6533" y="2288381"/>
            <a:ext cx="4401845" cy="3829841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bd754f0de4645">
            <a:extLst>
              <a:ext uri="{96DAC541-7B7A-43D3-8B79-37D633B846F1}">
                <asvg:svgBlip xmlns:asvg="http://schemas.microsoft.com/office/drawing/2016/SVG/main" r:embed="R435496c2ac464e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65606" y="7037770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07d3ad2c34b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COMPARE_LEFT_BODY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20" y="2513477"/>
            <a:ext cx="3871228" cy="349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</a:t>
            </a:r>
            <a:r>
              <a:rPr>
                <a:solidFill>
                  <a:srgbClr val="21C535"/>
                </a:solidFill>
                <a:latin typeface="Bahnschrift Condensed"/>
                <a:ea typeface="Bahnschrift Condensed"/>
                <a:cs typeface="Bahnschrift Condensed"/>
              </a:rPr>
              <a:t>КОНВЕЙЕРЕ</a:t>
            </a:r>
            <a:r>
              <a:rPr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r>
              <a:rPr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одно и то же изделие идёт потоком. Темп и порядок операций задаёт линия, работа у каждого расписана заранее. Мастеру остаётся </a:t>
            </a:r>
            <a:r>
              <a:rPr>
                <a:solidFill>
                  <a:srgbClr val="21C535"/>
                </a:solidFill>
                <a:latin typeface="Nunito"/>
                <a:ea typeface="Nunito"/>
                <a:cs typeface="Nunito"/>
              </a:rPr>
              <a:t>меньше решений.</a:t>
            </a:r>
            <a:endParaRPr sz="1600">
              <a:solidFill>
                <a:srgbClr val="21C535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6" name="INTRO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49" y="1126796"/>
            <a:ext cx="7690922" cy="983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6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259869e9a4cdc">
            <a:extLst>
              <a:ext uri="{96DAC541-7B7A-43D3-8B79-37D633B846F1}">
                <asvg:svgBlip xmlns:asvg="http://schemas.microsoft.com/office/drawing/2016/SVG/main" r:embed="R5a92ad8fba584f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f181c16ef4b6c">
            <a:extLst>
              <a:ext uri="{96DAC541-7B7A-43D3-8B79-37D633B846F1}">
                <asvg:svgBlip xmlns:asvg="http://schemas.microsoft.com/office/drawing/2016/SVG/main" r:embed="Rfe8f17d7f85b4f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66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e87f4f2e248de">
            <a:extLst>
              <a:ext uri="{96DAC541-7B7A-43D3-8B79-37D633B846F1}">
                <asvg:svgBlip xmlns:asvg="http://schemas.microsoft.com/office/drawing/2016/SVG/main" r:embed="R1233f6dfcadd41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09b31a3a84081">
            <a:extLst>
              <a:ext uri="{96DAC541-7B7A-43D3-8B79-37D633B846F1}">
                <asvg:svgBlip xmlns:asvg="http://schemas.microsoft.com/office/drawing/2016/SVG/main" r:embed="Rb8769ccae7bb49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68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ecdde6f5d46df">
            <a:extLst>
              <a:ext uri="{96DAC541-7B7A-43D3-8B79-37D633B846F1}">
                <asvg:svgBlip xmlns:asvg="http://schemas.microsoft.com/office/drawing/2016/SVG/main" r:embed="R0390b37d7cc84d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525" y="809270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69499dc3b451a">
            <a:extLst>
              <a:ext uri="{96DAC541-7B7A-43D3-8B79-37D633B846F1}">
                <asvg:svgBlip xmlns:asvg="http://schemas.microsoft.com/office/drawing/2016/SVG/main" r:embed="R368ff9d10ee94f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5017" y="176753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70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6a7d657a64288">
            <a:extLst>
              <a:ext uri="{96DAC541-7B7A-43D3-8B79-37D633B846F1}">
                <asvg:svgBlip xmlns:asvg="http://schemas.microsoft.com/office/drawing/2016/SVG/main" r:embed="Rbc72e8ceba0041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10900" y="2827268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71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70040a51d4ec1">
            <a:extLst>
              <a:ext uri="{96DAC541-7B7A-43D3-8B79-37D633B846F1}">
                <asvg:svgBlip xmlns:asvg="http://schemas.microsoft.com/office/drawing/2016/SVG/main" r:embed="R8518bf9e685947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72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34567c1e747e6">
            <a:extLst>
              <a:ext uri="{96DAC541-7B7A-43D3-8B79-37D633B846F1}">
                <asvg:svgBlip xmlns:asvg="http://schemas.microsoft.com/office/drawing/2016/SVG/main" r:embed="Rb305421d1f5240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3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62e3bc6ac4208">
            <a:extLst>
              <a:ext uri="{96DAC541-7B7A-43D3-8B79-37D633B846F1}">
                <asvg:svgBlip xmlns:asvg="http://schemas.microsoft.com/office/drawing/2016/SVG/main" r:embed="R1472351b828142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74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e17bd1a244ba0">
            <a:extLst>
              <a:ext uri="{96DAC541-7B7A-43D3-8B79-37D633B846F1}">
                <asvg:svgBlip xmlns:asvg="http://schemas.microsoft.com/office/drawing/2016/SVG/main" r:embed="R62a88cbcd31141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09405" y="197349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75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ae7b4438c46fd">
            <a:extLst>
              <a:ext uri="{96DAC541-7B7A-43D3-8B79-37D633B846F1}">
                <asvg:svgBlip xmlns:asvg="http://schemas.microsoft.com/office/drawing/2016/SVG/main" r:embed="Rd8bed272c8344d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76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b2f806354955">
            <a:extLst>
              <a:ext uri="{96DAC541-7B7A-43D3-8B79-37D633B846F1}">
                <asvg:svgBlip xmlns:asvg="http://schemas.microsoft.com/office/drawing/2016/SVG/main" r:embed="R5f9909cc261d4d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3905b3af240f1">
            <a:extLst>
              <a:ext uri="{96DAC541-7B7A-43D3-8B79-37D633B846F1}">
                <asvg:svgBlip xmlns:asvg="http://schemas.microsoft.com/office/drawing/2016/SVG/main" r:embed="R7b70ad14c05d40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9688962" y="6892106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a9991776e43f9">
            <a:extLst>
              <a:ext uri="{96DAC541-7B7A-43D3-8B79-37D633B846F1}">
                <asvg:svgBlip xmlns:asvg="http://schemas.microsoft.com/office/drawing/2016/SVG/main" r:embed="R4c082d0e80b94d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7284" y="2303321"/>
            <a:ext cx="4401845" cy="3829841"/>
          </a:xfrm>
          <a:prstGeom xmlns:a="http://schemas.openxmlformats.org/drawingml/2006/main" prst="rect">
            <a:avLst/>
          </a:prstGeom>
        </p:spPr>
      </p:pic>
      <p:sp>
        <p:nvSpPr>
          <p:cNvPr id="30" name="COMPARE_RIGHT_BODY">
            <a:extLst xmlns:a="http://schemas.openxmlformats.org/drawingml/2006/main">
              <a:ext uri="{FF2B5EF4-FFF2-40B4-BE49-F238E27FC236}">
                <a16:creationId xmlns:a16="http://schemas.microsoft.com/office/drawing/2014/main" id="{8C22F5D8-2033-44C0-8651-4A110F4A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371" y="2463101"/>
            <a:ext cx="3871228" cy="349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ВЕЗА собирает </a:t>
            </a:r>
            <a:r>
              <a:rPr sz="16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ОБОРУДОВАНИЕ ПОД ЗАКАЗ,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часто поштучно под конкретную спецификацию. Почти</a:t>
            </a:r>
            <a:r>
              <a:rPr sz="1600">
                <a:solidFill>
                  <a:srgbClr val="F5340B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каждый заказ отличается по составу, трудоёмкости и срокам. 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Сегодня нужна одна расстановка людей, завтра другая. Поэтому мастер </a:t>
            </a:r>
            <a:r>
              <a:rPr sz="1600">
                <a:solidFill>
                  <a:srgbClr val="F5340B"/>
                </a:solidFill>
                <a:latin typeface="Nunito"/>
                <a:ea typeface="Nunito"/>
                <a:cs typeface="Nunito"/>
              </a:rPr>
              <a:t>каждую смену заново решает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кого поставить на каждую операцию и в каком порядке выполнять заказы.</a:t>
            </a:r>
            <a:endParaRPr sz="16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8" name="Shape 0">
            <a:extLst xmlns:a="http://schemas.openxmlformats.org/drawingml/2006/main">
              <a:ext uri="{FF2B5EF4-FFF2-40B4-BE49-F238E27FC236}">
                <a16:creationId xmlns:a16="http://schemas.microsoft.com/office/drawing/2014/main" id="{CD96AC81-AEFC-4372-979B-C43EE84A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8381"/>
            <a:ext cx="0" cy="3829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66804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6285749124507">
            <a:extLst>
              <a:ext uri="{96DAC541-7B7A-43D3-8B79-37D633B846F1}">
                <asvg:svgBlip xmlns:asvg="http://schemas.microsoft.com/office/drawing/2016/SVG/main" r:embed="R8eb0f43a393849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395054" y="746897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068fd5c43438e">
            <a:extLst>
              <a:ext uri="{96DAC541-7B7A-43D3-8B79-37D633B846F1}">
                <asvg:svgBlip xmlns:asvg="http://schemas.microsoft.com/office/drawing/2016/SVG/main" r:embed="Rc6df52699ade42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9646" y="1206060"/>
            <a:ext cx="4931735" cy="5088797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ebc623cdc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SOLU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221" y="1449735"/>
            <a:ext cx="4028661" cy="465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rgbClr val="1CAA2D"/>
                </a:solidFill>
                <a:latin typeface="Bahnschrift Condensed"/>
                <a:ea typeface="Bahnschrift Condensed"/>
                <a:cs typeface="Bahnschrift Condensed"/>
              </a:rPr>
              <a:t>РЕШЕНИЕ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800">
                <a:latin typeface="Times New Roman"/>
                <a:ea typeface="Times New Roman"/>
                <a:cs typeface="Times New Roman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F5340B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SITU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17" y="1206060"/>
            <a:ext cx="4507323" cy="4889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СИТУАЦИЯ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44ca10014cc3">
            <a:extLst>
              <a:ext uri="{96DAC541-7B7A-43D3-8B79-37D633B846F1}">
                <asvg:svgBlip xmlns:asvg="http://schemas.microsoft.com/office/drawing/2016/SVG/main" r:embed="Rc4b3b47ba90a45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761c0fea54599">
            <a:extLst>
              <a:ext uri="{96DAC541-7B7A-43D3-8B79-37D633B846F1}">
                <asvg:svgBlip xmlns:asvg="http://schemas.microsoft.com/office/drawing/2016/SVG/main" r:embed="R5dc60197b9634d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2766" y="8355982"/>
            <a:ext cx="5346222" cy="5346222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9b58f179a4241">
            <a:extLst>
              <a:ext uri="{96DAC541-7B7A-43D3-8B79-37D633B846F1}">
                <asvg:svgBlip xmlns:asvg="http://schemas.microsoft.com/office/drawing/2016/SVG/main" r:embed="R31cf4f3df7b34a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aac3e48c74d02">
            <a:extLst>
              <a:ext uri="{96DAC541-7B7A-43D3-8B79-37D633B846F1}">
                <asvg:svgBlip xmlns:asvg="http://schemas.microsoft.com/office/drawing/2016/SVG/main" r:embed="R8e15b6101f404b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3ef0c65f14810">
            <a:extLst>
              <a:ext uri="{96DAC541-7B7A-43D3-8B79-37D633B846F1}">
                <asvg:svgBlip xmlns:asvg="http://schemas.microsoft.com/office/drawing/2016/SVG/main" r:embed="R0769d771cf8645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ba6e7307e4964">
            <a:extLst>
              <a:ext uri="{96DAC541-7B7A-43D3-8B79-37D633B846F1}">
                <asvg:svgBlip xmlns:asvg="http://schemas.microsoft.com/office/drawing/2016/SVG/main" r:embed="Rc33fda87bfce44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265" y="755825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0bc2b20d24442">
            <a:extLst>
              <a:ext uri="{96DAC541-7B7A-43D3-8B79-37D633B846F1}">
                <asvg:svgBlip xmlns:asvg="http://schemas.microsoft.com/office/drawing/2016/SVG/main" r:embed="R232af12dc9f040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de3d7f6b34b46">
            <a:extLst>
              <a:ext uri="{96DAC541-7B7A-43D3-8B79-37D633B846F1}">
                <asvg:svgBlip xmlns:asvg="http://schemas.microsoft.com/office/drawing/2016/SVG/main" r:embed="Re7cb3f548b24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b648e674f4b9d">
            <a:extLst>
              <a:ext uri="{96DAC541-7B7A-43D3-8B79-37D633B846F1}">
                <asvg:svgBlip xmlns:asvg="http://schemas.microsoft.com/office/drawing/2016/SVG/main" r:embed="R018a2db8b3104b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88fa03e284adc">
            <a:extLst>
              <a:ext uri="{96DAC541-7B7A-43D3-8B79-37D633B846F1}">
                <asvg:svgBlip xmlns:asvg="http://schemas.microsoft.com/office/drawing/2016/SVG/main" r:embed="R0e832b536be14d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cd28bfb27463d">
            <a:extLst>
              <a:ext uri="{96DAC541-7B7A-43D3-8B79-37D633B846F1}">
                <asvg:svgBlip xmlns:asvg="http://schemas.microsoft.com/office/drawing/2016/SVG/main" r:embed="R6089f8cb190549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b7b3c26904dfe">
            <a:extLst>
              <a:ext uri="{96DAC541-7B7A-43D3-8B79-37D633B846F1}">
                <asvg:svgBlip xmlns:asvg="http://schemas.microsoft.com/office/drawing/2016/SVG/main" r:embed="R91a750b2646d42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8331ac6924334">
            <a:extLst>
              <a:ext uri="{96DAC541-7B7A-43D3-8B79-37D633B846F1}">
                <asvg:svgBlip xmlns:asvg="http://schemas.microsoft.com/office/drawing/2016/SVG/main" r:embed="Rd52ac46283e04f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4dc50924b4128">
            <a:extLst>
              <a:ext uri="{96DAC541-7B7A-43D3-8B79-37D633B846F1}">
                <asvg:svgBlip xmlns:asvg="http://schemas.microsoft.com/office/drawing/2016/SVG/main" r:embed="Ra65c36061c9743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2951990" y="5239811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7cb353c8e4f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1666" y="2535893"/>
            <a:ext cx="1172137" cy="14200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973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f34097b4a4419">
            <a:extLst>
              <a:ext uri="{96DAC541-7B7A-43D3-8B79-37D633B846F1}">
                <asvg:svgBlip xmlns:asvg="http://schemas.microsoft.com/office/drawing/2016/SVG/main" r:embed="Rbdd12f914d7a40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395054" y="746897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0022273f5410c">
            <a:extLst>
              <a:ext uri="{96DAC541-7B7A-43D3-8B79-37D633B846F1}">
                <asvg:svgBlip xmlns:asvg="http://schemas.microsoft.com/office/drawing/2016/SVG/main" r:embed="Rb004c9a277244a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9646" y="1206060"/>
            <a:ext cx="4931735" cy="5088797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aaa4a1a4749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AFTER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221" y="1449735"/>
            <a:ext cx="4028661" cy="4654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rgbClr val="1CAA2D"/>
                </a:solidFill>
                <a:latin typeface="Bahnschrift Condensed"/>
                <a:ea typeface="Bahnschrift Condensed"/>
                <a:cs typeface="Bahnschrift Condensed"/>
              </a:rPr>
              <a:t>СТАЛО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800">
                <a:latin typeface="Nunito"/>
                <a:ea typeface="Nunito"/>
                <a:cs typeface="Nunito"/>
              </a:rPr>
              <a:t>Когда один и тот же порядок действует для всех, рабочий понимает, на чём основано требование. Личной придиркой чаще выглядит другое: одному мастер разрешил, другого за то же самое наказал.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F5340B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BEFORE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17" y="1206060"/>
            <a:ext cx="4507323" cy="4889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3">
                    <a:lumMod val="75000"/>
                  </a:schemeClr>
                </a:solidFill>
                <a:latin typeface="Bahnschrift SemiBold Condensed"/>
                <a:ea typeface="Bahnschrift SemiBold Condensed"/>
                <a:cs typeface="Bahnschrift SemiBold Condensed"/>
              </a:rPr>
              <a:t>БЫЛО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Мастеру необязательно каждый раз собираться с духом и придумывать, как повести себя в неприятной ситуации. Можно действовать по установленному порядку: сначала проверить факты, затем определить причину и выполнить нужное действие.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chemeClr val="bg1">
                  <a:lumMod val="50000"/>
                </a:schemeClr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chemeClr val="bg1">
                    <a:lumMod val="50000"/>
                  </a:schemeClr>
                </a:solidFill>
                <a:latin typeface="Nunito"/>
                <a:ea typeface="Nunito"/>
                <a:cs typeface="Nunito"/>
              </a:rPr>
              <a:t>Большая часть таких процедур уже разобрана в курсе: как поставить задачу, проверить её выполнение, разобрать нарушение, дать обратную связь.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81ab3a31f4a48">
            <a:extLst>
              <a:ext uri="{96DAC541-7B7A-43D3-8B79-37D633B846F1}">
                <asvg:svgBlip xmlns:asvg="http://schemas.microsoft.com/office/drawing/2016/SVG/main" r:embed="R39f060d0086648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4f81485b4442c">
            <a:extLst>
              <a:ext uri="{96DAC541-7B7A-43D3-8B79-37D633B846F1}">
                <asvg:svgBlip xmlns:asvg="http://schemas.microsoft.com/office/drawing/2016/SVG/main" r:embed="R6dd1eb9aabc14d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2766" y="8355982"/>
            <a:ext cx="5346222" cy="5346222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f048f1d554915">
            <a:extLst>
              <a:ext uri="{96DAC541-7B7A-43D3-8B79-37D633B846F1}">
                <asvg:svgBlip xmlns:asvg="http://schemas.microsoft.com/office/drawing/2016/SVG/main" r:embed="R2d4ed609872549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5bdd8327c48b1">
            <a:extLst>
              <a:ext uri="{96DAC541-7B7A-43D3-8B79-37D633B846F1}">
                <asvg:svgBlip xmlns:asvg="http://schemas.microsoft.com/office/drawing/2016/SVG/main" r:embed="R34ca8d8304b349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125e007374cff">
            <a:extLst>
              <a:ext uri="{96DAC541-7B7A-43D3-8B79-37D633B846F1}">
                <asvg:svgBlip xmlns:asvg="http://schemas.microsoft.com/office/drawing/2016/SVG/main" r:embed="R48d3a7e25b2540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443633ff4433b">
            <a:extLst>
              <a:ext uri="{96DAC541-7B7A-43D3-8B79-37D633B846F1}">
                <asvg:svgBlip xmlns:asvg="http://schemas.microsoft.com/office/drawing/2016/SVG/main" r:embed="R75f02a68bd924b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265" y="755825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10a2e129d4ac5">
            <a:extLst>
              <a:ext uri="{96DAC541-7B7A-43D3-8B79-37D633B846F1}">
                <asvg:svgBlip xmlns:asvg="http://schemas.microsoft.com/office/drawing/2016/SVG/main" r:embed="R77cb35499d044a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e3ff32bab443a">
            <a:extLst>
              <a:ext uri="{96DAC541-7B7A-43D3-8B79-37D633B846F1}">
                <asvg:svgBlip xmlns:asvg="http://schemas.microsoft.com/office/drawing/2016/SVG/main" r:embed="R7f2e15e601b44f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78e015ce64c2d">
            <a:extLst>
              <a:ext uri="{96DAC541-7B7A-43D3-8B79-37D633B846F1}">
                <asvg:svgBlip xmlns:asvg="http://schemas.microsoft.com/office/drawing/2016/SVG/main" r:embed="Rc32b22740a6d40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6c7bb65f04425">
            <a:extLst>
              <a:ext uri="{96DAC541-7B7A-43D3-8B79-37D633B846F1}">
                <asvg:svgBlip xmlns:asvg="http://schemas.microsoft.com/office/drawing/2016/SVG/main" r:embed="Re895e5dea8274e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a291741b54f9a">
            <a:extLst>
              <a:ext uri="{96DAC541-7B7A-43D3-8B79-37D633B846F1}">
                <asvg:svgBlip xmlns:asvg="http://schemas.microsoft.com/office/drawing/2016/SVG/main" r:embed="R0efc047df2a147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164b213c64baf">
            <a:extLst>
              <a:ext uri="{96DAC541-7B7A-43D3-8B79-37D633B846F1}">
                <asvg:svgBlip xmlns:asvg="http://schemas.microsoft.com/office/drawing/2016/SVG/main" r:embed="R36e8467bdc4246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8a22605c542d5">
            <a:extLst>
              <a:ext uri="{96DAC541-7B7A-43D3-8B79-37D633B846F1}">
                <asvg:svgBlip xmlns:asvg="http://schemas.microsoft.com/office/drawing/2016/SVG/main" r:embed="R25883e4b92fa4f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1382b8c344ce">
            <a:extLst>
              <a:ext uri="{96DAC541-7B7A-43D3-8B79-37D633B846F1}">
                <asvg:svgBlip xmlns:asvg="http://schemas.microsoft.com/office/drawing/2016/SVG/main" r:embed="Rad8614c21d274d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2951990" y="5239811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6c14b9d8746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1666" y="2535893"/>
            <a:ext cx="1172137" cy="14200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36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39D63F5-63EB-45B8-BF5D-0312CEAE9AD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/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037ECEF5-3565-91AC-C522-CB753A7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08310">
            <a:off x="-1094024" y="424221"/>
            <a:ext cx="13914714" cy="7081196"/>
          </a:xfrm>
          <a:custGeom xmlns:a="http://schemas.openxmlformats.org/drawingml/2006/main">
            <a:gdLst>
              <a:gd name="connsiteX0" fmla="*/ 0 w 13914714"/>
              <a:gd name="connsiteY0" fmla="*/ 2239199 h 7081196"/>
              <a:gd name="connsiteX1" fmla="*/ 5156736 w 13914714"/>
              <a:gd name="connsiteY1" fmla="*/ 0 h 7081196"/>
              <a:gd name="connsiteX2" fmla="*/ 12319496 w 13914714"/>
              <a:gd name="connsiteY2" fmla="*/ 0 h 7081196"/>
              <a:gd name="connsiteX3" fmla="*/ 13914714 w 13914714"/>
              <a:gd name="connsiteY3" fmla="*/ 3673689 h 7081196"/>
              <a:gd name="connsiteX4" fmla="*/ 6067436 w 13914714"/>
              <a:gd name="connsiteY4" fmla="*/ 7081196 h 7081196"/>
              <a:gd name="connsiteX5" fmla="*/ 2102531 w 13914714"/>
              <a:gd name="connsiteY5" fmla="*/ 7081196 h 7081196"/>
              <a:gd name="connsiteX6" fmla="*/ 0 w 13914714"/>
              <a:gd name="connsiteY6" fmla="*/ 2239199 h 7081196"/>
            </a:gdLst>
            <a:rect l="l" t="t" r="r" b="b"/>
            <a:pathLst>
              <a:path w="13914714" h="7081196">
                <a:moveTo>
                  <a:pt x="0" y="2239199"/>
                </a:moveTo>
                <a:lnTo>
                  <a:pt x="5156736" y="0"/>
                </a:lnTo>
                <a:lnTo>
                  <a:pt x="12319496" y="0"/>
                </a:lnTo>
                <a:lnTo>
                  <a:pt x="13914714" y="3673689"/>
                </a:lnTo>
                <a:lnTo>
                  <a:pt x="6067436" y="7081196"/>
                </a:lnTo>
                <a:lnTo>
                  <a:pt x="2102531" y="7081196"/>
                </a:lnTo>
                <a:lnTo>
                  <a:pt x="0" y="2239199"/>
                </a:lnTo>
                <a:close/>
              </a:path>
            </a:pathLst>
          </a:custGeom>
          <a:solidFill xmlns:a="http://schemas.openxmlformats.org/drawingml/2006/main">
            <a:schemeClr val="tx2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TITLE">
            <a:extLst xmlns:a="http://schemas.openxmlformats.org/drawingml/2006/main">
              <a:ext uri="{FF2B5EF4-FFF2-40B4-BE49-F238E27FC236}">
                <a16:creationId xmlns:a16="http://schemas.microsoft.com/office/drawing/2014/main" id="{3E46B58D-7B05-3635-AA0C-9E91E0A4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9" y="449683"/>
            <a:ext cx="2178802" cy="1169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5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THE SOLUTION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5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STATEMENT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7E871A8-E85A-0235-685B-9A791A4F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4991100" cy="2517019"/>
          </a:xfrm>
          <a:prstGeom xmlns:a="http://schemas.openxmlformats.org/drawingml/2006/main" prst="roundRect">
            <a:avLst>
              <a:gd name="adj" fmla="val 2657"/>
            </a:avLst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INTRO_TITLE">
            <a:extLst xmlns:a="http://schemas.openxmlformats.org/drawingml/2006/main">
              <a:ext uri="{FF2B5EF4-FFF2-40B4-BE49-F238E27FC236}">
                <a16:creationId xmlns:a16="http://schemas.microsoft.com/office/drawing/2014/main" id="{846D44DF-0DAB-A414-DDCE-9E30D41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9" y="1994877"/>
            <a:ext cx="1696298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PROBLEM WITH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INFORMATION SHARING</a:t>
            </a:r>
          </a:p>
        </p:txBody>
      </p:sp>
      <p:sp>
        <p:nvSpPr>
          <p:cNvPr id="16" name="INTRO_BODY">
            <a:extLst xmlns:a="http://schemas.openxmlformats.org/drawingml/2006/main">
              <a:ext uri="{FF2B5EF4-FFF2-40B4-BE49-F238E27FC236}">
                <a16:creationId xmlns:a16="http://schemas.microsoft.com/office/drawing/2014/main" id="{195EBFFB-2408-6AE2-EA93-95A54A9F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8" y="2597332"/>
            <a:ext cx="4695663" cy="30893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Company values are critical, keeping in mind that it purpose organization’s functions. And like I said, having a well-</a:t>
            </a: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lai</a:t>
            </a:r>
            <a:endParaRPr sz="1400" b="0" i="0" u="none" kern="1200" cap="none" spc="0" baseline="0">
              <a:ln>
                <a:noFill/>
              </a:ln>
              <a:solidFill>
                <a:prstClr val="white"/>
              </a:solidFill>
              <a:latin typeface="Nunito"/>
              <a:ea typeface="Nunito"/>
              <a:cs typeface="Nunito"/>
            </a:endParaRPr>
          </a:p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 setof company core values will keep each and everyone from top to bottom in the organization on the right. Furthermore, when associate value with a certain thing activity,  emphasizes</a:t>
            </a:r>
          </a:p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the importance of the same. Company values are critical, keeping in mind that it purpose organization’s functions. And like I</a:t>
            </a:r>
          </a:p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said, having a well-</a:t>
            </a: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lai</a:t>
            </a: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 setof company core values will keep</a:t>
            </a:r>
          </a:p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each and everyone from top to bottom.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BF251AE-E5E2-550D-3661-A672364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7581"/>
            <a:ext cx="4991100" cy="2517019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2225">
            <a:solidFill>
              <a:schemeClr val="bg1"/>
            </a:solidFill>
            <a:prstDash val="dashDot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ROBLEM_HEADING">
            <a:extLst xmlns:a="http://schemas.openxmlformats.org/drawingml/2006/main"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062" y="1281924"/>
            <a:ext cx="1988045" cy="892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500" b="1" i="0" u="none" cap="none" spc="0">
                <a:ln>
                  <a:noFill/>
                </a:ln>
                <a:solidFill>
                  <a:schemeClr val="bg1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PROBLEM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7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DECENTRALIZED NETWORK</a:t>
            </a:r>
          </a:p>
        </p:txBody>
      </p:sp>
      <p:sp>
        <p:nvSpPr>
          <p:cNvPr id="19" name="PROBLEM_BODY">
            <a:extLst xmlns:a="http://schemas.openxmlformats.org/drawingml/2006/main">
              <a:ext uri="{FF2B5EF4-FFF2-40B4-BE49-F238E27FC236}">
                <a16:creationId xmlns:a16="http://schemas.microsoft.com/office/drawing/2014/main" id="{74E2AF2F-C61A-9F66-88D0-D9AF0EA2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062" y="2353073"/>
            <a:ext cx="4064976" cy="124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8" name="SOLUTION_SUBTITLE">
            <a:extLst xmlns:a="http://schemas.openxmlformats.org/drawingml/2006/main">
              <a:ext uri="{FF2B5EF4-FFF2-40B4-BE49-F238E27FC236}">
                <a16:creationId xmlns:a16="http://schemas.microsoft.com/office/drawing/2014/main" id="{D1A7E276-B110-1467-1EBC-494EF4F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062" y="4449066"/>
            <a:ext cx="1988045" cy="3539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700" b="0" i="0" u="none" cap="none" spc="0">
                <a:ln>
                  <a:noFill/>
                </a:ln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DECENTRALIZED </a:t>
            </a:r>
            <a:r>
              <a:rPr sz="1700" b="0" i="0" u="none" cap="none" spc="0">
                <a:ln>
                  <a:noFill/>
                </a:ln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NETWORK</a:t>
            </a:r>
          </a:p>
        </p:txBody>
      </p:sp>
      <p:sp>
        <p:nvSpPr>
          <p:cNvPr id="29" name="SOLUTION_BODY">
            <a:extLst xmlns:a="http://schemas.openxmlformats.org/drawingml/2006/main">
              <a:ext uri="{FF2B5EF4-FFF2-40B4-BE49-F238E27FC236}">
                <a16:creationId xmlns:a16="http://schemas.microsoft.com/office/drawing/2014/main" id="{F76B158F-3B64-5970-33B1-8CAC3CAF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062" y="5017654"/>
            <a:ext cx="4064976" cy="124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Nunito"/>
                <a:ea typeface="Nunito"/>
                <a:cs typeface="Nunito"/>
              </a:rPr>
              <a:t>Look at both sides of the issue with the challenges and risks pyramid. This slide has a five-level PowerPoint pyramid to showcase the problem your team is facing and the associated risks of not acting now. Having a visualization of</a:t>
            </a:r>
          </a:p>
        </p:txBody>
      </p:sp>
      <p:sp>
        <p:nvSpPr>
          <p:cNvPr id="20" name="SOLUTION_TITLE">
            <a:extLst xmlns:a="http://schemas.openxmlformats.org/drawingml/2006/main">
              <a:ext uri="{FF2B5EF4-FFF2-40B4-BE49-F238E27FC236}">
                <a16:creationId xmlns:a16="http://schemas.microsoft.com/office/drawing/2014/main" id="{385CDB94-C85E-5BD3-B990-5CB6D0F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062" y="3929289"/>
            <a:ext cx="1572866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500" b="1" i="0" u="none" cap="none" spc="0">
                <a:ln>
                  <a:noFill/>
                </a:ln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06845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765648"/>
            <a:ext cx="4116740" cy="3166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475815"/>
            <a:ext cx="0" cy="4862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b62eb24184d2a">
            <a:extLst>
              <a:ext uri="{96DAC541-7B7A-43D3-8B79-37D633B846F1}">
                <asvg:svgBlip xmlns:asvg="http://schemas.microsoft.com/office/drawing/2016/SVG/main" r:embed="Rf831efa7ecf444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d50ee81d6492f">
            <a:extLst>
              <a:ext uri="{96DAC541-7B7A-43D3-8B79-37D633B846F1}">
                <asvg:svgBlip xmlns:asvg="http://schemas.microsoft.com/office/drawing/2016/SVG/main" r:embed="Re2b94be7f4d248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5e58e0ef346a7">
            <a:extLst>
              <a:ext uri="{96DAC541-7B7A-43D3-8B79-37D633B846F1}">
                <asvg:svgBlip xmlns:asvg="http://schemas.microsoft.com/office/drawing/2016/SVG/main" r:embed="Ra4fae4843bda40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e443b17674f9b">
            <a:extLst>
              <a:ext uri="{96DAC541-7B7A-43D3-8B79-37D633B846F1}">
                <asvg:svgBlip xmlns:asvg="http://schemas.microsoft.com/office/drawing/2016/SVG/main" r:embed="Rc2894a6c5c4149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bcc1524cd4124">
            <a:extLst>
              <a:ext uri="{96DAC541-7B7A-43D3-8B79-37D633B846F1}">
                <asvg:svgBlip xmlns:asvg="http://schemas.microsoft.com/office/drawing/2016/SVG/main" r:embed="Rd834f132c1a740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90e4a34c148c5">
            <a:extLst>
              <a:ext uri="{96DAC541-7B7A-43D3-8B79-37D633B846F1}">
                <asvg:svgBlip xmlns:asvg="http://schemas.microsoft.com/office/drawing/2016/SVG/main" r:embed="Rc62c7aaac1a04c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f27dbf29f4c15">
            <a:extLst>
              <a:ext uri="{96DAC541-7B7A-43D3-8B79-37D633B846F1}">
                <asvg:svgBlip xmlns:asvg="http://schemas.microsoft.com/office/drawing/2016/SVG/main" r:embed="Ra7906aed1aa54e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366d2a85444b8">
            <a:extLst>
              <a:ext uri="{96DAC541-7B7A-43D3-8B79-37D633B846F1}">
                <asvg:svgBlip xmlns:asvg="http://schemas.microsoft.com/office/drawing/2016/SVG/main" r:embed="Rd14e0c6a0c684c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4f462e2b64888">
            <a:extLst>
              <a:ext uri="{96DAC541-7B7A-43D3-8B79-37D633B846F1}">
                <asvg:svgBlip xmlns:asvg="http://schemas.microsoft.com/office/drawing/2016/SVG/main" r:embed="R31efa05baf5c46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05c88b66b4486">
            <a:extLst>
              <a:ext uri="{96DAC541-7B7A-43D3-8B79-37D633B846F1}">
                <asvg:svgBlip xmlns:asvg="http://schemas.microsoft.com/office/drawing/2016/SVG/main" r:embed="R0f09b349a148462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b0bde40bc433a">
            <a:extLst>
              <a:ext uri="{96DAC541-7B7A-43D3-8B79-37D633B846F1}">
                <asvg:svgBlip xmlns:asvg="http://schemas.microsoft.com/office/drawing/2016/SVG/main" r:embed="R733dc9854a084a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51c57e6b4a6d">
            <a:extLst>
              <a:ext uri="{96DAC541-7B7A-43D3-8B79-37D633B846F1}">
                <asvg:svgBlip xmlns:asvg="http://schemas.microsoft.com/office/drawing/2016/SVG/main" r:embed="Rb34235f6b5e249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0a89209274139">
            <a:extLst>
              <a:ext uri="{96DAC541-7B7A-43D3-8B79-37D633B846F1}">
                <asvg:svgBlip xmlns:asvg="http://schemas.microsoft.com/office/drawing/2016/SVG/main" r:embed="Rd80c3fa3579a4b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af51465e84616">
            <a:extLst>
              <a:ext uri="{96DAC541-7B7A-43D3-8B79-37D633B846F1}">
                <asvg:svgBlip xmlns:asvg="http://schemas.microsoft.com/office/drawing/2016/SVG/main" r:embed="R33e5d7daaf734d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c3c702e934b4f">
            <a:extLst>
              <a:ext uri="{96DAC541-7B7A-43D3-8B79-37D633B846F1}">
                <asvg:svgBlip xmlns:asvg="http://schemas.microsoft.com/office/drawing/2016/SVG/main" r:embed="Rf834db8094b94d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491258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1961236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560887"/>
            <a:ext cx="426954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2014395"/>
            <a:ext cx="426954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607957"/>
            <a:ext cx="18337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КОНВЕЙЕР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161715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74123"/>
            <a:ext cx="4116740" cy="379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Работа мастера зависит от типа производства.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НА ЗАКАЗНОМ ПРОИЗВОДСТВЕ РОЛЬ ТЯЖЕЛЕЕ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346108"/>
            <a:ext cx="0" cy="4820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71f77e49142cd">
            <a:extLst>
              <a:ext uri="{96DAC541-7B7A-43D3-8B79-37D633B846F1}">
                <asvg:svgBlip xmlns:asvg="http://schemas.microsoft.com/office/drawing/2016/SVG/main" r:embed="R99a75a6002c34a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583ae192440bd">
            <a:extLst>
              <a:ext uri="{96DAC541-7B7A-43D3-8B79-37D633B846F1}">
                <asvg:svgBlip xmlns:asvg="http://schemas.microsoft.com/office/drawing/2016/SVG/main" r:embed="Rca52038752e848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1cd66d407448d">
            <a:extLst>
              <a:ext uri="{96DAC541-7B7A-43D3-8B79-37D633B846F1}">
                <asvg:svgBlip xmlns:asvg="http://schemas.microsoft.com/office/drawing/2016/SVG/main" r:embed="R98dbae999c494b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5eea27ba04455">
            <a:extLst>
              <a:ext uri="{96DAC541-7B7A-43D3-8B79-37D633B846F1}">
                <asvg:svgBlip xmlns:asvg="http://schemas.microsoft.com/office/drawing/2016/SVG/main" r:embed="Rc7edc8a220c04f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0e44b01b7488c">
            <a:extLst>
              <a:ext uri="{96DAC541-7B7A-43D3-8B79-37D633B846F1}">
                <asvg:svgBlip xmlns:asvg="http://schemas.microsoft.com/office/drawing/2016/SVG/main" r:embed="Rbe6cc133ea7a4d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dd5cc5b324a23">
            <a:extLst>
              <a:ext uri="{96DAC541-7B7A-43D3-8B79-37D633B846F1}">
                <asvg:svgBlip xmlns:asvg="http://schemas.microsoft.com/office/drawing/2016/SVG/main" r:embed="Rf42fda4efd6d40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f2413a045482a">
            <a:extLst>
              <a:ext uri="{96DAC541-7B7A-43D3-8B79-37D633B846F1}">
                <asvg:svgBlip xmlns:asvg="http://schemas.microsoft.com/office/drawing/2016/SVG/main" r:embed="R6c4cb3db00f74d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3097804854265">
            <a:extLst>
              <a:ext uri="{96DAC541-7B7A-43D3-8B79-37D633B846F1}">
                <asvg:svgBlip xmlns:asvg="http://schemas.microsoft.com/office/drawing/2016/SVG/main" r:embed="R8119885596774d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7c012149d4220">
            <a:extLst>
              <a:ext uri="{96DAC541-7B7A-43D3-8B79-37D633B846F1}">
                <asvg:svgBlip xmlns:asvg="http://schemas.microsoft.com/office/drawing/2016/SVG/main" r:embed="Rbcd2ebabdb6246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c91ca464d4d62">
            <a:extLst>
              <a:ext uri="{96DAC541-7B7A-43D3-8B79-37D633B846F1}">
                <asvg:svgBlip xmlns:asvg="http://schemas.microsoft.com/office/drawing/2016/SVG/main" r:embed="R439e1f52c43641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de34c9d734df9">
            <a:extLst>
              <a:ext uri="{96DAC541-7B7A-43D3-8B79-37D633B846F1}">
                <asvg:svgBlip xmlns:asvg="http://schemas.microsoft.com/office/drawing/2016/SVG/main" r:embed="R32e1dbc5f4d44c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7edd536b64143">
            <a:extLst>
              <a:ext uri="{96DAC541-7B7A-43D3-8B79-37D633B846F1}">
                <asvg:svgBlip xmlns:asvg="http://schemas.microsoft.com/office/drawing/2016/SVG/main" r:embed="R6cd2cb428162478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d8d53922a498f">
            <a:extLst>
              <a:ext uri="{96DAC541-7B7A-43D3-8B79-37D633B846F1}">
                <asvg:svgBlip xmlns:asvg="http://schemas.microsoft.com/office/drawing/2016/SVG/main" r:embed="R92d09c686d1e40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63abb7ae346f5">
            <a:extLst>
              <a:ext uri="{96DAC541-7B7A-43D3-8B79-37D633B846F1}">
                <asvg:svgBlip xmlns:asvg="http://schemas.microsoft.com/office/drawing/2016/SVG/main" r:embed="R60abee834c0440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62c5ba53645ad">
            <a:extLst>
              <a:ext uri="{96DAC541-7B7A-43D3-8B79-37D633B846F1}">
                <asvg:svgBlip xmlns:asvg="http://schemas.microsoft.com/office/drawing/2016/SVG/main" r:embed="R677c501c64ee4c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333942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88" y="1803920"/>
            <a:ext cx="874729" cy="825499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403570"/>
            <a:ext cx="5177503" cy="1674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1857077"/>
            <a:ext cx="5038625" cy="17418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На конвейере одно и то же изделие идёт потоком. Темп и порядок операций задаёт линия, работа у каждого расписана заранее. Мастеру остаётся меньше решений. Темп и порядок операций задаёт линия, работа у каждого расписана заранее. Мастеру остаётся меньше решений.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450640"/>
            <a:ext cx="21641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КОНВЕЙЕР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004399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МЕЛКОСЕРИЙНОЕ ПРОИЗВОДСТВО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12fdfcc7e4126">
            <a:extLst>
              <a:ext uri="{96DAC541-7B7A-43D3-8B79-37D633B846F1}">
                <asvg:svgBlip xmlns:asvg="http://schemas.microsoft.com/office/drawing/2016/SVG/main" r:embed="Rca1246d95de04d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237" y="5084694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ab32052f54a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6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e5d11eeb1452f">
            <a:extLst>
              <a:ext uri="{96DAC541-7B7A-43D3-8B79-37D633B846F1}">
                <asvg:svgBlip xmlns:asvg="http://schemas.microsoft.com/office/drawing/2016/SVG/main" r:embed="R0e5731c52325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6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6b1d7d4d5417e">
            <a:extLst>
              <a:ext uri="{96DAC541-7B7A-43D3-8B79-37D633B846F1}">
                <asvg:svgBlip xmlns:asvg="http://schemas.microsoft.com/office/drawing/2016/SVG/main" r:embed="R2bdc2954ff2d42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7c665bd594783">
            <a:extLst>
              <a:ext uri="{96DAC541-7B7A-43D3-8B79-37D633B846F1}">
                <asvg:svgBlip xmlns:asvg="http://schemas.microsoft.com/office/drawing/2016/SVG/main" r:embed="R1fadbf8adea24a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c41252fe248ae">
            <a:extLst>
              <a:ext uri="{96DAC541-7B7A-43D3-8B79-37D633B846F1}">
                <asvg:svgBlip xmlns:asvg="http://schemas.microsoft.com/office/drawing/2016/SVG/main" r:embed="Ra70fd14f033945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5602" y="-86480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7286a78d447fc">
            <a:extLst>
              <a:ext uri="{96DAC541-7B7A-43D3-8B79-37D633B846F1}">
                <asvg:svgBlip xmlns:asvg="http://schemas.microsoft.com/office/drawing/2016/SVG/main" r:embed="Rcd39750829ca48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41a5d3d684f99">
            <a:extLst>
              <a:ext uri="{96DAC541-7B7A-43D3-8B79-37D633B846F1}">
                <asvg:svgBlip xmlns:asvg="http://schemas.microsoft.com/office/drawing/2016/SVG/main" r:embed="R65a8f1bfc90349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51112" y="832741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3182a61f646ea">
            <a:extLst>
              <a:ext uri="{96DAC541-7B7A-43D3-8B79-37D633B846F1}">
                <asvg:svgBlip xmlns:asvg="http://schemas.microsoft.com/office/drawing/2016/SVG/main" r:embed="R169854e5bd9a47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6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529e3103a451b">
            <a:extLst>
              <a:ext uri="{96DAC541-7B7A-43D3-8B79-37D633B846F1}">
                <asvg:svgBlip xmlns:asvg="http://schemas.microsoft.com/office/drawing/2016/SVG/main" r:embed="R5518df646bcd4e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2222" y="6307739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6ff776dee4b64">
            <a:extLst>
              <a:ext uri="{96DAC541-7B7A-43D3-8B79-37D633B846F1}">
                <asvg:svgBlip xmlns:asvg="http://schemas.microsoft.com/office/drawing/2016/SVG/main" r:embed="R1ce75858644748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050c90edc4125">
            <a:extLst>
              <a:ext uri="{96DAC541-7B7A-43D3-8B79-37D633B846F1}">
                <asvg:svgBlip xmlns:asvg="http://schemas.microsoft.com/office/drawing/2016/SVG/main" r:embed="Re774898d404948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7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b90ee786e410d">
            <a:extLst>
              <a:ext uri="{96DAC541-7B7A-43D3-8B79-37D633B846F1}">
                <asvg:svgBlip xmlns:asvg="http://schemas.microsoft.com/office/drawing/2016/SVG/main" r:embed="Rd81f326a2e734b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72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88d571a74be5">
            <a:extLst>
              <a:ext uri="{96DAC541-7B7A-43D3-8B79-37D633B846F1}">
                <asvg:svgBlip xmlns:asvg="http://schemas.microsoft.com/office/drawing/2016/SVG/main" r:embed="R958f3a81973142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73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65ddeff48464a">
            <a:extLst>
              <a:ext uri="{96DAC541-7B7A-43D3-8B79-37D633B846F1}">
                <asvg:svgBlip xmlns:asvg="http://schemas.microsoft.com/office/drawing/2016/SVG/main" r:embed="R9bba3dfd84c64b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4c6135a6e49c2">
            <a:extLst>
              <a:ext uri="{96DAC541-7B7A-43D3-8B79-37D633B846F1}">
                <asvg:svgBlip xmlns:asvg="http://schemas.microsoft.com/office/drawing/2016/SVG/main" r:embed="R33172c4397ee4f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-1206516" y="6236160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6" name="Shape 0">
            <a:extLst xmlns:a="http://schemas.openxmlformats.org/drawingml/2006/main"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63698"/>
            <a:ext cx="0" cy="4994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6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56b685808a4c47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6765986" y="1217719"/>
            <a:ext cx="4994552" cy="4886510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  <p:pic>
        <p:nvPicPr>
          <p:cNvPr id="7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5c65153f84632">
            <a:extLst>
              <a:ext uri="{96DAC541-7B7A-43D3-8B79-37D633B846F1}">
                <asvg:svgBlip xmlns:asvg="http://schemas.microsoft.com/office/drawing/2016/SVG/main" r:embed="R3b0dbb33d0614b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40" y="3007283"/>
            <a:ext cx="4931735" cy="3214556"/>
          </a:xfrm>
          <a:prstGeom xmlns:a="http://schemas.openxmlformats.org/drawingml/2006/main" prst="rect">
            <a:avLst/>
          </a:prstGeom>
        </p:spPr>
      </p:pic>
      <p:sp>
        <p:nvSpPr>
          <p:cNvPr id="37" name="DEFINITION">
            <a:extLst xmlns:a="http://schemas.openxmlformats.org/drawingml/2006/main"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44" y="3083956"/>
            <a:ext cx="4028661" cy="3223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Нормо-час </a:t>
            </a:r>
            <a:r>
              <a:rPr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</a:t>
            </a:r>
            <a:r>
              <a:rPr sz="1800">
                <a:latin typeface="Nunito"/>
                <a:ea typeface="Nunito"/>
                <a:cs typeface="Nunito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</a:endParaRPr>
          </a:p>
        </p:txBody>
      </p:sp>
      <p:sp>
        <p:nvSpPr>
          <p:cNvPr id="38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07" y="1529168"/>
            <a:ext cx="5058752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</a:t>
            </a:r>
          </a:p>
          <a:p xmlns:a="http://schemas.openxmlformats.org/drawingml/2006/main"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5046810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5c8d3bcec4c87">
            <a:extLst>
              <a:ext uri="{96DAC541-7B7A-43D3-8B79-37D633B846F1}">
                <asvg:svgBlip xmlns:asvg="http://schemas.microsoft.com/office/drawing/2016/SVG/main" r:embed="R8a0a9cd94f8240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237" y="5084694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58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1619a66254228">
            <a:extLst>
              <a:ext uri="{96DAC541-7B7A-43D3-8B79-37D633B846F1}">
                <asvg:svgBlip xmlns:asvg="http://schemas.microsoft.com/office/drawing/2016/SVG/main" r:embed="Re37f0b33572d42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b46dea54048cb">
            <a:extLst>
              <a:ext uri="{96DAC541-7B7A-43D3-8B79-37D633B846F1}">
                <asvg:svgBlip xmlns:asvg="http://schemas.microsoft.com/office/drawing/2016/SVG/main" r:embed="Rb0f1833c840549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dbc33f6054fe0">
            <a:extLst>
              <a:ext uri="{96DAC541-7B7A-43D3-8B79-37D633B846F1}">
                <asvg:svgBlip xmlns:asvg="http://schemas.microsoft.com/office/drawing/2016/SVG/main" r:embed="R425a68b6492b40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609cf9b84dd3">
            <a:extLst>
              <a:ext uri="{96DAC541-7B7A-43D3-8B79-37D633B846F1}">
                <asvg:svgBlip xmlns:asvg="http://schemas.microsoft.com/office/drawing/2016/SVG/main" r:embed="R4e374f29639c49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5602" y="-86480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6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37b08a4bf4c64">
            <a:extLst>
              <a:ext uri="{96DAC541-7B7A-43D3-8B79-37D633B846F1}">
                <asvg:svgBlip xmlns:asvg="http://schemas.microsoft.com/office/drawing/2016/SVG/main" r:embed="R44162c04ab1f4e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a28ff82c44e00">
            <a:extLst>
              <a:ext uri="{96DAC541-7B7A-43D3-8B79-37D633B846F1}">
                <asvg:svgBlip xmlns:asvg="http://schemas.microsoft.com/office/drawing/2016/SVG/main" r:embed="Rfbbfbfee92e44e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51112" y="832741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380faf7cf4c91">
            <a:extLst>
              <a:ext uri="{96DAC541-7B7A-43D3-8B79-37D633B846F1}">
                <asvg:svgBlip xmlns:asvg="http://schemas.microsoft.com/office/drawing/2016/SVG/main" r:embed="R4c2ba0eaf5814b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f6d2c44b24e1b">
            <a:extLst>
              <a:ext uri="{96DAC541-7B7A-43D3-8B79-37D633B846F1}">
                <asvg:svgBlip xmlns:asvg="http://schemas.microsoft.com/office/drawing/2016/SVG/main" r:embed="Raef740b00d8246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12222" y="6307739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6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e7748b45d45d3">
            <a:extLst>
              <a:ext uri="{96DAC541-7B7A-43D3-8B79-37D633B846F1}">
                <asvg:svgBlip xmlns:asvg="http://schemas.microsoft.com/office/drawing/2016/SVG/main" r:embed="R03ef9dcfcddc49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99d1ebe674550">
            <a:extLst>
              <a:ext uri="{96DAC541-7B7A-43D3-8B79-37D633B846F1}">
                <asvg:svgBlip xmlns:asvg="http://schemas.microsoft.com/office/drawing/2016/SVG/main" r:embed="R1c644ada38fd4e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6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12f48e2684232">
            <a:extLst>
              <a:ext uri="{96DAC541-7B7A-43D3-8B79-37D633B846F1}">
                <asvg:svgBlip xmlns:asvg="http://schemas.microsoft.com/office/drawing/2016/SVG/main" r:embed="Rb7be1196f44c40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fb547c86943c6">
            <a:extLst>
              <a:ext uri="{96DAC541-7B7A-43D3-8B79-37D633B846F1}">
                <asvg:svgBlip xmlns:asvg="http://schemas.microsoft.com/office/drawing/2016/SVG/main" r:embed="R77a4618316c748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70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5ef4823d14ab9">
            <a:extLst>
              <a:ext uri="{96DAC541-7B7A-43D3-8B79-37D633B846F1}">
                <asvg:svgBlip xmlns:asvg="http://schemas.microsoft.com/office/drawing/2016/SVG/main" r:embed="R766e03d9f3914f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1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83ada6d244e6b">
            <a:extLst>
              <a:ext uri="{96DAC541-7B7A-43D3-8B79-37D633B846F1}">
                <asvg:svgBlip xmlns:asvg="http://schemas.microsoft.com/office/drawing/2016/SVG/main" r:embed="Rd12d742f8fe94d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-1206516" y="6236160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37" name="COURSE_TEXT">
            <a:extLst xmlns:a="http://schemas.openxmlformats.org/drawingml/2006/main">
              <a:ext uri="{FF2B5EF4-FFF2-40B4-BE49-F238E27FC236}">
                <a16:creationId xmlns:a16="http://schemas.microsoft.com/office/drawing/2014/main" id="{B7522D9B-3573-4C14-A875-44F3634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8" y="1407990"/>
            <a:ext cx="4496068" cy="4899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Нормо-час </a:t>
            </a:r>
            <a:r>
              <a:rPr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</a:t>
            </a:r>
            <a:r>
              <a:rPr sz="1800">
                <a:latin typeface="Nunito"/>
                <a:ea typeface="Nunito"/>
                <a:cs typeface="Nunito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 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 xmlns:a="http://schemas.openxmlformats.org/drawingml/2006/main">
            <a:r>
              <a:rPr sz="1800">
                <a:latin typeface="Nunito"/>
                <a:ea typeface="Nunito"/>
                <a:cs typeface="Nunito"/>
              </a:rPr>
              <a:t>это мера объёма работы. Он показывает, сколько времени по нормативу должен потратить квалифицированный рабочий на операцию в нормальном темпе.</a:t>
            </a:r>
          </a:p>
          <a:p xmlns:a="http://schemas.openxmlformats.org/drawingml/2006/main">
            <a:endParaRPr sz="1800">
              <a:latin typeface="Nunito"/>
              <a:ea typeface="Nunito"/>
              <a:cs typeface="Nunito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endParaRPr sz="1600">
              <a:solidFill>
                <a:srgbClr val="3F454F"/>
              </a:solidFill>
            </a:endParaRPr>
          </a:p>
        </p:txBody>
      </p:sp>
      <p:pic>
        <p:nvPicPr>
          <p:cNvPr id="73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bc9eecdb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3714" y="-36512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Облачко с текстом: прямоугольное со скругленными углами 1">
            <a:extLst xmlns:a="http://schemas.openxmlformats.org/drawingml/2006/main">
              <a:ext uri="{FF2B5EF4-FFF2-40B4-BE49-F238E27FC236}">
                <a16:creationId xmlns:a16="http://schemas.microsoft.com/office/drawing/2014/main" id="{DD6DF508-F9F6-4CA3-89BE-DA9C031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359" y="404777"/>
            <a:ext cx="2939120" cy="3812136"/>
          </a:xfrm>
          <a:prstGeom xmlns:a="http://schemas.openxmlformats.org/drawingml/2006/main" prst="wedgeRoundRectCallout">
            <a:avLst>
              <a:gd name="adj1" fmla="val 68877"/>
              <a:gd name="adj2" fmla="val -35275"/>
              <a:gd name="adj3" fmla="val 1666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HARACTER_COMMENT">
            <a:extLst xmlns:a="http://schemas.openxmlformats.org/drawingml/2006/main">
              <a:ext uri="{FF2B5EF4-FFF2-40B4-BE49-F238E27FC236}">
                <a16:creationId xmlns:a16="http://schemas.microsoft.com/office/drawing/2014/main" id="{0DE7EA51-052F-4067-B52D-93B4666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312" y="636750"/>
            <a:ext cx="2569856" cy="33236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Мастер отвечает за выполнение плана. Но разные изделия нельзя просто сложить в штуках: одно собирают за час, другое — за десять. Поэтому объём работы участка измеряют в нормо-часах. Поэтому объём работы участка измеряют в нормо-часах.</a:t>
            </a:r>
          </a:p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Поэтому объём работы Поэтому объём работы</a:t>
            </a: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4721154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c2b02c0e84273">
            <a:extLst>
              <a:ext uri="{96DAC541-7B7A-43D3-8B79-37D633B846F1}">
                <asvg:svgBlip xmlns:asvg="http://schemas.microsoft.com/office/drawing/2016/SVG/main" r:embed="Rabab02d80ccb47b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9219" y="7363290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2e0e27343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1" y="1020528"/>
            <a:ext cx="4681529" cy="4939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b726a9e26421a">
            <a:extLst>
              <a:ext uri="{96DAC541-7B7A-43D3-8B79-37D633B846F1}">
                <asvg:svgBlip xmlns:asvg="http://schemas.microsoft.com/office/drawing/2016/SVG/main" r:embed="R312496a863124f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d703386024b34">
            <a:extLst>
              <a:ext uri="{96DAC541-7B7A-43D3-8B79-37D633B846F1}">
                <asvg:svgBlip xmlns:asvg="http://schemas.microsoft.com/office/drawing/2016/SVG/main" r:embed="Rcd453518190c4d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618d8db67470f">
            <a:extLst>
              <a:ext uri="{96DAC541-7B7A-43D3-8B79-37D633B846F1}">
                <asvg:svgBlip xmlns:asvg="http://schemas.microsoft.com/office/drawing/2016/SVG/main" r:embed="R71668e0c1d814d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8e9b47b224aab">
            <a:extLst>
              <a:ext uri="{96DAC541-7B7A-43D3-8B79-37D633B846F1}">
                <asvg:svgBlip xmlns:asvg="http://schemas.microsoft.com/office/drawing/2016/SVG/main" r:embed="Rd830b9ee7ae544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bec2e87e845ea">
            <a:extLst>
              <a:ext uri="{96DAC541-7B7A-43D3-8B79-37D633B846F1}">
                <asvg:svgBlip xmlns:asvg="http://schemas.microsoft.com/office/drawing/2016/SVG/main" r:embed="R3e66b3ea5da140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01d9e41674172">
            <a:extLst>
              <a:ext uri="{96DAC541-7B7A-43D3-8B79-37D633B846F1}">
                <asvg:svgBlip xmlns:asvg="http://schemas.microsoft.com/office/drawing/2016/SVG/main" r:embed="R1608292cde4441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70484" y="716315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4160a12de4083">
            <a:extLst>
              <a:ext uri="{96DAC541-7B7A-43D3-8B79-37D633B846F1}">
                <asvg:svgBlip xmlns:asvg="http://schemas.microsoft.com/office/drawing/2016/SVG/main" r:embed="R65004278aab84d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c3331111d4829">
            <a:extLst>
              <a:ext uri="{96DAC541-7B7A-43D3-8B79-37D633B846F1}">
                <asvg:svgBlip xmlns:asvg="http://schemas.microsoft.com/office/drawing/2016/SVG/main" r:embed="R7cf926044a694d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c94692b6d4313">
            <a:extLst>
              <a:ext uri="{96DAC541-7B7A-43D3-8B79-37D633B846F1}">
                <asvg:svgBlip xmlns:asvg="http://schemas.microsoft.com/office/drawing/2016/SVG/main" r:embed="R09649f499ad449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037b2dd0f4aaf">
            <a:extLst>
              <a:ext uri="{96DAC541-7B7A-43D3-8B79-37D633B846F1}">
                <asvg:svgBlip xmlns:asvg="http://schemas.microsoft.com/office/drawing/2016/SVG/main" r:embed="Rc712b615189f4a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b95c47f264280">
            <a:extLst>
              <a:ext uri="{96DAC541-7B7A-43D3-8B79-37D633B846F1}">
                <asvg:svgBlip xmlns:asvg="http://schemas.microsoft.com/office/drawing/2016/SVG/main" r:embed="R2f97ab0d4b384e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b9e4efed94e38">
            <a:extLst>
              <a:ext uri="{96DAC541-7B7A-43D3-8B79-37D633B846F1}">
                <asvg:svgBlip xmlns:asvg="http://schemas.microsoft.com/office/drawing/2016/SVG/main" r:embed="R5e18800882174c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008e83788429e">
            <a:extLst>
              <a:ext uri="{96DAC541-7B7A-43D3-8B79-37D633B846F1}">
                <asvg:svgBlip xmlns:asvg="http://schemas.microsoft.com/office/drawing/2016/SVG/main" r:embed="R37da3550ddb649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215896f394174">
            <a:extLst>
              <a:ext uri="{96DAC541-7B7A-43D3-8B79-37D633B846F1}">
                <asvg:svgBlip xmlns:asvg="http://schemas.microsoft.com/office/drawing/2016/SVG/main" r:embed="R4ddec7c876414c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814981" y="5817541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6" name="Shape 0">
            <a:extLst xmlns:a="http://schemas.openxmlformats.org/drawingml/2006/main"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63698"/>
            <a:ext cx="0" cy="4994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64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4b19f8dedb4e07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6765986" y="1217719"/>
            <a:ext cx="4994552" cy="4886510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6589889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336e6f67e446e">
            <a:extLst>
              <a:ext uri="{96DAC541-7B7A-43D3-8B79-37D633B846F1}">
                <asvg:svgBlip xmlns:asvg="http://schemas.microsoft.com/office/drawing/2016/SVG/main" r:embed="R37093d2400984f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9219" y="7363290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ЦЕЛЬ РОЛИ МАСТЕРА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dc9104b65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1" y="1020528"/>
            <a:ext cx="7019157" cy="4939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80d26193e4255">
            <a:extLst>
              <a:ext uri="{96DAC541-7B7A-43D3-8B79-37D633B846F1}">
                <asvg:svgBlip xmlns:asvg="http://schemas.microsoft.com/office/drawing/2016/SVG/main" r:embed="Rbfc8cfd0308141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1fcf811314421">
            <a:extLst>
              <a:ext uri="{96DAC541-7B7A-43D3-8B79-37D633B846F1}">
                <asvg:svgBlip xmlns:asvg="http://schemas.microsoft.com/office/drawing/2016/SVG/main" r:embed="Ra3f490e066cb47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f8c1f3e75441c">
            <a:extLst>
              <a:ext uri="{96DAC541-7B7A-43D3-8B79-37D633B846F1}">
                <asvg:svgBlip xmlns:asvg="http://schemas.microsoft.com/office/drawing/2016/SVG/main" r:embed="Rf2e8fc1a0a7d4f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d3fd54aa542f0">
            <a:extLst>
              <a:ext uri="{96DAC541-7B7A-43D3-8B79-37D633B846F1}">
                <asvg:svgBlip xmlns:asvg="http://schemas.microsoft.com/office/drawing/2016/SVG/main" r:embed="Rb79f335cdc054e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3ae640f44433">
            <a:extLst>
              <a:ext uri="{96DAC541-7B7A-43D3-8B79-37D633B846F1}">
                <asvg:svgBlip xmlns:asvg="http://schemas.microsoft.com/office/drawing/2016/SVG/main" r:embed="Rf5d1edf3f25b4c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337cf94574607">
            <a:extLst>
              <a:ext uri="{96DAC541-7B7A-43D3-8B79-37D633B846F1}">
                <asvg:svgBlip xmlns:asvg="http://schemas.microsoft.com/office/drawing/2016/SVG/main" r:embed="R2b48508d9df446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70484" y="716315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0ab737e664aa6">
            <a:extLst>
              <a:ext uri="{96DAC541-7B7A-43D3-8B79-37D633B846F1}">
                <asvg:svgBlip xmlns:asvg="http://schemas.microsoft.com/office/drawing/2016/SVG/main" r:embed="Rf8723abe85e84e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953ec5054363">
            <a:extLst>
              <a:ext uri="{96DAC541-7B7A-43D3-8B79-37D633B846F1}">
                <asvg:svgBlip xmlns:asvg="http://schemas.microsoft.com/office/drawing/2016/SVG/main" r:embed="R84a7c9894cdf4d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419999ec54863">
            <a:extLst>
              <a:ext uri="{96DAC541-7B7A-43D3-8B79-37D633B846F1}">
                <asvg:svgBlip xmlns:asvg="http://schemas.microsoft.com/office/drawing/2016/SVG/main" r:embed="Rbe0563ca327a4c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4d9fa2583496e">
            <a:extLst>
              <a:ext uri="{96DAC541-7B7A-43D3-8B79-37D633B846F1}">
                <asvg:svgBlip xmlns:asvg="http://schemas.microsoft.com/office/drawing/2016/SVG/main" r:embed="R099fa0c40c4c42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7519504d042b9">
            <a:extLst>
              <a:ext uri="{96DAC541-7B7A-43D3-8B79-37D633B846F1}">
                <asvg:svgBlip xmlns:asvg="http://schemas.microsoft.com/office/drawing/2016/SVG/main" r:embed="R8ddb8bad7b0547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c409acc474fd9">
            <a:extLst>
              <a:ext uri="{96DAC541-7B7A-43D3-8B79-37D633B846F1}">
                <asvg:svgBlip xmlns:asvg="http://schemas.microsoft.com/office/drawing/2016/SVG/main" r:embed="R34a769d06de040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a3097690c4359">
            <a:extLst>
              <a:ext uri="{96DAC541-7B7A-43D3-8B79-37D633B846F1}">
                <asvg:svgBlip xmlns:asvg="http://schemas.microsoft.com/office/drawing/2016/SVG/main" r:embed="R7afa9ced4d4d4f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48544c12d4989">
            <a:extLst>
              <a:ext uri="{96DAC541-7B7A-43D3-8B79-37D633B846F1}">
                <asvg:svgBlip xmlns:asvg="http://schemas.microsoft.com/office/drawing/2016/SVG/main" r:embed="R603f67f584ea49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814981" y="5817541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6" name="Shape 0">
            <a:extLst xmlns:a="http://schemas.openxmlformats.org/drawingml/2006/main">
              <a:ext uri="{FF2B5EF4-FFF2-40B4-BE49-F238E27FC236}">
                <a16:creationId xmlns:a16="http://schemas.microsoft.com/office/drawing/2014/main" id="{29E267F8-352F-489F-8BF9-01440C1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357" y="1177763"/>
            <a:ext cx="0" cy="4994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64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ffe79aef4d4df3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7808407" y="2260140"/>
            <a:ext cx="4994552" cy="2801668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381363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f353308b64523">
            <a:extLst>
              <a:ext uri="{96DAC541-7B7A-43D3-8B79-37D633B846F1}">
                <asvg:svgBlip xmlns:asvg="http://schemas.microsoft.com/office/drawing/2016/SVG/main" r:embed="R71ef92e673584b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9219" y="7363290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ЧЕКЛИСТ МАСТЕРА 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7aad9dca44a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98f5038c14eb3">
            <a:extLst>
              <a:ext uri="{96DAC541-7B7A-43D3-8B79-37D633B846F1}">
                <asvg:svgBlip xmlns:asvg="http://schemas.microsoft.com/office/drawing/2016/SVG/main" r:embed="Ra481dcf7daa247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1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2de3fc2b446d0">
            <a:extLst>
              <a:ext uri="{96DAC541-7B7A-43D3-8B79-37D633B846F1}">
                <asvg:svgBlip xmlns:asvg="http://schemas.microsoft.com/office/drawing/2016/SVG/main" r:embed="R4b557180c9c447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2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929cbf8774bc0">
            <a:extLst>
              <a:ext uri="{96DAC541-7B7A-43D3-8B79-37D633B846F1}">
                <asvg:svgBlip xmlns:asvg="http://schemas.microsoft.com/office/drawing/2016/SVG/main" r:embed="R721e50deebf747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73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91e827690471f">
            <a:extLst>
              <a:ext uri="{96DAC541-7B7A-43D3-8B79-37D633B846F1}">
                <asvg:svgBlip xmlns:asvg="http://schemas.microsoft.com/office/drawing/2016/SVG/main" r:embed="R305321af85e945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74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76387662d4163">
            <a:extLst>
              <a:ext uri="{96DAC541-7B7A-43D3-8B79-37D633B846F1}">
                <asvg:svgBlip xmlns:asvg="http://schemas.microsoft.com/office/drawing/2016/SVG/main" r:embed="R7c199ec680f346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ba73bb0a4c42">
            <a:extLst>
              <a:ext uri="{96DAC541-7B7A-43D3-8B79-37D633B846F1}">
                <asvg:svgBlip xmlns:asvg="http://schemas.microsoft.com/office/drawing/2016/SVG/main" r:embed="R6f3978b7b11940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70484" y="716315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7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69a180dc74006">
            <a:extLst>
              <a:ext uri="{96DAC541-7B7A-43D3-8B79-37D633B846F1}">
                <asvg:svgBlip xmlns:asvg="http://schemas.microsoft.com/office/drawing/2016/SVG/main" r:embed="R422baea549dd4c0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7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34e254656445e">
            <a:extLst>
              <a:ext uri="{96DAC541-7B7A-43D3-8B79-37D633B846F1}">
                <asvg:svgBlip xmlns:asvg="http://schemas.microsoft.com/office/drawing/2016/SVG/main" r:embed="R523fc2ffefcd4f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6d3be3d2443a9">
            <a:extLst>
              <a:ext uri="{96DAC541-7B7A-43D3-8B79-37D633B846F1}">
                <asvg:svgBlip xmlns:asvg="http://schemas.microsoft.com/office/drawing/2016/SVG/main" r:embed="R394b314f19474a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98a897bcc405d">
            <a:extLst>
              <a:ext uri="{96DAC541-7B7A-43D3-8B79-37D633B846F1}">
                <asvg:svgBlip xmlns:asvg="http://schemas.microsoft.com/office/drawing/2016/SVG/main" r:embed="R15a90cd1c33346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35ffaac4f4ddd">
            <a:extLst>
              <a:ext uri="{96DAC541-7B7A-43D3-8B79-37D633B846F1}">
                <asvg:svgBlip xmlns:asvg="http://schemas.microsoft.com/office/drawing/2016/SVG/main" r:embed="R59c8dd49cbfd40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2478887e14f80">
            <a:extLst>
              <a:ext uri="{96DAC541-7B7A-43D3-8B79-37D633B846F1}">
                <asvg:svgBlip xmlns:asvg="http://schemas.microsoft.com/office/drawing/2016/SVG/main" r:embed="Ra9036faaf29145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30154911c4fd6">
            <a:extLst>
              <a:ext uri="{96DAC541-7B7A-43D3-8B79-37D633B846F1}">
                <asvg:svgBlip xmlns:asvg="http://schemas.microsoft.com/office/drawing/2016/SVG/main" r:embed="Rb994023a7e5e42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3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fd622710940eb">
            <a:extLst>
              <a:ext uri="{96DAC541-7B7A-43D3-8B79-37D633B846F1}">
                <asvg:svgBlip xmlns:asvg="http://schemas.microsoft.com/office/drawing/2016/SVG/main" r:embed="R3f50fe69b66d41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814981" y="5817541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84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85b22ef02b4bb4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8199591" y="2651324"/>
            <a:ext cx="4994552" cy="2019300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  <p:sp>
        <p:nvSpPr>
          <p:cNvPr id="28" name="CHECK_1">
            <a:extLst xmlns:a="http://schemas.openxmlformats.org/drawingml/2006/main">
              <a:ext uri="{FF2B5EF4-FFF2-40B4-BE49-F238E27FC236}">
                <a16:creationId xmlns:a16="http://schemas.microsoft.com/office/drawing/2014/main" id="{28F6DACD-3EC6-46C0-A013-B48F089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1697305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0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C659AF-069D-4D09-92B8-07304117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1602399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30" name="CHECK_2">
            <a:extLst xmlns:a="http://schemas.openxmlformats.org/drawingml/2006/main">
              <a:ext uri="{FF2B5EF4-FFF2-40B4-BE49-F238E27FC236}">
                <a16:creationId xmlns:a16="http://schemas.microsoft.com/office/drawing/2014/main" id="{BC20EE50-EE6B-4FFC-9744-1468598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3276073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1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E331264-5BEE-45B5-BCEB-51BE6680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3192274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38" name="CHECK_3">
            <a:extLst xmlns:a="http://schemas.openxmlformats.org/drawingml/2006/main">
              <a:ext uri="{FF2B5EF4-FFF2-40B4-BE49-F238E27FC236}">
                <a16:creationId xmlns:a16="http://schemas.microsoft.com/office/drawing/2014/main" id="{3F5E6E13-AD0E-45F9-8437-2B2ECB5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5048311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D3FA11-9DB3-466B-95C3-8970B55B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4885611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3" name="CHECK_4">
            <a:extLst xmlns:a="http://schemas.openxmlformats.org/drawingml/2006/main">
              <a:ext uri="{FF2B5EF4-FFF2-40B4-BE49-F238E27FC236}">
                <a16:creationId xmlns:a16="http://schemas.microsoft.com/office/drawing/2014/main" id="{8AFF4064-B656-4C0E-99F9-B7DE13C7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1697305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9D0706C-5304-45B1-94E8-ABFE3F5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1602399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4" name="CHECK_5">
            <a:extLst xmlns:a="http://schemas.openxmlformats.org/drawingml/2006/main">
              <a:ext uri="{FF2B5EF4-FFF2-40B4-BE49-F238E27FC236}">
                <a16:creationId xmlns:a16="http://schemas.microsoft.com/office/drawing/2014/main" id="{F39D3E43-9053-400D-86C3-B078B51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3276073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33C7E69-39A9-4334-BAE0-FA1BD0F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3192274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5" name="CHECK_6">
            <a:extLst xmlns:a="http://schemas.openxmlformats.org/drawingml/2006/main">
              <a:ext uri="{FF2B5EF4-FFF2-40B4-BE49-F238E27FC236}">
                <a16:creationId xmlns:a16="http://schemas.microsoft.com/office/drawing/2014/main" id="{5E96F739-5365-41A6-87B6-C02944C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5048311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6E6D070-07C6-4441-911D-09DF0D89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4885611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97574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b1d100e7a4e69">
            <a:extLst>
              <a:ext uri="{96DAC541-7B7A-43D3-8B79-37D633B846F1}">
                <asvg:svgBlip xmlns:asvg="http://schemas.microsoft.com/office/drawing/2016/SVG/main" r:embed="R0abb1daa45b249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Участок — это люди, оборудование и материалы. Сами по себе они изделие не выпустят. Мастер соединяет их так, чтобы на выходе получался готовый заказ. Всё, что мастер делает за день, работает на эту цель.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63e4ebc524b41">
            <a:extLst>
              <a:ext uri="{96DAC541-7B7A-43D3-8B79-37D633B846F1}">
                <asvg:svgBlip xmlns:asvg="http://schemas.microsoft.com/office/drawing/2016/SVG/main" r:embed="Rc7e62d4a52d44a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974b86d6c4cf1">
            <a:extLst>
              <a:ext uri="{96DAC541-7B7A-43D3-8B79-37D633B846F1}">
                <asvg:svgBlip xmlns:asvg="http://schemas.microsoft.com/office/drawing/2016/SVG/main" r:embed="R3d62bba2d5ae42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af9965e434f6a">
            <a:extLst>
              <a:ext uri="{96DAC541-7B7A-43D3-8B79-37D633B846F1}">
                <asvg:svgBlip xmlns:asvg="http://schemas.microsoft.com/office/drawing/2016/SVG/main" r:embed="Rfcbad623ca7f4d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e479367ea49bb">
            <a:extLst>
              <a:ext uri="{96DAC541-7B7A-43D3-8B79-37D633B846F1}">
                <asvg:svgBlip xmlns:asvg="http://schemas.microsoft.com/office/drawing/2016/SVG/main" r:embed="Rf6151475c95b47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5520ff54142f2">
            <a:extLst>
              <a:ext uri="{96DAC541-7B7A-43D3-8B79-37D633B846F1}">
                <asvg:svgBlip xmlns:asvg="http://schemas.microsoft.com/office/drawing/2016/SVG/main" r:embed="Rd45f48d6b0e344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56d6ecc8440ea">
            <a:extLst>
              <a:ext uri="{96DAC541-7B7A-43D3-8B79-37D633B846F1}">
                <asvg:svgBlip xmlns:asvg="http://schemas.microsoft.com/office/drawing/2016/SVG/main" r:embed="Rcad72e3198f14a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08ab1c049439d">
            <a:extLst>
              <a:ext uri="{96DAC541-7B7A-43D3-8B79-37D633B846F1}">
                <asvg:svgBlip xmlns:asvg="http://schemas.microsoft.com/office/drawing/2016/SVG/main" r:embed="R3a9343bab7f441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2852fb5774505">
            <a:extLst>
              <a:ext uri="{96DAC541-7B7A-43D3-8B79-37D633B846F1}">
                <asvg:svgBlip xmlns:asvg="http://schemas.microsoft.com/office/drawing/2016/SVG/main" r:embed="Rdf9aecd901f540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c4918de1b4e21">
            <a:extLst>
              <a:ext uri="{96DAC541-7B7A-43D3-8B79-37D633B846F1}">
                <asvg:svgBlip xmlns:asvg="http://schemas.microsoft.com/office/drawing/2016/SVG/main" r:embed="R5da2f970a20846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4b8f2194847f9">
            <a:extLst>
              <a:ext uri="{96DAC541-7B7A-43D3-8B79-37D633B846F1}">
                <asvg:svgBlip xmlns:asvg="http://schemas.microsoft.com/office/drawing/2016/SVG/main" r:embed="R71aa2db552804e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f8272d9c444ef">
            <a:extLst>
              <a:ext uri="{96DAC541-7B7A-43D3-8B79-37D633B846F1}">
                <asvg:svgBlip xmlns:asvg="http://schemas.microsoft.com/office/drawing/2016/SVG/main" r:embed="R55a0da63cd9049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9f883089e4e4c">
            <a:extLst>
              <a:ext uri="{96DAC541-7B7A-43D3-8B79-37D633B846F1}">
                <asvg:svgBlip xmlns:asvg="http://schemas.microsoft.com/office/drawing/2016/SVG/main" r:embed="R83ad78a74d0048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08f47797c49ac">
            <a:extLst>
              <a:ext uri="{96DAC541-7B7A-43D3-8B79-37D633B846F1}">
                <asvg:svgBlip xmlns:asvg="http://schemas.microsoft.com/office/drawing/2016/SVG/main" r:embed="R286390454f6841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c432e42aa4c2a">
            <a:extLst>
              <a:ext uri="{96DAC541-7B7A-43D3-8B79-37D633B846F1}">
                <asvg:svgBlip xmlns:asvg="http://schemas.microsoft.com/office/drawing/2016/SVG/main" r:embed="R7f964ac686d440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27fc754054e37">
            <a:extLst>
              <a:ext uri="{96DAC541-7B7A-43D3-8B79-37D633B846F1}">
                <asvg:svgBlip xmlns:asvg="http://schemas.microsoft.com/office/drawing/2016/SVG/main" r:embed="Rd46fd5f9638444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438" y="7696134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ОТ РЕАКЦИИ МАСТЕРА ЗАВИСИТ, СООБЩАТ ЛИ ЕМУ О ПРОБЛЕМЕ</a:t>
            </a:r>
            <a:endParaRPr sz="3000"/>
          </a:p>
        </p:txBody>
      </p:sp>
      <p:pic>
        <p:nvPicPr>
          <p:cNvPr id="5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49a403764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6" name="INTRO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6" y="858223"/>
            <a:ext cx="8774743" cy="12678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Состояние и поведение мастера влияют не только на настроение участка. От них зависит, решатся ли рабочие сообщать ему неприятные новости.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21bbbc2864661">
            <a:extLst>
              <a:ext uri="{96DAC541-7B7A-43D3-8B79-37D633B846F1}">
                <asvg:svgBlip xmlns:asvg="http://schemas.microsoft.com/office/drawing/2016/SVG/main" r:embed="R06908eec751e40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562" y="8264023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e2ad1b9624ceb">
            <a:extLst>
              <a:ext uri="{96DAC541-7B7A-43D3-8B79-37D633B846F1}">
                <asvg:svgBlip xmlns:asvg="http://schemas.microsoft.com/office/drawing/2016/SVG/main" r:embed="R8e9bc41b45304e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0a7af66244ed0">
            <a:extLst>
              <a:ext uri="{96DAC541-7B7A-43D3-8B79-37D633B846F1}">
                <asvg:svgBlip xmlns:asvg="http://schemas.microsoft.com/office/drawing/2016/SVG/main" r:embed="Ra0a6fcc334a54e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6523" y="803700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e2216e66e4c5d">
            <a:extLst>
              <a:ext uri="{96DAC541-7B7A-43D3-8B79-37D633B846F1}">
                <asvg:svgBlip xmlns:asvg="http://schemas.microsoft.com/office/drawing/2016/SVG/main" r:embed="R184bc7aae5fc4f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6f0c8a364448e">
            <a:extLst>
              <a:ext uri="{96DAC541-7B7A-43D3-8B79-37D633B846F1}">
                <asvg:svgBlip xmlns:asvg="http://schemas.microsoft.com/office/drawing/2016/SVG/main" r:embed="R32c81d82e1554f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81914" y="765589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ac15a76b74279">
            <a:extLst>
              <a:ext uri="{96DAC541-7B7A-43D3-8B79-37D633B846F1}">
                <asvg:svgBlip xmlns:asvg="http://schemas.microsoft.com/office/drawing/2016/SVG/main" r:embed="R8515588616f343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4924" y="6286493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a54ef0a564a1e">
            <a:extLst>
              <a:ext uri="{96DAC541-7B7A-43D3-8B79-37D633B846F1}">
                <asvg:svgBlip xmlns:asvg="http://schemas.microsoft.com/office/drawing/2016/SVG/main" r:embed="R20115b9fa3424e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db4a13c584c6f">
            <a:extLst>
              <a:ext uri="{96DAC541-7B7A-43D3-8B79-37D633B846F1}">
                <asvg:svgBlip xmlns:asvg="http://schemas.microsoft.com/office/drawing/2016/SVG/main" r:embed="Rd6da7b79eabd4d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2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87162df5f4129">
            <a:extLst>
              <a:ext uri="{96DAC541-7B7A-43D3-8B79-37D633B846F1}">
                <asvg:svgBlip xmlns:asvg="http://schemas.microsoft.com/office/drawing/2016/SVG/main" r:embed="R4fd8a941172640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07352" y="-2033388"/>
            <a:ext cx="1801446" cy="18014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31ed8b7384dad">
            <a:extLst>
              <a:ext uri="{96DAC541-7B7A-43D3-8B79-37D633B846F1}">
                <asvg:svgBlip xmlns:asvg="http://schemas.microsoft.com/office/drawing/2016/SVG/main" r:embed="R89fe36924a704a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168f680f64a48">
            <a:extLst>
              <a:ext uri="{96DAC541-7B7A-43D3-8B79-37D633B846F1}">
                <asvg:svgBlip xmlns:asvg="http://schemas.microsoft.com/office/drawing/2016/SVG/main" r:embed="Rb5dcf51df61c4d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e735668804039">
            <a:extLst>
              <a:ext uri="{96DAC541-7B7A-43D3-8B79-37D633B846F1}">
                <asvg:svgBlip xmlns:asvg="http://schemas.microsoft.com/office/drawing/2016/SVG/main" r:embed="Rd92d6b8f281948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3513" y="-284012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6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6cfe9bd8249dd">
            <a:extLst>
              <a:ext uri="{96DAC541-7B7A-43D3-8B79-37D633B846F1}">
                <asvg:svgBlip xmlns:asvg="http://schemas.microsoft.com/office/drawing/2016/SVG/main" r:embed="Rc10d96f8c81b44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2024658" y="7400095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8b85776d848fb">
            <a:extLst>
              <a:ext uri="{96DAC541-7B7A-43D3-8B79-37D633B846F1}">
                <asvg:svgBlip xmlns:asvg="http://schemas.microsoft.com/office/drawing/2016/SVG/main" r:embed="Rf53ebfd097cf48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805" y="2054824"/>
            <a:ext cx="6385027" cy="4324684"/>
          </a:xfrm>
          <a:prstGeom xmlns:a="http://schemas.openxmlformats.org/drawingml/2006/main" prst="rect">
            <a:avLst/>
          </a:prstGeom>
        </p:spPr>
      </p:pic>
      <p:pic>
        <p:nvPicPr>
          <p:cNvPr id="6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afa0fd3be48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9869" y="3217578"/>
            <a:ext cx="1172137" cy="1420088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ce9df26194c93">
            <a:extLst>
              <a:ext uri="{96DAC541-7B7A-43D3-8B79-37D633B846F1}">
                <asvg:svgBlip xmlns:asvg="http://schemas.microsoft.com/office/drawing/2016/SVG/main" r:embed="Rd24eabd5240c44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9589" y="7983035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30" name="CASE_BODY">
            <a:extLst xmlns:a="http://schemas.openxmlformats.org/drawingml/2006/main"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51" y="2412088"/>
            <a:ext cx="5338766" cy="3598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В 1999 году профессор Гарвардской школы бизнеса Эми </a:t>
            </a:r>
            <a:r>
              <a:rPr sz="1600">
                <a:latin typeface="Nunito"/>
                <a:ea typeface="Nunito"/>
                <a:cs typeface="Nunito"/>
              </a:rPr>
              <a:t>Эдмондсон</a:t>
            </a:r>
            <a:r>
              <a:rPr sz="1600">
                <a:latin typeface="Nunito"/>
                <a:ea typeface="Nunito"/>
                <a:cs typeface="Nunito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/>
            <a:endParaRPr sz="1600">
              <a:latin typeface="Nunito"/>
              <a:ea typeface="Nunito"/>
              <a:cs typeface="Nunito"/>
            </a:endParaRPr>
          </a:p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6" y="2449110"/>
            <a:ext cx="3214517" cy="33362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513" y="2054824"/>
            <a:ext cx="3214517" cy="43246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Для мастера это означает: </a:t>
            </a:r>
            <a:r>
              <a:rPr sz="1800">
                <a:latin typeface="Nunito"/>
                <a:ea typeface="Nunito"/>
                <a:cs typeface="Nunito"/>
              </a:rPr>
              <a:t>брак и угрозу срыва невозможно обнаружить вовремя, если рабочий боится подойти и рассказать о проблеме.</a:t>
            </a:r>
          </a:p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45308"/>
            <a:ext cx="4554538" cy="3166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 xmlns:a="http://schemas.openxmlformats.org/drawingml/2006/main"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0" y="1545308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0" y="1283950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 xmlns:a="http://schemas.openxmlformats.org/drawingml/2006/main"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80" y="325680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25" name="ITEM_3_NUMBER">
            <a:extLst xmlns:a="http://schemas.openxmlformats.org/drawingml/2006/main"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350" y="496830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46" y="3020509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46" y="4709808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42" y="1287382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42" y="1668382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3003807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3384807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42" y="4812052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42" y="5193052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2131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ebaa7d4984930">
            <a:extLst>
              <a:ext uri="{96DAC541-7B7A-43D3-8B79-37D633B846F1}">
                <asvg:svgBlip xmlns:asvg="http://schemas.microsoft.com/office/drawing/2016/SVG/main" r:embed="R32ec82df9be746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6cfae69d146d0">
            <a:extLst>
              <a:ext uri="{96DAC541-7B7A-43D3-8B79-37D633B846F1}">
                <asvg:svgBlip xmlns:asvg="http://schemas.microsoft.com/office/drawing/2016/SVG/main" r:embed="R9d983b656c814e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e8df5a6964e08">
            <a:extLst>
              <a:ext uri="{96DAC541-7B7A-43D3-8B79-37D633B846F1}">
                <asvg:svgBlip xmlns:asvg="http://schemas.microsoft.com/office/drawing/2016/SVG/main" r:embed="R9582be5a039b4c9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34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5cbc686494efc">
            <a:extLst>
              <a:ext uri="{96DAC541-7B7A-43D3-8B79-37D633B846F1}">
                <asvg:svgBlip xmlns:asvg="http://schemas.microsoft.com/office/drawing/2016/SVG/main" r:embed="R6078db5c23004d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3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7519226d14008">
            <a:extLst>
              <a:ext uri="{96DAC541-7B7A-43D3-8B79-37D633B846F1}">
                <asvg:svgBlip xmlns:asvg="http://schemas.microsoft.com/office/drawing/2016/SVG/main" r:embed="Re34ce314a30941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36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2c49f14d14e6b">
            <a:extLst>
              <a:ext uri="{96DAC541-7B7A-43D3-8B79-37D633B846F1}">
                <asvg:svgBlip xmlns:asvg="http://schemas.microsoft.com/office/drawing/2016/SVG/main" r:embed="R14cc9966c0d641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c40b4b321444b">
            <a:extLst>
              <a:ext uri="{96DAC541-7B7A-43D3-8B79-37D633B846F1}">
                <asvg:svgBlip xmlns:asvg="http://schemas.microsoft.com/office/drawing/2016/SVG/main" r:embed="R5d4c7a7177da41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3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bb000fb434315">
            <a:extLst>
              <a:ext uri="{96DAC541-7B7A-43D3-8B79-37D633B846F1}">
                <asvg:svgBlip xmlns:asvg="http://schemas.microsoft.com/office/drawing/2016/SVG/main" r:embed="R931a53f56dba43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3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d5107421c4bad">
            <a:extLst>
              <a:ext uri="{96DAC541-7B7A-43D3-8B79-37D633B846F1}">
                <asvg:svgBlip xmlns:asvg="http://schemas.microsoft.com/office/drawing/2016/SVG/main" r:embed="R3184981cef874d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4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4b9de3c4a4c03">
            <a:extLst>
              <a:ext uri="{96DAC541-7B7A-43D3-8B79-37D633B846F1}">
                <asvg:svgBlip xmlns:asvg="http://schemas.microsoft.com/office/drawing/2016/SVG/main" r:embed="R5514748067e147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49f85ca4c423a">
            <a:extLst>
              <a:ext uri="{96DAC541-7B7A-43D3-8B79-37D633B846F1}">
                <asvg:svgBlip xmlns:asvg="http://schemas.microsoft.com/office/drawing/2016/SVG/main" r:embed="Ra7884eb8f32540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4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ffc78b6744202">
            <a:extLst>
              <a:ext uri="{96DAC541-7B7A-43D3-8B79-37D633B846F1}">
                <asvg:svgBlip xmlns:asvg="http://schemas.microsoft.com/office/drawing/2016/SVG/main" r:embed="R27cc3e7966814d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43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40fb450a7408e">
            <a:extLst>
              <a:ext uri="{96DAC541-7B7A-43D3-8B79-37D633B846F1}">
                <asvg:svgBlip xmlns:asvg="http://schemas.microsoft.com/office/drawing/2016/SVG/main" r:embed="R797af2622cf043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44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48e515678440b">
            <a:extLst>
              <a:ext uri="{96DAC541-7B7A-43D3-8B79-37D633B846F1}">
                <asvg:svgBlip xmlns:asvg="http://schemas.microsoft.com/office/drawing/2016/SVG/main" r:embed="R2c17f1bfdbb841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5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e57f0a614369">
            <a:extLst>
              <a:ext uri="{96DAC541-7B7A-43D3-8B79-37D633B846F1}">
                <asvg:svgBlip xmlns:asvg="http://schemas.microsoft.com/office/drawing/2016/SVG/main" r:embed="R4c8a41ed8c7d4f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286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0e4c44e97441b">
            <a:extLst>
              <a:ext uri="{96DAC541-7B7A-43D3-8B79-37D633B846F1}">
                <asvg:svgBlip xmlns:asvg="http://schemas.microsoft.com/office/drawing/2016/SVG/main" r:embed="Rfdf52185f0b346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8d781022c4d3e">
            <a:extLst>
              <a:ext uri="{96DAC541-7B7A-43D3-8B79-37D633B846F1}">
                <asvg:svgBlip xmlns:asvg="http://schemas.microsoft.com/office/drawing/2016/SVG/main" r:embed="R29ce02cb026442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f2cf485144faa">
            <a:extLst>
              <a:ext uri="{96DAC541-7B7A-43D3-8B79-37D633B846F1}">
                <asvg:svgBlip xmlns:asvg="http://schemas.microsoft.com/office/drawing/2016/SVG/main" r:embed="R17aa6b4c01f54d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1bdba842f4cf1">
            <a:extLst>
              <a:ext uri="{96DAC541-7B7A-43D3-8B79-37D633B846F1}">
                <asvg:svgBlip xmlns:asvg="http://schemas.microsoft.com/office/drawing/2016/SVG/main" r:embed="Rf0477010d39b4f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aa8fa6a374cb9">
            <a:extLst>
              <a:ext uri="{96DAC541-7B7A-43D3-8B79-37D633B846F1}">
                <asvg:svgBlip xmlns:asvg="http://schemas.microsoft.com/office/drawing/2016/SVG/main" r:embed="R8d15e6f952e04c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6bfdc4d224e20">
            <a:extLst>
              <a:ext uri="{96DAC541-7B7A-43D3-8B79-37D633B846F1}">
                <asvg:svgBlip xmlns:asvg="http://schemas.microsoft.com/office/drawing/2016/SVG/main" r:embed="R3004188a989846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f778008fc4b19">
            <a:extLst>
              <a:ext uri="{96DAC541-7B7A-43D3-8B79-37D633B846F1}">
                <asvg:svgBlip xmlns:asvg="http://schemas.microsoft.com/office/drawing/2016/SVG/main" r:embed="R6cff1ae4450243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2d902d8ca42fd">
            <a:extLst>
              <a:ext uri="{96DAC541-7B7A-43D3-8B79-37D633B846F1}">
                <asvg:svgBlip xmlns:asvg="http://schemas.microsoft.com/office/drawing/2016/SVG/main" r:embed="Rc167336211a34d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b03199b6840f8">
            <a:extLst>
              <a:ext uri="{96DAC541-7B7A-43D3-8B79-37D633B846F1}">
                <asvg:svgBlip xmlns:asvg="http://schemas.microsoft.com/office/drawing/2016/SVG/main" r:embed="R1076eee1cac544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81a2cf03841ac">
            <a:extLst>
              <a:ext uri="{96DAC541-7B7A-43D3-8B79-37D633B846F1}">
                <asvg:svgBlip xmlns:asvg="http://schemas.microsoft.com/office/drawing/2016/SVG/main" r:embed="R33da7db6c3da47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24778fc0b4d2c">
            <a:extLst>
              <a:ext uri="{96DAC541-7B7A-43D3-8B79-37D633B846F1}">
                <asvg:svgBlip xmlns:asvg="http://schemas.microsoft.com/office/drawing/2016/SVG/main" r:embed="R9bb08177ac3641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a88b842e346a3">
            <a:extLst>
              <a:ext uri="{96DAC541-7B7A-43D3-8B79-37D633B846F1}">
                <asvg:svgBlip xmlns:asvg="http://schemas.microsoft.com/office/drawing/2016/SVG/main" r:embed="R19ef9cd9520a46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232a1dbc74c6b">
            <a:extLst>
              <a:ext uri="{96DAC541-7B7A-43D3-8B79-37D633B846F1}">
                <asvg:svgBlip xmlns:asvg="http://schemas.microsoft.com/office/drawing/2016/SVG/main" r:embed="R010559d8ba0c42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91314d37941a3">
            <a:extLst>
              <a:ext uri="{96DAC541-7B7A-43D3-8B79-37D633B846F1}">
                <asvg:svgBlip xmlns:asvg="http://schemas.microsoft.com/office/drawing/2016/SVG/main" r:embed="Rbf12455328164c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10bb8bbec43ad">
            <a:extLst>
              <a:ext uri="{96DAC541-7B7A-43D3-8B79-37D633B846F1}">
                <asvg:svgBlip xmlns:asvg="http://schemas.microsoft.com/office/drawing/2016/SVG/main" r:embed="Rf640b1b9c7af4b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Рабочий хамит в ответ.</a:t>
            </a:r>
            <a:br/>
            <a:r>
              <a:rPr sz="1600">
                <a:latin typeface="Nunito"/>
                <a:ea typeface="Nunito"/>
                <a:cs typeface="Nunito"/>
              </a:rPr>
              <a:t>«Со мной так не разговаривают. Вернёмся к панели».</a:t>
            </a: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endParaRPr sz="1600">
              <a:latin typeface="Nunito"/>
              <a:ea typeface="Nunito"/>
              <a:cs typeface="Nunito"/>
            </a:endParaRP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Рабочий сыплет оправданиями.</a:t>
            </a:r>
            <a:br/>
            <a:r>
              <a:rPr sz="1600">
                <a:latin typeface="Nunito"/>
                <a:ea typeface="Nunito"/>
                <a:cs typeface="Nunito"/>
              </a:rPr>
              <a:t>«Стоп. Что конкретно мешало и когда ты это увидел?»</a:t>
            </a: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endParaRPr sz="1600">
              <a:latin typeface="Nunito"/>
              <a:ea typeface="Nunito"/>
              <a:cs typeface="Nunito"/>
            </a:endParaRP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Рабочий третий раз делает одно и то же.</a:t>
            </a:r>
            <a:br/>
            <a:r>
              <a:rPr sz="1600">
                <a:latin typeface="Nunito"/>
                <a:ea typeface="Nunito"/>
                <a:cs typeface="Nunito"/>
              </a:rPr>
              <a:t>«Мы это обсуждали дважды. Сегодня пишешь объяснительную».</a:t>
            </a: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endParaRPr sz="1600">
              <a:latin typeface="Nunito"/>
              <a:ea typeface="Nunito"/>
              <a:cs typeface="Nunito"/>
            </a:endParaRPr>
          </a:p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Начальник производства давит при рабочих.</a:t>
            </a:r>
            <a:br/>
            <a:r>
              <a:rPr sz="1600">
                <a:latin typeface="Nunito"/>
                <a:ea typeface="Nunito"/>
                <a:cs typeface="Nunito"/>
              </a:rPr>
              <a:t>«Понял, разберусь. Подойду к Вам через двадцать минут с решением».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8155228" y="1513167"/>
            <a:ext cx="3714749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F97A07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06" y="1119038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fd26d90374ce3">
            <a:extLst>
              <a:ext uri="{96DAC541-7B7A-43D3-8B79-37D633B846F1}">
                <asvg:svgBlip xmlns:asvg="http://schemas.microsoft.com/office/drawing/2016/SVG/main" r:embed="R2672fa0b5d5940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aae0a06864a0d">
            <a:extLst>
              <a:ext uri="{96DAC541-7B7A-43D3-8B79-37D633B846F1}">
                <asvg:svgBlip xmlns:asvg="http://schemas.microsoft.com/office/drawing/2016/SVG/main" r:embed="R7b1704e4896a46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610baf17440ae">
            <a:extLst>
              <a:ext uri="{96DAC541-7B7A-43D3-8B79-37D633B846F1}">
                <asvg:svgBlip xmlns:asvg="http://schemas.microsoft.com/office/drawing/2016/SVG/main" r:embed="Rf7d27b8bc5a44d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443d362244803">
            <a:extLst>
              <a:ext uri="{96DAC541-7B7A-43D3-8B79-37D633B846F1}">
                <asvg:svgBlip xmlns:asvg="http://schemas.microsoft.com/office/drawing/2016/SVG/main" r:embed="R00c5881a880a4b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cdcd8bfdb40cb">
            <a:extLst>
              <a:ext uri="{96DAC541-7B7A-43D3-8B79-37D633B846F1}">
                <asvg:svgBlip xmlns:asvg="http://schemas.microsoft.com/office/drawing/2016/SVG/main" r:embed="R4790fc43dc6041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1d3293bc449c9">
            <a:extLst>
              <a:ext uri="{96DAC541-7B7A-43D3-8B79-37D633B846F1}">
                <asvg:svgBlip xmlns:asvg="http://schemas.microsoft.com/office/drawing/2016/SVG/main" r:embed="R8d628058bafd48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aba2a754b4ac5">
            <a:extLst>
              <a:ext uri="{96DAC541-7B7A-43D3-8B79-37D633B846F1}">
                <asvg:svgBlip xmlns:asvg="http://schemas.microsoft.com/office/drawing/2016/SVG/main" r:embed="R927d9d440fef46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907" y="625025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9c695a66f4913">
            <a:extLst>
              <a:ext uri="{96DAC541-7B7A-43D3-8B79-37D633B846F1}">
                <asvg:svgBlip xmlns:asvg="http://schemas.microsoft.com/office/drawing/2016/SVG/main" r:embed="Rb48907b559ab4d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f357b038c4fdf">
            <a:extLst>
              <a:ext uri="{96DAC541-7B7A-43D3-8B79-37D633B846F1}">
                <asvg:svgBlip xmlns:asvg="http://schemas.microsoft.com/office/drawing/2016/SVG/main" r:embed="R5c241a05ae7e44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8b4d857804900">
            <a:extLst>
              <a:ext uri="{96DAC541-7B7A-43D3-8B79-37D633B846F1}">
                <asvg:svgBlip xmlns:asvg="http://schemas.microsoft.com/office/drawing/2016/SVG/main" r:embed="R4fa3d6c2564a47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8e08c57f4f65">
            <a:extLst>
              <a:ext uri="{96DAC541-7B7A-43D3-8B79-37D633B846F1}">
                <asvg:svgBlip xmlns:asvg="http://schemas.microsoft.com/office/drawing/2016/SVG/main" r:embed="R9d1b09592d6b43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38ae91720442a">
            <a:extLst>
              <a:ext uri="{96DAC541-7B7A-43D3-8B79-37D633B846F1}">
                <asvg:svgBlip xmlns:asvg="http://schemas.microsoft.com/office/drawing/2016/SVG/main" r:embed="Rf60f4cb8c46a4a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26111ba884d21">
            <a:extLst>
              <a:ext uri="{96DAC541-7B7A-43D3-8B79-37D633B846F1}">
                <asvg:svgBlip xmlns:asvg="http://schemas.microsoft.com/office/drawing/2016/SVG/main" r:embed="R136fce2662844e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c719246b44fd">
            <a:extLst>
              <a:ext uri="{96DAC541-7B7A-43D3-8B79-37D633B846F1}">
                <asvg:svgBlip xmlns:asvg="http://schemas.microsoft.com/office/drawing/2016/SVG/main" r:embed="R1d977c5c72ac4f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1b1cd0a654291">
            <a:extLst>
              <a:ext uri="{96DAC541-7B7A-43D3-8B79-37D633B846F1}">
                <asvg:svgBlip xmlns:asvg="http://schemas.microsoft.com/office/drawing/2016/SVG/main" r:embed="R58dbb7e8f28c45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88" y="1193303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В 1999 году профессор Гарвардской школы бизнеса Эми </a:t>
            </a:r>
            <a:r>
              <a:rPr sz="1600">
                <a:latin typeface="Nunito"/>
                <a:ea typeface="Nunito"/>
                <a:cs typeface="Nunito"/>
              </a:rPr>
              <a:t>Эдмондсон</a:t>
            </a:r>
            <a:r>
              <a:rPr sz="1600">
                <a:latin typeface="Nunito"/>
                <a:ea typeface="Nunito"/>
                <a:cs typeface="Nunito"/>
              </a:rPr>
              <a:t> изучала медицинские команды. Она обнаружила парадокс: лучшие команды сообщали о большем количестве ошибок.</a:t>
            </a:r>
            <a:br/>
            <a:endParaRPr sz="1600">
              <a:latin typeface="Nunito"/>
              <a:ea typeface="Nunito"/>
              <a:cs typeface="Nunito"/>
            </a:endParaRPr>
          </a:p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Дело было не в том, что они ошибались чаще. В командах, где руководитель спокойно принимал сообщение и разбирал ошибку по существу, люди не боялись говорить о проблемах. Поэтому ошибки замечали раньше.</a:t>
            </a:r>
          </a:p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Там, где руководитель кричал, обвинял или наказывал за сам факт плохой новости, люди старались молчать. Ошибки обнаруживали позднее, когда исправление обходилось дороже.</a:t>
            </a:r>
          </a:p>
        </p:txBody>
      </p:sp>
    </p:spTree>
    <p:extLst>
      <p:ext uri="{BB962C8B-B14F-4D97-AF65-F5344CB8AC3E}">
        <p14:creationId xmlns:p14="http://schemas.microsoft.com/office/powerpoint/2010/main" val="135067987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2423878" y="889212"/>
            <a:ext cx="9431671" cy="1141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 xmlns:a="http://schemas.openxmlformats.org/drawingml/2006/main"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93" y="253247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24" name="ITEM_2_NUMBER">
            <a:extLst xmlns:a="http://schemas.openxmlformats.org/drawingml/2006/main"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13" y="3828982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25" name="ITEM_3_NUMBER">
            <a:extLst xmlns:a="http://schemas.openxmlformats.org/drawingml/2006/main"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83" y="5069215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79" y="3571583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46" y="4977099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2274551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2655551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3611153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3992153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4955164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5265826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213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7619c119e4e13">
            <a:extLst>
              <a:ext uri="{96DAC541-7B7A-43D3-8B79-37D633B846F1}">
                <asvg:svgBlip xmlns:asvg="http://schemas.microsoft.com/office/drawing/2016/SVG/main" r:embed="R7b33928471b041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646597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59b987c9f48e6">
            <a:extLst>
              <a:ext uri="{96DAC541-7B7A-43D3-8B79-37D633B846F1}">
                <asvg:svgBlip xmlns:asvg="http://schemas.microsoft.com/office/drawing/2016/SVG/main" r:embed="Ra079e93190e147e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c348a28994efe">
            <a:extLst>
              <a:ext uri="{96DAC541-7B7A-43D3-8B79-37D633B846F1}">
                <asvg:svgBlip xmlns:asvg="http://schemas.microsoft.com/office/drawing/2016/SVG/main" r:embed="Rfbe1e7f41fe34e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a7d9b83074026">
            <a:extLst>
              <a:ext uri="{96DAC541-7B7A-43D3-8B79-37D633B846F1}">
                <asvg:svgBlip xmlns:asvg="http://schemas.microsoft.com/office/drawing/2016/SVG/main" r:embed="R6cadc331b750432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3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2abec4ea444ce">
            <a:extLst>
              <a:ext uri="{96DAC541-7B7A-43D3-8B79-37D633B846F1}">
                <asvg:svgBlip xmlns:asvg="http://schemas.microsoft.com/office/drawing/2016/SVG/main" r:embed="R0d49857069f341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3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a0edc31024dd2">
            <a:extLst>
              <a:ext uri="{96DAC541-7B7A-43D3-8B79-37D633B846F1}">
                <asvg:svgBlip xmlns:asvg="http://schemas.microsoft.com/office/drawing/2016/SVG/main" r:embed="Re8cd2c9d9dd34b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3fad0ef26402a">
            <a:extLst>
              <a:ext uri="{96DAC541-7B7A-43D3-8B79-37D633B846F1}">
                <asvg:svgBlip xmlns:asvg="http://schemas.microsoft.com/office/drawing/2016/SVG/main" r:embed="Rf78a1efac0e140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0394" y="715364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3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e3921af49437d">
            <a:extLst>
              <a:ext uri="{96DAC541-7B7A-43D3-8B79-37D633B846F1}">
                <asvg:svgBlip xmlns:asvg="http://schemas.microsoft.com/office/drawing/2016/SVG/main" r:embed="R538cff2cde734f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3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d61d5a65340f6">
            <a:extLst>
              <a:ext uri="{96DAC541-7B7A-43D3-8B79-37D633B846F1}">
                <asvg:svgBlip xmlns:asvg="http://schemas.microsoft.com/office/drawing/2016/SVG/main" r:embed="Ree8eb6a4d93f4b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3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f8275b1914c21">
            <a:extLst>
              <a:ext uri="{96DAC541-7B7A-43D3-8B79-37D633B846F1}">
                <asvg:svgBlip xmlns:asvg="http://schemas.microsoft.com/office/drawing/2016/SVG/main" r:embed="R24e36e8be6bd43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3386e6b9d4abf">
            <a:extLst>
              <a:ext uri="{96DAC541-7B7A-43D3-8B79-37D633B846F1}">
                <asvg:svgBlip xmlns:asvg="http://schemas.microsoft.com/office/drawing/2016/SVG/main" r:embed="R7fbec402528b4d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4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f21f5dc4648ab">
            <a:extLst>
              <a:ext uri="{96DAC541-7B7A-43D3-8B79-37D633B846F1}">
                <asvg:svgBlip xmlns:asvg="http://schemas.microsoft.com/office/drawing/2016/SVG/main" r:embed="R3c238c1239a545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4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f7ea3267f4f66">
            <a:extLst>
              <a:ext uri="{96DAC541-7B7A-43D3-8B79-37D633B846F1}">
                <asvg:svgBlip xmlns:asvg="http://schemas.microsoft.com/office/drawing/2016/SVG/main" r:embed="R5581973ddd6941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4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b42c9c3c944a9">
            <a:extLst>
              <a:ext uri="{96DAC541-7B7A-43D3-8B79-37D633B846F1}">
                <asvg:svgBlip xmlns:asvg="http://schemas.microsoft.com/office/drawing/2016/SVG/main" r:embed="R4452065fe6cb45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c4a0c9251491c">
            <a:extLst>
              <a:ext uri="{96DAC541-7B7A-43D3-8B79-37D633B846F1}">
                <asvg:svgBlip xmlns:asvg="http://schemas.microsoft.com/office/drawing/2016/SVG/main" r:embed="R81217c06efaf4d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ITEM_4_NUMBER">
            <a:extLst xmlns:a="http://schemas.openxmlformats.org/drawingml/2006/main"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886" y="259597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4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1" name="ITEM_5_NUMBER">
            <a:extLst xmlns:a="http://schemas.openxmlformats.org/drawingml/2006/main"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206" y="3836210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5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2" name="ITEM_6_NUMBER">
            <a:extLst xmlns:a="http://schemas.openxmlformats.org/drawingml/2006/main">
              <a:ext uri="{FF2B5EF4-FFF2-40B4-BE49-F238E27FC236}">
                <a16:creationId xmlns:a16="http://schemas.microsoft.com/office/drawing/2014/main" id="{4AEDEB76-F001-487D-9C06-0E03F9E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176" y="5076443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6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72" y="3691355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99" y="2306032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 xmlns:a="http://schemas.openxmlformats.org/drawingml/2006/main"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99" y="2662779"/>
            <a:ext cx="4256585" cy="972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 xmlns:a="http://schemas.openxmlformats.org/drawingml/2006/main"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99" y="3674653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 xmlns:a="http://schemas.openxmlformats.org/drawingml/2006/main"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99" y="3999381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8" name="ITEM_6_TITLE">
            <a:extLst xmlns:a="http://schemas.openxmlformats.org/drawingml/2006/main">
              <a:ext uri="{FF2B5EF4-FFF2-40B4-BE49-F238E27FC236}">
                <a16:creationId xmlns:a16="http://schemas.microsoft.com/office/drawing/2014/main" id="{BD320A90-AABE-4D9D-BC41-B7C07EE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768" y="4962392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9" name="ITEM_6_BODY">
            <a:extLst xmlns:a="http://schemas.openxmlformats.org/drawingml/2006/main">
              <a:ext uri="{FF2B5EF4-FFF2-40B4-BE49-F238E27FC236}">
                <a16:creationId xmlns:a16="http://schemas.microsoft.com/office/drawing/2014/main" id="{CB6F5268-F7A7-443C-8FE9-9F62378A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99" y="5273054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5203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2423878" y="889212"/>
            <a:ext cx="9431671" cy="1141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 xmlns:a="http://schemas.openxmlformats.org/drawingml/2006/main"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93" y="253247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24" name="ITEM_2_NUMBER">
            <a:extLst xmlns:a="http://schemas.openxmlformats.org/drawingml/2006/main"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13" y="3828982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25" name="ITEM_3_NUMBER">
            <a:extLst xmlns:a="http://schemas.openxmlformats.org/drawingml/2006/main"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83" y="5069215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79" y="3571583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2274551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2655551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3611153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3992153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4955164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506" y="5265826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212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2412f1dd74467">
            <a:extLst>
              <a:ext uri="{96DAC541-7B7A-43D3-8B79-37D633B846F1}">
                <asvg:svgBlip xmlns:asvg="http://schemas.microsoft.com/office/drawing/2016/SVG/main" r:embed="Rc25d66bfcbbf4d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646597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bed0de3dc41e4">
            <a:extLst>
              <a:ext uri="{96DAC541-7B7A-43D3-8B79-37D633B846F1}">
                <asvg:svgBlip xmlns:asvg="http://schemas.microsoft.com/office/drawing/2016/SVG/main" r:embed="R13a4835aea8b4a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1c2bc98984102">
            <a:extLst>
              <a:ext uri="{96DAC541-7B7A-43D3-8B79-37D633B846F1}">
                <asvg:svgBlip xmlns:asvg="http://schemas.microsoft.com/office/drawing/2016/SVG/main" r:embed="R86d2d9cc147648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e1c3be5924113">
            <a:extLst>
              <a:ext uri="{96DAC541-7B7A-43D3-8B79-37D633B846F1}">
                <asvg:svgBlip xmlns:asvg="http://schemas.microsoft.com/office/drawing/2016/SVG/main" r:embed="R711c2ce5be4f4e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0193fd6164abb">
            <a:extLst>
              <a:ext uri="{96DAC541-7B7A-43D3-8B79-37D633B846F1}">
                <asvg:svgBlip xmlns:asvg="http://schemas.microsoft.com/office/drawing/2016/SVG/main" r:embed="R7d6c51be07174c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34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905d589fa4e12">
            <a:extLst>
              <a:ext uri="{96DAC541-7B7A-43D3-8B79-37D633B846F1}">
                <asvg:svgBlip xmlns:asvg="http://schemas.microsoft.com/office/drawing/2016/SVG/main" r:embed="R9c248cadd2c04c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16fde520a4533">
            <a:extLst>
              <a:ext uri="{96DAC541-7B7A-43D3-8B79-37D633B846F1}">
                <asvg:svgBlip xmlns:asvg="http://schemas.microsoft.com/office/drawing/2016/SVG/main" r:embed="Radbfc6cb65a740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0394" y="715364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3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d47e4f97c4023">
            <a:extLst>
              <a:ext uri="{96DAC541-7B7A-43D3-8B79-37D633B846F1}">
                <asvg:svgBlip xmlns:asvg="http://schemas.microsoft.com/office/drawing/2016/SVG/main" r:embed="R73c0e7747a1540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3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f8858d8ec4209">
            <a:extLst>
              <a:ext uri="{96DAC541-7B7A-43D3-8B79-37D633B846F1}">
                <asvg:svgBlip xmlns:asvg="http://schemas.microsoft.com/office/drawing/2016/SVG/main" r:embed="Rf41577b4f8664a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3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a66f7c72c4a19">
            <a:extLst>
              <a:ext uri="{96DAC541-7B7A-43D3-8B79-37D633B846F1}">
                <asvg:svgBlip xmlns:asvg="http://schemas.microsoft.com/office/drawing/2016/SVG/main" r:embed="R5d7ceb631edc45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11929ab1441d0">
            <a:extLst>
              <a:ext uri="{96DAC541-7B7A-43D3-8B79-37D633B846F1}">
                <asvg:svgBlip xmlns:asvg="http://schemas.microsoft.com/office/drawing/2016/SVG/main" r:embed="Rc1026d6ac33148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4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377636b9940ab">
            <a:extLst>
              <a:ext uri="{96DAC541-7B7A-43D3-8B79-37D633B846F1}">
                <asvg:svgBlip xmlns:asvg="http://schemas.microsoft.com/office/drawing/2016/SVG/main" r:embed="Rbcd5fd0f225644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41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f884c139b41d7">
            <a:extLst>
              <a:ext uri="{96DAC541-7B7A-43D3-8B79-37D633B846F1}">
                <asvg:svgBlip xmlns:asvg="http://schemas.microsoft.com/office/drawing/2016/SVG/main" r:embed="Rf49cd38e2d6e48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42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71394cd304c39">
            <a:extLst>
              <a:ext uri="{96DAC541-7B7A-43D3-8B79-37D633B846F1}">
                <asvg:svgBlip xmlns:asvg="http://schemas.microsoft.com/office/drawing/2016/SVG/main" r:embed="R3281e2b1cac046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3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ad1a867774b82">
            <a:extLst>
              <a:ext uri="{96DAC541-7B7A-43D3-8B79-37D633B846F1}">
                <asvg:svgBlip xmlns:asvg="http://schemas.microsoft.com/office/drawing/2016/SVG/main" r:embed="R2914004c2aa44f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ITEM_4_NUMBER">
            <a:extLst xmlns:a="http://schemas.openxmlformats.org/drawingml/2006/main">
              <a:ext uri="{FF2B5EF4-FFF2-40B4-BE49-F238E27FC236}">
                <a16:creationId xmlns:a16="http://schemas.microsoft.com/office/drawing/2014/main" id="{29FC8CE4-3450-445C-A440-E133DFDA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614" y="3032076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4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1" name="ITEM_5_NUMBER">
            <a:extLst xmlns:a="http://schemas.openxmlformats.org/drawingml/2006/main">
              <a:ext uri="{FF2B5EF4-FFF2-40B4-BE49-F238E27FC236}">
                <a16:creationId xmlns:a16="http://schemas.microsoft.com/office/drawing/2014/main" id="{72E516D9-97AF-4017-8D24-29E1122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934" y="4272309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5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418101-5D76-4F53-8124-56590E2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600" y="4127454"/>
            <a:ext cx="3930678" cy="140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198516ED-EFEF-4A2F-BE1B-09CEF0B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27" y="2742131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5" name="ITEM_4_BODY">
            <a:extLst xmlns:a="http://schemas.openxmlformats.org/drawingml/2006/main">
              <a:ext uri="{FF2B5EF4-FFF2-40B4-BE49-F238E27FC236}">
                <a16:creationId xmlns:a16="http://schemas.microsoft.com/office/drawing/2014/main" id="{C6BF02F8-CD06-446A-9A44-9F36C23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27" y="3098878"/>
            <a:ext cx="4256585" cy="972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6" name="ITEM_5_TITLE">
            <a:extLst xmlns:a="http://schemas.openxmlformats.org/drawingml/2006/main">
              <a:ext uri="{FF2B5EF4-FFF2-40B4-BE49-F238E27FC236}">
                <a16:creationId xmlns:a16="http://schemas.microsoft.com/office/drawing/2014/main" id="{34A5E756-247C-4EA8-B14D-560B0D8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27" y="4110752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57" name="ITEM_5_BODY">
            <a:extLst xmlns:a="http://schemas.openxmlformats.org/drawingml/2006/main">
              <a:ext uri="{FF2B5EF4-FFF2-40B4-BE49-F238E27FC236}">
                <a16:creationId xmlns:a16="http://schemas.microsoft.com/office/drawing/2014/main" id="{D3A36209-4C26-4D16-988C-CE5172E7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27" y="4435480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69594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45308"/>
            <a:ext cx="4554538" cy="3166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 xmlns:a="http://schemas.openxmlformats.org/drawingml/2006/main"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0" y="954463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0" y="735801"/>
            <a:ext cx="0" cy="5730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4" name="ITEM_2_NUMBER">
            <a:extLst xmlns:a="http://schemas.openxmlformats.org/drawingml/2006/main"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80" y="2385465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25" name="ITEM_3_NUMBER">
            <a:extLst xmlns:a="http://schemas.openxmlformats.org/drawingml/2006/main"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350" y="381646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1951362"/>
            <a:ext cx="3930678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696537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1077537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2159743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2540743"/>
            <a:ext cx="4256585" cy="11080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3546502"/>
            <a:ext cx="4256585" cy="408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5509094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213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374b450014ce4">
            <a:extLst>
              <a:ext uri="{96DAC541-7B7A-43D3-8B79-37D633B846F1}">
                <asvg:svgBlip xmlns:asvg="http://schemas.microsoft.com/office/drawing/2016/SVG/main" r:embed="R69c7c1533efa4cb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f1c41457b4c9c">
            <a:extLst>
              <a:ext uri="{96DAC541-7B7A-43D3-8B79-37D633B846F1}">
                <asvg:svgBlip xmlns:asvg="http://schemas.microsoft.com/office/drawing/2016/SVG/main" r:embed="Rca83bc11aec342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60c908ab847fc">
            <a:extLst>
              <a:ext uri="{96DAC541-7B7A-43D3-8B79-37D633B846F1}">
                <asvg:svgBlip xmlns:asvg="http://schemas.microsoft.com/office/drawing/2016/SVG/main" r:embed="R38a738458f1049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35376ba8d476e">
            <a:extLst>
              <a:ext uri="{96DAC541-7B7A-43D3-8B79-37D633B846F1}">
                <asvg:svgBlip xmlns:asvg="http://schemas.microsoft.com/office/drawing/2016/SVG/main" r:embed="R4ee9a29892fe48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3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02e6e75da42b0">
            <a:extLst>
              <a:ext uri="{96DAC541-7B7A-43D3-8B79-37D633B846F1}">
                <asvg:svgBlip xmlns:asvg="http://schemas.microsoft.com/office/drawing/2016/SVG/main" r:embed="R88897abae24143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3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6bb4334ef4afa">
            <a:extLst>
              <a:ext uri="{96DAC541-7B7A-43D3-8B79-37D633B846F1}">
                <asvg:svgBlip xmlns:asvg="http://schemas.microsoft.com/office/drawing/2016/SVG/main" r:embed="R7a0c8a5fd1f24a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77f1105a94e41">
            <a:extLst>
              <a:ext uri="{96DAC541-7B7A-43D3-8B79-37D633B846F1}">
                <asvg:svgBlip xmlns:asvg="http://schemas.microsoft.com/office/drawing/2016/SVG/main" r:embed="R9eda0f5cf9084f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3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d37916673474a">
            <a:extLst>
              <a:ext uri="{96DAC541-7B7A-43D3-8B79-37D633B846F1}">
                <asvg:svgBlip xmlns:asvg="http://schemas.microsoft.com/office/drawing/2016/SVG/main" r:embed="R9f516832258b4a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3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c0ccaedce46c7">
            <a:extLst>
              <a:ext uri="{96DAC541-7B7A-43D3-8B79-37D633B846F1}">
                <asvg:svgBlip xmlns:asvg="http://schemas.microsoft.com/office/drawing/2016/SVG/main" r:embed="Rabfb44d05f4c45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3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dc77c6e4c4365">
            <a:extLst>
              <a:ext uri="{96DAC541-7B7A-43D3-8B79-37D633B846F1}">
                <asvg:svgBlip xmlns:asvg="http://schemas.microsoft.com/office/drawing/2016/SVG/main" r:embed="Rab9d3d84a6fc44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3062ca77e446f">
            <a:extLst>
              <a:ext uri="{96DAC541-7B7A-43D3-8B79-37D633B846F1}">
                <asvg:svgBlip xmlns:asvg="http://schemas.microsoft.com/office/drawing/2016/SVG/main" r:embed="R36b82cf38df84f2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4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0e11b0be447c">
            <a:extLst>
              <a:ext uri="{96DAC541-7B7A-43D3-8B79-37D633B846F1}">
                <asvg:svgBlip xmlns:asvg="http://schemas.microsoft.com/office/drawing/2016/SVG/main" r:embed="R1b2435a326b347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4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b01bbf49c4f38">
            <a:extLst>
              <a:ext uri="{96DAC541-7B7A-43D3-8B79-37D633B846F1}">
                <asvg:svgBlip xmlns:asvg="http://schemas.microsoft.com/office/drawing/2016/SVG/main" r:embed="Rdb0f551c4f7747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4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754b2143d4939">
            <a:extLst>
              <a:ext uri="{96DAC541-7B7A-43D3-8B79-37D633B846F1}">
                <asvg:svgBlip xmlns:asvg="http://schemas.microsoft.com/office/drawing/2016/SVG/main" r:embed="Rd627aeff9b6640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4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c43e177384dd3">
            <a:extLst>
              <a:ext uri="{96DAC541-7B7A-43D3-8B79-37D633B846F1}">
                <asvg:svgBlip xmlns:asvg="http://schemas.microsoft.com/office/drawing/2016/SVG/main" r:embed="R172c77f38a4e4c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ITEM_4_NUMBER">
            <a:extLst xmlns:a="http://schemas.openxmlformats.org/drawingml/2006/main"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373" y="5247470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4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2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5091215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 xmlns:a="http://schemas.openxmlformats.org/drawingml/2006/main"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4046858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814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21763EE4-6A69-4980-B5EC-9D2588F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268" y="2792760"/>
            <a:ext cx="7680110" cy="247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2000" b="0" i="0" u="none" cap="none">
                <a:solidFill>
                  <a:schemeClr val="accent4"/>
                </a:solidFill>
                <a:latin typeface="Barlow Condensed SemiBold"/>
                <a:ea typeface="Barlow Condensed SemiBold"/>
                <a:cs typeface="Barlow Condensed SemiBold"/>
              </a:defRPr>
            </a:lvl1pPr>
            <a:lvl2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Barlow Condensed SemiBold"/>
              <a:buNone/>
            </a:pPr>
            <a:r>
              <a:rPr sz="4000" b="0" i="0" u="none" cap="none" spc="0">
                <a:ln>
                  <a:noFill/>
                </a:ln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SOMEONE FAMOUS</a:t>
            </a:r>
            <a:r>
              <a:rPr sz="4000" b="0" i="0" u="none" cap="none" spc="0">
                <a:ln>
                  <a:noFill/>
                </a:ln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 </a:t>
            </a:r>
            <a:r>
              <a:rPr sz="4400">
                <a:solidFill>
                  <a:srgbClr val="F97A07"/>
                </a:solidFill>
              </a:rPr>
              <a:t>This is a quote, words full of wisdom that someone important said and can make the reader get inspired</a:t>
            </a:r>
            <a:endParaRPr sz="4000" b="0" i="0" u="none" kern="0" cap="none" spc="0" baseline="0">
              <a:ln>
                <a:noFill/>
              </a:ln>
              <a:solidFill>
                <a:srgbClr val="F97A07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pic>
        <p:nvPicPr>
          <p:cNvPr id="2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f27c1efe44963">
            <a:extLst>
              <a:ext uri="{96DAC541-7B7A-43D3-8B79-37D633B846F1}">
                <asvg:svgBlip xmlns:asvg="http://schemas.microsoft.com/office/drawing/2016/SVG/main" r:embed="R64044f0cd5974e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0004" y="7443964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3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ae388a0d14e32">
            <a:extLst>
              <a:ext uri="{96DAC541-7B7A-43D3-8B79-37D633B846F1}">
                <asvg:svgBlip xmlns:asvg="http://schemas.microsoft.com/office/drawing/2016/SVG/main" r:embed="R96b8ced0b0d640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3661" y="-794428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4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e24b2154949fc">
            <a:extLst>
              <a:ext uri="{96DAC541-7B7A-43D3-8B79-37D633B846F1}">
                <asvg:svgBlip xmlns:asvg="http://schemas.microsoft.com/office/drawing/2016/SVG/main" r:embed="Rf8539c1aea004d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392245"/>
            <a:ext cx="6236178" cy="6236178"/>
          </a:xfrm>
          <a:prstGeom xmlns:a="http://schemas.openxmlformats.org/drawingml/2006/main" prst="rect">
            <a:avLst/>
          </a:prstGeom>
        </p:spPr>
      </p:pic>
      <p:pic>
        <p:nvPicPr>
          <p:cNvPr id="2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f6bfc24bc494f">
            <a:extLst>
              <a:ext uri="{96DAC541-7B7A-43D3-8B79-37D633B846F1}">
                <asvg:svgBlip xmlns:asvg="http://schemas.microsoft.com/office/drawing/2016/SVG/main" r:embed="R0d67e1bf5db042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354501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324c79b824d67">
            <a:extLst>
              <a:ext uri="{96DAC541-7B7A-43D3-8B79-37D633B846F1}">
                <asvg:svgBlip xmlns:asvg="http://schemas.microsoft.com/office/drawing/2016/SVG/main" r:embed="Rcd787ca3e33448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881133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dd02d003445e3">
            <a:extLst>
              <a:ext uri="{96DAC541-7B7A-43D3-8B79-37D633B846F1}">
                <asvg:svgBlip xmlns:asvg="http://schemas.microsoft.com/office/drawing/2016/SVG/main" r:embed="R7d705c4b594a4f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44396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8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053b215cc4745">
            <a:extLst>
              <a:ext uri="{96DAC541-7B7A-43D3-8B79-37D633B846F1}">
                <asvg:svgBlip xmlns:asvg="http://schemas.microsoft.com/office/drawing/2016/SVG/main" r:embed="R3dce75b531154d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410250" y="7783893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9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cdfbdeefd474e">
            <a:extLst>
              <a:ext uri="{96DAC541-7B7A-43D3-8B79-37D633B846F1}">
                <asvg:svgBlip xmlns:asvg="http://schemas.microsoft.com/office/drawing/2016/SVG/main" r:embed="R24db5aaf010d41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3005863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30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27427bc944957">
            <a:extLst>
              <a:ext uri="{96DAC541-7B7A-43D3-8B79-37D633B846F1}">
                <asvg:svgBlip xmlns:asvg="http://schemas.microsoft.com/office/drawing/2016/SVG/main" r:embed="R05180f7f110b43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34315" y="-1562101"/>
            <a:ext cx="4271433" cy="4271433"/>
          </a:xfrm>
          <a:prstGeom xmlns:a="http://schemas.openxmlformats.org/drawingml/2006/main" prst="rect">
            <a:avLst/>
          </a:prstGeom>
        </p:spPr>
      </p:pic>
      <p:pic>
        <p:nvPicPr>
          <p:cNvPr id="31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099033f1845df">
            <a:extLst>
              <a:ext uri="{96DAC541-7B7A-43D3-8B79-37D633B846F1}">
                <asvg:svgBlip xmlns:asvg="http://schemas.microsoft.com/office/drawing/2016/SVG/main" r:embed="Rba308d8dce7746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410828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32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19ff45a044ffc">
            <a:extLst>
              <a:ext uri="{96DAC541-7B7A-43D3-8B79-37D633B846F1}">
                <asvg:svgBlip xmlns:asvg="http://schemas.microsoft.com/office/drawing/2016/SVG/main" r:embed="Rbb0c299299dd45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834489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33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bc580d0e74328">
            <a:extLst>
              <a:ext uri="{96DAC541-7B7A-43D3-8B79-37D633B846F1}">
                <asvg:svgBlip xmlns:asvg="http://schemas.microsoft.com/office/drawing/2016/SVG/main" r:embed="R6c271a23114a46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607684" y="328612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34" name="Рисунок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3d3fcdd484bdd">
            <a:extLst>
              <a:ext uri="{96DAC541-7B7A-43D3-8B79-37D633B846F1}">
                <asvg:svgBlip xmlns:asvg="http://schemas.microsoft.com/office/drawing/2016/SVG/main" r:embed="R401452dbc9644c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1991915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3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045ccdd7a412a">
            <a:extLst>
              <a:ext uri="{96DAC541-7B7A-43D3-8B79-37D633B846F1}">
                <asvg:svgBlip xmlns:asvg="http://schemas.microsoft.com/office/drawing/2016/SVG/main" r:embed="Rdbacf0ba34514b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1983643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36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8132e9aa74c44">
            <a:extLst>
              <a:ext uri="{96DAC541-7B7A-43D3-8B79-37D633B846F1}">
                <asvg:svgBlip xmlns:asvg="http://schemas.microsoft.com/office/drawing/2016/SVG/main" r:embed="Red645fe35c0742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7161486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8951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2" name="ITEM_1_NUMBER">
            <a:extLst xmlns:a="http://schemas.openxmlformats.org/drawingml/2006/main">
              <a:ext uri="{FF2B5EF4-FFF2-40B4-BE49-F238E27FC236}">
                <a16:creationId xmlns:a16="http://schemas.microsoft.com/office/drawing/2014/main" id="{5F918CCC-1F98-49CA-B0BC-A15A52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0" y="954463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24" name="ITEM_2_NUMBER">
            <a:extLst xmlns:a="http://schemas.openxmlformats.org/drawingml/2006/main">
              <a:ext uri="{FF2B5EF4-FFF2-40B4-BE49-F238E27FC236}">
                <a16:creationId xmlns:a16="http://schemas.microsoft.com/office/drawing/2014/main" id="{44F760D0-A402-4224-9469-A6D396E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80" y="2385465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25" name="ITEM_3_NUMBER">
            <a:extLst xmlns:a="http://schemas.openxmlformats.org/drawingml/2006/main">
              <a:ext uri="{FF2B5EF4-FFF2-40B4-BE49-F238E27FC236}">
                <a16:creationId xmlns:a16="http://schemas.microsoft.com/office/drawing/2014/main" id="{4E80A997-9FE6-4B48-9D11-1D72368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350" y="3816467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1951362"/>
            <a:ext cx="3930678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696537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1077537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2159743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2540743"/>
            <a:ext cx="4256585" cy="11080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3546502"/>
            <a:ext cx="4256585" cy="408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5509094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a978c49d04c3f">
            <a:extLst>
              <a:ext uri="{96DAC541-7B7A-43D3-8B79-37D633B846F1}">
                <asvg:svgBlip xmlns:asvg="http://schemas.microsoft.com/office/drawing/2016/SVG/main" r:embed="R63d38ba0767b4c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995" y="7363290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8c7fb5e94f22">
            <a:extLst>
              <a:ext uri="{96DAC541-7B7A-43D3-8B79-37D633B846F1}">
                <asvg:svgBlip xmlns:asvg="http://schemas.microsoft.com/office/drawing/2016/SVG/main" r:embed="Ra9716a31ca5c43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b7866f32c4a0f">
            <a:extLst>
              <a:ext uri="{96DAC541-7B7A-43D3-8B79-37D633B846F1}">
                <asvg:svgBlip xmlns:asvg="http://schemas.microsoft.com/office/drawing/2016/SVG/main" r:embed="R44317649a0d24e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72687d3b44653">
            <a:extLst>
              <a:ext uri="{96DAC541-7B7A-43D3-8B79-37D633B846F1}">
                <asvg:svgBlip xmlns:asvg="http://schemas.microsoft.com/office/drawing/2016/SVG/main" r:embed="R86d8a4c09e604b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c2ad17fdf4f8b">
            <a:extLst>
              <a:ext uri="{96DAC541-7B7A-43D3-8B79-37D633B846F1}">
                <asvg:svgBlip xmlns:asvg="http://schemas.microsoft.com/office/drawing/2016/SVG/main" r:embed="R7a088f17879848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f31b577184094">
            <a:extLst>
              <a:ext uri="{96DAC541-7B7A-43D3-8B79-37D633B846F1}">
                <asvg:svgBlip xmlns:asvg="http://schemas.microsoft.com/office/drawing/2016/SVG/main" r:embed="R4a5812f4c58749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365008b1c4b07">
            <a:extLst>
              <a:ext uri="{96DAC541-7B7A-43D3-8B79-37D633B846F1}">
                <asvg:svgBlip xmlns:asvg="http://schemas.microsoft.com/office/drawing/2016/SVG/main" r:embed="Rb434b756986248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33296" y="77333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1a352df8642d2">
            <a:extLst>
              <a:ext uri="{96DAC541-7B7A-43D3-8B79-37D633B846F1}">
                <asvg:svgBlip xmlns:asvg="http://schemas.microsoft.com/office/drawing/2016/SVG/main" r:embed="R992fdb67b4e44f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a0e0339d4562">
            <a:extLst>
              <a:ext uri="{96DAC541-7B7A-43D3-8B79-37D633B846F1}">
                <asvg:svgBlip xmlns:asvg="http://schemas.microsoft.com/office/drawing/2016/SVG/main" r:embed="R1ee40edaa97f46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193f4363744c5">
            <a:extLst>
              <a:ext uri="{96DAC541-7B7A-43D3-8B79-37D633B846F1}">
                <asvg:svgBlip xmlns:asvg="http://schemas.microsoft.com/office/drawing/2016/SVG/main" r:embed="R2cbf8b811d4a45d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bfbb18ac84fca">
            <a:extLst>
              <a:ext uri="{96DAC541-7B7A-43D3-8B79-37D633B846F1}">
                <asvg:svgBlip xmlns:asvg="http://schemas.microsoft.com/office/drawing/2016/SVG/main" r:embed="Rf8923caf9bfb4c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e0f4855ae477b">
            <a:extLst>
              <a:ext uri="{96DAC541-7B7A-43D3-8B79-37D633B846F1}">
                <asvg:svgBlip xmlns:asvg="http://schemas.microsoft.com/office/drawing/2016/SVG/main" r:embed="Re7490be59e7f46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b3b9d2bf44713">
            <a:extLst>
              <a:ext uri="{96DAC541-7B7A-43D3-8B79-37D633B846F1}">
                <asvg:svgBlip xmlns:asvg="http://schemas.microsoft.com/office/drawing/2016/SVG/main" r:embed="R3b5e9454b8844b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7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88d11caca4c7e">
            <a:extLst>
              <a:ext uri="{96DAC541-7B7A-43D3-8B79-37D633B846F1}">
                <asvg:svgBlip xmlns:asvg="http://schemas.microsoft.com/office/drawing/2016/SVG/main" r:embed="R21f84d7690994d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b01dfbf4d4d4b">
            <a:extLst>
              <a:ext uri="{96DAC541-7B7A-43D3-8B79-37D633B846F1}">
                <asvg:svgBlip xmlns:asvg="http://schemas.microsoft.com/office/drawing/2016/SVG/main" r:embed="Rfe4da8abac4843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ITEM_4_NUMBER">
            <a:extLst xmlns:a="http://schemas.openxmlformats.org/drawingml/2006/main">
              <a:ext uri="{FF2B5EF4-FFF2-40B4-BE49-F238E27FC236}">
                <a16:creationId xmlns:a16="http://schemas.microsoft.com/office/drawing/2014/main" id="{08055E8B-D18E-4436-BDCA-AE23A935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373" y="5247470"/>
            <a:ext cx="1161300" cy="94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0</a:t>
            </a:r>
            <a:r>
              <a:rPr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4</a:t>
            </a:r>
            <a:endParaRPr>
              <a:solidFill>
                <a:srgbClr val="676C74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52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94E981BD-9A6E-4CF0-827D-73764C97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5091215"/>
            <a:ext cx="4256585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B4D4D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B4D4D"/>
              </a:solidFill>
            </a:endParaRPr>
          </a:p>
        </p:txBody>
      </p:sp>
      <p:sp>
        <p:nvSpPr>
          <p:cNvPr id="55" name="ITEM_4_BODY">
            <a:extLst xmlns:a="http://schemas.openxmlformats.org/drawingml/2006/main">
              <a:ext uri="{FF2B5EF4-FFF2-40B4-BE49-F238E27FC236}">
                <a16:creationId xmlns:a16="http://schemas.microsoft.com/office/drawing/2014/main" id="{D18A1FB5-7C26-4A3A-9076-854CFA3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673" y="4046858"/>
            <a:ext cx="4256585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102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59e5b406814559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381587" y="1273871"/>
            <a:ext cx="4994552" cy="4886510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13418957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400" y="1008063"/>
            <a:ext cx="6016625" cy="1235075"/>
          </a:xfrm>
          <a:custGeom xmlns:a="http://schemas.openxmlformats.org/drawingml/2006/main"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225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reeform 9">
            <a:extLst xmlns:a="http://schemas.openxmlformats.org/drawingml/2006/main"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563" y="1146176"/>
            <a:ext cx="5702300" cy="958850"/>
          </a:xfrm>
          <a:custGeom xmlns:a="http://schemas.openxmlformats.org/drawingml/2006/main"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38100">
            <a:noFill/>
            <a:prstDash val="solid"/>
          </a:ln>
          <a:effectLst xmlns:a="http://schemas.openxmlformats.org/drawingml/2006/main"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OOT_TITLE">
            <a:extLst xmlns:a="http://schemas.openxmlformats.org/drawingml/2006/main"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75" y="1310130"/>
            <a:ext cx="2752677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500">
                <a:solidFill>
                  <a:schemeClr val="bg1"/>
                </a:solidFill>
                <a:latin typeface="Bahnschrift Condensed"/>
                <a:ea typeface="Bahnschrift Condensed"/>
                <a:cs typeface="Bahnschrift Condensed"/>
              </a:rPr>
              <a:t>COMPANY VALUES</a:t>
            </a:r>
          </a:p>
        </p:txBody>
      </p:sp>
      <p:sp>
        <p:nvSpPr>
          <p:cNvPr id="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D264EF-E41D-49C7-9A8E-D649ACA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607" y="2166938"/>
            <a:ext cx="160338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126A347-4B9E-4325-8127-1940D0B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699" y="2166938"/>
            <a:ext cx="161925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482E295-7BFD-4F08-AF7C-A921CBF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975" y="2166938"/>
            <a:ext cx="161925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AF2DAC1-FF9D-4F9A-A863-8CCF5C6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532" y="2330451"/>
            <a:ext cx="2713038" cy="1016000"/>
          </a:xfrm>
          <a:custGeom xmlns:a="http://schemas.openxmlformats.org/drawingml/2006/main">
            <a:gdLst>
              <a:gd name="T0" fmla="*/ 0 w 844"/>
              <a:gd name="T1" fmla="*/ 316 h 316"/>
              <a:gd name="T2" fmla="*/ 0 w 844"/>
              <a:gd name="T3" fmla="*/ 229 h 316"/>
              <a:gd name="T4" fmla="*/ 84 w 844"/>
              <a:gd name="T5" fmla="*/ 145 h 316"/>
              <a:gd name="T6" fmla="*/ 393 w 844"/>
              <a:gd name="T7" fmla="*/ 145 h 316"/>
              <a:gd name="T8" fmla="*/ 443 w 844"/>
              <a:gd name="T9" fmla="*/ 145 h 316"/>
              <a:gd name="T10" fmla="*/ 760 w 844"/>
              <a:gd name="T11" fmla="*/ 145 h 316"/>
              <a:gd name="T12" fmla="*/ 844 w 844"/>
              <a:gd name="T13" fmla="*/ 61 h 316"/>
              <a:gd name="T14" fmla="*/ 844 w 844"/>
              <a:gd name="T15" fmla="*/ 0 h 316"/>
            </a:gdLst>
            <a:rect l="0" t="0" r="r" b="b"/>
            <a:pathLst>
              <a:path w="844" h="316">
                <a:moveTo>
                  <a:pt x="0" y="316"/>
                </a:moveTo>
                <a:cubicBezTo>
                  <a:pt x="0" y="229"/>
                  <a:pt x="0" y="229"/>
                  <a:pt x="0" y="229"/>
                </a:cubicBezTo>
                <a:cubicBezTo>
                  <a:pt x="0" y="183"/>
                  <a:pt x="38" y="145"/>
                  <a:pt x="84" y="145"/>
                </a:cubicBezTo>
                <a:cubicBezTo>
                  <a:pt x="393" y="145"/>
                  <a:pt x="393" y="145"/>
                  <a:pt x="393" y="145"/>
                </a:cubicBezTo>
                <a:cubicBezTo>
                  <a:pt x="443" y="145"/>
                  <a:pt x="443" y="145"/>
                  <a:pt x="443" y="145"/>
                </a:cubicBezTo>
                <a:cubicBezTo>
                  <a:pt x="760" y="145"/>
                  <a:pt x="760" y="145"/>
                  <a:pt x="760" y="145"/>
                </a:cubicBezTo>
                <a:cubicBezTo>
                  <a:pt x="806" y="145"/>
                  <a:pt x="844" y="107"/>
                  <a:pt x="844" y="61"/>
                </a:cubicBezTo>
                <a:cubicBezTo>
                  <a:pt x="844" y="0"/>
                  <a:pt x="844" y="0"/>
                  <a:pt x="84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E8069-36DE-49A8-84E1-44E1ED9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62" y="2330451"/>
            <a:ext cx="2709863" cy="1016000"/>
          </a:xfrm>
          <a:custGeom xmlns:a="http://schemas.openxmlformats.org/drawingml/2006/main">
            <a:gdLst>
              <a:gd name="T0" fmla="*/ 843 w 843"/>
              <a:gd name="T1" fmla="*/ 316 h 316"/>
              <a:gd name="T2" fmla="*/ 843 w 843"/>
              <a:gd name="T3" fmla="*/ 229 h 316"/>
              <a:gd name="T4" fmla="*/ 759 w 843"/>
              <a:gd name="T5" fmla="*/ 145 h 316"/>
              <a:gd name="T6" fmla="*/ 450 w 843"/>
              <a:gd name="T7" fmla="*/ 145 h 316"/>
              <a:gd name="T8" fmla="*/ 400 w 843"/>
              <a:gd name="T9" fmla="*/ 145 h 316"/>
              <a:gd name="T10" fmla="*/ 84 w 843"/>
              <a:gd name="T11" fmla="*/ 145 h 316"/>
              <a:gd name="T12" fmla="*/ 0 w 843"/>
              <a:gd name="T13" fmla="*/ 61 h 316"/>
              <a:gd name="T14" fmla="*/ 0 w 843"/>
              <a:gd name="T15" fmla="*/ 0 h 316"/>
            </a:gdLst>
            <a:rect l="0" t="0" r="r" b="b"/>
            <a:pathLst>
              <a:path w="843" h="316">
                <a:moveTo>
                  <a:pt x="843" y="316"/>
                </a:moveTo>
                <a:cubicBezTo>
                  <a:pt x="843" y="229"/>
                  <a:pt x="843" y="229"/>
                  <a:pt x="843" y="229"/>
                </a:cubicBezTo>
                <a:cubicBezTo>
                  <a:pt x="843" y="183"/>
                  <a:pt x="805" y="145"/>
                  <a:pt x="759" y="145"/>
                </a:cubicBezTo>
                <a:cubicBezTo>
                  <a:pt x="450" y="145"/>
                  <a:pt x="450" y="145"/>
                  <a:pt x="450" y="145"/>
                </a:cubicBezTo>
                <a:cubicBezTo>
                  <a:pt x="400" y="145"/>
                  <a:pt x="400" y="145"/>
                  <a:pt x="400" y="145"/>
                </a:cubicBezTo>
                <a:cubicBezTo>
                  <a:pt x="84" y="145"/>
                  <a:pt x="84" y="145"/>
                  <a:pt x="84" y="145"/>
                </a:cubicBezTo>
                <a:cubicBezTo>
                  <a:pt x="37" y="145"/>
                  <a:pt x="0" y="107"/>
                  <a:pt x="0" y="6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18">
            <a:extLst xmlns:a="http://schemas.openxmlformats.org/drawingml/2006/main">
              <a:ext uri="{FF2B5EF4-FFF2-40B4-BE49-F238E27FC236}">
                <a16:creationId xmlns:a16="http://schemas.microsoft.com/office/drawing/2014/main" id="{8A1FD770-ABE3-4D34-A505-2A1B491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Oval 19">
            <a:extLst xmlns:a="http://schemas.openxmlformats.org/drawingml/2006/main">
              <a:ext uri="{FF2B5EF4-FFF2-40B4-BE49-F238E27FC236}">
                <a16:creationId xmlns:a16="http://schemas.microsoft.com/office/drawing/2014/main" id="{ABDB8703-276D-4CBB-A3D9-2CDB187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988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80332D3-D223-4A14-8B7B-CCC5976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838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0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0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DA7A3FF-D8E2-4EB1-9312-61444F3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838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317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317"/>
                  <a:pt x="755" y="317"/>
                  <a:pt x="755" y="3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D896DBB-149C-464F-B8CF-E979A08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457" y="4632326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23">
            <a:extLst xmlns:a="http://schemas.openxmlformats.org/drawingml/2006/main">
              <a:ext uri="{FF2B5EF4-FFF2-40B4-BE49-F238E27FC236}">
                <a16:creationId xmlns:a16="http://schemas.microsoft.com/office/drawing/2014/main" id="{6AB897DA-23FC-480B-8635-6225210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013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val 24">
            <a:extLst xmlns:a="http://schemas.openxmlformats.org/drawingml/2006/main">
              <a:ext uri="{FF2B5EF4-FFF2-40B4-BE49-F238E27FC236}">
                <a16:creationId xmlns:a16="http://schemas.microsoft.com/office/drawing/2014/main" id="{2566825F-E3CA-4FD5-AED3-FEBB6A29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25" y="4681538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309CE2D-D3C5-4368-AFA9-66A832AF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E3FD2F7-289E-4848-8641-EC9AD927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5780136-49D8-4277-A0EF-82A06E6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594" y="4748213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28">
            <a:extLst xmlns:a="http://schemas.openxmlformats.org/drawingml/2006/main">
              <a:ext uri="{FF2B5EF4-FFF2-40B4-BE49-F238E27FC236}">
                <a16:creationId xmlns:a16="http://schemas.microsoft.com/office/drawing/2014/main" id="{6E86E877-F74A-48D7-9F71-72A0520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25" y="4440238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0917850-7A65-44D5-9C8A-63B55973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594" y="4506913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Line 30">
            <a:extLst xmlns:a="http://schemas.openxmlformats.org/drawingml/2006/main">
              <a:ext uri="{FF2B5EF4-FFF2-40B4-BE49-F238E27FC236}">
                <a16:creationId xmlns:a16="http://schemas.microsoft.com/office/drawing/2014/main" id="{1D95CEE5-9E63-4D50-9EB1-88B114A5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850" y="4611688"/>
            <a:ext cx="0" cy="6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31">
            <a:extLst xmlns:a="http://schemas.openxmlformats.org/drawingml/2006/main">
              <a:ext uri="{FF2B5EF4-FFF2-40B4-BE49-F238E27FC236}">
                <a16:creationId xmlns:a16="http://schemas.microsoft.com/office/drawing/2014/main" id="{31F848A7-A3E7-459A-9752-9AD52E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val 32">
            <a:extLst xmlns:a="http://schemas.openxmlformats.org/drawingml/2006/main">
              <a:ext uri="{FF2B5EF4-FFF2-40B4-BE49-F238E27FC236}">
                <a16:creationId xmlns:a16="http://schemas.microsoft.com/office/drawing/2014/main" id="{40D3E6F7-8005-4C01-8FE9-0CDA7B6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4797426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7A7D8F3-DD00-49A8-9A3E-4B54B4CB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72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72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B83A579-A031-43AE-8712-D01BC74C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41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41"/>
                  <a:pt x="755" y="241"/>
                  <a:pt x="755" y="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26DAAE6-D5B5-44EB-A95E-12B69E86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4864101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36">
            <a:extLst xmlns:a="http://schemas.openxmlformats.org/drawingml/2006/main">
              <a:ext uri="{FF2B5EF4-FFF2-40B4-BE49-F238E27FC236}">
                <a16:creationId xmlns:a16="http://schemas.microsoft.com/office/drawing/2014/main" id="{0E306A5D-A651-4A7E-AA09-B391D5F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4556126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37">
            <a:extLst xmlns:a="http://schemas.openxmlformats.org/drawingml/2006/main">
              <a:ext uri="{FF2B5EF4-FFF2-40B4-BE49-F238E27FC236}">
                <a16:creationId xmlns:a16="http://schemas.microsoft.com/office/drawing/2014/main" id="{01C662C6-CFC3-42FC-A54B-37141CB3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4622801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ine 38">
            <a:extLst xmlns:a="http://schemas.openxmlformats.org/drawingml/2006/main">
              <a:ext uri="{FF2B5EF4-FFF2-40B4-BE49-F238E27FC236}">
                <a16:creationId xmlns:a16="http://schemas.microsoft.com/office/drawing/2014/main" id="{81BB2546-1F0F-4F3D-AD0B-CB2E600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638" y="4727576"/>
            <a:ext cx="0" cy="6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val 39">
            <a:extLst xmlns:a="http://schemas.openxmlformats.org/drawingml/2006/main">
              <a:ext uri="{FF2B5EF4-FFF2-40B4-BE49-F238E27FC236}">
                <a16:creationId xmlns:a16="http://schemas.microsoft.com/office/drawing/2014/main" id="{A63E17F7-A2BA-4ABC-8E40-12E4CB5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4311651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CCEB834-BEA0-4FDB-9FFE-6BC61A3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4379914"/>
            <a:ext cx="34925" cy="34925"/>
          </a:xfrm>
          <a:custGeom xmlns:a="http://schemas.openxmlformats.org/drawingml/2006/main">
            <a:gdLst>
              <a:gd name="T0" fmla="*/ 11 w 11"/>
              <a:gd name="T1" fmla="*/ 6 h 11"/>
              <a:gd name="T2" fmla="*/ 5 w 11"/>
              <a:gd name="T3" fmla="*/ 11 h 11"/>
              <a:gd name="T4" fmla="*/ 5 w 11"/>
              <a:gd name="T5" fmla="*/ 11 h 11"/>
              <a:gd name="T6" fmla="*/ 0 w 11"/>
              <a:gd name="T7" fmla="*/ 6 h 11"/>
              <a:gd name="T8" fmla="*/ 0 w 11"/>
              <a:gd name="T9" fmla="*/ 6 h 11"/>
              <a:gd name="T10" fmla="*/ 5 w 11"/>
              <a:gd name="T11" fmla="*/ 0 h 11"/>
              <a:gd name="T12" fmla="*/ 5 w 11"/>
              <a:gd name="T13" fmla="*/ 0 h 11"/>
              <a:gd name="T14" fmla="*/ 11 w 11"/>
              <a:gd name="T15" fmla="*/ 6 h 11"/>
            </a:gdLst>
            <a:rect l="0" t="0" r="r" b="b"/>
            <a:pathLst>
              <a:path w="11" h="11">
                <a:moveTo>
                  <a:pt x="11" y="6"/>
                </a:moveTo>
                <a:cubicBezTo>
                  <a:pt x="11" y="9"/>
                  <a:pt x="8" y="11"/>
                  <a:pt x="5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Line 41">
            <a:extLst xmlns:a="http://schemas.openxmlformats.org/drawingml/2006/main">
              <a:ext uri="{FF2B5EF4-FFF2-40B4-BE49-F238E27FC236}">
                <a16:creationId xmlns:a16="http://schemas.microsoft.com/office/drawing/2014/main" id="{7AE5A7CC-DD0A-44ED-BEDE-1F9B7C2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638" y="4483101"/>
            <a:ext cx="0" cy="73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Line 42">
            <a:extLst xmlns:a="http://schemas.openxmlformats.org/drawingml/2006/main">
              <a:ext uri="{FF2B5EF4-FFF2-40B4-BE49-F238E27FC236}">
                <a16:creationId xmlns:a16="http://schemas.microsoft.com/office/drawing/2014/main" id="{CB6583FE-BA61-465C-BC7D-A71EE2A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38" y="2330451"/>
            <a:ext cx="0" cy="101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NODE_3_TITLE">
            <a:extLst xmlns:a="http://schemas.openxmlformats.org/drawingml/2006/main">
              <a:ext uri="{FF2B5EF4-FFF2-40B4-BE49-F238E27FC236}">
                <a16:creationId xmlns:a16="http://schemas.microsoft.com/office/drawing/2014/main" id="{DD023579-0B2B-4EAE-9891-DF0D2163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944" y="3866536"/>
            <a:ext cx="1268296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atin typeface="Bahnschrift Condensed"/>
                <a:ea typeface="Bahnschrift Condensed"/>
                <a:cs typeface="Bahnschrift Condensed"/>
              </a:rPr>
              <a:t>TALENT ACQUISITION</a:t>
            </a:r>
          </a:p>
        </p:txBody>
      </p:sp>
      <p:sp>
        <p:nvSpPr>
          <p:cNvPr id="36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81450CB6-C307-473E-9943-96F3A84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727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7234EC1-8953-4189-9BDD-4825143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975" y="3346451"/>
            <a:ext cx="161925" cy="161925"/>
          </a:xfrm>
          <a:custGeom xmlns:a="http://schemas.openxmlformats.org/drawingml/2006/main"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val 16">
            <a:extLst xmlns:a="http://schemas.openxmlformats.org/drawingml/2006/main">
              <a:ext uri="{FF2B5EF4-FFF2-40B4-BE49-F238E27FC236}">
                <a16:creationId xmlns:a16="http://schemas.microsoft.com/office/drawing/2014/main" id="{2C756080-8C36-4FE3-A36B-AAA318F5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395" y="334645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val 17">
            <a:extLst xmlns:a="http://schemas.openxmlformats.org/drawingml/2006/main">
              <a:ext uri="{FF2B5EF4-FFF2-40B4-BE49-F238E27FC236}">
                <a16:creationId xmlns:a16="http://schemas.microsoft.com/office/drawing/2014/main" id="{70DC02A2-3BC9-42FA-9E69-7BED8670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212" y="3346451"/>
            <a:ext cx="169863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NODE_2_TITLE">
            <a:extLst xmlns:a="http://schemas.openxmlformats.org/drawingml/2006/main">
              <a:ext uri="{FF2B5EF4-FFF2-40B4-BE49-F238E27FC236}">
                <a16:creationId xmlns:a16="http://schemas.microsoft.com/office/drawing/2014/main" id="{3C54A808-455F-46F7-8DFE-093CE189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99" y="3866536"/>
            <a:ext cx="1337226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atin typeface="Bahnschrift Condensed"/>
                <a:ea typeface="Bahnschrift Condensed"/>
                <a:cs typeface="Bahnschrift Condensed"/>
              </a:rPr>
              <a:t>EMPLOYEE RETENTION</a:t>
            </a:r>
          </a:p>
        </p:txBody>
      </p:sp>
      <p:sp>
        <p:nvSpPr>
          <p:cNvPr id="41" name="Straight Connector 75">
            <a:extLst xmlns:a="http://schemas.openxmlformats.org/drawingml/2006/main">
              <a:ext uri="{FF2B5EF4-FFF2-40B4-BE49-F238E27FC236}">
                <a16:creationId xmlns:a16="http://schemas.microsoft.com/office/drawing/2014/main" id="{13144DC2-8393-4640-946B-077AE495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347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NODE_1_TITLE">
            <a:extLst xmlns:a="http://schemas.openxmlformats.org/drawingml/2006/main">
              <a:ext uri="{FF2B5EF4-FFF2-40B4-BE49-F238E27FC236}">
                <a16:creationId xmlns:a16="http://schemas.microsoft.com/office/drawing/2014/main" id="{7C89352D-CACA-4352-A3F9-A216BFC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899" y="3866536"/>
            <a:ext cx="147348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latin typeface="Bahnschrift Condensed"/>
                <a:ea typeface="Bahnschrift Condensed"/>
                <a:cs typeface="Bahnschrift Condensed"/>
              </a:rPr>
              <a:t>EMPLOYEE ENGAGEMENT</a:t>
            </a:r>
          </a:p>
        </p:txBody>
      </p:sp>
      <p:sp>
        <p:nvSpPr>
          <p:cNvPr id="43" name="Straight Connector 79">
            <a:extLst xmlns:a="http://schemas.openxmlformats.org/drawingml/2006/main">
              <a:ext uri="{FF2B5EF4-FFF2-40B4-BE49-F238E27FC236}">
                <a16:creationId xmlns:a16="http://schemas.microsoft.com/office/drawing/2014/main" id="{D49FED02-78DB-449F-B3B1-7A9062D9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274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F534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NODE_3_BODY">
            <a:extLst xmlns:a="http://schemas.openxmlformats.org/drawingml/2006/main">
              <a:ext uri="{FF2B5EF4-FFF2-40B4-BE49-F238E27FC236}">
                <a16:creationId xmlns:a16="http://schemas.microsoft.com/office/drawing/2014/main" id="{9FDD0E9C-EF22-4EAC-A7D4-2D8BD5B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71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sp>
        <p:nvSpPr>
          <p:cNvPr id="45" name="NODE_2_BODY">
            <a:extLst xmlns:a="http://schemas.openxmlformats.org/drawingml/2006/main">
              <a:ext uri="{FF2B5EF4-FFF2-40B4-BE49-F238E27FC236}">
                <a16:creationId xmlns:a16="http://schemas.microsoft.com/office/drawing/2014/main" id="{F68836C9-08CD-4E52-8D94-308C060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944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sp>
        <p:nvSpPr>
          <p:cNvPr id="46" name="NODE_1_BODY">
            <a:extLst xmlns:a="http://schemas.openxmlformats.org/drawingml/2006/main">
              <a:ext uri="{FF2B5EF4-FFF2-40B4-BE49-F238E27FC236}">
                <a16:creationId xmlns:a16="http://schemas.microsoft.com/office/drawing/2014/main" id="{45254869-7BD7-4F5B-A0EF-F804F03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324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pic>
        <p:nvPicPr>
          <p:cNvPr id="107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4337e83a94831">
            <a:extLst>
              <a:ext uri="{96DAC541-7B7A-43D3-8B79-37D633B846F1}">
                <asvg:svgBlip xmlns:asvg="http://schemas.microsoft.com/office/drawing/2016/SVG/main" r:embed="R3478ac2c806f47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0595" y="6871496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108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b6e118bd24496">
            <a:extLst>
              <a:ext uri="{96DAC541-7B7A-43D3-8B79-37D633B846F1}">
                <asvg:svgBlip xmlns:asvg="http://schemas.microsoft.com/office/drawing/2016/SVG/main" r:embed="R21059a192b9b4e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10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25b428bfd4982">
            <a:extLst>
              <a:ext uri="{96DAC541-7B7A-43D3-8B79-37D633B846F1}">
                <asvg:svgBlip xmlns:asvg="http://schemas.microsoft.com/office/drawing/2016/SVG/main" r:embed="Re861dbda752948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4212" y="-162926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110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46382357a4fde">
            <a:extLst>
              <a:ext uri="{96DAC541-7B7A-43D3-8B79-37D633B846F1}">
                <asvg:svgBlip xmlns:asvg="http://schemas.microsoft.com/office/drawing/2016/SVG/main" r:embed="R50c22ba9855844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11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831115014855">
            <a:extLst>
              <a:ext uri="{96DAC541-7B7A-43D3-8B79-37D633B846F1}">
                <asvg:svgBlip xmlns:asvg="http://schemas.microsoft.com/office/drawing/2016/SVG/main" r:embed="Rd9c704b6a91b42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11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a99bba86d4f85">
            <a:extLst>
              <a:ext uri="{96DAC541-7B7A-43D3-8B79-37D633B846F1}">
                <asvg:svgBlip xmlns:asvg="http://schemas.microsoft.com/office/drawing/2016/SVG/main" r:embed="R3d48f4abcf444b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1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9b8131f154771">
            <a:extLst>
              <a:ext uri="{96DAC541-7B7A-43D3-8B79-37D633B846F1}">
                <asvg:svgBlip xmlns:asvg="http://schemas.microsoft.com/office/drawing/2016/SVG/main" r:embed="R1112a2634aaf42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51112" y="743944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11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e32eb4a924c23">
            <a:extLst>
              <a:ext uri="{96DAC541-7B7A-43D3-8B79-37D633B846F1}">
                <asvg:svgBlip xmlns:asvg="http://schemas.microsoft.com/office/drawing/2016/SVG/main" r:embed="R8798f78b9a5a4a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11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43f9e85a74e31">
            <a:extLst>
              <a:ext uri="{96DAC541-7B7A-43D3-8B79-37D633B846F1}">
                <asvg:svgBlip xmlns:asvg="http://schemas.microsoft.com/office/drawing/2016/SVG/main" r:embed="R3c7950781de24d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73933" y="-1089583"/>
            <a:ext cx="4436033" cy="4436033"/>
          </a:xfrm>
          <a:prstGeom xmlns:a="http://schemas.openxmlformats.org/drawingml/2006/main" prst="rect">
            <a:avLst/>
          </a:prstGeom>
        </p:spPr>
      </p:pic>
      <p:pic>
        <p:nvPicPr>
          <p:cNvPr id="11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1dd3ecb864496">
            <a:extLst>
              <a:ext uri="{96DAC541-7B7A-43D3-8B79-37D633B846F1}">
                <asvg:svgBlip xmlns:asvg="http://schemas.microsoft.com/office/drawing/2016/SVG/main" r:embed="R47752a80d7f54c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1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2462ee102459b">
            <a:extLst>
              <a:ext uri="{96DAC541-7B7A-43D3-8B79-37D633B846F1}">
                <asvg:svgBlip xmlns:asvg="http://schemas.microsoft.com/office/drawing/2016/SVG/main" r:embed="Rb1b4f061f7ab43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1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94499f9c6402d">
            <a:extLst>
              <a:ext uri="{96DAC541-7B7A-43D3-8B79-37D633B846F1}">
                <asvg:svgBlip xmlns:asvg="http://schemas.microsoft.com/office/drawing/2016/SVG/main" r:embed="Rb972aba2b17541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377534" y="-72385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19" name="Рисунок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183bb3bfa4118">
            <a:extLst>
              <a:ext uri="{96DAC541-7B7A-43D3-8B79-37D633B846F1}">
                <asvg:svgBlip xmlns:asvg="http://schemas.microsoft.com/office/drawing/2016/SVG/main" r:embed="R63499f56192745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20" name="Рисунок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b76698fa44d55">
            <a:extLst>
              <a:ext uri="{96DAC541-7B7A-43D3-8B79-37D633B846F1}">
                <asvg:svgBlip xmlns:asvg="http://schemas.microsoft.com/office/drawing/2016/SVG/main" r:embed="Rbd8b5f867fdd469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21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5bd8ae6f04647">
            <a:extLst>
              <a:ext uri="{96DAC541-7B7A-43D3-8B79-37D633B846F1}">
                <asvg:svgBlip xmlns:asvg="http://schemas.microsoft.com/office/drawing/2016/SVG/main" r:embed="R7ad7b0c38b4845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0745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BAB127-8BD3-4E33-9993-CD555BBF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400" y="1008063"/>
            <a:ext cx="6016625" cy="1235075"/>
          </a:xfrm>
          <a:custGeom xmlns:a="http://schemas.openxmlformats.org/drawingml/2006/main">
            <a:gdLst>
              <a:gd name="T0" fmla="*/ 1872 w 1872"/>
              <a:gd name="T1" fmla="*/ 284 h 384"/>
              <a:gd name="T2" fmla="*/ 1772 w 1872"/>
              <a:gd name="T3" fmla="*/ 384 h 384"/>
              <a:gd name="T4" fmla="*/ 100 w 1872"/>
              <a:gd name="T5" fmla="*/ 384 h 384"/>
              <a:gd name="T6" fmla="*/ 0 w 1872"/>
              <a:gd name="T7" fmla="*/ 284 h 384"/>
              <a:gd name="T8" fmla="*/ 0 w 1872"/>
              <a:gd name="T9" fmla="*/ 100 h 384"/>
              <a:gd name="T10" fmla="*/ 100 w 1872"/>
              <a:gd name="T11" fmla="*/ 0 h 384"/>
              <a:gd name="T12" fmla="*/ 1772 w 1872"/>
              <a:gd name="T13" fmla="*/ 0 h 384"/>
              <a:gd name="T14" fmla="*/ 1872 w 1872"/>
              <a:gd name="T15" fmla="*/ 100 h 384"/>
              <a:gd name="T16" fmla="*/ 1872 w 1872"/>
              <a:gd name="T17" fmla="*/ 284 h 384"/>
            </a:gdLst>
            <a:rect l="0" t="0" r="r" b="b"/>
            <a:pathLst>
              <a:path w="1872" h="384">
                <a:moveTo>
                  <a:pt x="1872" y="284"/>
                </a:moveTo>
                <a:cubicBezTo>
                  <a:pt x="1872" y="339"/>
                  <a:pt x="1828" y="384"/>
                  <a:pt x="1772" y="384"/>
                </a:cubicBezTo>
                <a:cubicBezTo>
                  <a:pt x="100" y="384"/>
                  <a:pt x="100" y="384"/>
                  <a:pt x="100" y="384"/>
                </a:cubicBezTo>
                <a:cubicBezTo>
                  <a:pt x="45" y="384"/>
                  <a:pt x="0" y="339"/>
                  <a:pt x="0" y="284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45"/>
                  <a:pt x="45" y="0"/>
                  <a:pt x="100" y="0"/>
                </a:cubicBezTo>
                <a:cubicBezTo>
                  <a:pt x="1772" y="0"/>
                  <a:pt x="1772" y="0"/>
                  <a:pt x="1772" y="0"/>
                </a:cubicBezTo>
                <a:cubicBezTo>
                  <a:pt x="1828" y="0"/>
                  <a:pt x="1872" y="45"/>
                  <a:pt x="1872" y="100"/>
                </a:cubicBezTo>
                <a:lnTo>
                  <a:pt x="1872" y="2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225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reeform 9">
            <a:extLst xmlns:a="http://schemas.openxmlformats.org/drawingml/2006/main">
              <a:ext uri="{FF2B5EF4-FFF2-40B4-BE49-F238E27FC236}">
                <a16:creationId xmlns:a16="http://schemas.microsoft.com/office/drawing/2014/main" id="{9CD68A62-BE8E-423C-9763-8E4F974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563" y="1146176"/>
            <a:ext cx="5702300" cy="958850"/>
          </a:xfrm>
          <a:custGeom xmlns:a="http://schemas.openxmlformats.org/drawingml/2006/main">
            <a:gdLst>
              <a:gd name="T0" fmla="*/ 1774 w 1774"/>
              <a:gd name="T1" fmla="*/ 242 h 298"/>
              <a:gd name="T2" fmla="*/ 1718 w 1774"/>
              <a:gd name="T3" fmla="*/ 298 h 298"/>
              <a:gd name="T4" fmla="*/ 56 w 1774"/>
              <a:gd name="T5" fmla="*/ 298 h 298"/>
              <a:gd name="T6" fmla="*/ 0 w 1774"/>
              <a:gd name="T7" fmla="*/ 242 h 298"/>
              <a:gd name="T8" fmla="*/ 0 w 1774"/>
              <a:gd name="T9" fmla="*/ 56 h 298"/>
              <a:gd name="T10" fmla="*/ 56 w 1774"/>
              <a:gd name="T11" fmla="*/ 0 h 298"/>
              <a:gd name="T12" fmla="*/ 1718 w 1774"/>
              <a:gd name="T13" fmla="*/ 0 h 298"/>
              <a:gd name="T14" fmla="*/ 1774 w 1774"/>
              <a:gd name="T15" fmla="*/ 56 h 298"/>
              <a:gd name="T16" fmla="*/ 1774 w 1774"/>
              <a:gd name="T17" fmla="*/ 242 h 298"/>
            </a:gdLst>
            <a:rect l="0" t="0" r="r" b="b"/>
            <a:pathLst>
              <a:path w="1774" h="298">
                <a:moveTo>
                  <a:pt x="1774" y="242"/>
                </a:moveTo>
                <a:cubicBezTo>
                  <a:pt x="1774" y="273"/>
                  <a:pt x="1749" y="298"/>
                  <a:pt x="1718" y="298"/>
                </a:cubicBezTo>
                <a:cubicBezTo>
                  <a:pt x="56" y="298"/>
                  <a:pt x="56" y="298"/>
                  <a:pt x="56" y="298"/>
                </a:cubicBezTo>
                <a:cubicBezTo>
                  <a:pt x="26" y="298"/>
                  <a:pt x="0" y="273"/>
                  <a:pt x="0" y="24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6" y="0"/>
                  <a:pt x="56" y="0"/>
                </a:cubicBezTo>
                <a:cubicBezTo>
                  <a:pt x="1718" y="0"/>
                  <a:pt x="1718" y="0"/>
                  <a:pt x="1718" y="0"/>
                </a:cubicBezTo>
                <a:cubicBezTo>
                  <a:pt x="1749" y="0"/>
                  <a:pt x="1774" y="25"/>
                  <a:pt x="1774" y="56"/>
                </a:cubicBezTo>
                <a:lnTo>
                  <a:pt x="1774" y="242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38100">
            <a:noFill/>
            <a:prstDash val="solid"/>
          </a:ln>
          <a:effectLst xmlns:a="http://schemas.openxmlformats.org/drawingml/2006/main">
            <a:outerShdw blurRad="101600" dist="127000" dir="2700000" algn="tl" rotWithShape="0">
              <a:schemeClr val="tx2">
                <a:alpha val="15000"/>
              </a:scheme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OOT_TITLE">
            <a:extLst xmlns:a="http://schemas.openxmlformats.org/drawingml/2006/main">
              <a:ext uri="{FF2B5EF4-FFF2-40B4-BE49-F238E27FC236}">
                <a16:creationId xmlns:a16="http://schemas.microsoft.com/office/drawing/2014/main" id="{7AA2F9CE-7582-489F-8DBF-82E87B9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75" y="1310130"/>
            <a:ext cx="2752677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500">
                <a:solidFill>
                  <a:schemeClr val="bg1"/>
                </a:solidFill>
                <a:latin typeface="Bahnschrift Condensed"/>
                <a:ea typeface="Bahnschrift Condensed"/>
                <a:cs typeface="Bahnschrift Condensed"/>
              </a:rPr>
              <a:t>COMPANY VALUES</a:t>
            </a:r>
          </a:p>
        </p:txBody>
      </p:sp>
      <p:sp>
        <p:nvSpPr>
          <p:cNvPr id="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D264EF-E41D-49C7-9A8E-D649ACA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6119" y="2166938"/>
            <a:ext cx="160338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AF2DAC1-FF9D-4F9A-A863-8CCF5C6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044" y="2330451"/>
            <a:ext cx="2713038" cy="1016000"/>
          </a:xfrm>
          <a:custGeom xmlns:a="http://schemas.openxmlformats.org/drawingml/2006/main">
            <a:gdLst>
              <a:gd name="T0" fmla="*/ 0 w 844"/>
              <a:gd name="T1" fmla="*/ 316 h 316"/>
              <a:gd name="T2" fmla="*/ 0 w 844"/>
              <a:gd name="T3" fmla="*/ 229 h 316"/>
              <a:gd name="T4" fmla="*/ 84 w 844"/>
              <a:gd name="T5" fmla="*/ 145 h 316"/>
              <a:gd name="T6" fmla="*/ 393 w 844"/>
              <a:gd name="T7" fmla="*/ 145 h 316"/>
              <a:gd name="T8" fmla="*/ 443 w 844"/>
              <a:gd name="T9" fmla="*/ 145 h 316"/>
              <a:gd name="T10" fmla="*/ 760 w 844"/>
              <a:gd name="T11" fmla="*/ 145 h 316"/>
              <a:gd name="T12" fmla="*/ 844 w 844"/>
              <a:gd name="T13" fmla="*/ 61 h 316"/>
              <a:gd name="T14" fmla="*/ 844 w 844"/>
              <a:gd name="T15" fmla="*/ 0 h 316"/>
            </a:gdLst>
            <a:rect l="0" t="0" r="r" b="b"/>
            <a:pathLst>
              <a:path w="844" h="316">
                <a:moveTo>
                  <a:pt x="0" y="316"/>
                </a:moveTo>
                <a:cubicBezTo>
                  <a:pt x="0" y="229"/>
                  <a:pt x="0" y="229"/>
                  <a:pt x="0" y="229"/>
                </a:cubicBezTo>
                <a:cubicBezTo>
                  <a:pt x="0" y="183"/>
                  <a:pt x="38" y="145"/>
                  <a:pt x="84" y="145"/>
                </a:cubicBezTo>
                <a:cubicBezTo>
                  <a:pt x="393" y="145"/>
                  <a:pt x="393" y="145"/>
                  <a:pt x="393" y="145"/>
                </a:cubicBezTo>
                <a:cubicBezTo>
                  <a:pt x="443" y="145"/>
                  <a:pt x="443" y="145"/>
                  <a:pt x="443" y="145"/>
                </a:cubicBezTo>
                <a:cubicBezTo>
                  <a:pt x="760" y="145"/>
                  <a:pt x="760" y="145"/>
                  <a:pt x="760" y="145"/>
                </a:cubicBezTo>
                <a:cubicBezTo>
                  <a:pt x="806" y="145"/>
                  <a:pt x="844" y="107"/>
                  <a:pt x="844" y="61"/>
                </a:cubicBezTo>
                <a:cubicBezTo>
                  <a:pt x="844" y="0"/>
                  <a:pt x="844" y="0"/>
                  <a:pt x="84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18">
            <a:extLst xmlns:a="http://schemas.openxmlformats.org/drawingml/2006/main">
              <a:ext uri="{FF2B5EF4-FFF2-40B4-BE49-F238E27FC236}">
                <a16:creationId xmlns:a16="http://schemas.microsoft.com/office/drawing/2014/main" id="{8A1FD770-ABE3-4D34-A505-2A1B491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12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Oval 19">
            <a:extLst xmlns:a="http://schemas.openxmlformats.org/drawingml/2006/main">
              <a:ext uri="{FF2B5EF4-FFF2-40B4-BE49-F238E27FC236}">
                <a16:creationId xmlns:a16="http://schemas.microsoft.com/office/drawing/2014/main" id="{ABDB8703-276D-4CBB-A3D9-2CDB187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86500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80332D3-D223-4A14-8B7B-CCC5976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50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0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0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DA7A3FF-D8E2-4EB1-9312-61444F3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50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317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317"/>
                  <a:pt x="755" y="317"/>
                  <a:pt x="755" y="3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D896DBB-149C-464F-B8CF-E979A08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3969" y="4632326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Oval 16">
            <a:extLst xmlns:a="http://schemas.openxmlformats.org/drawingml/2006/main">
              <a:ext uri="{FF2B5EF4-FFF2-40B4-BE49-F238E27FC236}">
                <a16:creationId xmlns:a16="http://schemas.microsoft.com/office/drawing/2014/main" id="{2C756080-8C36-4FE3-A36B-AAA318F5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9907" y="334645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5340B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NODE_1_TITLE">
            <a:extLst xmlns:a="http://schemas.openxmlformats.org/drawingml/2006/main">
              <a:ext uri="{FF2B5EF4-FFF2-40B4-BE49-F238E27FC236}">
                <a16:creationId xmlns:a16="http://schemas.microsoft.com/office/drawing/2014/main" id="{7C89352D-CACA-4352-A3F9-A216BFC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411" y="3866536"/>
            <a:ext cx="147348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latin typeface="Bahnschrift Condensed"/>
                <a:ea typeface="Bahnschrift Condensed"/>
                <a:cs typeface="Bahnschrift Condensed"/>
              </a:rPr>
              <a:t>EMPLOYEE ENGAGEMENT</a:t>
            </a:r>
          </a:p>
        </p:txBody>
      </p:sp>
      <p:sp>
        <p:nvSpPr>
          <p:cNvPr id="43" name="Straight Connector 79">
            <a:extLst xmlns:a="http://schemas.openxmlformats.org/drawingml/2006/main">
              <a:ext uri="{FF2B5EF4-FFF2-40B4-BE49-F238E27FC236}">
                <a16:creationId xmlns:a16="http://schemas.microsoft.com/office/drawing/2014/main" id="{5E42B1E6-B301-4C42-B719-428BF6E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786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F534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NODE_1_BODY">
            <a:extLst xmlns:a="http://schemas.openxmlformats.org/drawingml/2006/main">
              <a:ext uri="{FF2B5EF4-FFF2-40B4-BE49-F238E27FC236}">
                <a16:creationId xmlns:a16="http://schemas.microsoft.com/office/drawing/2014/main" id="{9FDD0E9C-EF22-4EAC-A7D4-2D8BD5B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383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sp>
        <p:nvSpPr>
          <p:cNvPr id="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482E295-7BFD-4F08-AF7C-A921CBF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5229" y="2166938"/>
            <a:ext cx="161925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23">
            <a:extLst xmlns:a="http://schemas.openxmlformats.org/drawingml/2006/main">
              <a:ext uri="{FF2B5EF4-FFF2-40B4-BE49-F238E27FC236}">
                <a16:creationId xmlns:a16="http://schemas.microsoft.com/office/drawing/2014/main" id="{6AB897DA-23FC-480B-8635-6225210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71267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val 24">
            <a:extLst xmlns:a="http://schemas.openxmlformats.org/drawingml/2006/main">
              <a:ext uri="{FF2B5EF4-FFF2-40B4-BE49-F238E27FC236}">
                <a16:creationId xmlns:a16="http://schemas.microsoft.com/office/drawing/2014/main" id="{2566825F-E3CA-4FD5-AED3-FEBB6A29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95379" y="4681538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309CE2D-D3C5-4368-AFA9-66A832AF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5404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E3FD2F7-289E-4848-8641-EC9AD927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5404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5780136-49D8-4277-A0EF-82A06E6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2848" y="4748213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28">
            <a:extLst xmlns:a="http://schemas.openxmlformats.org/drawingml/2006/main">
              <a:ext uri="{FF2B5EF4-FFF2-40B4-BE49-F238E27FC236}">
                <a16:creationId xmlns:a16="http://schemas.microsoft.com/office/drawing/2014/main" id="{6E86E877-F74A-48D7-9F71-72A0520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95379" y="4440238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0917850-7A65-44D5-9C8A-63B55973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2848" y="4506913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Line 30">
            <a:extLst xmlns:a="http://schemas.openxmlformats.org/drawingml/2006/main">
              <a:ext uri="{FF2B5EF4-FFF2-40B4-BE49-F238E27FC236}">
                <a16:creationId xmlns:a16="http://schemas.microsoft.com/office/drawing/2014/main" id="{1D95CEE5-9E63-4D50-9EB1-88B114A5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1104" y="4611688"/>
            <a:ext cx="0" cy="6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Line 42">
            <a:extLst xmlns:a="http://schemas.openxmlformats.org/drawingml/2006/main">
              <a:ext uri="{FF2B5EF4-FFF2-40B4-BE49-F238E27FC236}">
                <a16:creationId xmlns:a16="http://schemas.microsoft.com/office/drawing/2014/main" id="{CB6583FE-BA61-465C-BC7D-A71EE2A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6192" y="2330451"/>
            <a:ext cx="0" cy="101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7234EC1-8953-4189-9BDD-4825143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5229" y="3346451"/>
            <a:ext cx="161925" cy="161925"/>
          </a:xfrm>
          <a:custGeom xmlns:a="http://schemas.openxmlformats.org/drawingml/2006/main"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NODE_2_TITLE">
            <a:extLst xmlns:a="http://schemas.openxmlformats.org/drawingml/2006/main">
              <a:ext uri="{FF2B5EF4-FFF2-40B4-BE49-F238E27FC236}">
                <a16:creationId xmlns:a16="http://schemas.microsoft.com/office/drawing/2014/main" id="{3C54A808-455F-46F7-8DFE-093CE189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5353" y="3866536"/>
            <a:ext cx="1337226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atin typeface="Bahnschrift Condensed"/>
                <a:ea typeface="Bahnschrift Condensed"/>
                <a:cs typeface="Bahnschrift Condensed"/>
              </a:rPr>
              <a:t>EMPLOYEE RETENTION</a:t>
            </a:r>
          </a:p>
        </p:txBody>
      </p:sp>
      <p:sp>
        <p:nvSpPr>
          <p:cNvPr id="41" name="Straight Connector 75">
            <a:extLst xmlns:a="http://schemas.openxmlformats.org/drawingml/2006/main">
              <a:ext uri="{FF2B5EF4-FFF2-40B4-BE49-F238E27FC236}">
                <a16:creationId xmlns:a16="http://schemas.microsoft.com/office/drawing/2014/main" id="{691A612F-0EFA-4275-8E5E-EB636A28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2601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NODE_2_BODY">
            <a:extLst xmlns:a="http://schemas.openxmlformats.org/drawingml/2006/main">
              <a:ext uri="{FF2B5EF4-FFF2-40B4-BE49-F238E27FC236}">
                <a16:creationId xmlns:a16="http://schemas.microsoft.com/office/drawing/2014/main" id="{F68836C9-08CD-4E52-8D94-308C060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1198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sp>
        <p:nvSpPr>
          <p:cNvPr id="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126A347-4B9E-4325-8127-1940D0B5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0109" y="2166938"/>
            <a:ext cx="161925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E8069-36DE-49A8-84E1-44E1ED9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072" y="2330451"/>
            <a:ext cx="2709863" cy="1016000"/>
          </a:xfrm>
          <a:custGeom xmlns:a="http://schemas.openxmlformats.org/drawingml/2006/main">
            <a:gdLst>
              <a:gd name="T0" fmla="*/ 843 w 843"/>
              <a:gd name="T1" fmla="*/ 316 h 316"/>
              <a:gd name="T2" fmla="*/ 843 w 843"/>
              <a:gd name="T3" fmla="*/ 229 h 316"/>
              <a:gd name="T4" fmla="*/ 759 w 843"/>
              <a:gd name="T5" fmla="*/ 145 h 316"/>
              <a:gd name="T6" fmla="*/ 450 w 843"/>
              <a:gd name="T7" fmla="*/ 145 h 316"/>
              <a:gd name="T8" fmla="*/ 400 w 843"/>
              <a:gd name="T9" fmla="*/ 145 h 316"/>
              <a:gd name="T10" fmla="*/ 84 w 843"/>
              <a:gd name="T11" fmla="*/ 145 h 316"/>
              <a:gd name="T12" fmla="*/ 0 w 843"/>
              <a:gd name="T13" fmla="*/ 61 h 316"/>
              <a:gd name="T14" fmla="*/ 0 w 843"/>
              <a:gd name="T15" fmla="*/ 0 h 316"/>
            </a:gdLst>
            <a:rect l="0" t="0" r="r" b="b"/>
            <a:pathLst>
              <a:path w="843" h="316">
                <a:moveTo>
                  <a:pt x="843" y="316"/>
                </a:moveTo>
                <a:cubicBezTo>
                  <a:pt x="843" y="229"/>
                  <a:pt x="843" y="229"/>
                  <a:pt x="843" y="229"/>
                </a:cubicBezTo>
                <a:cubicBezTo>
                  <a:pt x="843" y="183"/>
                  <a:pt x="805" y="145"/>
                  <a:pt x="759" y="145"/>
                </a:cubicBezTo>
                <a:cubicBezTo>
                  <a:pt x="450" y="145"/>
                  <a:pt x="450" y="145"/>
                  <a:pt x="450" y="145"/>
                </a:cubicBezTo>
                <a:cubicBezTo>
                  <a:pt x="400" y="145"/>
                  <a:pt x="400" y="145"/>
                  <a:pt x="400" y="145"/>
                </a:cubicBezTo>
                <a:cubicBezTo>
                  <a:pt x="84" y="145"/>
                  <a:pt x="84" y="145"/>
                  <a:pt x="84" y="145"/>
                </a:cubicBezTo>
                <a:cubicBezTo>
                  <a:pt x="37" y="145"/>
                  <a:pt x="0" y="107"/>
                  <a:pt x="0" y="6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31">
            <a:extLst xmlns:a="http://schemas.openxmlformats.org/drawingml/2006/main">
              <a:ext uri="{FF2B5EF4-FFF2-40B4-BE49-F238E27FC236}">
                <a16:creationId xmlns:a16="http://schemas.microsoft.com/office/drawing/2014/main" id="{31F848A7-A3E7-459A-9752-9AD52E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7210" y="4565651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val 32">
            <a:extLst xmlns:a="http://schemas.openxmlformats.org/drawingml/2006/main">
              <a:ext uri="{FF2B5EF4-FFF2-40B4-BE49-F238E27FC236}">
                <a16:creationId xmlns:a16="http://schemas.microsoft.com/office/drawing/2014/main" id="{40D3E6F7-8005-4C01-8FE9-0CDA7B69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2910" y="4797426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7A7D8F3-DD00-49A8-9A3E-4B54B4CB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348" y="4737101"/>
            <a:ext cx="2425700" cy="1116013"/>
          </a:xfrm>
          <a:custGeom xmlns:a="http://schemas.openxmlformats.org/drawingml/2006/main">
            <a:gdLst>
              <a:gd name="T0" fmla="*/ 755 w 755"/>
              <a:gd name="T1" fmla="*/ 72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72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B83A579-A031-43AE-8712-D01BC74C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348" y="3430588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41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41"/>
                  <a:pt x="755" y="241"/>
                  <a:pt x="755" y="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26DAAE6-D5B5-44EB-A95E-12B69E86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91173" y="4864101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36">
            <a:extLst xmlns:a="http://schemas.openxmlformats.org/drawingml/2006/main">
              <a:ext uri="{FF2B5EF4-FFF2-40B4-BE49-F238E27FC236}">
                <a16:creationId xmlns:a16="http://schemas.microsoft.com/office/drawing/2014/main" id="{0E306A5D-A651-4A7E-AA09-B391D5F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2910" y="4556126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37">
            <a:extLst xmlns:a="http://schemas.openxmlformats.org/drawingml/2006/main">
              <a:ext uri="{FF2B5EF4-FFF2-40B4-BE49-F238E27FC236}">
                <a16:creationId xmlns:a16="http://schemas.microsoft.com/office/drawing/2014/main" id="{01C662C6-CFC3-42FC-A54B-37141CB3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91173" y="4622801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5 w 11"/>
              <a:gd name="T3" fmla="*/ 12 h 12"/>
              <a:gd name="T4" fmla="*/ 5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5 w 11"/>
              <a:gd name="T11" fmla="*/ 0 h 12"/>
              <a:gd name="T12" fmla="*/ 5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8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ine 38">
            <a:extLst xmlns:a="http://schemas.openxmlformats.org/drawingml/2006/main">
              <a:ext uri="{FF2B5EF4-FFF2-40B4-BE49-F238E27FC236}">
                <a16:creationId xmlns:a16="http://schemas.microsoft.com/office/drawing/2014/main" id="{81BB2546-1F0F-4F3D-AD0B-CB2E600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07048" y="4727576"/>
            <a:ext cx="0" cy="6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Oval 39">
            <a:extLst xmlns:a="http://schemas.openxmlformats.org/drawingml/2006/main">
              <a:ext uri="{FF2B5EF4-FFF2-40B4-BE49-F238E27FC236}">
                <a16:creationId xmlns:a16="http://schemas.microsoft.com/office/drawing/2014/main" id="{A63E17F7-A2BA-4ABC-8E40-12E4CB53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2910" y="4311651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CCEB834-BEA0-4FDB-9FFE-6BC61A3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91173" y="4379914"/>
            <a:ext cx="34925" cy="34925"/>
          </a:xfrm>
          <a:custGeom xmlns:a="http://schemas.openxmlformats.org/drawingml/2006/main">
            <a:gdLst>
              <a:gd name="T0" fmla="*/ 11 w 11"/>
              <a:gd name="T1" fmla="*/ 6 h 11"/>
              <a:gd name="T2" fmla="*/ 5 w 11"/>
              <a:gd name="T3" fmla="*/ 11 h 11"/>
              <a:gd name="T4" fmla="*/ 5 w 11"/>
              <a:gd name="T5" fmla="*/ 11 h 11"/>
              <a:gd name="T6" fmla="*/ 0 w 11"/>
              <a:gd name="T7" fmla="*/ 6 h 11"/>
              <a:gd name="T8" fmla="*/ 0 w 11"/>
              <a:gd name="T9" fmla="*/ 6 h 11"/>
              <a:gd name="T10" fmla="*/ 5 w 11"/>
              <a:gd name="T11" fmla="*/ 0 h 11"/>
              <a:gd name="T12" fmla="*/ 5 w 11"/>
              <a:gd name="T13" fmla="*/ 0 h 11"/>
              <a:gd name="T14" fmla="*/ 11 w 11"/>
              <a:gd name="T15" fmla="*/ 6 h 11"/>
            </a:gdLst>
            <a:rect l="0" t="0" r="r" b="b"/>
            <a:pathLst>
              <a:path w="11" h="11">
                <a:moveTo>
                  <a:pt x="11" y="6"/>
                </a:moveTo>
                <a:cubicBezTo>
                  <a:pt x="11" y="9"/>
                  <a:pt x="8" y="11"/>
                  <a:pt x="5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2" y="11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Line 41">
            <a:extLst xmlns:a="http://schemas.openxmlformats.org/drawingml/2006/main">
              <a:ext uri="{FF2B5EF4-FFF2-40B4-BE49-F238E27FC236}">
                <a16:creationId xmlns:a16="http://schemas.microsoft.com/office/drawing/2014/main" id="{7AE5A7CC-DD0A-44ED-BEDE-1F9B7C2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07048" y="4483101"/>
            <a:ext cx="0" cy="73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NODE_3_TITLE">
            <a:extLst xmlns:a="http://schemas.openxmlformats.org/drawingml/2006/main">
              <a:ext uri="{FF2B5EF4-FFF2-40B4-BE49-F238E27FC236}">
                <a16:creationId xmlns:a16="http://schemas.microsoft.com/office/drawing/2014/main" id="{DD023579-0B2B-4EAE-9891-DF0D2163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54" y="3866536"/>
            <a:ext cx="1268296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atin typeface="Bahnschrift Condensed"/>
                <a:ea typeface="Bahnschrift Condensed"/>
                <a:cs typeface="Bahnschrift Condensed"/>
              </a:rPr>
              <a:t>TALENT ACQUISITION</a:t>
            </a:r>
          </a:p>
        </p:txBody>
      </p:sp>
      <p:sp>
        <p:nvSpPr>
          <p:cNvPr id="36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A300624E-022F-464C-8D6E-2A460C4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0137" y="4371977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Oval 17">
            <a:extLst xmlns:a="http://schemas.openxmlformats.org/drawingml/2006/main">
              <a:ext uri="{FF2B5EF4-FFF2-40B4-BE49-F238E27FC236}">
                <a16:creationId xmlns:a16="http://schemas.microsoft.com/office/drawing/2014/main" id="{70DC02A2-3BC9-42FA-9E69-7BED8670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3622" y="3346451"/>
            <a:ext cx="169863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chemeClr val="tx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NODE_3_BODY">
            <a:extLst xmlns:a="http://schemas.openxmlformats.org/drawingml/2006/main">
              <a:ext uri="{FF2B5EF4-FFF2-40B4-BE49-F238E27FC236}">
                <a16:creationId xmlns:a16="http://schemas.microsoft.com/office/drawing/2014/main" id="{45254869-7BD7-4F5B-A0EF-F804F03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8734" y="4565651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  <p:pic>
        <p:nvPicPr>
          <p:cNvPr id="14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ea416a6cb4e28">
            <a:extLst>
              <a:ext uri="{96DAC541-7B7A-43D3-8B79-37D633B846F1}">
                <asvg:svgBlip xmlns:asvg="http://schemas.microsoft.com/office/drawing/2016/SVG/main" r:embed="R2c05ea3d05734b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049" y="765589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14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1ed2f75d74cf1">
            <a:extLst>
              <a:ext uri="{96DAC541-7B7A-43D3-8B79-37D633B846F1}">
                <asvg:svgBlip xmlns:asvg="http://schemas.microsoft.com/office/drawing/2016/SVG/main" r:embed="Rdd3d748cb08245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14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04df9ac274ade">
            <a:extLst>
              <a:ext uri="{96DAC541-7B7A-43D3-8B79-37D633B846F1}">
                <asvg:svgBlip xmlns:asvg="http://schemas.microsoft.com/office/drawing/2016/SVG/main" r:embed="R5ddafe2ff57e41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14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7f552e4904188">
            <a:extLst>
              <a:ext uri="{96DAC541-7B7A-43D3-8B79-37D633B846F1}">
                <asvg:svgBlip xmlns:asvg="http://schemas.microsoft.com/office/drawing/2016/SVG/main" r:embed="Ra36707e9ce654d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14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47d8b27d469f">
            <a:extLst>
              <a:ext uri="{96DAC541-7B7A-43D3-8B79-37D633B846F1}">
                <asvg:svgBlip xmlns:asvg="http://schemas.microsoft.com/office/drawing/2016/SVG/main" r:embed="R625dd1ca26c044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14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6bc574a484a4f">
            <a:extLst>
              <a:ext uri="{96DAC541-7B7A-43D3-8B79-37D633B846F1}">
                <asvg:svgBlip xmlns:asvg="http://schemas.microsoft.com/office/drawing/2016/SVG/main" r:embed="R7004687b06a945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4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41d88c2b44334">
            <a:extLst>
              <a:ext uri="{96DAC541-7B7A-43D3-8B79-37D633B846F1}">
                <asvg:svgBlip xmlns:asvg="http://schemas.microsoft.com/office/drawing/2016/SVG/main" r:embed="Rfcd3d10bc44b49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352145" y="742729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14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ed84b887142b0">
            <a:extLst>
              <a:ext uri="{96DAC541-7B7A-43D3-8B79-37D633B846F1}">
                <asvg:svgBlip xmlns:asvg="http://schemas.microsoft.com/office/drawing/2016/SVG/main" r:embed="R7c8b4e64e6fe43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14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8a588702d4b40">
            <a:extLst>
              <a:ext uri="{96DAC541-7B7A-43D3-8B79-37D633B846F1}">
                <asvg:svgBlip xmlns:asvg="http://schemas.microsoft.com/office/drawing/2016/SVG/main" r:embed="R41e3ce70f38d48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4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bb9aeef8b4229">
            <a:extLst>
              <a:ext uri="{96DAC541-7B7A-43D3-8B79-37D633B846F1}">
                <asvg:svgBlip xmlns:asvg="http://schemas.microsoft.com/office/drawing/2016/SVG/main" r:embed="R8699006d0a3b4f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5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3108c33d42ff">
            <a:extLst>
              <a:ext uri="{96DAC541-7B7A-43D3-8B79-37D633B846F1}">
                <asvg:svgBlip xmlns:asvg="http://schemas.microsoft.com/office/drawing/2016/SVG/main" r:embed="R7130c3fd745a4b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5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13d2fc25e4a75">
            <a:extLst>
              <a:ext uri="{96DAC541-7B7A-43D3-8B79-37D633B846F1}">
                <asvg:svgBlip xmlns:asvg="http://schemas.microsoft.com/office/drawing/2016/SVG/main" r:embed="Re2d5cacece4142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52" name="Рисунок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77877dce84da8">
            <a:extLst>
              <a:ext uri="{96DAC541-7B7A-43D3-8B79-37D633B846F1}">
                <asvg:svgBlip xmlns:asvg="http://schemas.microsoft.com/office/drawing/2016/SVG/main" r:embed="R6e360fbf523643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53" name="Рисунок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3bc894fca4787">
            <a:extLst>
              <a:ext uri="{96DAC541-7B7A-43D3-8B79-37D633B846F1}">
                <asvg:svgBlip xmlns:asvg="http://schemas.microsoft.com/office/drawing/2016/SVG/main" r:embed="Rf46afd786db448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5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efab756e0415c">
            <a:extLst>
              <a:ext uri="{96DAC541-7B7A-43D3-8B79-37D633B846F1}">
                <asvg:svgBlip xmlns:asvg="http://schemas.microsoft.com/office/drawing/2016/SVG/main" r:embed="R9cf2a6241c0b47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66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28CF14A-90D0-4865-BD28-F4D4CE5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1370" y="2169642"/>
            <a:ext cx="161925" cy="163513"/>
          </a:xfrm>
          <a:custGeom xmlns:a="http://schemas.openxmlformats.org/drawingml/2006/main">
            <a:gdLst>
              <a:gd name="T0" fmla="*/ 50 w 50"/>
              <a:gd name="T1" fmla="*/ 25 h 51"/>
              <a:gd name="T2" fmla="*/ 25 w 50"/>
              <a:gd name="T3" fmla="*/ 51 h 51"/>
              <a:gd name="T4" fmla="*/ 25 w 50"/>
              <a:gd name="T5" fmla="*/ 51 h 51"/>
              <a:gd name="T6" fmla="*/ 0 w 50"/>
              <a:gd name="T7" fmla="*/ 25 h 51"/>
              <a:gd name="T8" fmla="*/ 0 w 50"/>
              <a:gd name="T9" fmla="*/ 25 h 51"/>
              <a:gd name="T10" fmla="*/ 25 w 50"/>
              <a:gd name="T11" fmla="*/ 0 h 51"/>
              <a:gd name="T12" fmla="*/ 25 w 50"/>
              <a:gd name="T13" fmla="*/ 0 h 51"/>
              <a:gd name="T14" fmla="*/ 50 w 50"/>
              <a:gd name="T15" fmla="*/ 25 h 51"/>
            </a:gdLst>
            <a:rect l="0" t="0" r="r" b="b"/>
            <a:pathLst>
              <a:path w="50" h="51">
                <a:moveTo>
                  <a:pt x="50" y="25"/>
                </a:moveTo>
                <a:cubicBezTo>
                  <a:pt x="50" y="39"/>
                  <a:pt x="39" y="51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2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2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Oval 23">
            <a:extLst xmlns:a="http://schemas.openxmlformats.org/drawingml/2006/main">
              <a:ext uri="{FF2B5EF4-FFF2-40B4-BE49-F238E27FC236}">
                <a16:creationId xmlns:a16="http://schemas.microsoft.com/office/drawing/2014/main" id="{12DFD16D-E60D-4B0D-9CC5-375EBAF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7408" y="4568355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Oval 24">
            <a:extLst xmlns:a="http://schemas.openxmlformats.org/drawingml/2006/main">
              <a:ext uri="{FF2B5EF4-FFF2-40B4-BE49-F238E27FC236}">
                <a16:creationId xmlns:a16="http://schemas.microsoft.com/office/drawing/2014/main" id="{42A13F75-B2C0-4C27-81DB-0BF0C62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1520" y="4684242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EB1F1485-2EC8-46F6-A5A1-853AD5A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1545" y="4739805"/>
            <a:ext cx="2425700" cy="1116013"/>
          </a:xfrm>
          <a:custGeom xmlns:a="http://schemas.openxmlformats.org/drawingml/2006/main">
            <a:gdLst>
              <a:gd name="T0" fmla="*/ 755 w 755"/>
              <a:gd name="T1" fmla="*/ 36 h 347"/>
              <a:gd name="T2" fmla="*/ 755 w 755"/>
              <a:gd name="T3" fmla="*/ 231 h 347"/>
              <a:gd name="T4" fmla="*/ 639 w 755"/>
              <a:gd name="T5" fmla="*/ 347 h 347"/>
              <a:gd name="T6" fmla="*/ 116 w 755"/>
              <a:gd name="T7" fmla="*/ 347 h 347"/>
              <a:gd name="T8" fmla="*/ 0 w 755"/>
              <a:gd name="T9" fmla="*/ 231 h 347"/>
              <a:gd name="T10" fmla="*/ 0 w 755"/>
              <a:gd name="T11" fmla="*/ 0 h 347"/>
            </a:gdLst>
            <a:rect l="0" t="0" r="r" b="b"/>
            <a:pathLst>
              <a:path w="755" h="347">
                <a:moveTo>
                  <a:pt x="755" y="36"/>
                </a:moveTo>
                <a:cubicBezTo>
                  <a:pt x="755" y="231"/>
                  <a:pt x="755" y="231"/>
                  <a:pt x="755" y="231"/>
                </a:cubicBezTo>
                <a:cubicBezTo>
                  <a:pt x="755" y="295"/>
                  <a:pt x="703" y="347"/>
                  <a:pt x="639" y="347"/>
                </a:cubicBezTo>
                <a:cubicBezTo>
                  <a:pt x="116" y="347"/>
                  <a:pt x="116" y="347"/>
                  <a:pt x="116" y="347"/>
                </a:cubicBezTo>
                <a:cubicBezTo>
                  <a:pt x="52" y="347"/>
                  <a:pt x="0" y="295"/>
                  <a:pt x="0" y="23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FA3FAD6-F0BA-4864-A994-A1B8D2D4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1545" y="3433292"/>
            <a:ext cx="2425700" cy="1022350"/>
          </a:xfrm>
          <a:custGeom xmlns:a="http://schemas.openxmlformats.org/drawingml/2006/main">
            <a:gdLst>
              <a:gd name="T0" fmla="*/ 0 w 755"/>
              <a:gd name="T1" fmla="*/ 318 h 318"/>
              <a:gd name="T2" fmla="*/ 0 w 755"/>
              <a:gd name="T3" fmla="*/ 116 h 318"/>
              <a:gd name="T4" fmla="*/ 116 w 755"/>
              <a:gd name="T5" fmla="*/ 0 h 318"/>
              <a:gd name="T6" fmla="*/ 639 w 755"/>
              <a:gd name="T7" fmla="*/ 0 h 318"/>
              <a:gd name="T8" fmla="*/ 755 w 755"/>
              <a:gd name="T9" fmla="*/ 116 h 318"/>
              <a:gd name="T10" fmla="*/ 755 w 755"/>
              <a:gd name="T11" fmla="*/ 289 h 318"/>
            </a:gdLst>
            <a:rect l="0" t="0" r="r" b="b"/>
            <a:pathLst>
              <a:path w="755" h="318">
                <a:moveTo>
                  <a:pt x="0" y="318"/>
                </a:moveTo>
                <a:cubicBezTo>
                  <a:pt x="0" y="116"/>
                  <a:pt x="0" y="116"/>
                  <a:pt x="0" y="116"/>
                </a:cubicBezTo>
                <a:cubicBezTo>
                  <a:pt x="0" y="52"/>
                  <a:pt x="52" y="0"/>
                  <a:pt x="116" y="0"/>
                </a:cubicBezTo>
                <a:cubicBezTo>
                  <a:pt x="639" y="0"/>
                  <a:pt x="639" y="0"/>
                  <a:pt x="639" y="0"/>
                </a:cubicBezTo>
                <a:cubicBezTo>
                  <a:pt x="703" y="0"/>
                  <a:pt x="755" y="52"/>
                  <a:pt x="755" y="116"/>
                </a:cubicBezTo>
                <a:cubicBezTo>
                  <a:pt x="755" y="289"/>
                  <a:pt x="755" y="289"/>
                  <a:pt x="755" y="2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E49B2C1-4490-44AA-AD3B-604BA610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989" y="4750917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Oval 28">
            <a:extLst xmlns:a="http://schemas.openxmlformats.org/drawingml/2006/main">
              <a:ext uri="{FF2B5EF4-FFF2-40B4-BE49-F238E27FC236}">
                <a16:creationId xmlns:a16="http://schemas.microsoft.com/office/drawing/2014/main" id="{F7C511B2-9DAA-423B-96ED-62E7C65C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1520" y="4442942"/>
            <a:ext cx="169863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F2028D3-3F0B-4D97-AB34-37E33B8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8989" y="4509617"/>
            <a:ext cx="34925" cy="38100"/>
          </a:xfrm>
          <a:custGeom xmlns:a="http://schemas.openxmlformats.org/drawingml/2006/main">
            <a:gdLst>
              <a:gd name="T0" fmla="*/ 11 w 11"/>
              <a:gd name="T1" fmla="*/ 6 h 12"/>
              <a:gd name="T2" fmla="*/ 6 w 11"/>
              <a:gd name="T3" fmla="*/ 12 h 12"/>
              <a:gd name="T4" fmla="*/ 6 w 11"/>
              <a:gd name="T5" fmla="*/ 12 h 12"/>
              <a:gd name="T6" fmla="*/ 0 w 11"/>
              <a:gd name="T7" fmla="*/ 6 h 12"/>
              <a:gd name="T8" fmla="*/ 0 w 11"/>
              <a:gd name="T9" fmla="*/ 6 h 12"/>
              <a:gd name="T10" fmla="*/ 6 w 11"/>
              <a:gd name="T11" fmla="*/ 0 h 12"/>
              <a:gd name="T12" fmla="*/ 6 w 11"/>
              <a:gd name="T13" fmla="*/ 0 h 12"/>
              <a:gd name="T14" fmla="*/ 11 w 11"/>
              <a:gd name="T15" fmla="*/ 6 h 12"/>
            </a:gdLst>
            <a:rect l="0" t="0" r="r" b="b"/>
            <a:pathLst>
              <a:path w="11" h="12">
                <a:moveTo>
                  <a:pt x="11" y="6"/>
                </a:moveTo>
                <a:cubicBezTo>
                  <a:pt x="11" y="9"/>
                  <a:pt x="9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9" y="0"/>
                  <a:pt x="11" y="3"/>
                  <a:pt x="11" y="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Line 30">
            <a:extLst xmlns:a="http://schemas.openxmlformats.org/drawingml/2006/main">
              <a:ext uri="{FF2B5EF4-FFF2-40B4-BE49-F238E27FC236}">
                <a16:creationId xmlns:a16="http://schemas.microsoft.com/office/drawing/2014/main" id="{76CF125E-D7AF-4138-9653-AFA46C5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07245" y="4614392"/>
            <a:ext cx="0" cy="6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Line 42">
            <a:extLst xmlns:a="http://schemas.openxmlformats.org/drawingml/2006/main">
              <a:ext uri="{FF2B5EF4-FFF2-40B4-BE49-F238E27FC236}">
                <a16:creationId xmlns:a16="http://schemas.microsoft.com/office/drawing/2014/main" id="{6470D773-DAF5-4EA0-BE12-DBBAF18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2333" y="2333155"/>
            <a:ext cx="0" cy="101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2F0D57B-BBDF-4199-A616-81053247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1370" y="3349155"/>
            <a:ext cx="161925" cy="161925"/>
          </a:xfrm>
          <a:custGeom xmlns:a="http://schemas.openxmlformats.org/drawingml/2006/main">
            <a:gdLst>
              <a:gd name="T0" fmla="*/ 50 w 50"/>
              <a:gd name="T1" fmla="*/ 25 h 50"/>
              <a:gd name="T2" fmla="*/ 25 w 50"/>
              <a:gd name="T3" fmla="*/ 50 h 50"/>
              <a:gd name="T4" fmla="*/ 25 w 50"/>
              <a:gd name="T5" fmla="*/ 50 h 50"/>
              <a:gd name="T6" fmla="*/ 0 w 50"/>
              <a:gd name="T7" fmla="*/ 25 h 50"/>
              <a:gd name="T8" fmla="*/ 0 w 50"/>
              <a:gd name="T9" fmla="*/ 25 h 50"/>
              <a:gd name="T10" fmla="*/ 25 w 50"/>
              <a:gd name="T11" fmla="*/ 0 h 50"/>
              <a:gd name="T12" fmla="*/ 25 w 50"/>
              <a:gd name="T13" fmla="*/ 0 h 50"/>
              <a:gd name="T14" fmla="*/ 50 w 50"/>
              <a:gd name="T15" fmla="*/ 25 h 50"/>
            </a:gdLst>
            <a:rect l="0" t="0" r="r" b="b"/>
            <a:pathLst>
              <a:path w="50" h="50">
                <a:moveTo>
                  <a:pt x="50" y="25"/>
                </a:moveTo>
                <a:cubicBezTo>
                  <a:pt x="50" y="39"/>
                  <a:pt x="39" y="50"/>
                  <a:pt x="25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9050">
            <a:solidFill>
              <a:srgbClr val="FB4D4D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NODE_4_TITLE">
            <a:extLst xmlns:a="http://schemas.openxmlformats.org/drawingml/2006/main">
              <a:ext uri="{FF2B5EF4-FFF2-40B4-BE49-F238E27FC236}">
                <a16:creationId xmlns:a16="http://schemas.microsoft.com/office/drawing/2014/main" id="{B472770B-A222-4230-BDA1-2B47A027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1494" y="3869240"/>
            <a:ext cx="1337226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atin typeface="Bahnschrift Condensed"/>
                <a:ea typeface="Bahnschrift Condensed"/>
                <a:cs typeface="Bahnschrift Condensed"/>
              </a:rPr>
              <a:t>EMPLOYEE RETENTION</a:t>
            </a:r>
          </a:p>
        </p:txBody>
      </p:sp>
      <p:sp>
        <p:nvSpPr>
          <p:cNvPr id="78" name="Straight Connector 75">
            <a:extLst xmlns:a="http://schemas.openxmlformats.org/drawingml/2006/main">
              <a:ext uri="{FF2B5EF4-FFF2-40B4-BE49-F238E27FC236}">
                <a16:creationId xmlns:a16="http://schemas.microsoft.com/office/drawing/2014/main" id="{E70946FF-5200-4763-892A-B886D549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8742" y="4374681"/>
            <a:ext cx="262731" cy="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chemeClr val="accent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9" name="NODE_4_BODY">
            <a:extLst xmlns:a="http://schemas.openxmlformats.org/drawingml/2006/main">
              <a:ext uri="{FF2B5EF4-FFF2-40B4-BE49-F238E27FC236}">
                <a16:creationId xmlns:a16="http://schemas.microsoft.com/office/drawing/2014/main" id="{3F4975AD-4FA8-472A-91A9-83594BA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7339" y="4568355"/>
            <a:ext cx="2405536" cy="894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Every employer desires to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Have</a:t>
            </a:r>
            <a:r>
              <a:rPr sz="1000" b="1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  <a:ea typeface="Nunito"/>
                <a:cs typeface="Nunito"/>
              </a:rPr>
              <a:t> </a:t>
            </a:r>
            <a:r>
              <a:rPr sz="100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performance-driven company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culture. However, cultivating the</a:t>
            </a:r>
          </a:p>
          <a:p xmlns:a="http://schemas.openxmlformats.org/drawingml/2006/main">
            <a:pPr algn="ctr">
              <a:lnSpc>
                <a:spcPts val="1560"/>
              </a:lnSpc>
              <a:buNone/>
            </a:pPr>
            <a:r>
              <a: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same within organization</a:t>
            </a:r>
          </a:p>
        </p:txBody>
      </p:sp>
    </p:spTree>
    <p:extLst>
      <p:ext uri="{BB962C8B-B14F-4D97-AF65-F5344CB8AC3E}">
        <p14:creationId xmlns:p14="http://schemas.microsoft.com/office/powerpoint/2010/main" val="86434551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189602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735801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5AB931-FA49-4491-B06E-8B9A3FE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655" y="3020509"/>
            <a:ext cx="278691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511E59-03FF-40A6-B750-339FF9D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655" y="4709808"/>
            <a:ext cx="278691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ITEM_1_TITLE">
            <a:extLst xmlns:a="http://schemas.openxmlformats.org/drawingml/2006/main">
              <a:ext uri="{FF2B5EF4-FFF2-40B4-BE49-F238E27FC236}">
                <a16:creationId xmlns:a16="http://schemas.microsoft.com/office/drawing/2014/main" id="{CABBE63A-5A59-4CCF-9702-E76E0BB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1287382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0" name="ITEM_1_BODY">
            <a:extLst xmlns:a="http://schemas.openxmlformats.org/drawingml/2006/main">
              <a:ext uri="{FF2B5EF4-FFF2-40B4-BE49-F238E27FC236}">
                <a16:creationId xmlns:a16="http://schemas.microsoft.com/office/drawing/2014/main" id="{F0E8B400-1D08-4922-B534-142968B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1668382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1" name="ITEM_2_TITLE">
            <a:extLst xmlns:a="http://schemas.openxmlformats.org/drawingml/2006/main">
              <a:ext uri="{FF2B5EF4-FFF2-40B4-BE49-F238E27FC236}">
                <a16:creationId xmlns:a16="http://schemas.microsoft.com/office/drawing/2014/main" id="{7B1C0289-7A6B-4826-B55D-A01B2C1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3003807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32" name="ITEM_2_BODY">
            <a:extLst xmlns:a="http://schemas.openxmlformats.org/drawingml/2006/main">
              <a:ext uri="{FF2B5EF4-FFF2-40B4-BE49-F238E27FC236}">
                <a16:creationId xmlns:a16="http://schemas.microsoft.com/office/drawing/2014/main" id="{2CE04825-9602-4F86-9CAE-721BEAE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3384807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33" name="ITEM_3_TITLE">
            <a:extLst xmlns:a="http://schemas.openxmlformats.org/drawingml/2006/main">
              <a:ext uri="{FF2B5EF4-FFF2-40B4-BE49-F238E27FC236}">
                <a16:creationId xmlns:a16="http://schemas.microsoft.com/office/drawing/2014/main" id="{96C5B1FE-5F07-47C4-8A21-221C00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4812052"/>
            <a:ext cx="3017992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4" name="ITEM_3_BODY">
            <a:extLst xmlns:a="http://schemas.openxmlformats.org/drawingml/2006/main">
              <a:ext uri="{FF2B5EF4-FFF2-40B4-BE49-F238E27FC236}">
                <a16:creationId xmlns:a16="http://schemas.microsoft.com/office/drawing/2014/main" id="{095C3258-CE51-4A22-B259-25C12FA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581" y="5193052"/>
            <a:ext cx="3017992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3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8fb232294fd0">
            <a:extLst>
              <a:ext uri="{96DAC541-7B7A-43D3-8B79-37D633B846F1}">
                <asvg:svgBlip xmlns:asvg="http://schemas.microsoft.com/office/drawing/2016/SVG/main" r:embed="Rf0f00dc166b04d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27" y="765589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9ecaafe1444f5">
            <a:extLst>
              <a:ext uri="{96DAC541-7B7A-43D3-8B79-37D633B846F1}">
                <asvg:svgBlip xmlns:asvg="http://schemas.microsoft.com/office/drawing/2016/SVG/main" r:embed="R73ee5ec66b0747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2a1a90e7c4187">
            <a:extLst>
              <a:ext uri="{96DAC541-7B7A-43D3-8B79-37D633B846F1}">
                <asvg:svgBlip xmlns:asvg="http://schemas.microsoft.com/office/drawing/2016/SVG/main" r:embed="R9a84fe9ae4bf45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cb0957dbc46fe">
            <a:extLst>
              <a:ext uri="{96DAC541-7B7A-43D3-8B79-37D633B846F1}">
                <asvg:svgBlip xmlns:asvg="http://schemas.microsoft.com/office/drawing/2016/SVG/main" r:embed="R412bb3fff7a240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7c4dd4e904149">
            <a:extLst>
              <a:ext uri="{96DAC541-7B7A-43D3-8B79-37D633B846F1}">
                <asvg:svgBlip xmlns:asvg="http://schemas.microsoft.com/office/drawing/2016/SVG/main" r:embed="R2aba5321944746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28aefcdfd406c">
            <a:extLst>
              <a:ext uri="{96DAC541-7B7A-43D3-8B79-37D633B846F1}">
                <asvg:svgBlip xmlns:asvg="http://schemas.microsoft.com/office/drawing/2016/SVG/main" r:embed="Rd2ed9039697b48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a7caaca9c4813">
            <a:extLst>
              <a:ext uri="{96DAC541-7B7A-43D3-8B79-37D633B846F1}">
                <asvg:svgBlip xmlns:asvg="http://schemas.microsoft.com/office/drawing/2016/SVG/main" r:embed="R871d03542f354c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4453" y="927792"/>
            <a:ext cx="4924098" cy="4924098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c8af1a239426e">
            <a:extLst>
              <a:ext uri="{96DAC541-7B7A-43D3-8B79-37D633B846F1}">
                <asvg:svgBlip xmlns:asvg="http://schemas.microsoft.com/office/drawing/2016/SVG/main" r:embed="R2e49db8b55f448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9b65080074528">
            <a:extLst>
              <a:ext uri="{96DAC541-7B7A-43D3-8B79-37D633B846F1}">
                <asvg:svgBlip xmlns:asvg="http://schemas.microsoft.com/office/drawing/2016/SVG/main" r:embed="R6e6d630ae2204e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249b536d94918">
            <a:extLst>
              <a:ext uri="{96DAC541-7B7A-43D3-8B79-37D633B846F1}">
                <asvg:svgBlip xmlns:asvg="http://schemas.microsoft.com/office/drawing/2016/SVG/main" r:embed="R0aa6dc2c625c41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a39e5da80427a">
            <a:extLst>
              <a:ext uri="{96DAC541-7B7A-43D3-8B79-37D633B846F1}">
                <asvg:svgBlip xmlns:asvg="http://schemas.microsoft.com/office/drawing/2016/SVG/main" r:embed="R8d5e752a751c4a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e788588d44d34">
            <a:extLst>
              <a:ext uri="{96DAC541-7B7A-43D3-8B79-37D633B846F1}">
                <asvg:svgBlip xmlns:asvg="http://schemas.microsoft.com/office/drawing/2016/SVG/main" r:embed="R7044ca7e589b4e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e73b9795c4601">
            <a:extLst>
              <a:ext uri="{96DAC541-7B7A-43D3-8B79-37D633B846F1}">
                <asvg:svgBlip xmlns:asvg="http://schemas.microsoft.com/office/drawing/2016/SVG/main" r:embed="Rd7e1946a65e74c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bc01b07624830">
            <a:extLst>
              <a:ext uri="{96DAC541-7B7A-43D3-8B79-37D633B846F1}">
                <asvg:svgBlip xmlns:asvg="http://schemas.microsoft.com/office/drawing/2016/SVG/main" r:embed="R22cdc396bd784a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e721076c14c06">
            <a:extLst>
              <a:ext uri="{96DAC541-7B7A-43D3-8B79-37D633B846F1}">
                <asvg:svgBlip xmlns:asvg="http://schemas.microsoft.com/office/drawing/2016/SVG/main" r:embed="Re60381806e9e41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A8CA1AF-70DB-4C08-B88D-41B9C387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2949361"/>
            <a:ext cx="28272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B426BFCE-8182-4584-8BB2-EF600BF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4638660"/>
            <a:ext cx="28272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52" name="ITEM_4_TITLE">
            <a:extLst xmlns:a="http://schemas.openxmlformats.org/drawingml/2006/main">
              <a:ext uri="{FF2B5EF4-FFF2-40B4-BE49-F238E27FC236}">
                <a16:creationId xmlns:a16="http://schemas.microsoft.com/office/drawing/2014/main" id="{B167DAB7-5D5C-40F9-96D1-5AC17E5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1216234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3" name="ITEM_4_BODY">
            <a:extLst xmlns:a="http://schemas.openxmlformats.org/drawingml/2006/main">
              <a:ext uri="{FF2B5EF4-FFF2-40B4-BE49-F238E27FC236}">
                <a16:creationId xmlns:a16="http://schemas.microsoft.com/office/drawing/2014/main" id="{7E4C27D6-523F-48EE-A933-AC3B0B8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1597234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4" name="ITEM_5_TITLE">
            <a:extLst xmlns:a="http://schemas.openxmlformats.org/drawingml/2006/main">
              <a:ext uri="{FF2B5EF4-FFF2-40B4-BE49-F238E27FC236}">
                <a16:creationId xmlns:a16="http://schemas.microsoft.com/office/drawing/2014/main" id="{C8A1CA77-100B-4D62-A244-E15C456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2932659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55" name="ITEM_5_BODY">
            <a:extLst xmlns:a="http://schemas.openxmlformats.org/drawingml/2006/main">
              <a:ext uri="{FF2B5EF4-FFF2-40B4-BE49-F238E27FC236}">
                <a16:creationId xmlns:a16="http://schemas.microsoft.com/office/drawing/2014/main" id="{324D2A13-9622-4508-9E7B-F7303CD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3313659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56" name="ITEM_6_TITLE">
            <a:extLst xmlns:a="http://schemas.openxmlformats.org/drawingml/2006/main">
              <a:ext uri="{FF2B5EF4-FFF2-40B4-BE49-F238E27FC236}">
                <a16:creationId xmlns:a16="http://schemas.microsoft.com/office/drawing/2014/main" id="{88737FE9-72EB-41F3-B554-096D885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4740904"/>
            <a:ext cx="3061711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7" name="ITEM_6_BODY">
            <a:extLst xmlns:a="http://schemas.openxmlformats.org/drawingml/2006/main">
              <a:ext uri="{FF2B5EF4-FFF2-40B4-BE49-F238E27FC236}">
                <a16:creationId xmlns:a16="http://schemas.microsoft.com/office/drawing/2014/main" id="{502CC410-63E9-430C-A98C-EADB7EB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1" y="5121904"/>
            <a:ext cx="3061711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CENTER_MESSAGE">
            <a:extLst xmlns:a="http://schemas.openxmlformats.org/drawingml/2006/main">
              <a:ext uri="{FF2B5EF4-FFF2-40B4-BE49-F238E27FC236}">
                <a16:creationId xmlns:a16="http://schemas.microsoft.com/office/drawing/2014/main" id="{33DD39C4-81E0-4E9E-8F06-B05A083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11" y="2089138"/>
            <a:ext cx="2864202" cy="2322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3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rgbClr val="F5340B"/>
                </a:solidFill>
                <a:latin typeface="Nunito"/>
                <a:ea typeface="Nunito"/>
                <a:cs typeface="Nunito"/>
              </a:rPr>
              <a:t>Поддерживать</a:t>
            </a:r>
            <a:r>
              <a:rPr>
                <a:latin typeface="Nunito"/>
                <a:ea typeface="Nunito"/>
                <a:cs typeface="Nunito"/>
              </a:rPr>
              <a:t> — значит замечать не только результат работы, но и состояние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798540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D250DF-60BB-41C5-9A75-7ECCCC1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2631"/>
            <a:ext cx="11049000" cy="44661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5904B7-A56C-424E-9F0B-73D944C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914" y="386905"/>
            <a:ext cx="5258171" cy="6309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500">
                <a:solidFill>
                  <a:schemeClr val="tx1">
                    <a:lumMod val="95000"/>
                    <a:lumOff val="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ТРИ ОПОРЫ КАЧЕСТВА НА УЧАСТКЕ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68F7D434-49F0-4CAF-9EDF-956E52C4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93078"/>
            <a:ext cx="7658100" cy="6027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5340B"/>
                </a:solidFill>
                <a:latin typeface="Nunito"/>
                <a:ea typeface="Nunito"/>
                <a:cs typeface="Nunito"/>
              </a:rPr>
              <a:t>Поддерживать</a:t>
            </a:r>
            <a:r>
              <a:rPr sz="1800" b="0" i="0" u="none" cap="none" spc="0">
                <a:ln>
                  <a:noFill/>
                </a:ln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значит замечать не только результат работы, но и состояние человека.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7D02126-2C06-486D-A984-10D2F193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37" y="2239058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reeform 5">
            <a:extLst xmlns:a="http://schemas.openxmlformats.org/drawingml/2006/main">
              <a:ext uri="{FF2B5EF4-FFF2-40B4-BE49-F238E27FC236}">
                <a16:creationId xmlns:a16="http://schemas.microsoft.com/office/drawing/2014/main" id="{82FDF3B9-AC16-46B8-88A2-C2C3A77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37" y="3679835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LEFT_1_BODY">
            <a:extLst xmlns:a="http://schemas.openxmlformats.org/drawingml/2006/main">
              <a:ext uri="{FF2B5EF4-FFF2-40B4-BE49-F238E27FC236}">
                <a16:creationId xmlns:a16="http://schemas.microsoft.com/office/drawing/2014/main" id="{93BE87D2-B369-4CD0-83F7-6A3A87E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30" y="2396250"/>
            <a:ext cx="2205012" cy="904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14" name="LEFT_2_BODY">
            <a:extLst xmlns:a="http://schemas.openxmlformats.org/drawingml/2006/main">
              <a:ext uri="{FF2B5EF4-FFF2-40B4-BE49-F238E27FC236}">
                <a16:creationId xmlns:a16="http://schemas.microsoft.com/office/drawing/2014/main" id="{D7D89B63-D7B6-4A33-A0F9-711E596C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30" y="3837027"/>
            <a:ext cx="2205012" cy="904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23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56599F78-EF92-4474-9F93-1723A0B7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1860287"/>
            <a:ext cx="4829175" cy="723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Freeform 9">
            <a:extLst xmlns:a="http://schemas.openxmlformats.org/drawingml/2006/main">
              <a:ext uri="{FF2B5EF4-FFF2-40B4-BE49-F238E27FC236}">
                <a16:creationId xmlns:a16="http://schemas.microsoft.com/office/drawing/2014/main" id="{675AE479-9609-4165-A95A-340C528B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678" y="2351192"/>
            <a:ext cx="334212" cy="313442"/>
          </a:xfrm>
          <a:custGeom xmlns:a="http://schemas.openxmlformats.org/drawingml/2006/main"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580BDA9-EC45-4A5F-82C7-95399063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566" y="3791169"/>
            <a:ext cx="330436" cy="348376"/>
          </a:xfrm>
          <a:custGeom xmlns:a="http://schemas.openxmlformats.org/drawingml/2006/main"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reeform 5">
            <a:extLst xmlns:a="http://schemas.openxmlformats.org/drawingml/2006/main">
              <a:ext uri="{FF2B5EF4-FFF2-40B4-BE49-F238E27FC236}">
                <a16:creationId xmlns:a16="http://schemas.microsoft.com/office/drawing/2014/main" id="{D2851EF9-36FF-4544-82EA-C63B00F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37" y="5168921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endParaRPr sz="1400">
              <a:latin typeface="Nunito"/>
              <a:ea typeface="Nunito"/>
              <a:cs typeface="Nunito"/>
            </a:endParaRPr>
          </a:p>
        </p:txBody>
      </p:sp>
      <p:sp>
        <p:nvSpPr>
          <p:cNvPr id="16" name="LEFT_3_BODY">
            <a:extLst xmlns:a="http://schemas.openxmlformats.org/drawingml/2006/main">
              <a:ext uri="{FF2B5EF4-FFF2-40B4-BE49-F238E27FC236}">
                <a16:creationId xmlns:a16="http://schemas.microsoft.com/office/drawing/2014/main" id="{307D48B1-4ECE-40AF-A733-AAE58BE5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30" y="5326113"/>
            <a:ext cx="2205012" cy="904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2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FCB8F40-5F3D-4543-BB91-1F4C468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313" y="5281199"/>
            <a:ext cx="349318" cy="346486"/>
          </a:xfrm>
          <a:custGeom xmlns:a="http://schemas.openxmlformats.org/drawingml/2006/main"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endParaRPr sz="1400">
              <a:latin typeface="Nunito"/>
              <a:ea typeface="Nunito"/>
              <a:cs typeface="Nunito"/>
            </a:endParaRPr>
          </a:p>
        </p:txBody>
      </p:sp>
      <p:sp>
        <p:nvSpPr>
          <p:cNvPr id="30" name="Freeform 5">
            <a:extLst xmlns:a="http://schemas.openxmlformats.org/drawingml/2006/main">
              <a:ext uri="{FF2B5EF4-FFF2-40B4-BE49-F238E27FC236}">
                <a16:creationId xmlns:a16="http://schemas.microsoft.com/office/drawing/2014/main" id="{2A6E1FB0-5A67-4D77-9C6D-4B7800BF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1153" y="2538046"/>
            <a:ext cx="3250224" cy="2816860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>
              <a:alpha val="1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176473-3685-496D-B3AD-ACE1B20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2689" y="2799377"/>
            <a:ext cx="2647152" cy="2294200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>
              <a:alpha val="2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5">
            <a:extLst xmlns:a="http://schemas.openxmlformats.org/drawingml/2006/main">
              <a:ext uri="{FF2B5EF4-FFF2-40B4-BE49-F238E27FC236}">
                <a16:creationId xmlns:a16="http://schemas.microsoft.com/office/drawing/2014/main" id="{081F6148-2C1B-4404-AAC0-16C37D2B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3710" y="3068929"/>
            <a:ext cx="2025109" cy="1755096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>
              <a:alpha val="4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E8341AD-3B39-45E8-92BE-8DB7BF7C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1494" y="3301008"/>
            <a:ext cx="1489543" cy="1290938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4754224-3B47-4B78-9FBA-12BCBF5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9921" y="3555753"/>
            <a:ext cx="592690" cy="737934"/>
          </a:xfrm>
          <a:custGeom xmlns:a="http://schemas.openxmlformats.org/drawingml/2006/main">
            <a:gdLst>
              <a:gd name="T0" fmla="*/ 620 w 1158"/>
              <a:gd name="T1" fmla="*/ 919 h 1442"/>
              <a:gd name="T2" fmla="*/ 740 w 1158"/>
              <a:gd name="T3" fmla="*/ 1322 h 1442"/>
              <a:gd name="T4" fmla="*/ 724 w 1158"/>
              <a:gd name="T5" fmla="*/ 1274 h 1442"/>
              <a:gd name="T6" fmla="*/ 724 w 1158"/>
              <a:gd name="T7" fmla="*/ 1274 h 1442"/>
              <a:gd name="T8" fmla="*/ 862 w 1158"/>
              <a:gd name="T9" fmla="*/ 156 h 1442"/>
              <a:gd name="T10" fmla="*/ 751 w 1158"/>
              <a:gd name="T11" fmla="*/ 29 h 1442"/>
              <a:gd name="T12" fmla="*/ 408 w 1158"/>
              <a:gd name="T13" fmla="*/ 83 h 1442"/>
              <a:gd name="T14" fmla="*/ 125 w 1158"/>
              <a:gd name="T15" fmla="*/ 156 h 1442"/>
              <a:gd name="T16" fmla="*/ 131 w 1158"/>
              <a:gd name="T17" fmla="*/ 1442 h 1442"/>
              <a:gd name="T18" fmla="*/ 1158 w 1158"/>
              <a:gd name="T19" fmla="*/ 280 h 1442"/>
              <a:gd name="T20" fmla="*/ 455 w 1158"/>
              <a:gd name="T21" fmla="*/ 107 h 1442"/>
              <a:gd name="T22" fmla="*/ 728 w 1158"/>
              <a:gd name="T23" fmla="*/ 131 h 1442"/>
              <a:gd name="T24" fmla="*/ 357 w 1158"/>
              <a:gd name="T25" fmla="*/ 169 h 1442"/>
              <a:gd name="T26" fmla="*/ 47 w 1158"/>
              <a:gd name="T27" fmla="*/ 1316 h 1442"/>
              <a:gd name="T28" fmla="*/ 308 w 1158"/>
              <a:gd name="T29" fmla="*/ 203 h 1442"/>
              <a:gd name="T30" fmla="*/ 817 w 1158"/>
              <a:gd name="T31" fmla="*/ 290 h 1442"/>
              <a:gd name="T32" fmla="*/ 862 w 1158"/>
              <a:gd name="T33" fmla="*/ 203 h 1442"/>
              <a:gd name="T34" fmla="*/ 508 w 1158"/>
              <a:gd name="T35" fmla="*/ 966 h 1442"/>
              <a:gd name="T36" fmla="*/ 413 w 1158"/>
              <a:gd name="T37" fmla="*/ 1322 h 1442"/>
              <a:gd name="T38" fmla="*/ 536 w 1158"/>
              <a:gd name="T39" fmla="*/ 995 h 1442"/>
              <a:gd name="T40" fmla="*/ 432 w 1158"/>
              <a:gd name="T41" fmla="*/ 1014 h 1442"/>
              <a:gd name="T42" fmla="*/ 982 w 1158"/>
              <a:gd name="T43" fmla="*/ 415 h 1442"/>
              <a:gd name="T44" fmla="*/ 655 w 1158"/>
              <a:gd name="T45" fmla="*/ 368 h 1442"/>
              <a:gd name="T46" fmla="*/ 889 w 1158"/>
              <a:gd name="T47" fmla="*/ 539 h 1442"/>
              <a:gd name="T48" fmla="*/ 818 w 1158"/>
              <a:gd name="T49" fmla="*/ 491 h 1442"/>
              <a:gd name="T50" fmla="*/ 893 w 1158"/>
              <a:gd name="T51" fmla="*/ 721 h 1442"/>
              <a:gd name="T52" fmla="*/ 867 w 1158"/>
              <a:gd name="T53" fmla="*/ 656 h 1442"/>
              <a:gd name="T54" fmla="*/ 669 w 1158"/>
              <a:gd name="T55" fmla="*/ 685 h 1442"/>
              <a:gd name="T56" fmla="*/ 512 w 1158"/>
              <a:gd name="T57" fmla="*/ 789 h 1442"/>
              <a:gd name="T58" fmla="*/ 280 w 1158"/>
              <a:gd name="T59" fmla="*/ 908 h 1442"/>
              <a:gd name="T60" fmla="*/ 284 w 1158"/>
              <a:gd name="T61" fmla="*/ 973 h 1442"/>
              <a:gd name="T62" fmla="*/ 534 w 1158"/>
              <a:gd name="T63" fmla="*/ 849 h 1442"/>
              <a:gd name="T64" fmla="*/ 766 w 1158"/>
              <a:gd name="T65" fmla="*/ 763 h 1442"/>
              <a:gd name="T66" fmla="*/ 940 w 1158"/>
              <a:gd name="T67" fmla="*/ 641 h 1442"/>
              <a:gd name="T68" fmla="*/ 940 w 1158"/>
              <a:gd name="T69" fmla="*/ 641 h 1442"/>
              <a:gd name="T70" fmla="*/ 239 w 1158"/>
              <a:gd name="T71" fmla="*/ 946 h 1442"/>
              <a:gd name="T72" fmla="*/ 463 w 1158"/>
              <a:gd name="T73" fmla="*/ 815 h 1442"/>
              <a:gd name="T74" fmla="*/ 670 w 1158"/>
              <a:gd name="T75" fmla="*/ 751 h 1442"/>
              <a:gd name="T76" fmla="*/ 265 w 1158"/>
              <a:gd name="T77" fmla="*/ 1059 h 1442"/>
              <a:gd name="T78" fmla="*/ 140 w 1158"/>
              <a:gd name="T79" fmla="*/ 1295 h 1442"/>
              <a:gd name="T80" fmla="*/ 292 w 1158"/>
              <a:gd name="T81" fmla="*/ 1087 h 1442"/>
              <a:gd name="T82" fmla="*/ 189 w 1158"/>
              <a:gd name="T83" fmla="*/ 1107 h 1442"/>
              <a:gd name="T84" fmla="*/ 895 w 1158"/>
              <a:gd name="T85" fmla="*/ 794 h 1442"/>
              <a:gd name="T86" fmla="*/ 897 w 1158"/>
              <a:gd name="T87" fmla="*/ 1325 h 1442"/>
              <a:gd name="T88" fmla="*/ 1016 w 1158"/>
              <a:gd name="T89" fmla="*/ 826 h 1442"/>
              <a:gd name="T90" fmla="*/ 912 w 1158"/>
              <a:gd name="T91" fmla="*/ 842 h 1442"/>
              <a:gd name="T92" fmla="*/ 502 w 1158"/>
              <a:gd name="T93" fmla="*/ 534 h 1442"/>
              <a:gd name="T94" fmla="*/ 345 w 1158"/>
              <a:gd name="T95" fmla="*/ 520 h 1442"/>
              <a:gd name="T96" fmla="*/ 345 w 1158"/>
              <a:gd name="T97" fmla="*/ 520 h 1442"/>
              <a:gd name="T98" fmla="*/ 304 w 1158"/>
              <a:gd name="T99" fmla="*/ 558 h 1442"/>
            </a:gdLst>
            <a:rect l="0" t="0" r="r" b="b"/>
            <a:pathLst>
              <a:path w="1158" h="1442">
                <a:moveTo>
                  <a:pt x="772" y="920"/>
                </a:moveTo>
                <a:cubicBezTo>
                  <a:pt x="772" y="897"/>
                  <a:pt x="765" y="890"/>
                  <a:pt x="743" y="890"/>
                </a:cubicBezTo>
                <a:cubicBezTo>
                  <a:pt x="711" y="890"/>
                  <a:pt x="680" y="890"/>
                  <a:pt x="648" y="890"/>
                </a:cubicBezTo>
                <a:cubicBezTo>
                  <a:pt x="627" y="890"/>
                  <a:pt x="620" y="897"/>
                  <a:pt x="620" y="919"/>
                </a:cubicBezTo>
                <a:cubicBezTo>
                  <a:pt x="620" y="981"/>
                  <a:pt x="620" y="1043"/>
                  <a:pt x="620" y="1105"/>
                </a:cubicBezTo>
                <a:cubicBezTo>
                  <a:pt x="620" y="1168"/>
                  <a:pt x="620" y="1232"/>
                  <a:pt x="620" y="1295"/>
                </a:cubicBezTo>
                <a:cubicBezTo>
                  <a:pt x="620" y="1315"/>
                  <a:pt x="627" y="1322"/>
                  <a:pt x="647" y="1322"/>
                </a:cubicBezTo>
                <a:cubicBezTo>
                  <a:pt x="678" y="1323"/>
                  <a:pt x="709" y="1323"/>
                  <a:pt x="740" y="1322"/>
                </a:cubicBezTo>
                <a:cubicBezTo>
                  <a:pt x="765" y="1322"/>
                  <a:pt x="772" y="1316"/>
                  <a:pt x="772" y="1291"/>
                </a:cubicBezTo>
                <a:cubicBezTo>
                  <a:pt x="772" y="1239"/>
                  <a:pt x="772" y="1188"/>
                  <a:pt x="772" y="1136"/>
                </a:cubicBezTo>
                <a:cubicBezTo>
                  <a:pt x="772" y="1064"/>
                  <a:pt x="772" y="992"/>
                  <a:pt x="772" y="920"/>
                </a:cubicBezTo>
                <a:close/>
                <a:moveTo>
                  <a:pt x="724" y="1274"/>
                </a:moveTo>
                <a:cubicBezTo>
                  <a:pt x="669" y="1274"/>
                  <a:pt x="669" y="1274"/>
                  <a:pt x="669" y="1274"/>
                </a:cubicBezTo>
                <a:cubicBezTo>
                  <a:pt x="669" y="938"/>
                  <a:pt x="669" y="938"/>
                  <a:pt x="669" y="938"/>
                </a:cubicBezTo>
                <a:cubicBezTo>
                  <a:pt x="724" y="938"/>
                  <a:pt x="724" y="938"/>
                  <a:pt x="724" y="938"/>
                </a:cubicBezTo>
                <a:lnTo>
                  <a:pt x="724" y="1274"/>
                </a:lnTo>
                <a:close/>
                <a:moveTo>
                  <a:pt x="1158" y="280"/>
                </a:moveTo>
                <a:cubicBezTo>
                  <a:pt x="1158" y="270"/>
                  <a:pt x="1157" y="260"/>
                  <a:pt x="1156" y="251"/>
                </a:cubicBezTo>
                <a:cubicBezTo>
                  <a:pt x="1143" y="192"/>
                  <a:pt x="1098" y="156"/>
                  <a:pt x="1033" y="156"/>
                </a:cubicBezTo>
                <a:cubicBezTo>
                  <a:pt x="976" y="155"/>
                  <a:pt x="919" y="156"/>
                  <a:pt x="862" y="156"/>
                </a:cubicBezTo>
                <a:cubicBezTo>
                  <a:pt x="851" y="156"/>
                  <a:pt x="845" y="154"/>
                  <a:pt x="840" y="142"/>
                </a:cubicBezTo>
                <a:cubicBezTo>
                  <a:pt x="829" y="113"/>
                  <a:pt x="807" y="95"/>
                  <a:pt x="777" y="87"/>
                </a:cubicBezTo>
                <a:cubicBezTo>
                  <a:pt x="769" y="85"/>
                  <a:pt x="761" y="84"/>
                  <a:pt x="751" y="83"/>
                </a:cubicBezTo>
                <a:cubicBezTo>
                  <a:pt x="751" y="64"/>
                  <a:pt x="751" y="46"/>
                  <a:pt x="751" y="29"/>
                </a:cubicBezTo>
                <a:cubicBezTo>
                  <a:pt x="750" y="8"/>
                  <a:pt x="743" y="0"/>
                  <a:pt x="722" y="0"/>
                </a:cubicBezTo>
                <a:cubicBezTo>
                  <a:pt x="627" y="0"/>
                  <a:pt x="531" y="0"/>
                  <a:pt x="436" y="0"/>
                </a:cubicBezTo>
                <a:cubicBezTo>
                  <a:pt x="416" y="0"/>
                  <a:pt x="408" y="9"/>
                  <a:pt x="408" y="29"/>
                </a:cubicBezTo>
                <a:cubicBezTo>
                  <a:pt x="407" y="47"/>
                  <a:pt x="408" y="64"/>
                  <a:pt x="408" y="83"/>
                </a:cubicBezTo>
                <a:cubicBezTo>
                  <a:pt x="400" y="84"/>
                  <a:pt x="394" y="85"/>
                  <a:pt x="387" y="86"/>
                </a:cubicBezTo>
                <a:cubicBezTo>
                  <a:pt x="353" y="92"/>
                  <a:pt x="328" y="111"/>
                  <a:pt x="316" y="143"/>
                </a:cubicBezTo>
                <a:cubicBezTo>
                  <a:pt x="311" y="154"/>
                  <a:pt x="306" y="156"/>
                  <a:pt x="295" y="156"/>
                </a:cubicBezTo>
                <a:cubicBezTo>
                  <a:pt x="238" y="156"/>
                  <a:pt x="182" y="155"/>
                  <a:pt x="125" y="156"/>
                </a:cubicBezTo>
                <a:cubicBezTo>
                  <a:pt x="62" y="156"/>
                  <a:pt x="18" y="190"/>
                  <a:pt x="4" y="247"/>
                </a:cubicBezTo>
                <a:cubicBezTo>
                  <a:pt x="1" y="259"/>
                  <a:pt x="1" y="273"/>
                  <a:pt x="1" y="285"/>
                </a:cubicBezTo>
                <a:cubicBezTo>
                  <a:pt x="0" y="628"/>
                  <a:pt x="0" y="970"/>
                  <a:pt x="0" y="1312"/>
                </a:cubicBezTo>
                <a:cubicBezTo>
                  <a:pt x="0" y="1394"/>
                  <a:pt x="48" y="1442"/>
                  <a:pt x="131" y="1442"/>
                </a:cubicBezTo>
                <a:cubicBezTo>
                  <a:pt x="430" y="1442"/>
                  <a:pt x="729" y="1442"/>
                  <a:pt x="1028" y="1442"/>
                </a:cubicBezTo>
                <a:cubicBezTo>
                  <a:pt x="1042" y="1442"/>
                  <a:pt x="1057" y="1441"/>
                  <a:pt x="1071" y="1437"/>
                </a:cubicBezTo>
                <a:cubicBezTo>
                  <a:pt x="1125" y="1424"/>
                  <a:pt x="1158" y="1379"/>
                  <a:pt x="1158" y="1318"/>
                </a:cubicBezTo>
                <a:cubicBezTo>
                  <a:pt x="1158" y="972"/>
                  <a:pt x="1158" y="626"/>
                  <a:pt x="1158" y="280"/>
                </a:cubicBezTo>
                <a:close/>
                <a:moveTo>
                  <a:pt x="357" y="169"/>
                </a:moveTo>
                <a:cubicBezTo>
                  <a:pt x="359" y="149"/>
                  <a:pt x="381" y="132"/>
                  <a:pt x="403" y="131"/>
                </a:cubicBezTo>
                <a:cubicBezTo>
                  <a:pt x="412" y="131"/>
                  <a:pt x="422" y="131"/>
                  <a:pt x="431" y="131"/>
                </a:cubicBezTo>
                <a:cubicBezTo>
                  <a:pt x="446" y="130"/>
                  <a:pt x="454" y="122"/>
                  <a:pt x="455" y="107"/>
                </a:cubicBezTo>
                <a:cubicBezTo>
                  <a:pt x="455" y="88"/>
                  <a:pt x="455" y="69"/>
                  <a:pt x="455" y="48"/>
                </a:cubicBezTo>
                <a:cubicBezTo>
                  <a:pt x="702" y="48"/>
                  <a:pt x="702" y="48"/>
                  <a:pt x="702" y="48"/>
                </a:cubicBezTo>
                <a:cubicBezTo>
                  <a:pt x="702" y="65"/>
                  <a:pt x="704" y="83"/>
                  <a:pt x="702" y="100"/>
                </a:cubicBezTo>
                <a:cubicBezTo>
                  <a:pt x="700" y="120"/>
                  <a:pt x="708" y="131"/>
                  <a:pt x="728" y="131"/>
                </a:cubicBezTo>
                <a:cubicBezTo>
                  <a:pt x="790" y="132"/>
                  <a:pt x="801" y="144"/>
                  <a:pt x="801" y="206"/>
                </a:cubicBezTo>
                <a:cubicBezTo>
                  <a:pt x="801" y="241"/>
                  <a:pt x="801" y="241"/>
                  <a:pt x="801" y="241"/>
                </a:cubicBezTo>
                <a:cubicBezTo>
                  <a:pt x="356" y="241"/>
                  <a:pt x="356" y="241"/>
                  <a:pt x="356" y="241"/>
                </a:cubicBezTo>
                <a:cubicBezTo>
                  <a:pt x="356" y="217"/>
                  <a:pt x="355" y="193"/>
                  <a:pt x="357" y="169"/>
                </a:cubicBezTo>
                <a:close/>
                <a:moveTo>
                  <a:pt x="1111" y="1316"/>
                </a:moveTo>
                <a:cubicBezTo>
                  <a:pt x="1111" y="1365"/>
                  <a:pt x="1081" y="1394"/>
                  <a:pt x="1032" y="1394"/>
                </a:cubicBezTo>
                <a:cubicBezTo>
                  <a:pt x="730" y="1394"/>
                  <a:pt x="428" y="1394"/>
                  <a:pt x="126" y="1394"/>
                </a:cubicBezTo>
                <a:cubicBezTo>
                  <a:pt x="78" y="1394"/>
                  <a:pt x="47" y="1365"/>
                  <a:pt x="47" y="1316"/>
                </a:cubicBezTo>
                <a:cubicBezTo>
                  <a:pt x="47" y="971"/>
                  <a:pt x="47" y="626"/>
                  <a:pt x="47" y="281"/>
                </a:cubicBezTo>
                <a:cubicBezTo>
                  <a:pt x="47" y="234"/>
                  <a:pt x="78" y="203"/>
                  <a:pt x="125" y="203"/>
                </a:cubicBezTo>
                <a:cubicBezTo>
                  <a:pt x="182" y="203"/>
                  <a:pt x="238" y="203"/>
                  <a:pt x="295" y="203"/>
                </a:cubicBezTo>
                <a:cubicBezTo>
                  <a:pt x="308" y="203"/>
                  <a:pt x="308" y="203"/>
                  <a:pt x="308" y="203"/>
                </a:cubicBezTo>
                <a:cubicBezTo>
                  <a:pt x="308" y="223"/>
                  <a:pt x="308" y="241"/>
                  <a:pt x="308" y="259"/>
                </a:cubicBezTo>
                <a:cubicBezTo>
                  <a:pt x="308" y="283"/>
                  <a:pt x="315" y="290"/>
                  <a:pt x="338" y="290"/>
                </a:cubicBezTo>
                <a:cubicBezTo>
                  <a:pt x="444" y="290"/>
                  <a:pt x="551" y="290"/>
                  <a:pt x="657" y="290"/>
                </a:cubicBezTo>
                <a:cubicBezTo>
                  <a:pt x="710" y="290"/>
                  <a:pt x="764" y="290"/>
                  <a:pt x="817" y="290"/>
                </a:cubicBezTo>
                <a:cubicBezTo>
                  <a:pt x="841" y="290"/>
                  <a:pt x="848" y="283"/>
                  <a:pt x="848" y="258"/>
                </a:cubicBezTo>
                <a:cubicBezTo>
                  <a:pt x="848" y="241"/>
                  <a:pt x="848" y="224"/>
                  <a:pt x="848" y="207"/>
                </a:cubicBezTo>
                <a:cubicBezTo>
                  <a:pt x="848" y="207"/>
                  <a:pt x="849" y="206"/>
                  <a:pt x="850" y="204"/>
                </a:cubicBezTo>
                <a:cubicBezTo>
                  <a:pt x="854" y="204"/>
                  <a:pt x="858" y="203"/>
                  <a:pt x="862" y="203"/>
                </a:cubicBezTo>
                <a:cubicBezTo>
                  <a:pt x="919" y="203"/>
                  <a:pt x="975" y="203"/>
                  <a:pt x="1032" y="203"/>
                </a:cubicBezTo>
                <a:cubicBezTo>
                  <a:pt x="1081" y="203"/>
                  <a:pt x="1111" y="232"/>
                  <a:pt x="1111" y="281"/>
                </a:cubicBezTo>
                <a:cubicBezTo>
                  <a:pt x="1111" y="626"/>
                  <a:pt x="1111" y="971"/>
                  <a:pt x="1111" y="1316"/>
                </a:cubicBezTo>
                <a:close/>
                <a:moveTo>
                  <a:pt x="508" y="966"/>
                </a:moveTo>
                <a:cubicBezTo>
                  <a:pt x="476" y="966"/>
                  <a:pt x="445" y="966"/>
                  <a:pt x="413" y="966"/>
                </a:cubicBezTo>
                <a:cubicBezTo>
                  <a:pt x="393" y="966"/>
                  <a:pt x="385" y="974"/>
                  <a:pt x="385" y="994"/>
                </a:cubicBezTo>
                <a:cubicBezTo>
                  <a:pt x="384" y="1094"/>
                  <a:pt x="384" y="1195"/>
                  <a:pt x="385" y="1295"/>
                </a:cubicBezTo>
                <a:cubicBezTo>
                  <a:pt x="385" y="1316"/>
                  <a:pt x="392" y="1322"/>
                  <a:pt x="413" y="1322"/>
                </a:cubicBezTo>
                <a:cubicBezTo>
                  <a:pt x="445" y="1323"/>
                  <a:pt x="476" y="1323"/>
                  <a:pt x="508" y="1322"/>
                </a:cubicBezTo>
                <a:cubicBezTo>
                  <a:pt x="529" y="1322"/>
                  <a:pt x="536" y="1316"/>
                  <a:pt x="536" y="1294"/>
                </a:cubicBezTo>
                <a:cubicBezTo>
                  <a:pt x="536" y="1244"/>
                  <a:pt x="536" y="1195"/>
                  <a:pt x="536" y="1145"/>
                </a:cubicBezTo>
                <a:cubicBezTo>
                  <a:pt x="536" y="1095"/>
                  <a:pt x="536" y="1045"/>
                  <a:pt x="536" y="995"/>
                </a:cubicBezTo>
                <a:cubicBezTo>
                  <a:pt x="536" y="974"/>
                  <a:pt x="529" y="966"/>
                  <a:pt x="508" y="966"/>
                </a:cubicBezTo>
                <a:close/>
                <a:moveTo>
                  <a:pt x="488" y="1275"/>
                </a:moveTo>
                <a:cubicBezTo>
                  <a:pt x="432" y="1275"/>
                  <a:pt x="432" y="1275"/>
                  <a:pt x="432" y="1275"/>
                </a:cubicBezTo>
                <a:cubicBezTo>
                  <a:pt x="432" y="1014"/>
                  <a:pt x="432" y="1014"/>
                  <a:pt x="432" y="1014"/>
                </a:cubicBezTo>
                <a:cubicBezTo>
                  <a:pt x="488" y="1014"/>
                  <a:pt x="488" y="1014"/>
                  <a:pt x="488" y="1014"/>
                </a:cubicBezTo>
                <a:lnTo>
                  <a:pt x="488" y="1275"/>
                </a:lnTo>
                <a:close/>
                <a:moveTo>
                  <a:pt x="656" y="415"/>
                </a:moveTo>
                <a:cubicBezTo>
                  <a:pt x="765" y="416"/>
                  <a:pt x="874" y="416"/>
                  <a:pt x="982" y="415"/>
                </a:cubicBezTo>
                <a:cubicBezTo>
                  <a:pt x="1002" y="415"/>
                  <a:pt x="1011" y="407"/>
                  <a:pt x="1011" y="391"/>
                </a:cubicBezTo>
                <a:cubicBezTo>
                  <a:pt x="1010" y="375"/>
                  <a:pt x="1001" y="368"/>
                  <a:pt x="982" y="368"/>
                </a:cubicBezTo>
                <a:cubicBezTo>
                  <a:pt x="928" y="368"/>
                  <a:pt x="873" y="368"/>
                  <a:pt x="819" y="368"/>
                </a:cubicBezTo>
                <a:cubicBezTo>
                  <a:pt x="764" y="368"/>
                  <a:pt x="710" y="368"/>
                  <a:pt x="655" y="368"/>
                </a:cubicBezTo>
                <a:cubicBezTo>
                  <a:pt x="637" y="368"/>
                  <a:pt x="627" y="376"/>
                  <a:pt x="627" y="391"/>
                </a:cubicBezTo>
                <a:cubicBezTo>
                  <a:pt x="626" y="406"/>
                  <a:pt x="637" y="415"/>
                  <a:pt x="656" y="415"/>
                </a:cubicBezTo>
                <a:close/>
                <a:moveTo>
                  <a:pt x="655" y="539"/>
                </a:moveTo>
                <a:cubicBezTo>
                  <a:pt x="733" y="539"/>
                  <a:pt x="811" y="539"/>
                  <a:pt x="889" y="539"/>
                </a:cubicBezTo>
                <a:cubicBezTo>
                  <a:pt x="921" y="539"/>
                  <a:pt x="953" y="539"/>
                  <a:pt x="985" y="539"/>
                </a:cubicBezTo>
                <a:cubicBezTo>
                  <a:pt x="998" y="539"/>
                  <a:pt x="1008" y="534"/>
                  <a:pt x="1010" y="519"/>
                </a:cubicBezTo>
                <a:cubicBezTo>
                  <a:pt x="1013" y="502"/>
                  <a:pt x="1003" y="491"/>
                  <a:pt x="984" y="491"/>
                </a:cubicBezTo>
                <a:cubicBezTo>
                  <a:pt x="929" y="491"/>
                  <a:pt x="873" y="491"/>
                  <a:pt x="818" y="491"/>
                </a:cubicBezTo>
                <a:cubicBezTo>
                  <a:pt x="764" y="491"/>
                  <a:pt x="709" y="491"/>
                  <a:pt x="655" y="491"/>
                </a:cubicBezTo>
                <a:cubicBezTo>
                  <a:pt x="640" y="491"/>
                  <a:pt x="630" y="496"/>
                  <a:pt x="627" y="511"/>
                </a:cubicBezTo>
                <a:cubicBezTo>
                  <a:pt x="624" y="527"/>
                  <a:pt x="635" y="539"/>
                  <a:pt x="655" y="539"/>
                </a:cubicBezTo>
                <a:close/>
                <a:moveTo>
                  <a:pt x="893" y="721"/>
                </a:moveTo>
                <a:cubicBezTo>
                  <a:pt x="918" y="744"/>
                  <a:pt x="954" y="744"/>
                  <a:pt x="981" y="725"/>
                </a:cubicBezTo>
                <a:cubicBezTo>
                  <a:pt x="1007" y="706"/>
                  <a:pt x="1018" y="671"/>
                  <a:pt x="1007" y="641"/>
                </a:cubicBezTo>
                <a:cubicBezTo>
                  <a:pt x="995" y="612"/>
                  <a:pt x="965" y="592"/>
                  <a:pt x="935" y="594"/>
                </a:cubicBezTo>
                <a:cubicBezTo>
                  <a:pt x="901" y="596"/>
                  <a:pt x="874" y="620"/>
                  <a:pt x="867" y="656"/>
                </a:cubicBezTo>
                <a:cubicBezTo>
                  <a:pt x="866" y="665"/>
                  <a:pt x="862" y="668"/>
                  <a:pt x="855" y="671"/>
                </a:cubicBezTo>
                <a:cubicBezTo>
                  <a:pt x="823" y="681"/>
                  <a:pt x="792" y="692"/>
                  <a:pt x="761" y="703"/>
                </a:cubicBezTo>
                <a:cubicBezTo>
                  <a:pt x="754" y="706"/>
                  <a:pt x="749" y="705"/>
                  <a:pt x="743" y="699"/>
                </a:cubicBezTo>
                <a:cubicBezTo>
                  <a:pt x="722" y="680"/>
                  <a:pt x="696" y="674"/>
                  <a:pt x="669" y="685"/>
                </a:cubicBezTo>
                <a:cubicBezTo>
                  <a:pt x="642" y="695"/>
                  <a:pt x="626" y="716"/>
                  <a:pt x="622" y="745"/>
                </a:cubicBezTo>
                <a:cubicBezTo>
                  <a:pt x="622" y="750"/>
                  <a:pt x="617" y="757"/>
                  <a:pt x="612" y="759"/>
                </a:cubicBezTo>
                <a:cubicBezTo>
                  <a:pt x="584" y="771"/>
                  <a:pt x="556" y="782"/>
                  <a:pt x="527" y="792"/>
                </a:cubicBezTo>
                <a:cubicBezTo>
                  <a:pt x="523" y="793"/>
                  <a:pt x="515" y="792"/>
                  <a:pt x="512" y="789"/>
                </a:cubicBezTo>
                <a:cubicBezTo>
                  <a:pt x="489" y="769"/>
                  <a:pt x="464" y="763"/>
                  <a:pt x="436" y="774"/>
                </a:cubicBezTo>
                <a:cubicBezTo>
                  <a:pt x="407" y="785"/>
                  <a:pt x="392" y="807"/>
                  <a:pt x="389" y="838"/>
                </a:cubicBezTo>
                <a:cubicBezTo>
                  <a:pt x="389" y="842"/>
                  <a:pt x="387" y="847"/>
                  <a:pt x="384" y="849"/>
                </a:cubicBezTo>
                <a:cubicBezTo>
                  <a:pt x="350" y="869"/>
                  <a:pt x="315" y="889"/>
                  <a:pt x="280" y="908"/>
                </a:cubicBezTo>
                <a:cubicBezTo>
                  <a:pt x="253" y="876"/>
                  <a:pt x="226" y="866"/>
                  <a:pt x="194" y="877"/>
                </a:cubicBezTo>
                <a:cubicBezTo>
                  <a:pt x="162" y="888"/>
                  <a:pt x="143" y="918"/>
                  <a:pt x="146" y="953"/>
                </a:cubicBezTo>
                <a:cubicBezTo>
                  <a:pt x="148" y="986"/>
                  <a:pt x="174" y="1012"/>
                  <a:pt x="208" y="1017"/>
                </a:cubicBezTo>
                <a:cubicBezTo>
                  <a:pt x="239" y="1022"/>
                  <a:pt x="271" y="1003"/>
                  <a:pt x="284" y="973"/>
                </a:cubicBezTo>
                <a:cubicBezTo>
                  <a:pt x="287" y="967"/>
                  <a:pt x="291" y="959"/>
                  <a:pt x="296" y="956"/>
                </a:cubicBezTo>
                <a:cubicBezTo>
                  <a:pt x="333" y="934"/>
                  <a:pt x="371" y="913"/>
                  <a:pt x="408" y="891"/>
                </a:cubicBezTo>
                <a:cubicBezTo>
                  <a:pt x="411" y="893"/>
                  <a:pt x="412" y="894"/>
                  <a:pt x="413" y="894"/>
                </a:cubicBezTo>
                <a:cubicBezTo>
                  <a:pt x="465" y="938"/>
                  <a:pt x="530" y="899"/>
                  <a:pt x="534" y="849"/>
                </a:cubicBezTo>
                <a:cubicBezTo>
                  <a:pt x="534" y="845"/>
                  <a:pt x="539" y="839"/>
                  <a:pt x="543" y="838"/>
                </a:cubicBezTo>
                <a:cubicBezTo>
                  <a:pt x="572" y="826"/>
                  <a:pt x="601" y="814"/>
                  <a:pt x="631" y="804"/>
                </a:cubicBezTo>
                <a:cubicBezTo>
                  <a:pt x="635" y="802"/>
                  <a:pt x="643" y="804"/>
                  <a:pt x="646" y="806"/>
                </a:cubicBezTo>
                <a:cubicBezTo>
                  <a:pt x="693" y="843"/>
                  <a:pt x="756" y="821"/>
                  <a:pt x="766" y="763"/>
                </a:cubicBezTo>
                <a:cubicBezTo>
                  <a:pt x="768" y="753"/>
                  <a:pt x="772" y="749"/>
                  <a:pt x="780" y="747"/>
                </a:cubicBezTo>
                <a:cubicBezTo>
                  <a:pt x="809" y="737"/>
                  <a:pt x="838" y="727"/>
                  <a:pt x="866" y="717"/>
                </a:cubicBezTo>
                <a:cubicBezTo>
                  <a:pt x="876" y="713"/>
                  <a:pt x="883" y="713"/>
                  <a:pt x="893" y="721"/>
                </a:cubicBezTo>
                <a:close/>
                <a:moveTo>
                  <a:pt x="940" y="641"/>
                </a:moveTo>
                <a:cubicBezTo>
                  <a:pt x="953" y="642"/>
                  <a:pt x="964" y="654"/>
                  <a:pt x="964" y="667"/>
                </a:cubicBezTo>
                <a:cubicBezTo>
                  <a:pt x="964" y="680"/>
                  <a:pt x="952" y="692"/>
                  <a:pt x="939" y="692"/>
                </a:cubicBezTo>
                <a:cubicBezTo>
                  <a:pt x="927" y="692"/>
                  <a:pt x="914" y="678"/>
                  <a:pt x="914" y="663"/>
                </a:cubicBezTo>
                <a:cubicBezTo>
                  <a:pt x="914" y="652"/>
                  <a:pt x="927" y="640"/>
                  <a:pt x="940" y="641"/>
                </a:cubicBezTo>
                <a:close/>
                <a:moveTo>
                  <a:pt x="217" y="971"/>
                </a:moveTo>
                <a:cubicBezTo>
                  <a:pt x="204" y="971"/>
                  <a:pt x="192" y="959"/>
                  <a:pt x="192" y="946"/>
                </a:cubicBezTo>
                <a:cubicBezTo>
                  <a:pt x="192" y="933"/>
                  <a:pt x="203" y="921"/>
                  <a:pt x="217" y="920"/>
                </a:cubicBezTo>
                <a:cubicBezTo>
                  <a:pt x="231" y="920"/>
                  <a:pt x="239" y="929"/>
                  <a:pt x="239" y="946"/>
                </a:cubicBezTo>
                <a:cubicBezTo>
                  <a:pt x="239" y="962"/>
                  <a:pt x="230" y="971"/>
                  <a:pt x="217" y="971"/>
                </a:cubicBezTo>
                <a:close/>
                <a:moveTo>
                  <a:pt x="461" y="866"/>
                </a:moveTo>
                <a:cubicBezTo>
                  <a:pt x="447" y="865"/>
                  <a:pt x="437" y="854"/>
                  <a:pt x="437" y="840"/>
                </a:cubicBezTo>
                <a:cubicBezTo>
                  <a:pt x="437" y="827"/>
                  <a:pt x="449" y="815"/>
                  <a:pt x="463" y="815"/>
                </a:cubicBezTo>
                <a:cubicBezTo>
                  <a:pt x="476" y="816"/>
                  <a:pt x="487" y="829"/>
                  <a:pt x="487" y="843"/>
                </a:cubicBezTo>
                <a:cubicBezTo>
                  <a:pt x="486" y="856"/>
                  <a:pt x="474" y="867"/>
                  <a:pt x="461" y="866"/>
                </a:cubicBezTo>
                <a:close/>
                <a:moveTo>
                  <a:pt x="695" y="777"/>
                </a:moveTo>
                <a:cubicBezTo>
                  <a:pt x="681" y="777"/>
                  <a:pt x="670" y="766"/>
                  <a:pt x="670" y="751"/>
                </a:cubicBezTo>
                <a:cubicBezTo>
                  <a:pt x="669" y="739"/>
                  <a:pt x="681" y="728"/>
                  <a:pt x="694" y="728"/>
                </a:cubicBezTo>
                <a:cubicBezTo>
                  <a:pt x="708" y="727"/>
                  <a:pt x="719" y="737"/>
                  <a:pt x="719" y="751"/>
                </a:cubicBezTo>
                <a:cubicBezTo>
                  <a:pt x="720" y="765"/>
                  <a:pt x="709" y="777"/>
                  <a:pt x="695" y="777"/>
                </a:cubicBezTo>
                <a:close/>
                <a:moveTo>
                  <a:pt x="265" y="1059"/>
                </a:moveTo>
                <a:cubicBezTo>
                  <a:pt x="233" y="1059"/>
                  <a:pt x="200" y="1059"/>
                  <a:pt x="168" y="1059"/>
                </a:cubicBezTo>
                <a:cubicBezTo>
                  <a:pt x="148" y="1059"/>
                  <a:pt x="140" y="1068"/>
                  <a:pt x="140" y="1088"/>
                </a:cubicBezTo>
                <a:cubicBezTo>
                  <a:pt x="140" y="1122"/>
                  <a:pt x="140" y="1156"/>
                  <a:pt x="140" y="1190"/>
                </a:cubicBezTo>
                <a:cubicBezTo>
                  <a:pt x="140" y="1225"/>
                  <a:pt x="140" y="1260"/>
                  <a:pt x="140" y="1295"/>
                </a:cubicBezTo>
                <a:cubicBezTo>
                  <a:pt x="140" y="1315"/>
                  <a:pt x="148" y="1322"/>
                  <a:pt x="167" y="1322"/>
                </a:cubicBezTo>
                <a:cubicBezTo>
                  <a:pt x="200" y="1323"/>
                  <a:pt x="232" y="1323"/>
                  <a:pt x="265" y="1322"/>
                </a:cubicBezTo>
                <a:cubicBezTo>
                  <a:pt x="284" y="1322"/>
                  <a:pt x="292" y="1315"/>
                  <a:pt x="292" y="1295"/>
                </a:cubicBezTo>
                <a:cubicBezTo>
                  <a:pt x="293" y="1226"/>
                  <a:pt x="293" y="1157"/>
                  <a:pt x="292" y="1087"/>
                </a:cubicBezTo>
                <a:cubicBezTo>
                  <a:pt x="292" y="1068"/>
                  <a:pt x="284" y="1059"/>
                  <a:pt x="265" y="1059"/>
                </a:cubicBezTo>
                <a:close/>
                <a:moveTo>
                  <a:pt x="244" y="1275"/>
                </a:moveTo>
                <a:cubicBezTo>
                  <a:pt x="189" y="1275"/>
                  <a:pt x="189" y="1275"/>
                  <a:pt x="189" y="1275"/>
                </a:cubicBezTo>
                <a:cubicBezTo>
                  <a:pt x="189" y="1107"/>
                  <a:pt x="189" y="1107"/>
                  <a:pt x="189" y="1107"/>
                </a:cubicBezTo>
                <a:cubicBezTo>
                  <a:pt x="244" y="1107"/>
                  <a:pt x="244" y="1107"/>
                  <a:pt x="244" y="1107"/>
                </a:cubicBezTo>
                <a:lnTo>
                  <a:pt x="244" y="1275"/>
                </a:lnTo>
                <a:close/>
                <a:moveTo>
                  <a:pt x="984" y="794"/>
                </a:moveTo>
                <a:cubicBezTo>
                  <a:pt x="954" y="794"/>
                  <a:pt x="925" y="794"/>
                  <a:pt x="895" y="794"/>
                </a:cubicBezTo>
                <a:cubicBezTo>
                  <a:pt x="871" y="794"/>
                  <a:pt x="864" y="801"/>
                  <a:pt x="864" y="826"/>
                </a:cubicBezTo>
                <a:cubicBezTo>
                  <a:pt x="864" y="884"/>
                  <a:pt x="864" y="942"/>
                  <a:pt x="864" y="1000"/>
                </a:cubicBezTo>
                <a:cubicBezTo>
                  <a:pt x="864" y="1097"/>
                  <a:pt x="864" y="1194"/>
                  <a:pt x="864" y="1291"/>
                </a:cubicBezTo>
                <a:cubicBezTo>
                  <a:pt x="864" y="1319"/>
                  <a:pt x="870" y="1325"/>
                  <a:pt x="897" y="1325"/>
                </a:cubicBezTo>
                <a:cubicBezTo>
                  <a:pt x="926" y="1325"/>
                  <a:pt x="955" y="1325"/>
                  <a:pt x="984" y="1325"/>
                </a:cubicBezTo>
                <a:cubicBezTo>
                  <a:pt x="1009" y="1325"/>
                  <a:pt x="1016" y="1319"/>
                  <a:pt x="1016" y="1294"/>
                </a:cubicBezTo>
                <a:cubicBezTo>
                  <a:pt x="1016" y="1216"/>
                  <a:pt x="1016" y="1138"/>
                  <a:pt x="1016" y="1060"/>
                </a:cubicBezTo>
                <a:cubicBezTo>
                  <a:pt x="1016" y="982"/>
                  <a:pt x="1016" y="904"/>
                  <a:pt x="1016" y="826"/>
                </a:cubicBezTo>
                <a:cubicBezTo>
                  <a:pt x="1016" y="801"/>
                  <a:pt x="1010" y="794"/>
                  <a:pt x="984" y="794"/>
                </a:cubicBezTo>
                <a:close/>
                <a:moveTo>
                  <a:pt x="967" y="1277"/>
                </a:moveTo>
                <a:cubicBezTo>
                  <a:pt x="912" y="1277"/>
                  <a:pt x="912" y="1277"/>
                  <a:pt x="912" y="1277"/>
                </a:cubicBezTo>
                <a:cubicBezTo>
                  <a:pt x="912" y="842"/>
                  <a:pt x="912" y="842"/>
                  <a:pt x="912" y="842"/>
                </a:cubicBezTo>
                <a:cubicBezTo>
                  <a:pt x="967" y="842"/>
                  <a:pt x="967" y="842"/>
                  <a:pt x="967" y="842"/>
                </a:cubicBezTo>
                <a:lnTo>
                  <a:pt x="967" y="1277"/>
                </a:lnTo>
                <a:close/>
                <a:moveTo>
                  <a:pt x="315" y="722"/>
                </a:moveTo>
                <a:cubicBezTo>
                  <a:pt x="418" y="722"/>
                  <a:pt x="502" y="638"/>
                  <a:pt x="502" y="534"/>
                </a:cubicBezTo>
                <a:cubicBezTo>
                  <a:pt x="502" y="431"/>
                  <a:pt x="419" y="344"/>
                  <a:pt x="312" y="344"/>
                </a:cubicBezTo>
                <a:cubicBezTo>
                  <a:pt x="208" y="345"/>
                  <a:pt x="124" y="430"/>
                  <a:pt x="124" y="534"/>
                </a:cubicBezTo>
                <a:cubicBezTo>
                  <a:pt x="125" y="640"/>
                  <a:pt x="208" y="722"/>
                  <a:pt x="315" y="722"/>
                </a:cubicBezTo>
                <a:close/>
                <a:moveTo>
                  <a:pt x="345" y="520"/>
                </a:moveTo>
                <a:cubicBezTo>
                  <a:pt x="356" y="484"/>
                  <a:pt x="368" y="447"/>
                  <a:pt x="379" y="409"/>
                </a:cubicBezTo>
                <a:cubicBezTo>
                  <a:pt x="454" y="445"/>
                  <a:pt x="478" y="552"/>
                  <a:pt x="426" y="617"/>
                </a:cubicBezTo>
                <a:cubicBezTo>
                  <a:pt x="400" y="588"/>
                  <a:pt x="373" y="559"/>
                  <a:pt x="347" y="530"/>
                </a:cubicBezTo>
                <a:cubicBezTo>
                  <a:pt x="345" y="528"/>
                  <a:pt x="344" y="523"/>
                  <a:pt x="345" y="520"/>
                </a:cubicBezTo>
                <a:close/>
                <a:moveTo>
                  <a:pt x="182" y="478"/>
                </a:moveTo>
                <a:cubicBezTo>
                  <a:pt x="206" y="420"/>
                  <a:pt x="271" y="383"/>
                  <a:pt x="332" y="394"/>
                </a:cubicBezTo>
                <a:cubicBezTo>
                  <a:pt x="320" y="436"/>
                  <a:pt x="308" y="476"/>
                  <a:pt x="294" y="516"/>
                </a:cubicBezTo>
                <a:cubicBezTo>
                  <a:pt x="289" y="533"/>
                  <a:pt x="292" y="546"/>
                  <a:pt x="304" y="558"/>
                </a:cubicBezTo>
                <a:cubicBezTo>
                  <a:pt x="333" y="589"/>
                  <a:pt x="361" y="620"/>
                  <a:pt x="389" y="651"/>
                </a:cubicBezTo>
                <a:cubicBezTo>
                  <a:pt x="358" y="679"/>
                  <a:pt x="283" y="687"/>
                  <a:pt x="232" y="650"/>
                </a:cubicBezTo>
                <a:cubicBezTo>
                  <a:pt x="177" y="611"/>
                  <a:pt x="156" y="541"/>
                  <a:pt x="182" y="47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LEFT_1_TITLE">
            <a:extLst xmlns:a="http://schemas.openxmlformats.org/drawingml/2006/main">
              <a:ext uri="{FF2B5EF4-FFF2-40B4-BE49-F238E27FC236}">
                <a16:creationId xmlns:a16="http://schemas.microsoft.com/office/drawing/2014/main" id="{28F51D65-D7AC-4750-8630-38BADBC6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75" y="2117158"/>
            <a:ext cx="1130818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7" name="LEFT_2_TITLE">
            <a:extLst xmlns:a="http://schemas.openxmlformats.org/drawingml/2006/main">
              <a:ext uri="{FF2B5EF4-FFF2-40B4-BE49-F238E27FC236}">
                <a16:creationId xmlns:a16="http://schemas.microsoft.com/office/drawing/2014/main" id="{C39DB1F2-8097-4408-AB38-596B3AA6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29" y="5018172"/>
            <a:ext cx="1130818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39" name="LEFT_3_TITLE">
            <a:extLst xmlns:a="http://schemas.openxmlformats.org/drawingml/2006/main">
              <a:ext uri="{FF2B5EF4-FFF2-40B4-BE49-F238E27FC236}">
                <a16:creationId xmlns:a16="http://schemas.microsoft.com/office/drawing/2014/main" id="{2DF0F9B2-40C1-48ED-84C3-F779620F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29" y="3503858"/>
            <a:ext cx="1130818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42" name="Freeform 5">
            <a:extLst xmlns:a="http://schemas.openxmlformats.org/drawingml/2006/main">
              <a:ext uri="{FF2B5EF4-FFF2-40B4-BE49-F238E27FC236}">
                <a16:creationId xmlns:a16="http://schemas.microsoft.com/office/drawing/2014/main" id="{207853F8-81F3-4245-BCB5-1056635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122" y="2239058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Freeform 5">
            <a:extLst xmlns:a="http://schemas.openxmlformats.org/drawingml/2006/main">
              <a:ext uri="{FF2B5EF4-FFF2-40B4-BE49-F238E27FC236}">
                <a16:creationId xmlns:a16="http://schemas.microsoft.com/office/drawing/2014/main" id="{4EA9E8C4-7256-430B-A411-12CCB93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122" y="3679835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RIGHT_1_BODY">
            <a:extLst xmlns:a="http://schemas.openxmlformats.org/drawingml/2006/main">
              <a:ext uri="{FF2B5EF4-FFF2-40B4-BE49-F238E27FC236}">
                <a16:creationId xmlns:a16="http://schemas.microsoft.com/office/drawing/2014/main" id="{4978E7BF-269D-4830-9A59-7A3545EE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011" y="2396250"/>
            <a:ext cx="2205012" cy="103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45" name="RIGHT_2_BODY">
            <a:extLst xmlns:a="http://schemas.openxmlformats.org/drawingml/2006/main">
              <a:ext uri="{FF2B5EF4-FFF2-40B4-BE49-F238E27FC236}">
                <a16:creationId xmlns:a16="http://schemas.microsoft.com/office/drawing/2014/main" id="{B34A7C88-5986-42F5-BEA6-1524584E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500" y="3837027"/>
            <a:ext cx="2205012" cy="103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46" name="Freeform 9">
            <a:extLst xmlns:a="http://schemas.openxmlformats.org/drawingml/2006/main">
              <a:ext uri="{FF2B5EF4-FFF2-40B4-BE49-F238E27FC236}">
                <a16:creationId xmlns:a16="http://schemas.microsoft.com/office/drawing/2014/main" id="{263EDBEB-DA06-4519-9EFF-7898EF0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463" y="2351192"/>
            <a:ext cx="334212" cy="313442"/>
          </a:xfrm>
          <a:custGeom xmlns:a="http://schemas.openxmlformats.org/drawingml/2006/main">
            <a:gdLst>
              <a:gd name="T0" fmla="*/ 1005 w 1441"/>
              <a:gd name="T1" fmla="*/ 76 h 1348"/>
              <a:gd name="T2" fmla="*/ 902 w 1441"/>
              <a:gd name="T3" fmla="*/ 214 h 1348"/>
              <a:gd name="T4" fmla="*/ 747 w 1441"/>
              <a:gd name="T5" fmla="*/ 95 h 1348"/>
              <a:gd name="T6" fmla="*/ 699 w 1441"/>
              <a:gd name="T7" fmla="*/ 165 h 1348"/>
              <a:gd name="T8" fmla="*/ 1352 w 1441"/>
              <a:gd name="T9" fmla="*/ 461 h 1348"/>
              <a:gd name="T10" fmla="*/ 1189 w 1441"/>
              <a:gd name="T11" fmla="*/ 503 h 1348"/>
              <a:gd name="T12" fmla="*/ 488 w 1441"/>
              <a:gd name="T13" fmla="*/ 67 h 1348"/>
              <a:gd name="T14" fmla="*/ 1116 w 1441"/>
              <a:gd name="T15" fmla="*/ 337 h 1348"/>
              <a:gd name="T16" fmla="*/ 1179 w 1441"/>
              <a:gd name="T17" fmla="*/ 206 h 1348"/>
              <a:gd name="T18" fmla="*/ 93 w 1441"/>
              <a:gd name="T19" fmla="*/ 461 h 1348"/>
              <a:gd name="T20" fmla="*/ 111 w 1441"/>
              <a:gd name="T21" fmla="*/ 417 h 1348"/>
              <a:gd name="T22" fmla="*/ 366 w 1441"/>
              <a:gd name="T23" fmla="*/ 340 h 1348"/>
              <a:gd name="T24" fmla="*/ 227 w 1441"/>
              <a:gd name="T25" fmla="*/ 210 h 1348"/>
              <a:gd name="T26" fmla="*/ 961 w 1441"/>
              <a:gd name="T27" fmla="*/ 829 h 1348"/>
              <a:gd name="T28" fmla="*/ 1122 w 1441"/>
              <a:gd name="T29" fmla="*/ 582 h 1348"/>
              <a:gd name="T30" fmla="*/ 723 w 1441"/>
              <a:gd name="T31" fmla="*/ 291 h 1348"/>
              <a:gd name="T32" fmla="*/ 703 w 1441"/>
              <a:gd name="T33" fmla="*/ 405 h 1348"/>
              <a:gd name="T34" fmla="*/ 857 w 1441"/>
              <a:gd name="T35" fmla="*/ 587 h 1348"/>
              <a:gd name="T36" fmla="*/ 909 w 1441"/>
              <a:gd name="T37" fmla="*/ 819 h 1348"/>
              <a:gd name="T38" fmla="*/ 742 w 1441"/>
              <a:gd name="T39" fmla="*/ 942 h 1348"/>
              <a:gd name="T40" fmla="*/ 536 w 1441"/>
              <a:gd name="T41" fmla="*/ 825 h 1348"/>
              <a:gd name="T42" fmla="*/ 388 w 1441"/>
              <a:gd name="T43" fmla="*/ 621 h 1348"/>
              <a:gd name="T44" fmla="*/ 643 w 1441"/>
              <a:gd name="T45" fmla="*/ 467 h 1348"/>
              <a:gd name="T46" fmla="*/ 326 w 1441"/>
              <a:gd name="T47" fmla="*/ 582 h 1348"/>
              <a:gd name="T48" fmla="*/ 485 w 1441"/>
              <a:gd name="T49" fmla="*/ 837 h 1348"/>
              <a:gd name="T50" fmla="*/ 712 w 1441"/>
              <a:gd name="T51" fmla="*/ 992 h 1348"/>
              <a:gd name="T52" fmla="*/ 994 w 1441"/>
              <a:gd name="T53" fmla="*/ 1061 h 1348"/>
              <a:gd name="T54" fmla="*/ 389 w 1441"/>
              <a:gd name="T55" fmla="*/ 1154 h 1348"/>
              <a:gd name="T56" fmla="*/ 265 w 1441"/>
              <a:gd name="T57" fmla="*/ 1223 h 1348"/>
              <a:gd name="T58" fmla="*/ 172 w 1441"/>
              <a:gd name="T59" fmla="*/ 1165 h 1348"/>
              <a:gd name="T60" fmla="*/ 194 w 1441"/>
              <a:gd name="T61" fmla="*/ 1018 h 1348"/>
              <a:gd name="T62" fmla="*/ 378 w 1441"/>
              <a:gd name="T63" fmla="*/ 1020 h 1348"/>
              <a:gd name="T64" fmla="*/ 307 w 1441"/>
              <a:gd name="T65" fmla="*/ 834 h 1348"/>
              <a:gd name="T66" fmla="*/ 174 w 1441"/>
              <a:gd name="T67" fmla="*/ 972 h 1348"/>
              <a:gd name="T68" fmla="*/ 115 w 1441"/>
              <a:gd name="T69" fmla="*/ 1146 h 1348"/>
              <a:gd name="T70" fmla="*/ 141 w 1441"/>
              <a:gd name="T71" fmla="*/ 1339 h 1348"/>
              <a:gd name="T72" fmla="*/ 453 w 1441"/>
              <a:gd name="T73" fmla="*/ 1339 h 1348"/>
              <a:gd name="T74" fmla="*/ 1274 w 1441"/>
              <a:gd name="T75" fmla="*/ 972 h 1348"/>
              <a:gd name="T76" fmla="*/ 1139 w 1441"/>
              <a:gd name="T77" fmla="*/ 832 h 1348"/>
              <a:gd name="T78" fmla="*/ 1061 w 1441"/>
              <a:gd name="T79" fmla="*/ 1019 h 1348"/>
              <a:gd name="T80" fmla="*/ 1172 w 1441"/>
              <a:gd name="T81" fmla="*/ 905 h 1348"/>
              <a:gd name="T82" fmla="*/ 1368 w 1441"/>
              <a:gd name="T83" fmla="*/ 1038 h 1348"/>
              <a:gd name="T84" fmla="*/ 1290 w 1441"/>
              <a:gd name="T85" fmla="*/ 1278 h 1348"/>
              <a:gd name="T86" fmla="*/ 1039 w 1441"/>
              <a:gd name="T87" fmla="*/ 1269 h 1348"/>
              <a:gd name="T88" fmla="*/ 984 w 1441"/>
              <a:gd name="T89" fmla="*/ 1310 h 1348"/>
              <a:gd name="T90" fmla="*/ 1175 w 1441"/>
              <a:gd name="T91" fmla="*/ 1275 h 1348"/>
              <a:gd name="T92" fmla="*/ 1324 w 1441"/>
              <a:gd name="T93" fmla="*/ 1176 h 1348"/>
              <a:gd name="T94" fmla="*/ 1418 w 1441"/>
              <a:gd name="T95" fmla="*/ 997 h 1348"/>
            </a:gdLst>
            <a:rect l="0" t="0" r="r" b="b"/>
            <a:pathLst>
              <a:path w="1441" h="1348">
                <a:moveTo>
                  <a:pt x="923" y="232"/>
                </a:moveTo>
                <a:cubicBezTo>
                  <a:pt x="935" y="233"/>
                  <a:pt x="944" y="227"/>
                  <a:pt x="948" y="216"/>
                </a:cubicBezTo>
                <a:cubicBezTo>
                  <a:pt x="966" y="173"/>
                  <a:pt x="984" y="129"/>
                  <a:pt x="1002" y="85"/>
                </a:cubicBezTo>
                <a:cubicBezTo>
                  <a:pt x="1003" y="82"/>
                  <a:pt x="1004" y="78"/>
                  <a:pt x="1005" y="76"/>
                </a:cubicBezTo>
                <a:cubicBezTo>
                  <a:pt x="1003" y="63"/>
                  <a:pt x="997" y="54"/>
                  <a:pt x="985" y="52"/>
                </a:cubicBezTo>
                <a:cubicBezTo>
                  <a:pt x="972" y="49"/>
                  <a:pt x="962" y="55"/>
                  <a:pt x="957" y="67"/>
                </a:cubicBezTo>
                <a:cubicBezTo>
                  <a:pt x="939" y="111"/>
                  <a:pt x="921" y="155"/>
                  <a:pt x="903" y="198"/>
                </a:cubicBezTo>
                <a:cubicBezTo>
                  <a:pt x="901" y="203"/>
                  <a:pt x="901" y="209"/>
                  <a:pt x="902" y="214"/>
                </a:cubicBezTo>
                <a:cubicBezTo>
                  <a:pt x="905" y="225"/>
                  <a:pt x="912" y="231"/>
                  <a:pt x="923" y="232"/>
                </a:cubicBezTo>
                <a:close/>
                <a:moveTo>
                  <a:pt x="723" y="192"/>
                </a:moveTo>
                <a:cubicBezTo>
                  <a:pt x="737" y="192"/>
                  <a:pt x="747" y="182"/>
                  <a:pt x="747" y="166"/>
                </a:cubicBezTo>
                <a:cubicBezTo>
                  <a:pt x="747" y="142"/>
                  <a:pt x="747" y="119"/>
                  <a:pt x="747" y="95"/>
                </a:cubicBezTo>
                <a:cubicBezTo>
                  <a:pt x="747" y="73"/>
                  <a:pt x="747" y="50"/>
                  <a:pt x="747" y="28"/>
                </a:cubicBezTo>
                <a:cubicBezTo>
                  <a:pt x="747" y="10"/>
                  <a:pt x="738" y="0"/>
                  <a:pt x="723" y="0"/>
                </a:cubicBezTo>
                <a:cubicBezTo>
                  <a:pt x="708" y="0"/>
                  <a:pt x="699" y="10"/>
                  <a:pt x="699" y="27"/>
                </a:cubicBezTo>
                <a:cubicBezTo>
                  <a:pt x="699" y="73"/>
                  <a:pt x="699" y="119"/>
                  <a:pt x="699" y="165"/>
                </a:cubicBezTo>
                <a:cubicBezTo>
                  <a:pt x="699" y="182"/>
                  <a:pt x="708" y="192"/>
                  <a:pt x="723" y="192"/>
                </a:cubicBezTo>
                <a:close/>
                <a:moveTo>
                  <a:pt x="1189" y="503"/>
                </a:moveTo>
                <a:cubicBezTo>
                  <a:pt x="1194" y="515"/>
                  <a:pt x="1207" y="521"/>
                  <a:pt x="1220" y="516"/>
                </a:cubicBezTo>
                <a:cubicBezTo>
                  <a:pt x="1264" y="498"/>
                  <a:pt x="1308" y="480"/>
                  <a:pt x="1352" y="461"/>
                </a:cubicBezTo>
                <a:cubicBezTo>
                  <a:pt x="1360" y="458"/>
                  <a:pt x="1365" y="448"/>
                  <a:pt x="1368" y="444"/>
                </a:cubicBezTo>
                <a:cubicBezTo>
                  <a:pt x="1368" y="422"/>
                  <a:pt x="1352" y="410"/>
                  <a:pt x="1337" y="416"/>
                </a:cubicBezTo>
                <a:cubicBezTo>
                  <a:pt x="1291" y="434"/>
                  <a:pt x="1246" y="453"/>
                  <a:pt x="1201" y="472"/>
                </a:cubicBezTo>
                <a:cubicBezTo>
                  <a:pt x="1189" y="477"/>
                  <a:pt x="1184" y="491"/>
                  <a:pt x="1189" y="503"/>
                </a:cubicBezTo>
                <a:close/>
                <a:moveTo>
                  <a:pt x="498" y="216"/>
                </a:moveTo>
                <a:cubicBezTo>
                  <a:pt x="504" y="230"/>
                  <a:pt x="517" y="235"/>
                  <a:pt x="530" y="231"/>
                </a:cubicBezTo>
                <a:cubicBezTo>
                  <a:pt x="542" y="226"/>
                  <a:pt x="549" y="212"/>
                  <a:pt x="543" y="198"/>
                </a:cubicBezTo>
                <a:cubicBezTo>
                  <a:pt x="525" y="155"/>
                  <a:pt x="507" y="111"/>
                  <a:pt x="488" y="67"/>
                </a:cubicBezTo>
                <a:cubicBezTo>
                  <a:pt x="485" y="60"/>
                  <a:pt x="475" y="54"/>
                  <a:pt x="472" y="51"/>
                </a:cubicBezTo>
                <a:cubicBezTo>
                  <a:pt x="448" y="51"/>
                  <a:pt x="437" y="68"/>
                  <a:pt x="444" y="85"/>
                </a:cubicBezTo>
                <a:cubicBezTo>
                  <a:pt x="462" y="129"/>
                  <a:pt x="480" y="172"/>
                  <a:pt x="498" y="216"/>
                </a:cubicBezTo>
                <a:close/>
                <a:moveTo>
                  <a:pt x="1116" y="337"/>
                </a:moveTo>
                <a:cubicBezTo>
                  <a:pt x="1149" y="305"/>
                  <a:pt x="1181" y="273"/>
                  <a:pt x="1213" y="241"/>
                </a:cubicBezTo>
                <a:cubicBezTo>
                  <a:pt x="1218" y="236"/>
                  <a:pt x="1220" y="228"/>
                  <a:pt x="1225" y="220"/>
                </a:cubicBezTo>
                <a:cubicBezTo>
                  <a:pt x="1219" y="212"/>
                  <a:pt x="1215" y="204"/>
                  <a:pt x="1209" y="200"/>
                </a:cubicBezTo>
                <a:cubicBezTo>
                  <a:pt x="1198" y="193"/>
                  <a:pt x="1188" y="197"/>
                  <a:pt x="1179" y="206"/>
                </a:cubicBezTo>
                <a:cubicBezTo>
                  <a:pt x="1146" y="239"/>
                  <a:pt x="1114" y="271"/>
                  <a:pt x="1081" y="304"/>
                </a:cubicBezTo>
                <a:cubicBezTo>
                  <a:pt x="1070" y="316"/>
                  <a:pt x="1069" y="329"/>
                  <a:pt x="1079" y="339"/>
                </a:cubicBezTo>
                <a:cubicBezTo>
                  <a:pt x="1090" y="350"/>
                  <a:pt x="1104" y="350"/>
                  <a:pt x="1116" y="337"/>
                </a:cubicBezTo>
                <a:close/>
                <a:moveTo>
                  <a:pt x="93" y="461"/>
                </a:moveTo>
                <a:cubicBezTo>
                  <a:pt x="137" y="480"/>
                  <a:pt x="183" y="499"/>
                  <a:pt x="228" y="517"/>
                </a:cubicBezTo>
                <a:cubicBezTo>
                  <a:pt x="243" y="523"/>
                  <a:pt x="259" y="511"/>
                  <a:pt x="259" y="488"/>
                </a:cubicBezTo>
                <a:cubicBezTo>
                  <a:pt x="256" y="485"/>
                  <a:pt x="251" y="475"/>
                  <a:pt x="243" y="472"/>
                </a:cubicBezTo>
                <a:cubicBezTo>
                  <a:pt x="200" y="452"/>
                  <a:pt x="155" y="435"/>
                  <a:pt x="111" y="417"/>
                </a:cubicBezTo>
                <a:cubicBezTo>
                  <a:pt x="98" y="412"/>
                  <a:pt x="85" y="418"/>
                  <a:pt x="80" y="430"/>
                </a:cubicBezTo>
                <a:cubicBezTo>
                  <a:pt x="75" y="442"/>
                  <a:pt x="80" y="455"/>
                  <a:pt x="93" y="461"/>
                </a:cubicBezTo>
                <a:close/>
                <a:moveTo>
                  <a:pt x="330" y="338"/>
                </a:moveTo>
                <a:cubicBezTo>
                  <a:pt x="342" y="350"/>
                  <a:pt x="356" y="350"/>
                  <a:pt x="366" y="340"/>
                </a:cubicBezTo>
                <a:cubicBezTo>
                  <a:pt x="377" y="330"/>
                  <a:pt x="377" y="316"/>
                  <a:pt x="364" y="303"/>
                </a:cubicBezTo>
                <a:cubicBezTo>
                  <a:pt x="332" y="271"/>
                  <a:pt x="300" y="238"/>
                  <a:pt x="268" y="207"/>
                </a:cubicBezTo>
                <a:cubicBezTo>
                  <a:pt x="263" y="202"/>
                  <a:pt x="255" y="199"/>
                  <a:pt x="247" y="194"/>
                </a:cubicBezTo>
                <a:cubicBezTo>
                  <a:pt x="239" y="200"/>
                  <a:pt x="231" y="204"/>
                  <a:pt x="227" y="210"/>
                </a:cubicBezTo>
                <a:cubicBezTo>
                  <a:pt x="221" y="220"/>
                  <a:pt x="224" y="231"/>
                  <a:pt x="232" y="239"/>
                </a:cubicBezTo>
                <a:cubicBezTo>
                  <a:pt x="265" y="272"/>
                  <a:pt x="297" y="305"/>
                  <a:pt x="330" y="338"/>
                </a:cubicBezTo>
                <a:close/>
                <a:moveTo>
                  <a:pt x="994" y="1061"/>
                </a:moveTo>
                <a:cubicBezTo>
                  <a:pt x="983" y="984"/>
                  <a:pt x="971" y="906"/>
                  <a:pt x="961" y="829"/>
                </a:cubicBezTo>
                <a:cubicBezTo>
                  <a:pt x="960" y="822"/>
                  <a:pt x="963" y="812"/>
                  <a:pt x="968" y="807"/>
                </a:cubicBezTo>
                <a:cubicBezTo>
                  <a:pt x="1025" y="748"/>
                  <a:pt x="1082" y="690"/>
                  <a:pt x="1139" y="632"/>
                </a:cubicBezTo>
                <a:cubicBezTo>
                  <a:pt x="1148" y="623"/>
                  <a:pt x="1155" y="614"/>
                  <a:pt x="1151" y="600"/>
                </a:cubicBezTo>
                <a:cubicBezTo>
                  <a:pt x="1146" y="587"/>
                  <a:pt x="1134" y="584"/>
                  <a:pt x="1122" y="582"/>
                </a:cubicBezTo>
                <a:cubicBezTo>
                  <a:pt x="1041" y="569"/>
                  <a:pt x="961" y="555"/>
                  <a:pt x="880" y="541"/>
                </a:cubicBezTo>
                <a:cubicBezTo>
                  <a:pt x="871" y="540"/>
                  <a:pt x="866" y="536"/>
                  <a:pt x="862" y="528"/>
                </a:cubicBezTo>
                <a:cubicBezTo>
                  <a:pt x="824" y="455"/>
                  <a:pt x="786" y="381"/>
                  <a:pt x="747" y="308"/>
                </a:cubicBezTo>
                <a:cubicBezTo>
                  <a:pt x="742" y="298"/>
                  <a:pt x="735" y="291"/>
                  <a:pt x="723" y="291"/>
                </a:cubicBezTo>
                <a:cubicBezTo>
                  <a:pt x="711" y="291"/>
                  <a:pt x="704" y="298"/>
                  <a:pt x="699" y="308"/>
                </a:cubicBezTo>
                <a:cubicBezTo>
                  <a:pt x="686" y="333"/>
                  <a:pt x="673" y="357"/>
                  <a:pt x="660" y="382"/>
                </a:cubicBezTo>
                <a:cubicBezTo>
                  <a:pt x="652" y="399"/>
                  <a:pt x="654" y="412"/>
                  <a:pt x="668" y="420"/>
                </a:cubicBezTo>
                <a:cubicBezTo>
                  <a:pt x="681" y="427"/>
                  <a:pt x="694" y="422"/>
                  <a:pt x="703" y="405"/>
                </a:cubicBezTo>
                <a:cubicBezTo>
                  <a:pt x="709" y="393"/>
                  <a:pt x="716" y="381"/>
                  <a:pt x="723" y="367"/>
                </a:cubicBezTo>
                <a:cubicBezTo>
                  <a:pt x="727" y="374"/>
                  <a:pt x="730" y="379"/>
                  <a:pt x="732" y="384"/>
                </a:cubicBezTo>
                <a:cubicBezTo>
                  <a:pt x="764" y="444"/>
                  <a:pt x="796" y="504"/>
                  <a:pt x="826" y="564"/>
                </a:cubicBezTo>
                <a:cubicBezTo>
                  <a:pt x="833" y="578"/>
                  <a:pt x="843" y="585"/>
                  <a:pt x="857" y="587"/>
                </a:cubicBezTo>
                <a:cubicBezTo>
                  <a:pt x="889" y="592"/>
                  <a:pt x="921" y="598"/>
                  <a:pt x="953" y="603"/>
                </a:cubicBezTo>
                <a:cubicBezTo>
                  <a:pt x="994" y="610"/>
                  <a:pt x="1035" y="617"/>
                  <a:pt x="1078" y="624"/>
                </a:cubicBezTo>
                <a:cubicBezTo>
                  <a:pt x="1024" y="679"/>
                  <a:pt x="973" y="732"/>
                  <a:pt x="921" y="784"/>
                </a:cubicBezTo>
                <a:cubicBezTo>
                  <a:pt x="911" y="795"/>
                  <a:pt x="907" y="806"/>
                  <a:pt x="909" y="819"/>
                </a:cubicBezTo>
                <a:cubicBezTo>
                  <a:pt x="915" y="856"/>
                  <a:pt x="920" y="892"/>
                  <a:pt x="926" y="929"/>
                </a:cubicBezTo>
                <a:cubicBezTo>
                  <a:pt x="931" y="966"/>
                  <a:pt x="937" y="1003"/>
                  <a:pt x="942" y="1041"/>
                </a:cubicBezTo>
                <a:cubicBezTo>
                  <a:pt x="936" y="1038"/>
                  <a:pt x="931" y="1036"/>
                  <a:pt x="926" y="1033"/>
                </a:cubicBezTo>
                <a:cubicBezTo>
                  <a:pt x="865" y="1003"/>
                  <a:pt x="803" y="973"/>
                  <a:pt x="742" y="942"/>
                </a:cubicBezTo>
                <a:cubicBezTo>
                  <a:pt x="729" y="935"/>
                  <a:pt x="717" y="935"/>
                  <a:pt x="704" y="942"/>
                </a:cubicBezTo>
                <a:cubicBezTo>
                  <a:pt x="643" y="973"/>
                  <a:pt x="581" y="1004"/>
                  <a:pt x="519" y="1034"/>
                </a:cubicBezTo>
                <a:cubicBezTo>
                  <a:pt x="515" y="1036"/>
                  <a:pt x="510" y="1038"/>
                  <a:pt x="504" y="1041"/>
                </a:cubicBezTo>
                <a:cubicBezTo>
                  <a:pt x="515" y="967"/>
                  <a:pt x="525" y="896"/>
                  <a:pt x="536" y="825"/>
                </a:cubicBezTo>
                <a:cubicBezTo>
                  <a:pt x="539" y="808"/>
                  <a:pt x="535" y="794"/>
                  <a:pt x="522" y="781"/>
                </a:cubicBezTo>
                <a:cubicBezTo>
                  <a:pt x="473" y="733"/>
                  <a:pt x="426" y="683"/>
                  <a:pt x="378" y="634"/>
                </a:cubicBezTo>
                <a:cubicBezTo>
                  <a:pt x="375" y="632"/>
                  <a:pt x="373" y="629"/>
                  <a:pt x="369" y="625"/>
                </a:cubicBezTo>
                <a:cubicBezTo>
                  <a:pt x="377" y="623"/>
                  <a:pt x="382" y="622"/>
                  <a:pt x="388" y="621"/>
                </a:cubicBezTo>
                <a:cubicBezTo>
                  <a:pt x="456" y="609"/>
                  <a:pt x="523" y="598"/>
                  <a:pt x="590" y="587"/>
                </a:cubicBezTo>
                <a:cubicBezTo>
                  <a:pt x="602" y="585"/>
                  <a:pt x="611" y="581"/>
                  <a:pt x="617" y="570"/>
                </a:cubicBezTo>
                <a:cubicBezTo>
                  <a:pt x="628" y="547"/>
                  <a:pt x="640" y="525"/>
                  <a:pt x="652" y="502"/>
                </a:cubicBezTo>
                <a:cubicBezTo>
                  <a:pt x="659" y="487"/>
                  <a:pt x="656" y="474"/>
                  <a:pt x="643" y="467"/>
                </a:cubicBezTo>
                <a:cubicBezTo>
                  <a:pt x="630" y="460"/>
                  <a:pt x="617" y="465"/>
                  <a:pt x="609" y="481"/>
                </a:cubicBezTo>
                <a:cubicBezTo>
                  <a:pt x="600" y="497"/>
                  <a:pt x="592" y="514"/>
                  <a:pt x="582" y="529"/>
                </a:cubicBezTo>
                <a:cubicBezTo>
                  <a:pt x="579" y="534"/>
                  <a:pt x="573" y="540"/>
                  <a:pt x="567" y="541"/>
                </a:cubicBezTo>
                <a:cubicBezTo>
                  <a:pt x="487" y="555"/>
                  <a:pt x="406" y="569"/>
                  <a:pt x="326" y="582"/>
                </a:cubicBezTo>
                <a:cubicBezTo>
                  <a:pt x="313" y="584"/>
                  <a:pt x="300" y="586"/>
                  <a:pt x="295" y="601"/>
                </a:cubicBezTo>
                <a:cubicBezTo>
                  <a:pt x="290" y="615"/>
                  <a:pt x="300" y="624"/>
                  <a:pt x="309" y="633"/>
                </a:cubicBezTo>
                <a:cubicBezTo>
                  <a:pt x="364" y="689"/>
                  <a:pt x="419" y="746"/>
                  <a:pt x="475" y="802"/>
                </a:cubicBezTo>
                <a:cubicBezTo>
                  <a:pt x="485" y="813"/>
                  <a:pt x="487" y="823"/>
                  <a:pt x="485" y="837"/>
                </a:cubicBezTo>
                <a:cubicBezTo>
                  <a:pt x="473" y="915"/>
                  <a:pt x="462" y="995"/>
                  <a:pt x="450" y="1074"/>
                </a:cubicBezTo>
                <a:cubicBezTo>
                  <a:pt x="448" y="1085"/>
                  <a:pt x="448" y="1096"/>
                  <a:pt x="459" y="1103"/>
                </a:cubicBezTo>
                <a:cubicBezTo>
                  <a:pt x="469" y="1111"/>
                  <a:pt x="480" y="1108"/>
                  <a:pt x="491" y="1102"/>
                </a:cubicBezTo>
                <a:cubicBezTo>
                  <a:pt x="565" y="1066"/>
                  <a:pt x="639" y="1029"/>
                  <a:pt x="712" y="992"/>
                </a:cubicBezTo>
                <a:cubicBezTo>
                  <a:pt x="720" y="988"/>
                  <a:pt x="726" y="988"/>
                  <a:pt x="734" y="992"/>
                </a:cubicBezTo>
                <a:cubicBezTo>
                  <a:pt x="805" y="1028"/>
                  <a:pt x="875" y="1063"/>
                  <a:pt x="946" y="1098"/>
                </a:cubicBezTo>
                <a:cubicBezTo>
                  <a:pt x="959" y="1104"/>
                  <a:pt x="973" y="1114"/>
                  <a:pt x="988" y="1103"/>
                </a:cubicBezTo>
                <a:cubicBezTo>
                  <a:pt x="1003" y="1092"/>
                  <a:pt x="997" y="1076"/>
                  <a:pt x="994" y="1061"/>
                </a:cubicBezTo>
                <a:close/>
                <a:moveTo>
                  <a:pt x="450" y="1233"/>
                </a:moveTo>
                <a:cubicBezTo>
                  <a:pt x="446" y="1204"/>
                  <a:pt x="442" y="1175"/>
                  <a:pt x="437" y="1146"/>
                </a:cubicBezTo>
                <a:cubicBezTo>
                  <a:pt x="434" y="1130"/>
                  <a:pt x="422" y="1121"/>
                  <a:pt x="409" y="1123"/>
                </a:cubicBezTo>
                <a:cubicBezTo>
                  <a:pt x="395" y="1125"/>
                  <a:pt x="387" y="1138"/>
                  <a:pt x="389" y="1154"/>
                </a:cubicBezTo>
                <a:cubicBezTo>
                  <a:pt x="392" y="1176"/>
                  <a:pt x="396" y="1198"/>
                  <a:pt x="399" y="1219"/>
                </a:cubicBezTo>
                <a:cubicBezTo>
                  <a:pt x="401" y="1238"/>
                  <a:pt x="404" y="1256"/>
                  <a:pt x="406" y="1277"/>
                </a:cubicBezTo>
                <a:cubicBezTo>
                  <a:pt x="368" y="1258"/>
                  <a:pt x="332" y="1241"/>
                  <a:pt x="297" y="1223"/>
                </a:cubicBezTo>
                <a:cubicBezTo>
                  <a:pt x="286" y="1217"/>
                  <a:pt x="276" y="1217"/>
                  <a:pt x="265" y="1223"/>
                </a:cubicBezTo>
                <a:cubicBezTo>
                  <a:pt x="248" y="1232"/>
                  <a:pt x="231" y="1240"/>
                  <a:pt x="214" y="1249"/>
                </a:cubicBezTo>
                <a:cubicBezTo>
                  <a:pt x="195" y="1258"/>
                  <a:pt x="176" y="1267"/>
                  <a:pt x="156" y="1277"/>
                </a:cubicBezTo>
                <a:cubicBezTo>
                  <a:pt x="156" y="1270"/>
                  <a:pt x="156" y="1266"/>
                  <a:pt x="157" y="1262"/>
                </a:cubicBezTo>
                <a:cubicBezTo>
                  <a:pt x="162" y="1229"/>
                  <a:pt x="165" y="1197"/>
                  <a:pt x="172" y="1165"/>
                </a:cubicBezTo>
                <a:cubicBezTo>
                  <a:pt x="176" y="1145"/>
                  <a:pt x="170" y="1131"/>
                  <a:pt x="155" y="1118"/>
                </a:cubicBezTo>
                <a:cubicBezTo>
                  <a:pt x="129" y="1092"/>
                  <a:pt x="104" y="1066"/>
                  <a:pt x="78" y="1039"/>
                </a:cubicBezTo>
                <a:cubicBezTo>
                  <a:pt x="83" y="1037"/>
                  <a:pt x="87" y="1036"/>
                  <a:pt x="91" y="1035"/>
                </a:cubicBezTo>
                <a:cubicBezTo>
                  <a:pt x="125" y="1029"/>
                  <a:pt x="160" y="1023"/>
                  <a:pt x="194" y="1018"/>
                </a:cubicBezTo>
                <a:cubicBezTo>
                  <a:pt x="210" y="1016"/>
                  <a:pt x="219" y="1008"/>
                  <a:pt x="226" y="995"/>
                </a:cubicBezTo>
                <a:cubicBezTo>
                  <a:pt x="243" y="960"/>
                  <a:pt x="262" y="926"/>
                  <a:pt x="281" y="889"/>
                </a:cubicBezTo>
                <a:cubicBezTo>
                  <a:pt x="299" y="924"/>
                  <a:pt x="318" y="957"/>
                  <a:pt x="333" y="991"/>
                </a:cubicBezTo>
                <a:cubicBezTo>
                  <a:pt x="343" y="1012"/>
                  <a:pt x="358" y="1018"/>
                  <a:pt x="378" y="1020"/>
                </a:cubicBezTo>
                <a:cubicBezTo>
                  <a:pt x="391" y="1021"/>
                  <a:pt x="402" y="1012"/>
                  <a:pt x="405" y="1001"/>
                </a:cubicBezTo>
                <a:cubicBezTo>
                  <a:pt x="407" y="988"/>
                  <a:pt x="400" y="978"/>
                  <a:pt x="388" y="972"/>
                </a:cubicBezTo>
                <a:cubicBezTo>
                  <a:pt x="382" y="969"/>
                  <a:pt x="376" y="964"/>
                  <a:pt x="372" y="959"/>
                </a:cubicBezTo>
                <a:cubicBezTo>
                  <a:pt x="350" y="917"/>
                  <a:pt x="328" y="876"/>
                  <a:pt x="307" y="834"/>
                </a:cubicBezTo>
                <a:cubicBezTo>
                  <a:pt x="301" y="823"/>
                  <a:pt x="295" y="813"/>
                  <a:pt x="281" y="813"/>
                </a:cubicBezTo>
                <a:cubicBezTo>
                  <a:pt x="267" y="813"/>
                  <a:pt x="261" y="823"/>
                  <a:pt x="255" y="834"/>
                </a:cubicBezTo>
                <a:cubicBezTo>
                  <a:pt x="233" y="876"/>
                  <a:pt x="212" y="918"/>
                  <a:pt x="189" y="959"/>
                </a:cubicBezTo>
                <a:cubicBezTo>
                  <a:pt x="186" y="965"/>
                  <a:pt x="180" y="971"/>
                  <a:pt x="174" y="972"/>
                </a:cubicBezTo>
                <a:cubicBezTo>
                  <a:pt x="127" y="981"/>
                  <a:pt x="79" y="988"/>
                  <a:pt x="31" y="996"/>
                </a:cubicBezTo>
                <a:cubicBezTo>
                  <a:pt x="19" y="998"/>
                  <a:pt x="9" y="1001"/>
                  <a:pt x="4" y="1014"/>
                </a:cubicBezTo>
                <a:cubicBezTo>
                  <a:pt x="0" y="1027"/>
                  <a:pt x="7" y="1036"/>
                  <a:pt x="15" y="1044"/>
                </a:cubicBezTo>
                <a:cubicBezTo>
                  <a:pt x="49" y="1078"/>
                  <a:pt x="82" y="1112"/>
                  <a:pt x="115" y="1146"/>
                </a:cubicBezTo>
                <a:cubicBezTo>
                  <a:pt x="119" y="1151"/>
                  <a:pt x="123" y="1158"/>
                  <a:pt x="122" y="1164"/>
                </a:cubicBezTo>
                <a:cubicBezTo>
                  <a:pt x="116" y="1212"/>
                  <a:pt x="109" y="1261"/>
                  <a:pt x="101" y="1309"/>
                </a:cubicBezTo>
                <a:cubicBezTo>
                  <a:pt x="99" y="1321"/>
                  <a:pt x="100" y="1331"/>
                  <a:pt x="109" y="1339"/>
                </a:cubicBezTo>
                <a:cubicBezTo>
                  <a:pt x="120" y="1348"/>
                  <a:pt x="131" y="1344"/>
                  <a:pt x="141" y="1339"/>
                </a:cubicBezTo>
                <a:cubicBezTo>
                  <a:pt x="184" y="1317"/>
                  <a:pt x="227" y="1296"/>
                  <a:pt x="270" y="1275"/>
                </a:cubicBezTo>
                <a:cubicBezTo>
                  <a:pt x="278" y="1271"/>
                  <a:pt x="284" y="1271"/>
                  <a:pt x="292" y="1275"/>
                </a:cubicBezTo>
                <a:cubicBezTo>
                  <a:pt x="335" y="1296"/>
                  <a:pt x="378" y="1317"/>
                  <a:pt x="421" y="1339"/>
                </a:cubicBezTo>
                <a:cubicBezTo>
                  <a:pt x="432" y="1344"/>
                  <a:pt x="442" y="1347"/>
                  <a:pt x="453" y="1339"/>
                </a:cubicBezTo>
                <a:cubicBezTo>
                  <a:pt x="463" y="1331"/>
                  <a:pt x="463" y="1320"/>
                  <a:pt x="461" y="1309"/>
                </a:cubicBezTo>
                <a:cubicBezTo>
                  <a:pt x="457" y="1284"/>
                  <a:pt x="453" y="1259"/>
                  <a:pt x="450" y="1233"/>
                </a:cubicBezTo>
                <a:close/>
                <a:moveTo>
                  <a:pt x="1418" y="997"/>
                </a:moveTo>
                <a:cubicBezTo>
                  <a:pt x="1370" y="989"/>
                  <a:pt x="1322" y="981"/>
                  <a:pt x="1274" y="972"/>
                </a:cubicBezTo>
                <a:cubicBezTo>
                  <a:pt x="1267" y="971"/>
                  <a:pt x="1259" y="965"/>
                  <a:pt x="1256" y="959"/>
                </a:cubicBezTo>
                <a:cubicBezTo>
                  <a:pt x="1233" y="917"/>
                  <a:pt x="1211" y="875"/>
                  <a:pt x="1189" y="832"/>
                </a:cubicBezTo>
                <a:cubicBezTo>
                  <a:pt x="1184" y="821"/>
                  <a:pt x="1177" y="814"/>
                  <a:pt x="1164" y="814"/>
                </a:cubicBezTo>
                <a:cubicBezTo>
                  <a:pt x="1152" y="814"/>
                  <a:pt x="1145" y="821"/>
                  <a:pt x="1139" y="832"/>
                </a:cubicBezTo>
                <a:cubicBezTo>
                  <a:pt x="1118" y="874"/>
                  <a:pt x="1096" y="916"/>
                  <a:pt x="1074" y="957"/>
                </a:cubicBezTo>
                <a:cubicBezTo>
                  <a:pt x="1070" y="963"/>
                  <a:pt x="1063" y="969"/>
                  <a:pt x="1056" y="972"/>
                </a:cubicBezTo>
                <a:cubicBezTo>
                  <a:pt x="1045" y="978"/>
                  <a:pt x="1039" y="986"/>
                  <a:pt x="1040" y="998"/>
                </a:cubicBezTo>
                <a:cubicBezTo>
                  <a:pt x="1042" y="1010"/>
                  <a:pt x="1049" y="1019"/>
                  <a:pt x="1061" y="1019"/>
                </a:cubicBezTo>
                <a:cubicBezTo>
                  <a:pt x="1080" y="1020"/>
                  <a:pt x="1099" y="1017"/>
                  <a:pt x="1109" y="997"/>
                </a:cubicBezTo>
                <a:cubicBezTo>
                  <a:pt x="1123" y="965"/>
                  <a:pt x="1140" y="935"/>
                  <a:pt x="1156" y="905"/>
                </a:cubicBezTo>
                <a:cubicBezTo>
                  <a:pt x="1158" y="901"/>
                  <a:pt x="1161" y="897"/>
                  <a:pt x="1164" y="891"/>
                </a:cubicBezTo>
                <a:cubicBezTo>
                  <a:pt x="1168" y="897"/>
                  <a:pt x="1170" y="901"/>
                  <a:pt x="1172" y="905"/>
                </a:cubicBezTo>
                <a:cubicBezTo>
                  <a:pt x="1189" y="935"/>
                  <a:pt x="1205" y="966"/>
                  <a:pt x="1220" y="997"/>
                </a:cubicBezTo>
                <a:cubicBezTo>
                  <a:pt x="1226" y="1009"/>
                  <a:pt x="1235" y="1016"/>
                  <a:pt x="1249" y="1017"/>
                </a:cubicBezTo>
                <a:cubicBezTo>
                  <a:pt x="1274" y="1021"/>
                  <a:pt x="1298" y="1025"/>
                  <a:pt x="1323" y="1030"/>
                </a:cubicBezTo>
                <a:cubicBezTo>
                  <a:pt x="1337" y="1032"/>
                  <a:pt x="1351" y="1035"/>
                  <a:pt x="1368" y="1038"/>
                </a:cubicBezTo>
                <a:cubicBezTo>
                  <a:pt x="1339" y="1068"/>
                  <a:pt x="1312" y="1096"/>
                  <a:pt x="1285" y="1123"/>
                </a:cubicBezTo>
                <a:cubicBezTo>
                  <a:pt x="1274" y="1133"/>
                  <a:pt x="1270" y="1144"/>
                  <a:pt x="1273" y="1158"/>
                </a:cubicBezTo>
                <a:cubicBezTo>
                  <a:pt x="1275" y="1174"/>
                  <a:pt x="1278" y="1191"/>
                  <a:pt x="1280" y="1207"/>
                </a:cubicBezTo>
                <a:cubicBezTo>
                  <a:pt x="1283" y="1230"/>
                  <a:pt x="1287" y="1253"/>
                  <a:pt x="1290" y="1278"/>
                </a:cubicBezTo>
                <a:cubicBezTo>
                  <a:pt x="1253" y="1259"/>
                  <a:pt x="1218" y="1242"/>
                  <a:pt x="1183" y="1224"/>
                </a:cubicBezTo>
                <a:cubicBezTo>
                  <a:pt x="1170" y="1218"/>
                  <a:pt x="1159" y="1218"/>
                  <a:pt x="1145" y="1224"/>
                </a:cubicBezTo>
                <a:cubicBezTo>
                  <a:pt x="1111" y="1242"/>
                  <a:pt x="1076" y="1259"/>
                  <a:pt x="1038" y="1278"/>
                </a:cubicBezTo>
                <a:cubicBezTo>
                  <a:pt x="1039" y="1273"/>
                  <a:pt x="1039" y="1271"/>
                  <a:pt x="1039" y="1269"/>
                </a:cubicBezTo>
                <a:cubicBezTo>
                  <a:pt x="1045" y="1229"/>
                  <a:pt x="1051" y="1189"/>
                  <a:pt x="1056" y="1149"/>
                </a:cubicBezTo>
                <a:cubicBezTo>
                  <a:pt x="1058" y="1135"/>
                  <a:pt x="1048" y="1124"/>
                  <a:pt x="1035" y="1123"/>
                </a:cubicBezTo>
                <a:cubicBezTo>
                  <a:pt x="1023" y="1121"/>
                  <a:pt x="1011" y="1130"/>
                  <a:pt x="1009" y="1144"/>
                </a:cubicBezTo>
                <a:cubicBezTo>
                  <a:pt x="1000" y="1199"/>
                  <a:pt x="992" y="1254"/>
                  <a:pt x="984" y="1310"/>
                </a:cubicBezTo>
                <a:cubicBezTo>
                  <a:pt x="983" y="1322"/>
                  <a:pt x="983" y="1333"/>
                  <a:pt x="994" y="1340"/>
                </a:cubicBezTo>
                <a:cubicBezTo>
                  <a:pt x="1005" y="1347"/>
                  <a:pt x="1015" y="1344"/>
                  <a:pt x="1025" y="1338"/>
                </a:cubicBezTo>
                <a:cubicBezTo>
                  <a:pt x="1068" y="1317"/>
                  <a:pt x="1111" y="1296"/>
                  <a:pt x="1154" y="1275"/>
                </a:cubicBezTo>
                <a:cubicBezTo>
                  <a:pt x="1160" y="1272"/>
                  <a:pt x="1169" y="1272"/>
                  <a:pt x="1175" y="1275"/>
                </a:cubicBezTo>
                <a:cubicBezTo>
                  <a:pt x="1218" y="1296"/>
                  <a:pt x="1261" y="1317"/>
                  <a:pt x="1304" y="1338"/>
                </a:cubicBezTo>
                <a:cubicBezTo>
                  <a:pt x="1314" y="1344"/>
                  <a:pt x="1324" y="1347"/>
                  <a:pt x="1335" y="1340"/>
                </a:cubicBezTo>
                <a:cubicBezTo>
                  <a:pt x="1345" y="1333"/>
                  <a:pt x="1346" y="1322"/>
                  <a:pt x="1344" y="1311"/>
                </a:cubicBezTo>
                <a:cubicBezTo>
                  <a:pt x="1338" y="1266"/>
                  <a:pt x="1332" y="1221"/>
                  <a:pt x="1324" y="1176"/>
                </a:cubicBezTo>
                <a:cubicBezTo>
                  <a:pt x="1322" y="1162"/>
                  <a:pt x="1324" y="1152"/>
                  <a:pt x="1334" y="1142"/>
                </a:cubicBezTo>
                <a:cubicBezTo>
                  <a:pt x="1368" y="1109"/>
                  <a:pt x="1400" y="1076"/>
                  <a:pt x="1432" y="1042"/>
                </a:cubicBezTo>
                <a:cubicBezTo>
                  <a:pt x="1438" y="1035"/>
                  <a:pt x="1441" y="1024"/>
                  <a:pt x="1441" y="1015"/>
                </a:cubicBezTo>
                <a:cubicBezTo>
                  <a:pt x="1440" y="1004"/>
                  <a:pt x="1429" y="999"/>
                  <a:pt x="1418" y="997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F671AE2-435C-4A1F-A723-513BF4B9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351" y="3791169"/>
            <a:ext cx="330436" cy="348376"/>
          </a:xfrm>
          <a:custGeom xmlns:a="http://schemas.openxmlformats.org/drawingml/2006/main">
            <a:gdLst>
              <a:gd name="T0" fmla="*/ 474 w 1426"/>
              <a:gd name="T1" fmla="*/ 745 h 1500"/>
              <a:gd name="T2" fmla="*/ 516 w 1426"/>
              <a:gd name="T3" fmla="*/ 752 h 1500"/>
              <a:gd name="T4" fmla="*/ 726 w 1426"/>
              <a:gd name="T5" fmla="*/ 961 h 1500"/>
              <a:gd name="T6" fmla="*/ 1251 w 1426"/>
              <a:gd name="T7" fmla="*/ 40 h 1500"/>
              <a:gd name="T8" fmla="*/ 1067 w 1426"/>
              <a:gd name="T9" fmla="*/ 131 h 1500"/>
              <a:gd name="T10" fmla="*/ 686 w 1426"/>
              <a:gd name="T11" fmla="*/ 101 h 1500"/>
              <a:gd name="T12" fmla="*/ 314 w 1426"/>
              <a:gd name="T13" fmla="*/ 465 h 1500"/>
              <a:gd name="T14" fmla="*/ 681 w 1426"/>
              <a:gd name="T15" fmla="*/ 334 h 1500"/>
              <a:gd name="T16" fmla="*/ 911 w 1426"/>
              <a:gd name="T17" fmla="*/ 509 h 1500"/>
              <a:gd name="T18" fmla="*/ 1224 w 1426"/>
              <a:gd name="T19" fmla="*/ 411 h 1500"/>
              <a:gd name="T20" fmla="*/ 1408 w 1426"/>
              <a:gd name="T21" fmla="*/ 311 h 1500"/>
              <a:gd name="T22" fmla="*/ 980 w 1426"/>
              <a:gd name="T23" fmla="*/ 474 h 1500"/>
              <a:gd name="T24" fmla="*/ 726 w 1426"/>
              <a:gd name="T25" fmla="*/ 344 h 1500"/>
              <a:gd name="T26" fmla="*/ 913 w 1426"/>
              <a:gd name="T27" fmla="*/ 358 h 1500"/>
              <a:gd name="T28" fmla="*/ 784 w 1426"/>
              <a:gd name="T29" fmla="*/ 283 h 1500"/>
              <a:gd name="T30" fmla="*/ 409 w 1426"/>
              <a:gd name="T31" fmla="*/ 432 h 1500"/>
              <a:gd name="T32" fmla="*/ 349 w 1426"/>
              <a:gd name="T33" fmla="*/ 353 h 1500"/>
              <a:gd name="T34" fmla="*/ 1051 w 1426"/>
              <a:gd name="T35" fmla="*/ 190 h 1500"/>
              <a:gd name="T36" fmla="*/ 1154 w 1426"/>
              <a:gd name="T37" fmla="*/ 403 h 1500"/>
              <a:gd name="T38" fmla="*/ 1262 w 1426"/>
              <a:gd name="T39" fmla="*/ 389 h 1500"/>
              <a:gd name="T40" fmla="*/ 1186 w 1426"/>
              <a:gd name="T41" fmla="*/ 53 h 1500"/>
              <a:gd name="T42" fmla="*/ 1369 w 1426"/>
              <a:gd name="T43" fmla="*/ 329 h 1500"/>
              <a:gd name="T44" fmla="*/ 101 w 1426"/>
              <a:gd name="T45" fmla="*/ 1165 h 1500"/>
              <a:gd name="T46" fmla="*/ 168 w 1426"/>
              <a:gd name="T47" fmla="*/ 1197 h 1500"/>
              <a:gd name="T48" fmla="*/ 1117 w 1426"/>
              <a:gd name="T49" fmla="*/ 1038 h 1500"/>
              <a:gd name="T50" fmla="*/ 747 w 1426"/>
              <a:gd name="T51" fmla="*/ 1165 h 1500"/>
              <a:gd name="T52" fmla="*/ 420 w 1426"/>
              <a:gd name="T53" fmla="*/ 984 h 1500"/>
              <a:gd name="T54" fmla="*/ 198 w 1426"/>
              <a:gd name="T55" fmla="*/ 1085 h 1500"/>
              <a:gd name="T56" fmla="*/ 18 w 1426"/>
              <a:gd name="T57" fmla="*/ 1189 h 1500"/>
              <a:gd name="T58" fmla="*/ 331 w 1426"/>
              <a:gd name="T59" fmla="*/ 1444 h 1500"/>
              <a:gd name="T60" fmla="*/ 603 w 1426"/>
              <a:gd name="T61" fmla="*/ 1417 h 1500"/>
              <a:gd name="T62" fmla="*/ 1117 w 1426"/>
              <a:gd name="T63" fmla="*/ 1171 h 1500"/>
              <a:gd name="T64" fmla="*/ 246 w 1426"/>
              <a:gd name="T65" fmla="*/ 1444 h 1500"/>
              <a:gd name="T66" fmla="*/ 64 w 1426"/>
              <a:gd name="T67" fmla="*/ 1137 h 1500"/>
              <a:gd name="T68" fmla="*/ 163 w 1426"/>
              <a:gd name="T69" fmla="*/ 1110 h 1500"/>
              <a:gd name="T70" fmla="*/ 1092 w 1426"/>
              <a:gd name="T71" fmla="*/ 1136 h 1500"/>
              <a:gd name="T72" fmla="*/ 610 w 1426"/>
              <a:gd name="T73" fmla="*/ 1375 h 1500"/>
              <a:gd name="T74" fmla="*/ 222 w 1426"/>
              <a:gd name="T75" fmla="*/ 1127 h 1500"/>
              <a:gd name="T76" fmla="*/ 449 w 1426"/>
              <a:gd name="T77" fmla="*/ 1026 h 1500"/>
              <a:gd name="T78" fmla="*/ 700 w 1426"/>
              <a:gd name="T79" fmla="*/ 1156 h 1500"/>
              <a:gd name="T80" fmla="*/ 512 w 1426"/>
              <a:gd name="T81" fmla="*/ 1142 h 1500"/>
              <a:gd name="T82" fmla="*/ 641 w 1426"/>
              <a:gd name="T83" fmla="*/ 1218 h 1500"/>
              <a:gd name="T84" fmla="*/ 1014 w 1426"/>
              <a:gd name="T85" fmla="*/ 1069 h 1500"/>
              <a:gd name="T86" fmla="*/ 1302 w 1426"/>
              <a:gd name="T87" fmla="*/ 293 h 1500"/>
              <a:gd name="T88" fmla="*/ 1287 w 1426"/>
              <a:gd name="T89" fmla="*/ 352 h 1500"/>
              <a:gd name="T90" fmla="*/ 1302 w 1426"/>
              <a:gd name="T91" fmla="*/ 293 h 1500"/>
              <a:gd name="T92" fmla="*/ 686 w 1426"/>
              <a:gd name="T93" fmla="*/ 698 h 1500"/>
              <a:gd name="T94" fmla="*/ 806 w 1426"/>
              <a:gd name="T95" fmla="*/ 714 h 1500"/>
              <a:gd name="T96" fmla="*/ 748 w 1426"/>
              <a:gd name="T97" fmla="*/ 604 h 1500"/>
              <a:gd name="T98" fmla="*/ 707 w 1426"/>
              <a:gd name="T99" fmla="*/ 625 h 1500"/>
              <a:gd name="T100" fmla="*/ 708 w 1426"/>
              <a:gd name="T101" fmla="*/ 768 h 1500"/>
              <a:gd name="T102" fmla="*/ 748 w 1426"/>
              <a:gd name="T103" fmla="*/ 834 h 1500"/>
              <a:gd name="T104" fmla="*/ 634 w 1426"/>
              <a:gd name="T105" fmla="*/ 810 h 1500"/>
              <a:gd name="T106" fmla="*/ 727 w 1426"/>
              <a:gd name="T107" fmla="*/ 917 h 1500"/>
              <a:gd name="T108" fmla="*/ 752 w 1426"/>
              <a:gd name="T109" fmla="*/ 732 h 1500"/>
            </a:gdLst>
            <a:rect l="0" t="0" r="r" b="b"/>
            <a:pathLst>
              <a:path w="1426" h="1500">
                <a:moveTo>
                  <a:pt x="980" y="754"/>
                </a:moveTo>
                <a:cubicBezTo>
                  <a:pt x="981" y="617"/>
                  <a:pt x="870" y="502"/>
                  <a:pt x="736" y="498"/>
                </a:cubicBezTo>
                <a:cubicBezTo>
                  <a:pt x="598" y="494"/>
                  <a:pt x="477" y="601"/>
                  <a:pt x="474" y="745"/>
                </a:cubicBezTo>
                <a:cubicBezTo>
                  <a:pt x="471" y="888"/>
                  <a:pt x="583" y="1002"/>
                  <a:pt x="726" y="1004"/>
                </a:cubicBezTo>
                <a:cubicBezTo>
                  <a:pt x="862" y="1005"/>
                  <a:pt x="978" y="891"/>
                  <a:pt x="980" y="754"/>
                </a:cubicBezTo>
                <a:close/>
                <a:moveTo>
                  <a:pt x="516" y="752"/>
                </a:moveTo>
                <a:cubicBezTo>
                  <a:pt x="516" y="635"/>
                  <a:pt x="610" y="540"/>
                  <a:pt x="726" y="540"/>
                </a:cubicBezTo>
                <a:cubicBezTo>
                  <a:pt x="842" y="540"/>
                  <a:pt x="936" y="634"/>
                  <a:pt x="937" y="751"/>
                </a:cubicBezTo>
                <a:cubicBezTo>
                  <a:pt x="937" y="867"/>
                  <a:pt x="843" y="960"/>
                  <a:pt x="726" y="961"/>
                </a:cubicBezTo>
                <a:cubicBezTo>
                  <a:pt x="611" y="961"/>
                  <a:pt x="516" y="866"/>
                  <a:pt x="516" y="752"/>
                </a:cubicBezTo>
                <a:close/>
                <a:moveTo>
                  <a:pt x="1408" y="311"/>
                </a:moveTo>
                <a:cubicBezTo>
                  <a:pt x="1356" y="221"/>
                  <a:pt x="1304" y="130"/>
                  <a:pt x="1251" y="40"/>
                </a:cubicBezTo>
                <a:cubicBezTo>
                  <a:pt x="1233" y="9"/>
                  <a:pt x="1195" y="0"/>
                  <a:pt x="1163" y="17"/>
                </a:cubicBezTo>
                <a:cubicBezTo>
                  <a:pt x="1140" y="29"/>
                  <a:pt x="1118" y="42"/>
                  <a:pt x="1096" y="55"/>
                </a:cubicBezTo>
                <a:cubicBezTo>
                  <a:pt x="1070" y="72"/>
                  <a:pt x="1059" y="101"/>
                  <a:pt x="1067" y="131"/>
                </a:cubicBezTo>
                <a:cubicBezTo>
                  <a:pt x="1071" y="145"/>
                  <a:pt x="1066" y="150"/>
                  <a:pt x="1051" y="146"/>
                </a:cubicBezTo>
                <a:cubicBezTo>
                  <a:pt x="975" y="125"/>
                  <a:pt x="900" y="105"/>
                  <a:pt x="825" y="84"/>
                </a:cubicBezTo>
                <a:cubicBezTo>
                  <a:pt x="775" y="69"/>
                  <a:pt x="730" y="74"/>
                  <a:pt x="686" y="101"/>
                </a:cubicBezTo>
                <a:cubicBezTo>
                  <a:pt x="575" y="169"/>
                  <a:pt x="463" y="236"/>
                  <a:pt x="352" y="303"/>
                </a:cubicBezTo>
                <a:cubicBezTo>
                  <a:pt x="337" y="312"/>
                  <a:pt x="322" y="320"/>
                  <a:pt x="308" y="330"/>
                </a:cubicBezTo>
                <a:cubicBezTo>
                  <a:pt x="262" y="368"/>
                  <a:pt x="265" y="432"/>
                  <a:pt x="314" y="465"/>
                </a:cubicBezTo>
                <a:cubicBezTo>
                  <a:pt x="354" y="492"/>
                  <a:pt x="395" y="489"/>
                  <a:pt x="435" y="467"/>
                </a:cubicBezTo>
                <a:cubicBezTo>
                  <a:pt x="513" y="426"/>
                  <a:pt x="590" y="383"/>
                  <a:pt x="667" y="341"/>
                </a:cubicBezTo>
                <a:cubicBezTo>
                  <a:pt x="671" y="339"/>
                  <a:pt x="675" y="337"/>
                  <a:pt x="681" y="334"/>
                </a:cubicBezTo>
                <a:cubicBezTo>
                  <a:pt x="666" y="370"/>
                  <a:pt x="678" y="397"/>
                  <a:pt x="702" y="419"/>
                </a:cubicBezTo>
                <a:cubicBezTo>
                  <a:pt x="718" y="433"/>
                  <a:pt x="736" y="446"/>
                  <a:pt x="754" y="456"/>
                </a:cubicBezTo>
                <a:cubicBezTo>
                  <a:pt x="803" y="483"/>
                  <a:pt x="856" y="499"/>
                  <a:pt x="911" y="509"/>
                </a:cubicBezTo>
                <a:cubicBezTo>
                  <a:pt x="986" y="523"/>
                  <a:pt x="1059" y="523"/>
                  <a:pt x="1123" y="471"/>
                </a:cubicBezTo>
                <a:cubicBezTo>
                  <a:pt x="1129" y="467"/>
                  <a:pt x="1137" y="463"/>
                  <a:pt x="1144" y="459"/>
                </a:cubicBezTo>
                <a:cubicBezTo>
                  <a:pt x="1171" y="443"/>
                  <a:pt x="1197" y="427"/>
                  <a:pt x="1224" y="411"/>
                </a:cubicBezTo>
                <a:cubicBezTo>
                  <a:pt x="1258" y="452"/>
                  <a:pt x="1286" y="457"/>
                  <a:pt x="1332" y="430"/>
                </a:cubicBezTo>
                <a:cubicBezTo>
                  <a:pt x="1349" y="420"/>
                  <a:pt x="1366" y="411"/>
                  <a:pt x="1383" y="400"/>
                </a:cubicBezTo>
                <a:cubicBezTo>
                  <a:pt x="1414" y="381"/>
                  <a:pt x="1426" y="343"/>
                  <a:pt x="1408" y="311"/>
                </a:cubicBezTo>
                <a:close/>
                <a:moveTo>
                  <a:pt x="1154" y="403"/>
                </a:moveTo>
                <a:cubicBezTo>
                  <a:pt x="1131" y="417"/>
                  <a:pt x="1106" y="431"/>
                  <a:pt x="1083" y="447"/>
                </a:cubicBezTo>
                <a:cubicBezTo>
                  <a:pt x="1051" y="469"/>
                  <a:pt x="1017" y="477"/>
                  <a:pt x="980" y="474"/>
                </a:cubicBezTo>
                <a:cubicBezTo>
                  <a:pt x="903" y="469"/>
                  <a:pt x="830" y="451"/>
                  <a:pt x="763" y="412"/>
                </a:cubicBezTo>
                <a:cubicBezTo>
                  <a:pt x="749" y="403"/>
                  <a:pt x="736" y="392"/>
                  <a:pt x="724" y="379"/>
                </a:cubicBezTo>
                <a:cubicBezTo>
                  <a:pt x="713" y="367"/>
                  <a:pt x="715" y="356"/>
                  <a:pt x="726" y="344"/>
                </a:cubicBezTo>
                <a:cubicBezTo>
                  <a:pt x="742" y="327"/>
                  <a:pt x="759" y="319"/>
                  <a:pt x="782" y="325"/>
                </a:cubicBezTo>
                <a:cubicBezTo>
                  <a:pt x="822" y="335"/>
                  <a:pt x="863" y="345"/>
                  <a:pt x="903" y="355"/>
                </a:cubicBezTo>
                <a:cubicBezTo>
                  <a:pt x="906" y="356"/>
                  <a:pt x="909" y="357"/>
                  <a:pt x="913" y="358"/>
                </a:cubicBezTo>
                <a:cubicBezTo>
                  <a:pt x="925" y="362"/>
                  <a:pt x="938" y="356"/>
                  <a:pt x="940" y="345"/>
                </a:cubicBezTo>
                <a:cubicBezTo>
                  <a:pt x="943" y="332"/>
                  <a:pt x="939" y="322"/>
                  <a:pt x="926" y="318"/>
                </a:cubicBezTo>
                <a:cubicBezTo>
                  <a:pt x="879" y="306"/>
                  <a:pt x="832" y="292"/>
                  <a:pt x="784" y="283"/>
                </a:cubicBezTo>
                <a:cubicBezTo>
                  <a:pt x="756" y="278"/>
                  <a:pt x="726" y="280"/>
                  <a:pt x="697" y="283"/>
                </a:cubicBezTo>
                <a:cubicBezTo>
                  <a:pt x="684" y="283"/>
                  <a:pt x="670" y="291"/>
                  <a:pt x="658" y="297"/>
                </a:cubicBezTo>
                <a:cubicBezTo>
                  <a:pt x="575" y="342"/>
                  <a:pt x="493" y="388"/>
                  <a:pt x="409" y="432"/>
                </a:cubicBezTo>
                <a:cubicBezTo>
                  <a:pt x="384" y="446"/>
                  <a:pt x="357" y="446"/>
                  <a:pt x="334" y="427"/>
                </a:cubicBezTo>
                <a:cubicBezTo>
                  <a:pt x="314" y="410"/>
                  <a:pt x="312" y="387"/>
                  <a:pt x="330" y="368"/>
                </a:cubicBezTo>
                <a:cubicBezTo>
                  <a:pt x="336" y="362"/>
                  <a:pt x="342" y="357"/>
                  <a:pt x="349" y="353"/>
                </a:cubicBezTo>
                <a:cubicBezTo>
                  <a:pt x="466" y="283"/>
                  <a:pt x="583" y="214"/>
                  <a:pt x="700" y="142"/>
                </a:cubicBezTo>
                <a:cubicBezTo>
                  <a:pt x="739" y="118"/>
                  <a:pt x="777" y="113"/>
                  <a:pt x="821" y="126"/>
                </a:cubicBezTo>
                <a:cubicBezTo>
                  <a:pt x="897" y="149"/>
                  <a:pt x="974" y="170"/>
                  <a:pt x="1051" y="190"/>
                </a:cubicBezTo>
                <a:cubicBezTo>
                  <a:pt x="1063" y="193"/>
                  <a:pt x="1078" y="186"/>
                  <a:pt x="1094" y="184"/>
                </a:cubicBezTo>
                <a:cubicBezTo>
                  <a:pt x="1129" y="244"/>
                  <a:pt x="1166" y="308"/>
                  <a:pt x="1204" y="373"/>
                </a:cubicBezTo>
                <a:cubicBezTo>
                  <a:pt x="1187" y="383"/>
                  <a:pt x="1171" y="393"/>
                  <a:pt x="1154" y="403"/>
                </a:cubicBezTo>
                <a:close/>
                <a:moveTo>
                  <a:pt x="1359" y="366"/>
                </a:moveTo>
                <a:cubicBezTo>
                  <a:pt x="1339" y="377"/>
                  <a:pt x="1320" y="388"/>
                  <a:pt x="1300" y="399"/>
                </a:cubicBezTo>
                <a:cubicBezTo>
                  <a:pt x="1284" y="408"/>
                  <a:pt x="1271" y="405"/>
                  <a:pt x="1262" y="389"/>
                </a:cubicBezTo>
                <a:cubicBezTo>
                  <a:pt x="1212" y="302"/>
                  <a:pt x="1161" y="215"/>
                  <a:pt x="1111" y="127"/>
                </a:cubicBezTo>
                <a:cubicBezTo>
                  <a:pt x="1103" y="113"/>
                  <a:pt x="1105" y="101"/>
                  <a:pt x="1117" y="93"/>
                </a:cubicBezTo>
                <a:cubicBezTo>
                  <a:pt x="1139" y="79"/>
                  <a:pt x="1163" y="66"/>
                  <a:pt x="1186" y="53"/>
                </a:cubicBezTo>
                <a:cubicBezTo>
                  <a:pt x="1188" y="52"/>
                  <a:pt x="1191" y="52"/>
                  <a:pt x="1198" y="50"/>
                </a:cubicBezTo>
                <a:cubicBezTo>
                  <a:pt x="1203" y="54"/>
                  <a:pt x="1213" y="59"/>
                  <a:pt x="1217" y="66"/>
                </a:cubicBezTo>
                <a:cubicBezTo>
                  <a:pt x="1268" y="153"/>
                  <a:pt x="1319" y="241"/>
                  <a:pt x="1369" y="329"/>
                </a:cubicBezTo>
                <a:cubicBezTo>
                  <a:pt x="1378" y="344"/>
                  <a:pt x="1374" y="356"/>
                  <a:pt x="1359" y="366"/>
                </a:cubicBezTo>
                <a:close/>
                <a:moveTo>
                  <a:pt x="108" y="1142"/>
                </a:moveTo>
                <a:cubicBezTo>
                  <a:pt x="103" y="1146"/>
                  <a:pt x="99" y="1159"/>
                  <a:pt x="101" y="1165"/>
                </a:cubicBezTo>
                <a:cubicBezTo>
                  <a:pt x="107" y="1181"/>
                  <a:pt x="116" y="1196"/>
                  <a:pt x="127" y="1210"/>
                </a:cubicBezTo>
                <a:cubicBezTo>
                  <a:pt x="131" y="1215"/>
                  <a:pt x="143" y="1217"/>
                  <a:pt x="150" y="1216"/>
                </a:cubicBezTo>
                <a:cubicBezTo>
                  <a:pt x="157" y="1214"/>
                  <a:pt x="161" y="1205"/>
                  <a:pt x="168" y="1197"/>
                </a:cubicBezTo>
                <a:cubicBezTo>
                  <a:pt x="155" y="1177"/>
                  <a:pt x="144" y="1158"/>
                  <a:pt x="131" y="1141"/>
                </a:cubicBezTo>
                <a:cubicBezTo>
                  <a:pt x="128" y="1137"/>
                  <a:pt x="113" y="1138"/>
                  <a:pt x="108" y="1142"/>
                </a:cubicBezTo>
                <a:close/>
                <a:moveTo>
                  <a:pt x="1117" y="1038"/>
                </a:moveTo>
                <a:cubicBezTo>
                  <a:pt x="1083" y="1011"/>
                  <a:pt x="1034" y="1009"/>
                  <a:pt x="990" y="1033"/>
                </a:cubicBezTo>
                <a:cubicBezTo>
                  <a:pt x="913" y="1075"/>
                  <a:pt x="836" y="1117"/>
                  <a:pt x="759" y="1160"/>
                </a:cubicBezTo>
                <a:cubicBezTo>
                  <a:pt x="755" y="1161"/>
                  <a:pt x="751" y="1163"/>
                  <a:pt x="747" y="1165"/>
                </a:cubicBezTo>
                <a:cubicBezTo>
                  <a:pt x="756" y="1127"/>
                  <a:pt x="750" y="1106"/>
                  <a:pt x="722" y="1079"/>
                </a:cubicBezTo>
                <a:cubicBezTo>
                  <a:pt x="715" y="1072"/>
                  <a:pt x="706" y="1065"/>
                  <a:pt x="698" y="1060"/>
                </a:cubicBezTo>
                <a:cubicBezTo>
                  <a:pt x="613" y="1007"/>
                  <a:pt x="520" y="983"/>
                  <a:pt x="420" y="984"/>
                </a:cubicBezTo>
                <a:cubicBezTo>
                  <a:pt x="390" y="984"/>
                  <a:pt x="362" y="992"/>
                  <a:pt x="336" y="1008"/>
                </a:cubicBezTo>
                <a:cubicBezTo>
                  <a:pt x="292" y="1036"/>
                  <a:pt x="247" y="1063"/>
                  <a:pt x="202" y="1090"/>
                </a:cubicBezTo>
                <a:cubicBezTo>
                  <a:pt x="200" y="1088"/>
                  <a:pt x="199" y="1086"/>
                  <a:pt x="198" y="1085"/>
                </a:cubicBezTo>
                <a:cubicBezTo>
                  <a:pt x="173" y="1052"/>
                  <a:pt x="139" y="1044"/>
                  <a:pt x="104" y="1064"/>
                </a:cubicBezTo>
                <a:cubicBezTo>
                  <a:pt x="84" y="1076"/>
                  <a:pt x="63" y="1087"/>
                  <a:pt x="43" y="1100"/>
                </a:cubicBezTo>
                <a:cubicBezTo>
                  <a:pt x="12" y="1119"/>
                  <a:pt x="0" y="1157"/>
                  <a:pt x="18" y="1189"/>
                </a:cubicBezTo>
                <a:cubicBezTo>
                  <a:pt x="70" y="1279"/>
                  <a:pt x="122" y="1370"/>
                  <a:pt x="175" y="1460"/>
                </a:cubicBezTo>
                <a:cubicBezTo>
                  <a:pt x="193" y="1491"/>
                  <a:pt x="231" y="1500"/>
                  <a:pt x="263" y="1484"/>
                </a:cubicBezTo>
                <a:cubicBezTo>
                  <a:pt x="286" y="1471"/>
                  <a:pt x="309" y="1458"/>
                  <a:pt x="331" y="1444"/>
                </a:cubicBezTo>
                <a:cubicBezTo>
                  <a:pt x="357" y="1428"/>
                  <a:pt x="367" y="1399"/>
                  <a:pt x="360" y="1371"/>
                </a:cubicBezTo>
                <a:cubicBezTo>
                  <a:pt x="356" y="1355"/>
                  <a:pt x="360" y="1350"/>
                  <a:pt x="377" y="1354"/>
                </a:cubicBezTo>
                <a:cubicBezTo>
                  <a:pt x="452" y="1375"/>
                  <a:pt x="528" y="1395"/>
                  <a:pt x="603" y="1417"/>
                </a:cubicBezTo>
                <a:cubicBezTo>
                  <a:pt x="651" y="1431"/>
                  <a:pt x="696" y="1426"/>
                  <a:pt x="739" y="1400"/>
                </a:cubicBezTo>
                <a:cubicBezTo>
                  <a:pt x="834" y="1342"/>
                  <a:pt x="930" y="1285"/>
                  <a:pt x="1025" y="1227"/>
                </a:cubicBezTo>
                <a:cubicBezTo>
                  <a:pt x="1056" y="1209"/>
                  <a:pt x="1088" y="1192"/>
                  <a:pt x="1117" y="1171"/>
                </a:cubicBezTo>
                <a:cubicBezTo>
                  <a:pt x="1163" y="1135"/>
                  <a:pt x="1162" y="1074"/>
                  <a:pt x="1117" y="1038"/>
                </a:cubicBezTo>
                <a:close/>
                <a:moveTo>
                  <a:pt x="306" y="1410"/>
                </a:moveTo>
                <a:cubicBezTo>
                  <a:pt x="286" y="1422"/>
                  <a:pt x="266" y="1433"/>
                  <a:pt x="246" y="1444"/>
                </a:cubicBezTo>
                <a:cubicBezTo>
                  <a:pt x="230" y="1453"/>
                  <a:pt x="218" y="1450"/>
                  <a:pt x="209" y="1434"/>
                </a:cubicBezTo>
                <a:cubicBezTo>
                  <a:pt x="158" y="1347"/>
                  <a:pt x="108" y="1259"/>
                  <a:pt x="57" y="1171"/>
                </a:cubicBezTo>
                <a:cubicBezTo>
                  <a:pt x="49" y="1158"/>
                  <a:pt x="52" y="1145"/>
                  <a:pt x="64" y="1137"/>
                </a:cubicBezTo>
                <a:cubicBezTo>
                  <a:pt x="86" y="1124"/>
                  <a:pt x="108" y="1111"/>
                  <a:pt x="130" y="1099"/>
                </a:cubicBezTo>
                <a:cubicBezTo>
                  <a:pt x="133" y="1097"/>
                  <a:pt x="138" y="1097"/>
                  <a:pt x="145" y="1095"/>
                </a:cubicBezTo>
                <a:cubicBezTo>
                  <a:pt x="150" y="1099"/>
                  <a:pt x="159" y="1103"/>
                  <a:pt x="163" y="1110"/>
                </a:cubicBezTo>
                <a:cubicBezTo>
                  <a:pt x="214" y="1198"/>
                  <a:pt x="265" y="1285"/>
                  <a:pt x="315" y="1373"/>
                </a:cubicBezTo>
                <a:cubicBezTo>
                  <a:pt x="324" y="1389"/>
                  <a:pt x="321" y="1401"/>
                  <a:pt x="306" y="1410"/>
                </a:cubicBezTo>
                <a:close/>
                <a:moveTo>
                  <a:pt x="1092" y="1136"/>
                </a:moveTo>
                <a:cubicBezTo>
                  <a:pt x="1081" y="1145"/>
                  <a:pt x="1067" y="1152"/>
                  <a:pt x="1055" y="1159"/>
                </a:cubicBezTo>
                <a:cubicBezTo>
                  <a:pt x="944" y="1226"/>
                  <a:pt x="833" y="1292"/>
                  <a:pt x="723" y="1360"/>
                </a:cubicBezTo>
                <a:cubicBezTo>
                  <a:pt x="687" y="1382"/>
                  <a:pt x="651" y="1387"/>
                  <a:pt x="610" y="1375"/>
                </a:cubicBezTo>
                <a:cubicBezTo>
                  <a:pt x="532" y="1352"/>
                  <a:pt x="454" y="1331"/>
                  <a:pt x="375" y="1310"/>
                </a:cubicBezTo>
                <a:cubicBezTo>
                  <a:pt x="363" y="1307"/>
                  <a:pt x="349" y="1314"/>
                  <a:pt x="332" y="1316"/>
                </a:cubicBezTo>
                <a:cubicBezTo>
                  <a:pt x="297" y="1256"/>
                  <a:pt x="260" y="1192"/>
                  <a:pt x="222" y="1127"/>
                </a:cubicBezTo>
                <a:cubicBezTo>
                  <a:pt x="228" y="1124"/>
                  <a:pt x="232" y="1121"/>
                  <a:pt x="237" y="1118"/>
                </a:cubicBezTo>
                <a:cubicBezTo>
                  <a:pt x="273" y="1097"/>
                  <a:pt x="310" y="1077"/>
                  <a:pt x="344" y="1053"/>
                </a:cubicBezTo>
                <a:cubicBezTo>
                  <a:pt x="377" y="1031"/>
                  <a:pt x="411" y="1023"/>
                  <a:pt x="449" y="1026"/>
                </a:cubicBezTo>
                <a:cubicBezTo>
                  <a:pt x="524" y="1032"/>
                  <a:pt x="595" y="1049"/>
                  <a:pt x="660" y="1087"/>
                </a:cubicBezTo>
                <a:cubicBezTo>
                  <a:pt x="676" y="1095"/>
                  <a:pt x="690" y="1108"/>
                  <a:pt x="702" y="1121"/>
                </a:cubicBezTo>
                <a:cubicBezTo>
                  <a:pt x="713" y="1133"/>
                  <a:pt x="711" y="1144"/>
                  <a:pt x="700" y="1156"/>
                </a:cubicBezTo>
                <a:cubicBezTo>
                  <a:pt x="685" y="1173"/>
                  <a:pt x="667" y="1182"/>
                  <a:pt x="644" y="1175"/>
                </a:cubicBezTo>
                <a:cubicBezTo>
                  <a:pt x="604" y="1165"/>
                  <a:pt x="564" y="1155"/>
                  <a:pt x="524" y="1145"/>
                </a:cubicBezTo>
                <a:cubicBezTo>
                  <a:pt x="520" y="1144"/>
                  <a:pt x="516" y="1143"/>
                  <a:pt x="512" y="1142"/>
                </a:cubicBezTo>
                <a:cubicBezTo>
                  <a:pt x="501" y="1139"/>
                  <a:pt x="489" y="1145"/>
                  <a:pt x="486" y="1155"/>
                </a:cubicBezTo>
                <a:cubicBezTo>
                  <a:pt x="483" y="1168"/>
                  <a:pt x="487" y="1178"/>
                  <a:pt x="499" y="1182"/>
                </a:cubicBezTo>
                <a:cubicBezTo>
                  <a:pt x="547" y="1194"/>
                  <a:pt x="594" y="1207"/>
                  <a:pt x="641" y="1218"/>
                </a:cubicBezTo>
                <a:cubicBezTo>
                  <a:pt x="656" y="1221"/>
                  <a:pt x="672" y="1221"/>
                  <a:pt x="688" y="1222"/>
                </a:cubicBezTo>
                <a:cubicBezTo>
                  <a:pt x="719" y="1223"/>
                  <a:pt x="747" y="1216"/>
                  <a:pt x="775" y="1200"/>
                </a:cubicBezTo>
                <a:cubicBezTo>
                  <a:pt x="854" y="1155"/>
                  <a:pt x="934" y="1112"/>
                  <a:pt x="1014" y="1069"/>
                </a:cubicBezTo>
                <a:cubicBezTo>
                  <a:pt x="1037" y="1056"/>
                  <a:pt x="1061" y="1054"/>
                  <a:pt x="1085" y="1068"/>
                </a:cubicBezTo>
                <a:cubicBezTo>
                  <a:pt x="1113" y="1084"/>
                  <a:pt x="1116" y="1115"/>
                  <a:pt x="1092" y="1136"/>
                </a:cubicBezTo>
                <a:close/>
                <a:moveTo>
                  <a:pt x="1302" y="293"/>
                </a:moveTo>
                <a:cubicBezTo>
                  <a:pt x="1298" y="288"/>
                  <a:pt x="1291" y="285"/>
                  <a:pt x="1288" y="282"/>
                </a:cubicBezTo>
                <a:cubicBezTo>
                  <a:pt x="1268" y="282"/>
                  <a:pt x="1258" y="298"/>
                  <a:pt x="1265" y="313"/>
                </a:cubicBezTo>
                <a:cubicBezTo>
                  <a:pt x="1272" y="326"/>
                  <a:pt x="1279" y="339"/>
                  <a:pt x="1287" y="352"/>
                </a:cubicBezTo>
                <a:cubicBezTo>
                  <a:pt x="1294" y="363"/>
                  <a:pt x="1306" y="367"/>
                  <a:pt x="1317" y="360"/>
                </a:cubicBezTo>
                <a:cubicBezTo>
                  <a:pt x="1327" y="354"/>
                  <a:pt x="1330" y="343"/>
                  <a:pt x="1324" y="331"/>
                </a:cubicBezTo>
                <a:cubicBezTo>
                  <a:pt x="1317" y="318"/>
                  <a:pt x="1310" y="305"/>
                  <a:pt x="1302" y="293"/>
                </a:cubicBezTo>
                <a:close/>
                <a:moveTo>
                  <a:pt x="752" y="732"/>
                </a:moveTo>
                <a:cubicBezTo>
                  <a:pt x="738" y="730"/>
                  <a:pt x="724" y="727"/>
                  <a:pt x="710" y="724"/>
                </a:cubicBezTo>
                <a:cubicBezTo>
                  <a:pt x="697" y="720"/>
                  <a:pt x="686" y="713"/>
                  <a:pt x="686" y="698"/>
                </a:cubicBezTo>
                <a:cubicBezTo>
                  <a:pt x="686" y="682"/>
                  <a:pt x="697" y="674"/>
                  <a:pt x="710" y="669"/>
                </a:cubicBezTo>
                <a:cubicBezTo>
                  <a:pt x="738" y="659"/>
                  <a:pt x="761" y="670"/>
                  <a:pt x="777" y="701"/>
                </a:cubicBezTo>
                <a:cubicBezTo>
                  <a:pt x="784" y="715"/>
                  <a:pt x="794" y="720"/>
                  <a:pt x="806" y="714"/>
                </a:cubicBezTo>
                <a:cubicBezTo>
                  <a:pt x="818" y="709"/>
                  <a:pt x="821" y="698"/>
                  <a:pt x="816" y="684"/>
                </a:cubicBezTo>
                <a:cubicBezTo>
                  <a:pt x="806" y="661"/>
                  <a:pt x="792" y="642"/>
                  <a:pt x="768" y="633"/>
                </a:cubicBezTo>
                <a:cubicBezTo>
                  <a:pt x="754" y="627"/>
                  <a:pt x="747" y="621"/>
                  <a:pt x="748" y="604"/>
                </a:cubicBezTo>
                <a:cubicBezTo>
                  <a:pt x="750" y="592"/>
                  <a:pt x="739" y="584"/>
                  <a:pt x="727" y="585"/>
                </a:cubicBezTo>
                <a:cubicBezTo>
                  <a:pt x="715" y="586"/>
                  <a:pt x="708" y="592"/>
                  <a:pt x="707" y="605"/>
                </a:cubicBezTo>
                <a:cubicBezTo>
                  <a:pt x="707" y="612"/>
                  <a:pt x="707" y="619"/>
                  <a:pt x="707" y="625"/>
                </a:cubicBezTo>
                <a:cubicBezTo>
                  <a:pt x="699" y="628"/>
                  <a:pt x="692" y="630"/>
                  <a:pt x="686" y="633"/>
                </a:cubicBezTo>
                <a:cubicBezTo>
                  <a:pt x="660" y="647"/>
                  <a:pt x="644" y="668"/>
                  <a:pt x="644" y="699"/>
                </a:cubicBezTo>
                <a:cubicBezTo>
                  <a:pt x="644" y="732"/>
                  <a:pt x="669" y="759"/>
                  <a:pt x="708" y="768"/>
                </a:cubicBezTo>
                <a:cubicBezTo>
                  <a:pt x="723" y="771"/>
                  <a:pt x="738" y="773"/>
                  <a:pt x="753" y="777"/>
                </a:cubicBezTo>
                <a:cubicBezTo>
                  <a:pt x="768" y="782"/>
                  <a:pt x="778" y="796"/>
                  <a:pt x="777" y="808"/>
                </a:cubicBezTo>
                <a:cubicBezTo>
                  <a:pt x="776" y="821"/>
                  <a:pt x="764" y="832"/>
                  <a:pt x="748" y="834"/>
                </a:cubicBezTo>
                <a:cubicBezTo>
                  <a:pt x="716" y="839"/>
                  <a:pt x="681" y="830"/>
                  <a:pt x="673" y="796"/>
                </a:cubicBezTo>
                <a:cubicBezTo>
                  <a:pt x="671" y="784"/>
                  <a:pt x="658" y="779"/>
                  <a:pt x="647" y="783"/>
                </a:cubicBezTo>
                <a:cubicBezTo>
                  <a:pt x="635" y="788"/>
                  <a:pt x="631" y="797"/>
                  <a:pt x="634" y="810"/>
                </a:cubicBezTo>
                <a:cubicBezTo>
                  <a:pt x="641" y="837"/>
                  <a:pt x="657" y="856"/>
                  <a:pt x="682" y="868"/>
                </a:cubicBezTo>
                <a:cubicBezTo>
                  <a:pt x="690" y="871"/>
                  <a:pt x="698" y="874"/>
                  <a:pt x="707" y="877"/>
                </a:cubicBezTo>
                <a:cubicBezTo>
                  <a:pt x="708" y="893"/>
                  <a:pt x="702" y="916"/>
                  <a:pt x="727" y="917"/>
                </a:cubicBezTo>
                <a:cubicBezTo>
                  <a:pt x="753" y="918"/>
                  <a:pt x="748" y="894"/>
                  <a:pt x="750" y="878"/>
                </a:cubicBezTo>
                <a:cubicBezTo>
                  <a:pt x="784" y="870"/>
                  <a:pt x="810" y="855"/>
                  <a:pt x="818" y="821"/>
                </a:cubicBezTo>
                <a:cubicBezTo>
                  <a:pt x="827" y="781"/>
                  <a:pt x="797" y="741"/>
                  <a:pt x="752" y="732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Freeform 5">
            <a:extLst xmlns:a="http://schemas.openxmlformats.org/drawingml/2006/main">
              <a:ext uri="{FF2B5EF4-FFF2-40B4-BE49-F238E27FC236}">
                <a16:creationId xmlns:a16="http://schemas.microsoft.com/office/drawing/2014/main" id="{838AC655-FFA7-48E7-92B2-85A70BAB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23" y="5173500"/>
            <a:ext cx="658894" cy="571042"/>
          </a:xfrm>
          <a:custGeom xmlns:a="http://schemas.openxmlformats.org/drawingml/2006/main">
            <a:gdLst>
              <a:gd name="T0" fmla="*/ 398 w 1590"/>
              <a:gd name="T1" fmla="*/ 1378 h 1378"/>
              <a:gd name="T2" fmla="*/ 0 w 1590"/>
              <a:gd name="T3" fmla="*/ 689 h 1378"/>
              <a:gd name="T4" fmla="*/ 398 w 1590"/>
              <a:gd name="T5" fmla="*/ 0 h 1378"/>
              <a:gd name="T6" fmla="*/ 1192 w 1590"/>
              <a:gd name="T7" fmla="*/ 0 h 1378"/>
              <a:gd name="T8" fmla="*/ 1590 w 1590"/>
              <a:gd name="T9" fmla="*/ 689 h 1378"/>
              <a:gd name="T10" fmla="*/ 1192 w 1590"/>
              <a:gd name="T11" fmla="*/ 1378 h 1378"/>
              <a:gd name="T12" fmla="*/ 398 w 1590"/>
              <a:gd name="T13" fmla="*/ 1378 h 1378"/>
            </a:gdLst>
            <a:rect l="0" t="0" r="r" b="b"/>
            <a:pathLst>
              <a:path w="1590" h="1378">
                <a:moveTo>
                  <a:pt x="398" y="1378"/>
                </a:moveTo>
                <a:lnTo>
                  <a:pt x="0" y="689"/>
                </a:lnTo>
                <a:lnTo>
                  <a:pt x="398" y="0"/>
                </a:lnTo>
                <a:lnTo>
                  <a:pt x="1192" y="0"/>
                </a:lnTo>
                <a:lnTo>
                  <a:pt x="1590" y="689"/>
                </a:lnTo>
                <a:lnTo>
                  <a:pt x="1192" y="1378"/>
                </a:lnTo>
                <a:lnTo>
                  <a:pt x="398" y="137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RIGHT_3_BODY">
            <a:extLst xmlns:a="http://schemas.openxmlformats.org/drawingml/2006/main">
              <a:ext uri="{FF2B5EF4-FFF2-40B4-BE49-F238E27FC236}">
                <a16:creationId xmlns:a16="http://schemas.microsoft.com/office/drawing/2014/main" id="{7D57E763-7784-401F-9BD4-A71C2FB2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712" y="5298834"/>
            <a:ext cx="2205012" cy="103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400">
                <a:solidFill>
                  <a:schemeClr val="bg1"/>
                </a:solidFill>
                <a:latin typeface="Nunito"/>
                <a:ea typeface="Nunito"/>
                <a:cs typeface="Nunito"/>
              </a:rPr>
              <a:t>Lorem visual form commonly use  dolor demonstrate.</a:t>
            </a:r>
          </a:p>
        </p:txBody>
      </p:sp>
      <p:sp>
        <p:nvSpPr>
          <p:cNvPr id="5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D59C18A-3E6E-47AB-BD1C-9EB88F9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699" y="5285778"/>
            <a:ext cx="349318" cy="346486"/>
          </a:xfrm>
          <a:custGeom xmlns:a="http://schemas.openxmlformats.org/drawingml/2006/main">
            <a:gdLst>
              <a:gd name="T0" fmla="*/ 897 w 1506"/>
              <a:gd name="T1" fmla="*/ 27 h 1492"/>
              <a:gd name="T2" fmla="*/ 1119 w 1506"/>
              <a:gd name="T3" fmla="*/ 48 h 1492"/>
              <a:gd name="T4" fmla="*/ 1067 w 1506"/>
              <a:gd name="T5" fmla="*/ 90 h 1492"/>
              <a:gd name="T6" fmla="*/ 1182 w 1506"/>
              <a:gd name="T7" fmla="*/ 108 h 1492"/>
              <a:gd name="T8" fmla="*/ 1141 w 1506"/>
              <a:gd name="T9" fmla="*/ 161 h 1492"/>
              <a:gd name="T10" fmla="*/ 1015 w 1506"/>
              <a:gd name="T11" fmla="*/ 52 h 1492"/>
              <a:gd name="T12" fmla="*/ 973 w 1506"/>
              <a:gd name="T13" fmla="*/ 36 h 1492"/>
              <a:gd name="T14" fmla="*/ 914 w 1506"/>
              <a:gd name="T15" fmla="*/ 940 h 1492"/>
              <a:gd name="T16" fmla="*/ 269 w 1506"/>
              <a:gd name="T17" fmla="*/ 941 h 1492"/>
              <a:gd name="T18" fmla="*/ 56 w 1506"/>
              <a:gd name="T19" fmla="*/ 931 h 1492"/>
              <a:gd name="T20" fmla="*/ 280 w 1506"/>
              <a:gd name="T21" fmla="*/ 1476 h 1492"/>
              <a:gd name="T22" fmla="*/ 466 w 1506"/>
              <a:gd name="T23" fmla="*/ 1290 h 1492"/>
              <a:gd name="T24" fmla="*/ 927 w 1506"/>
              <a:gd name="T25" fmla="*/ 1327 h 1492"/>
              <a:gd name="T26" fmla="*/ 364 w 1506"/>
              <a:gd name="T27" fmla="*/ 1395 h 1492"/>
              <a:gd name="T28" fmla="*/ 57 w 1506"/>
              <a:gd name="T29" fmla="*/ 1010 h 1492"/>
              <a:gd name="T30" fmla="*/ 375 w 1506"/>
              <a:gd name="T31" fmla="*/ 1360 h 1492"/>
              <a:gd name="T32" fmla="*/ 1387 w 1506"/>
              <a:gd name="T33" fmla="*/ 1105 h 1492"/>
              <a:gd name="T34" fmla="*/ 565 w 1506"/>
              <a:gd name="T35" fmla="*/ 1241 h 1492"/>
              <a:gd name="T36" fmla="*/ 271 w 1506"/>
              <a:gd name="T37" fmla="*/ 988 h 1492"/>
              <a:gd name="T38" fmla="*/ 911 w 1506"/>
              <a:gd name="T39" fmla="*/ 984 h 1492"/>
              <a:gd name="T40" fmla="*/ 618 w 1506"/>
              <a:gd name="T41" fmla="*/ 1052 h 1492"/>
              <a:gd name="T42" fmla="*/ 865 w 1506"/>
              <a:gd name="T43" fmla="*/ 1162 h 1492"/>
              <a:gd name="T44" fmla="*/ 1396 w 1506"/>
              <a:gd name="T45" fmla="*/ 954 h 1492"/>
              <a:gd name="T46" fmla="*/ 674 w 1506"/>
              <a:gd name="T47" fmla="*/ 598 h 1492"/>
              <a:gd name="T48" fmla="*/ 1011 w 1506"/>
              <a:gd name="T49" fmla="*/ 933 h 1492"/>
              <a:gd name="T50" fmla="*/ 1327 w 1506"/>
              <a:gd name="T51" fmla="*/ 577 h 1492"/>
              <a:gd name="T52" fmla="*/ 1093 w 1506"/>
              <a:gd name="T53" fmla="*/ 260 h 1492"/>
              <a:gd name="T54" fmla="*/ 881 w 1506"/>
              <a:gd name="T55" fmla="*/ 268 h 1492"/>
              <a:gd name="T56" fmla="*/ 957 w 1506"/>
              <a:gd name="T57" fmla="*/ 872 h 1492"/>
              <a:gd name="T58" fmla="*/ 731 w 1506"/>
              <a:gd name="T59" fmla="*/ 618 h 1492"/>
              <a:gd name="T60" fmla="*/ 972 w 1506"/>
              <a:gd name="T61" fmla="*/ 610 h 1492"/>
              <a:gd name="T62" fmla="*/ 1019 w 1506"/>
              <a:gd name="T63" fmla="*/ 878 h 1492"/>
              <a:gd name="T64" fmla="*/ 1124 w 1506"/>
              <a:gd name="T65" fmla="*/ 673 h 1492"/>
              <a:gd name="T66" fmla="*/ 1271 w 1506"/>
              <a:gd name="T67" fmla="*/ 728 h 1492"/>
              <a:gd name="T68" fmla="*/ 1337 w 1506"/>
              <a:gd name="T69" fmla="*/ 523 h 1492"/>
              <a:gd name="T70" fmla="*/ 1037 w 1506"/>
              <a:gd name="T71" fmla="*/ 572 h 1492"/>
              <a:gd name="T72" fmla="*/ 937 w 1506"/>
              <a:gd name="T73" fmla="*/ 155 h 1492"/>
              <a:gd name="T74" fmla="*/ 1027 w 1506"/>
              <a:gd name="T75" fmla="*/ 305 h 1492"/>
              <a:gd name="T76" fmla="*/ 1023 w 1506"/>
              <a:gd name="T77" fmla="*/ 227 h 1492"/>
              <a:gd name="T78" fmla="*/ 962 w 1506"/>
              <a:gd name="T79" fmla="*/ 177 h 1492"/>
              <a:gd name="T80" fmla="*/ 973 w 1506"/>
              <a:gd name="T81" fmla="*/ 268 h 1492"/>
              <a:gd name="T82" fmla="*/ 929 w 1506"/>
              <a:gd name="T83" fmla="*/ 235 h 1492"/>
              <a:gd name="T84" fmla="*/ 1008 w 1506"/>
              <a:gd name="T85" fmla="*/ 407 h 1492"/>
              <a:gd name="T86" fmla="*/ 1039 w 1506"/>
              <a:gd name="T87" fmla="*/ 356 h 1492"/>
              <a:gd name="T88" fmla="*/ 939 w 1506"/>
              <a:gd name="T89" fmla="*/ 427 h 1492"/>
              <a:gd name="T90" fmla="*/ 1042 w 1506"/>
              <a:gd name="T91" fmla="*/ 436 h 1492"/>
              <a:gd name="T92" fmla="*/ 1250 w 1506"/>
              <a:gd name="T93" fmla="*/ 400 h 1492"/>
              <a:gd name="T94" fmla="*/ 913 w 1506"/>
              <a:gd name="T95" fmla="*/ 299 h 1492"/>
              <a:gd name="T96" fmla="*/ 935 w 1506"/>
              <a:gd name="T97" fmla="*/ 582 h 1492"/>
              <a:gd name="T98" fmla="*/ 690 w 1506"/>
              <a:gd name="T99" fmla="*/ 428 h 1492"/>
              <a:gd name="T100" fmla="*/ 858 w 1506"/>
              <a:gd name="T101" fmla="*/ 119 h 1492"/>
            </a:gdLst>
            <a:rect l="0" t="0" r="r" b="b"/>
            <a:pathLst>
              <a:path w="1506" h="1492">
                <a:moveTo>
                  <a:pt x="892" y="86"/>
                </a:moveTo>
                <a:cubicBezTo>
                  <a:pt x="901" y="99"/>
                  <a:pt x="919" y="98"/>
                  <a:pt x="927" y="85"/>
                </a:cubicBezTo>
                <a:cubicBezTo>
                  <a:pt x="933" y="75"/>
                  <a:pt x="929" y="65"/>
                  <a:pt x="923" y="56"/>
                </a:cubicBezTo>
                <a:cubicBezTo>
                  <a:pt x="915" y="45"/>
                  <a:pt x="912" y="27"/>
                  <a:pt x="897" y="27"/>
                </a:cubicBezTo>
                <a:cubicBezTo>
                  <a:pt x="878" y="27"/>
                  <a:pt x="868" y="42"/>
                  <a:pt x="875" y="56"/>
                </a:cubicBezTo>
                <a:cubicBezTo>
                  <a:pt x="879" y="67"/>
                  <a:pt x="885" y="77"/>
                  <a:pt x="892" y="86"/>
                </a:cubicBezTo>
                <a:close/>
                <a:moveTo>
                  <a:pt x="1088" y="92"/>
                </a:moveTo>
                <a:cubicBezTo>
                  <a:pt x="1099" y="79"/>
                  <a:pt x="1108" y="64"/>
                  <a:pt x="1119" y="48"/>
                </a:cubicBezTo>
                <a:cubicBezTo>
                  <a:pt x="1112" y="40"/>
                  <a:pt x="1108" y="32"/>
                  <a:pt x="1103" y="30"/>
                </a:cubicBezTo>
                <a:cubicBezTo>
                  <a:pt x="1096" y="27"/>
                  <a:pt x="1084" y="29"/>
                  <a:pt x="1080" y="33"/>
                </a:cubicBezTo>
                <a:cubicBezTo>
                  <a:pt x="1071" y="43"/>
                  <a:pt x="1063" y="56"/>
                  <a:pt x="1059" y="69"/>
                </a:cubicBezTo>
                <a:cubicBezTo>
                  <a:pt x="1057" y="75"/>
                  <a:pt x="1061" y="86"/>
                  <a:pt x="1067" y="90"/>
                </a:cubicBezTo>
                <a:cubicBezTo>
                  <a:pt x="1071" y="94"/>
                  <a:pt x="1085" y="95"/>
                  <a:pt x="1088" y="92"/>
                </a:cubicBezTo>
                <a:close/>
                <a:moveTo>
                  <a:pt x="1141" y="161"/>
                </a:moveTo>
                <a:cubicBezTo>
                  <a:pt x="1157" y="151"/>
                  <a:pt x="1172" y="142"/>
                  <a:pt x="1185" y="131"/>
                </a:cubicBezTo>
                <a:cubicBezTo>
                  <a:pt x="1188" y="127"/>
                  <a:pt x="1186" y="113"/>
                  <a:pt x="1182" y="108"/>
                </a:cubicBezTo>
                <a:cubicBezTo>
                  <a:pt x="1178" y="103"/>
                  <a:pt x="1167" y="100"/>
                  <a:pt x="1160" y="102"/>
                </a:cubicBezTo>
                <a:cubicBezTo>
                  <a:pt x="1148" y="106"/>
                  <a:pt x="1136" y="113"/>
                  <a:pt x="1127" y="121"/>
                </a:cubicBezTo>
                <a:cubicBezTo>
                  <a:pt x="1122" y="126"/>
                  <a:pt x="1120" y="137"/>
                  <a:pt x="1122" y="144"/>
                </a:cubicBezTo>
                <a:cubicBezTo>
                  <a:pt x="1124" y="150"/>
                  <a:pt x="1133" y="154"/>
                  <a:pt x="1141" y="161"/>
                </a:cubicBezTo>
                <a:close/>
                <a:moveTo>
                  <a:pt x="973" y="36"/>
                </a:moveTo>
                <a:cubicBezTo>
                  <a:pt x="973" y="41"/>
                  <a:pt x="973" y="47"/>
                  <a:pt x="973" y="52"/>
                </a:cubicBezTo>
                <a:cubicBezTo>
                  <a:pt x="974" y="65"/>
                  <a:pt x="981" y="71"/>
                  <a:pt x="993" y="72"/>
                </a:cubicBezTo>
                <a:cubicBezTo>
                  <a:pt x="1005" y="73"/>
                  <a:pt x="1014" y="65"/>
                  <a:pt x="1015" y="52"/>
                </a:cubicBezTo>
                <a:cubicBezTo>
                  <a:pt x="1015" y="42"/>
                  <a:pt x="1015" y="31"/>
                  <a:pt x="1015" y="21"/>
                </a:cubicBezTo>
                <a:cubicBezTo>
                  <a:pt x="1014" y="8"/>
                  <a:pt x="1007" y="0"/>
                  <a:pt x="994" y="0"/>
                </a:cubicBezTo>
                <a:cubicBezTo>
                  <a:pt x="981" y="0"/>
                  <a:pt x="974" y="8"/>
                  <a:pt x="973" y="21"/>
                </a:cubicBezTo>
                <a:cubicBezTo>
                  <a:pt x="973" y="26"/>
                  <a:pt x="973" y="31"/>
                  <a:pt x="973" y="36"/>
                </a:cubicBezTo>
                <a:close/>
                <a:moveTo>
                  <a:pt x="1407" y="912"/>
                </a:moveTo>
                <a:cubicBezTo>
                  <a:pt x="1368" y="903"/>
                  <a:pt x="1330" y="907"/>
                  <a:pt x="1293" y="917"/>
                </a:cubicBezTo>
                <a:cubicBezTo>
                  <a:pt x="1195" y="945"/>
                  <a:pt x="1097" y="974"/>
                  <a:pt x="997" y="1003"/>
                </a:cubicBezTo>
                <a:cubicBezTo>
                  <a:pt x="979" y="968"/>
                  <a:pt x="951" y="949"/>
                  <a:pt x="914" y="940"/>
                </a:cubicBezTo>
                <a:cubicBezTo>
                  <a:pt x="878" y="931"/>
                  <a:pt x="843" y="922"/>
                  <a:pt x="808" y="912"/>
                </a:cubicBezTo>
                <a:cubicBezTo>
                  <a:pt x="768" y="902"/>
                  <a:pt x="729" y="891"/>
                  <a:pt x="693" y="868"/>
                </a:cubicBezTo>
                <a:cubicBezTo>
                  <a:pt x="618" y="818"/>
                  <a:pt x="539" y="814"/>
                  <a:pt x="457" y="852"/>
                </a:cubicBezTo>
                <a:cubicBezTo>
                  <a:pt x="394" y="882"/>
                  <a:pt x="332" y="912"/>
                  <a:pt x="269" y="941"/>
                </a:cubicBezTo>
                <a:cubicBezTo>
                  <a:pt x="263" y="944"/>
                  <a:pt x="257" y="946"/>
                  <a:pt x="251" y="949"/>
                </a:cubicBezTo>
                <a:cubicBezTo>
                  <a:pt x="248" y="943"/>
                  <a:pt x="245" y="938"/>
                  <a:pt x="243" y="932"/>
                </a:cubicBezTo>
                <a:cubicBezTo>
                  <a:pt x="225" y="889"/>
                  <a:pt x="191" y="875"/>
                  <a:pt x="147" y="893"/>
                </a:cubicBezTo>
                <a:cubicBezTo>
                  <a:pt x="117" y="905"/>
                  <a:pt x="86" y="918"/>
                  <a:pt x="56" y="931"/>
                </a:cubicBezTo>
                <a:cubicBezTo>
                  <a:pt x="14" y="948"/>
                  <a:pt x="0" y="983"/>
                  <a:pt x="17" y="1025"/>
                </a:cubicBezTo>
                <a:cubicBezTo>
                  <a:pt x="38" y="1074"/>
                  <a:pt x="58" y="1124"/>
                  <a:pt x="79" y="1174"/>
                </a:cubicBezTo>
                <a:cubicBezTo>
                  <a:pt x="116" y="1262"/>
                  <a:pt x="153" y="1351"/>
                  <a:pt x="190" y="1439"/>
                </a:cubicBezTo>
                <a:cubicBezTo>
                  <a:pt x="206" y="1477"/>
                  <a:pt x="241" y="1492"/>
                  <a:pt x="280" y="1476"/>
                </a:cubicBezTo>
                <a:cubicBezTo>
                  <a:pt x="312" y="1463"/>
                  <a:pt x="345" y="1449"/>
                  <a:pt x="378" y="1435"/>
                </a:cubicBezTo>
                <a:cubicBezTo>
                  <a:pt x="417" y="1419"/>
                  <a:pt x="430" y="1384"/>
                  <a:pt x="415" y="1344"/>
                </a:cubicBezTo>
                <a:cubicBezTo>
                  <a:pt x="412" y="1337"/>
                  <a:pt x="408" y="1329"/>
                  <a:pt x="405" y="1320"/>
                </a:cubicBezTo>
                <a:cubicBezTo>
                  <a:pt x="426" y="1310"/>
                  <a:pt x="446" y="1300"/>
                  <a:pt x="466" y="1290"/>
                </a:cubicBezTo>
                <a:cubicBezTo>
                  <a:pt x="495" y="1275"/>
                  <a:pt x="524" y="1274"/>
                  <a:pt x="555" y="1283"/>
                </a:cubicBezTo>
                <a:cubicBezTo>
                  <a:pt x="610" y="1299"/>
                  <a:pt x="666" y="1316"/>
                  <a:pt x="721" y="1331"/>
                </a:cubicBezTo>
                <a:cubicBezTo>
                  <a:pt x="750" y="1339"/>
                  <a:pt x="779" y="1347"/>
                  <a:pt x="809" y="1349"/>
                </a:cubicBezTo>
                <a:cubicBezTo>
                  <a:pt x="850" y="1353"/>
                  <a:pt x="889" y="1342"/>
                  <a:pt x="927" y="1327"/>
                </a:cubicBezTo>
                <a:cubicBezTo>
                  <a:pt x="1086" y="1267"/>
                  <a:pt x="1244" y="1207"/>
                  <a:pt x="1402" y="1145"/>
                </a:cubicBezTo>
                <a:cubicBezTo>
                  <a:pt x="1447" y="1128"/>
                  <a:pt x="1475" y="1092"/>
                  <a:pt x="1488" y="1046"/>
                </a:cubicBezTo>
                <a:cubicBezTo>
                  <a:pt x="1506" y="981"/>
                  <a:pt x="1473" y="927"/>
                  <a:pt x="1407" y="912"/>
                </a:cubicBezTo>
                <a:close/>
                <a:moveTo>
                  <a:pt x="364" y="1395"/>
                </a:moveTo>
                <a:cubicBezTo>
                  <a:pt x="330" y="1410"/>
                  <a:pt x="295" y="1424"/>
                  <a:pt x="260" y="1438"/>
                </a:cubicBezTo>
                <a:cubicBezTo>
                  <a:pt x="246" y="1444"/>
                  <a:pt x="236" y="1438"/>
                  <a:pt x="229" y="1422"/>
                </a:cubicBezTo>
                <a:cubicBezTo>
                  <a:pt x="205" y="1366"/>
                  <a:pt x="182" y="1309"/>
                  <a:pt x="158" y="1253"/>
                </a:cubicBezTo>
                <a:cubicBezTo>
                  <a:pt x="125" y="1172"/>
                  <a:pt x="91" y="1091"/>
                  <a:pt x="57" y="1010"/>
                </a:cubicBezTo>
                <a:cubicBezTo>
                  <a:pt x="48" y="988"/>
                  <a:pt x="52" y="979"/>
                  <a:pt x="74" y="969"/>
                </a:cubicBezTo>
                <a:cubicBezTo>
                  <a:pt x="104" y="957"/>
                  <a:pt x="135" y="944"/>
                  <a:pt x="165" y="931"/>
                </a:cubicBezTo>
                <a:cubicBezTo>
                  <a:pt x="185" y="923"/>
                  <a:pt x="195" y="927"/>
                  <a:pt x="203" y="947"/>
                </a:cubicBezTo>
                <a:cubicBezTo>
                  <a:pt x="260" y="1085"/>
                  <a:pt x="318" y="1222"/>
                  <a:pt x="375" y="1360"/>
                </a:cubicBezTo>
                <a:cubicBezTo>
                  <a:pt x="377" y="1364"/>
                  <a:pt x="378" y="1369"/>
                  <a:pt x="381" y="1377"/>
                </a:cubicBezTo>
                <a:cubicBezTo>
                  <a:pt x="376" y="1383"/>
                  <a:pt x="371" y="1392"/>
                  <a:pt x="364" y="1395"/>
                </a:cubicBezTo>
                <a:close/>
                <a:moveTo>
                  <a:pt x="1447" y="1035"/>
                </a:moveTo>
                <a:cubicBezTo>
                  <a:pt x="1438" y="1067"/>
                  <a:pt x="1419" y="1093"/>
                  <a:pt x="1387" y="1105"/>
                </a:cubicBezTo>
                <a:cubicBezTo>
                  <a:pt x="1227" y="1167"/>
                  <a:pt x="1068" y="1229"/>
                  <a:pt x="908" y="1289"/>
                </a:cubicBezTo>
                <a:cubicBezTo>
                  <a:pt x="864" y="1305"/>
                  <a:pt x="818" y="1316"/>
                  <a:pt x="771" y="1302"/>
                </a:cubicBezTo>
                <a:cubicBezTo>
                  <a:pt x="730" y="1289"/>
                  <a:pt x="689" y="1278"/>
                  <a:pt x="648" y="1266"/>
                </a:cubicBezTo>
                <a:cubicBezTo>
                  <a:pt x="620" y="1258"/>
                  <a:pt x="592" y="1250"/>
                  <a:pt x="565" y="1241"/>
                </a:cubicBezTo>
                <a:cubicBezTo>
                  <a:pt x="525" y="1229"/>
                  <a:pt x="487" y="1232"/>
                  <a:pt x="450" y="1251"/>
                </a:cubicBezTo>
                <a:cubicBezTo>
                  <a:pt x="430" y="1261"/>
                  <a:pt x="410" y="1270"/>
                  <a:pt x="388" y="1281"/>
                </a:cubicBezTo>
                <a:cubicBezTo>
                  <a:pt x="348" y="1184"/>
                  <a:pt x="308" y="1088"/>
                  <a:pt x="268" y="992"/>
                </a:cubicBezTo>
                <a:cubicBezTo>
                  <a:pt x="269" y="990"/>
                  <a:pt x="270" y="988"/>
                  <a:pt x="271" y="988"/>
                </a:cubicBezTo>
                <a:cubicBezTo>
                  <a:pt x="340" y="955"/>
                  <a:pt x="408" y="922"/>
                  <a:pt x="478" y="890"/>
                </a:cubicBezTo>
                <a:cubicBezTo>
                  <a:pt x="542" y="860"/>
                  <a:pt x="607" y="862"/>
                  <a:pt x="666" y="901"/>
                </a:cubicBezTo>
                <a:cubicBezTo>
                  <a:pt x="708" y="929"/>
                  <a:pt x="753" y="942"/>
                  <a:pt x="800" y="954"/>
                </a:cubicBezTo>
                <a:cubicBezTo>
                  <a:pt x="837" y="964"/>
                  <a:pt x="874" y="974"/>
                  <a:pt x="911" y="984"/>
                </a:cubicBezTo>
                <a:cubicBezTo>
                  <a:pt x="952" y="995"/>
                  <a:pt x="975" y="1033"/>
                  <a:pt x="964" y="1072"/>
                </a:cubicBezTo>
                <a:cubicBezTo>
                  <a:pt x="953" y="1110"/>
                  <a:pt x="915" y="1131"/>
                  <a:pt x="875" y="1120"/>
                </a:cubicBezTo>
                <a:cubicBezTo>
                  <a:pt x="793" y="1099"/>
                  <a:pt x="711" y="1077"/>
                  <a:pt x="629" y="1055"/>
                </a:cubicBezTo>
                <a:cubicBezTo>
                  <a:pt x="625" y="1054"/>
                  <a:pt x="622" y="1053"/>
                  <a:pt x="618" y="1052"/>
                </a:cubicBezTo>
                <a:cubicBezTo>
                  <a:pt x="605" y="1049"/>
                  <a:pt x="594" y="1055"/>
                  <a:pt x="591" y="1067"/>
                </a:cubicBezTo>
                <a:cubicBezTo>
                  <a:pt x="587" y="1077"/>
                  <a:pt x="593" y="1088"/>
                  <a:pt x="606" y="1092"/>
                </a:cubicBezTo>
                <a:cubicBezTo>
                  <a:pt x="632" y="1100"/>
                  <a:pt x="659" y="1107"/>
                  <a:pt x="686" y="1114"/>
                </a:cubicBezTo>
                <a:cubicBezTo>
                  <a:pt x="746" y="1130"/>
                  <a:pt x="806" y="1146"/>
                  <a:pt x="865" y="1162"/>
                </a:cubicBezTo>
                <a:cubicBezTo>
                  <a:pt x="939" y="1181"/>
                  <a:pt x="1006" y="1130"/>
                  <a:pt x="1009" y="1055"/>
                </a:cubicBezTo>
                <a:cubicBezTo>
                  <a:pt x="1009" y="1050"/>
                  <a:pt x="1013" y="1043"/>
                  <a:pt x="1017" y="1042"/>
                </a:cubicBezTo>
                <a:cubicBezTo>
                  <a:pt x="1117" y="1012"/>
                  <a:pt x="1217" y="983"/>
                  <a:pt x="1318" y="956"/>
                </a:cubicBezTo>
                <a:cubicBezTo>
                  <a:pt x="1342" y="949"/>
                  <a:pt x="1371" y="950"/>
                  <a:pt x="1396" y="954"/>
                </a:cubicBezTo>
                <a:cubicBezTo>
                  <a:pt x="1440" y="961"/>
                  <a:pt x="1459" y="992"/>
                  <a:pt x="1447" y="1035"/>
                </a:cubicBezTo>
                <a:close/>
                <a:moveTo>
                  <a:pt x="542" y="509"/>
                </a:moveTo>
                <a:cubicBezTo>
                  <a:pt x="582" y="532"/>
                  <a:pt x="622" y="556"/>
                  <a:pt x="662" y="578"/>
                </a:cubicBezTo>
                <a:cubicBezTo>
                  <a:pt x="670" y="583"/>
                  <a:pt x="674" y="588"/>
                  <a:pt x="674" y="598"/>
                </a:cubicBezTo>
                <a:cubicBezTo>
                  <a:pt x="673" y="645"/>
                  <a:pt x="674" y="692"/>
                  <a:pt x="673" y="739"/>
                </a:cubicBezTo>
                <a:cubicBezTo>
                  <a:pt x="673" y="752"/>
                  <a:pt x="678" y="760"/>
                  <a:pt x="689" y="767"/>
                </a:cubicBezTo>
                <a:cubicBezTo>
                  <a:pt x="785" y="822"/>
                  <a:pt x="881" y="878"/>
                  <a:pt x="977" y="933"/>
                </a:cubicBezTo>
                <a:cubicBezTo>
                  <a:pt x="989" y="940"/>
                  <a:pt x="999" y="940"/>
                  <a:pt x="1011" y="933"/>
                </a:cubicBezTo>
                <a:cubicBezTo>
                  <a:pt x="1105" y="878"/>
                  <a:pt x="1201" y="823"/>
                  <a:pt x="1296" y="768"/>
                </a:cubicBezTo>
                <a:cubicBezTo>
                  <a:pt x="1309" y="761"/>
                  <a:pt x="1315" y="751"/>
                  <a:pt x="1315" y="736"/>
                </a:cubicBezTo>
                <a:cubicBezTo>
                  <a:pt x="1314" y="691"/>
                  <a:pt x="1315" y="646"/>
                  <a:pt x="1314" y="601"/>
                </a:cubicBezTo>
                <a:cubicBezTo>
                  <a:pt x="1314" y="589"/>
                  <a:pt x="1317" y="583"/>
                  <a:pt x="1327" y="577"/>
                </a:cubicBezTo>
                <a:cubicBezTo>
                  <a:pt x="1367" y="555"/>
                  <a:pt x="1405" y="532"/>
                  <a:pt x="1444" y="510"/>
                </a:cubicBezTo>
                <a:cubicBezTo>
                  <a:pt x="1471" y="495"/>
                  <a:pt x="1470" y="478"/>
                  <a:pt x="1444" y="463"/>
                </a:cubicBezTo>
                <a:cubicBezTo>
                  <a:pt x="1344" y="405"/>
                  <a:pt x="1245" y="348"/>
                  <a:pt x="1145" y="291"/>
                </a:cubicBezTo>
                <a:cubicBezTo>
                  <a:pt x="1128" y="281"/>
                  <a:pt x="1111" y="270"/>
                  <a:pt x="1093" y="260"/>
                </a:cubicBezTo>
                <a:cubicBezTo>
                  <a:pt x="1124" y="207"/>
                  <a:pt x="1107" y="146"/>
                  <a:pt x="1068" y="113"/>
                </a:cubicBezTo>
                <a:cubicBezTo>
                  <a:pt x="1026" y="78"/>
                  <a:pt x="967" y="77"/>
                  <a:pt x="923" y="110"/>
                </a:cubicBezTo>
                <a:cubicBezTo>
                  <a:pt x="887" y="137"/>
                  <a:pt x="859" y="198"/>
                  <a:pt x="894" y="260"/>
                </a:cubicBezTo>
                <a:cubicBezTo>
                  <a:pt x="889" y="263"/>
                  <a:pt x="885" y="265"/>
                  <a:pt x="881" y="268"/>
                </a:cubicBezTo>
                <a:cubicBezTo>
                  <a:pt x="769" y="333"/>
                  <a:pt x="656" y="398"/>
                  <a:pt x="543" y="463"/>
                </a:cubicBezTo>
                <a:cubicBezTo>
                  <a:pt x="517" y="478"/>
                  <a:pt x="517" y="495"/>
                  <a:pt x="542" y="509"/>
                </a:cubicBezTo>
                <a:close/>
                <a:moveTo>
                  <a:pt x="972" y="880"/>
                </a:moveTo>
                <a:cubicBezTo>
                  <a:pt x="966" y="877"/>
                  <a:pt x="961" y="875"/>
                  <a:pt x="957" y="872"/>
                </a:cubicBezTo>
                <a:cubicBezTo>
                  <a:pt x="880" y="828"/>
                  <a:pt x="804" y="784"/>
                  <a:pt x="728" y="741"/>
                </a:cubicBezTo>
                <a:cubicBezTo>
                  <a:pt x="719" y="735"/>
                  <a:pt x="715" y="729"/>
                  <a:pt x="715" y="718"/>
                </a:cubicBezTo>
                <a:cubicBezTo>
                  <a:pt x="716" y="683"/>
                  <a:pt x="716" y="648"/>
                  <a:pt x="716" y="611"/>
                </a:cubicBezTo>
                <a:cubicBezTo>
                  <a:pt x="722" y="614"/>
                  <a:pt x="727" y="616"/>
                  <a:pt x="731" y="618"/>
                </a:cubicBezTo>
                <a:cubicBezTo>
                  <a:pt x="763" y="637"/>
                  <a:pt x="795" y="655"/>
                  <a:pt x="827" y="674"/>
                </a:cubicBezTo>
                <a:cubicBezTo>
                  <a:pt x="839" y="681"/>
                  <a:pt x="849" y="681"/>
                  <a:pt x="862" y="674"/>
                </a:cubicBezTo>
                <a:cubicBezTo>
                  <a:pt x="892" y="656"/>
                  <a:pt x="924" y="638"/>
                  <a:pt x="955" y="620"/>
                </a:cubicBezTo>
                <a:cubicBezTo>
                  <a:pt x="960" y="617"/>
                  <a:pt x="965" y="614"/>
                  <a:pt x="972" y="610"/>
                </a:cubicBezTo>
                <a:lnTo>
                  <a:pt x="972" y="880"/>
                </a:lnTo>
                <a:close/>
                <a:moveTo>
                  <a:pt x="1271" y="728"/>
                </a:moveTo>
                <a:cubicBezTo>
                  <a:pt x="1271" y="731"/>
                  <a:pt x="1267" y="735"/>
                  <a:pt x="1265" y="737"/>
                </a:cubicBezTo>
                <a:cubicBezTo>
                  <a:pt x="1183" y="784"/>
                  <a:pt x="1101" y="831"/>
                  <a:pt x="1019" y="878"/>
                </a:cubicBezTo>
                <a:cubicBezTo>
                  <a:pt x="1019" y="879"/>
                  <a:pt x="1018" y="878"/>
                  <a:pt x="1016" y="878"/>
                </a:cubicBezTo>
                <a:cubicBezTo>
                  <a:pt x="1016" y="610"/>
                  <a:pt x="1016" y="610"/>
                  <a:pt x="1016" y="610"/>
                </a:cubicBezTo>
                <a:cubicBezTo>
                  <a:pt x="1025" y="615"/>
                  <a:pt x="1032" y="619"/>
                  <a:pt x="1039" y="623"/>
                </a:cubicBezTo>
                <a:cubicBezTo>
                  <a:pt x="1067" y="640"/>
                  <a:pt x="1096" y="656"/>
                  <a:pt x="1124" y="673"/>
                </a:cubicBezTo>
                <a:cubicBezTo>
                  <a:pt x="1137" y="681"/>
                  <a:pt x="1148" y="681"/>
                  <a:pt x="1162" y="673"/>
                </a:cubicBezTo>
                <a:cubicBezTo>
                  <a:pt x="1193" y="654"/>
                  <a:pt x="1225" y="637"/>
                  <a:pt x="1256" y="619"/>
                </a:cubicBezTo>
                <a:cubicBezTo>
                  <a:pt x="1260" y="616"/>
                  <a:pt x="1265" y="614"/>
                  <a:pt x="1271" y="611"/>
                </a:cubicBezTo>
                <a:cubicBezTo>
                  <a:pt x="1271" y="651"/>
                  <a:pt x="1271" y="690"/>
                  <a:pt x="1271" y="728"/>
                </a:cubicBezTo>
                <a:close/>
                <a:moveTo>
                  <a:pt x="1304" y="431"/>
                </a:moveTo>
                <a:cubicBezTo>
                  <a:pt x="1331" y="447"/>
                  <a:pt x="1359" y="463"/>
                  <a:pt x="1386" y="479"/>
                </a:cubicBezTo>
                <a:cubicBezTo>
                  <a:pt x="1390" y="481"/>
                  <a:pt x="1393" y="484"/>
                  <a:pt x="1399" y="487"/>
                </a:cubicBezTo>
                <a:cubicBezTo>
                  <a:pt x="1377" y="500"/>
                  <a:pt x="1357" y="511"/>
                  <a:pt x="1337" y="523"/>
                </a:cubicBezTo>
                <a:cubicBezTo>
                  <a:pt x="1276" y="558"/>
                  <a:pt x="1216" y="592"/>
                  <a:pt x="1155" y="628"/>
                </a:cubicBezTo>
                <a:cubicBezTo>
                  <a:pt x="1146" y="633"/>
                  <a:pt x="1140" y="633"/>
                  <a:pt x="1131" y="628"/>
                </a:cubicBezTo>
                <a:cubicBezTo>
                  <a:pt x="1105" y="612"/>
                  <a:pt x="1078" y="597"/>
                  <a:pt x="1051" y="581"/>
                </a:cubicBezTo>
                <a:cubicBezTo>
                  <a:pt x="1047" y="579"/>
                  <a:pt x="1043" y="576"/>
                  <a:pt x="1037" y="572"/>
                </a:cubicBezTo>
                <a:cubicBezTo>
                  <a:pt x="1076" y="550"/>
                  <a:pt x="1113" y="529"/>
                  <a:pt x="1150" y="507"/>
                </a:cubicBezTo>
                <a:cubicBezTo>
                  <a:pt x="1194" y="482"/>
                  <a:pt x="1238" y="456"/>
                  <a:pt x="1282" y="431"/>
                </a:cubicBezTo>
                <a:cubicBezTo>
                  <a:pt x="1290" y="426"/>
                  <a:pt x="1296" y="426"/>
                  <a:pt x="1304" y="431"/>
                </a:cubicBezTo>
                <a:close/>
                <a:moveTo>
                  <a:pt x="937" y="155"/>
                </a:moveTo>
                <a:cubicBezTo>
                  <a:pt x="956" y="132"/>
                  <a:pt x="987" y="123"/>
                  <a:pt x="1016" y="132"/>
                </a:cubicBezTo>
                <a:cubicBezTo>
                  <a:pt x="1044" y="141"/>
                  <a:pt x="1066" y="166"/>
                  <a:pt x="1066" y="194"/>
                </a:cubicBezTo>
                <a:cubicBezTo>
                  <a:pt x="1066" y="209"/>
                  <a:pt x="1061" y="223"/>
                  <a:pt x="1056" y="237"/>
                </a:cubicBezTo>
                <a:cubicBezTo>
                  <a:pt x="1048" y="260"/>
                  <a:pt x="1037" y="283"/>
                  <a:pt x="1027" y="305"/>
                </a:cubicBezTo>
                <a:cubicBezTo>
                  <a:pt x="1026" y="309"/>
                  <a:pt x="1022" y="311"/>
                  <a:pt x="1019" y="314"/>
                </a:cubicBezTo>
                <a:cubicBezTo>
                  <a:pt x="1018" y="313"/>
                  <a:pt x="1016" y="312"/>
                  <a:pt x="1015" y="310"/>
                </a:cubicBezTo>
                <a:cubicBezTo>
                  <a:pt x="1015" y="287"/>
                  <a:pt x="1015" y="263"/>
                  <a:pt x="1015" y="239"/>
                </a:cubicBezTo>
                <a:cubicBezTo>
                  <a:pt x="1015" y="235"/>
                  <a:pt x="1019" y="230"/>
                  <a:pt x="1023" y="227"/>
                </a:cubicBezTo>
                <a:cubicBezTo>
                  <a:pt x="1030" y="222"/>
                  <a:pt x="1038" y="219"/>
                  <a:pt x="1045" y="213"/>
                </a:cubicBezTo>
                <a:cubicBezTo>
                  <a:pt x="1056" y="206"/>
                  <a:pt x="1058" y="195"/>
                  <a:pt x="1052" y="185"/>
                </a:cubicBezTo>
                <a:cubicBezTo>
                  <a:pt x="1045" y="174"/>
                  <a:pt x="1034" y="170"/>
                  <a:pt x="1025" y="177"/>
                </a:cubicBezTo>
                <a:cubicBezTo>
                  <a:pt x="1003" y="194"/>
                  <a:pt x="984" y="194"/>
                  <a:pt x="962" y="177"/>
                </a:cubicBezTo>
                <a:cubicBezTo>
                  <a:pt x="953" y="170"/>
                  <a:pt x="942" y="175"/>
                  <a:pt x="935" y="185"/>
                </a:cubicBezTo>
                <a:cubicBezTo>
                  <a:pt x="929" y="195"/>
                  <a:pt x="932" y="205"/>
                  <a:pt x="941" y="213"/>
                </a:cubicBezTo>
                <a:cubicBezTo>
                  <a:pt x="942" y="214"/>
                  <a:pt x="943" y="215"/>
                  <a:pt x="944" y="215"/>
                </a:cubicBezTo>
                <a:cubicBezTo>
                  <a:pt x="972" y="223"/>
                  <a:pt x="976" y="244"/>
                  <a:pt x="973" y="268"/>
                </a:cubicBezTo>
                <a:cubicBezTo>
                  <a:pt x="972" y="280"/>
                  <a:pt x="973" y="292"/>
                  <a:pt x="972" y="304"/>
                </a:cubicBezTo>
                <a:cubicBezTo>
                  <a:pt x="972" y="307"/>
                  <a:pt x="969" y="310"/>
                  <a:pt x="968" y="312"/>
                </a:cubicBezTo>
                <a:cubicBezTo>
                  <a:pt x="965" y="310"/>
                  <a:pt x="962" y="308"/>
                  <a:pt x="960" y="305"/>
                </a:cubicBezTo>
                <a:cubicBezTo>
                  <a:pt x="950" y="282"/>
                  <a:pt x="941" y="258"/>
                  <a:pt x="929" y="235"/>
                </a:cubicBezTo>
                <a:cubicBezTo>
                  <a:pt x="916" y="210"/>
                  <a:pt x="918" y="178"/>
                  <a:pt x="937" y="155"/>
                </a:cubicBezTo>
                <a:close/>
                <a:moveTo>
                  <a:pt x="1039" y="356"/>
                </a:moveTo>
                <a:cubicBezTo>
                  <a:pt x="1039" y="375"/>
                  <a:pt x="1039" y="375"/>
                  <a:pt x="1039" y="375"/>
                </a:cubicBezTo>
                <a:cubicBezTo>
                  <a:pt x="1011" y="383"/>
                  <a:pt x="1011" y="383"/>
                  <a:pt x="1008" y="407"/>
                </a:cubicBezTo>
                <a:cubicBezTo>
                  <a:pt x="980" y="407"/>
                  <a:pt x="980" y="407"/>
                  <a:pt x="980" y="407"/>
                </a:cubicBezTo>
                <a:cubicBezTo>
                  <a:pt x="976" y="382"/>
                  <a:pt x="974" y="380"/>
                  <a:pt x="948" y="376"/>
                </a:cubicBezTo>
                <a:cubicBezTo>
                  <a:pt x="948" y="356"/>
                  <a:pt x="948" y="356"/>
                  <a:pt x="948" y="356"/>
                </a:cubicBezTo>
                <a:lnTo>
                  <a:pt x="1039" y="356"/>
                </a:lnTo>
                <a:close/>
                <a:moveTo>
                  <a:pt x="913" y="299"/>
                </a:moveTo>
                <a:cubicBezTo>
                  <a:pt x="920" y="310"/>
                  <a:pt x="919" y="319"/>
                  <a:pt x="911" y="329"/>
                </a:cubicBezTo>
                <a:cubicBezTo>
                  <a:pt x="893" y="354"/>
                  <a:pt x="905" y="404"/>
                  <a:pt x="932" y="419"/>
                </a:cubicBezTo>
                <a:cubicBezTo>
                  <a:pt x="935" y="420"/>
                  <a:pt x="937" y="424"/>
                  <a:pt x="939" y="427"/>
                </a:cubicBezTo>
                <a:cubicBezTo>
                  <a:pt x="946" y="443"/>
                  <a:pt x="958" y="451"/>
                  <a:pt x="975" y="450"/>
                </a:cubicBezTo>
                <a:cubicBezTo>
                  <a:pt x="988" y="450"/>
                  <a:pt x="1000" y="450"/>
                  <a:pt x="1013" y="450"/>
                </a:cubicBezTo>
                <a:cubicBezTo>
                  <a:pt x="1016" y="450"/>
                  <a:pt x="1020" y="451"/>
                  <a:pt x="1023" y="449"/>
                </a:cubicBezTo>
                <a:cubicBezTo>
                  <a:pt x="1030" y="446"/>
                  <a:pt x="1040" y="442"/>
                  <a:pt x="1042" y="436"/>
                </a:cubicBezTo>
                <a:cubicBezTo>
                  <a:pt x="1052" y="414"/>
                  <a:pt x="1089" y="409"/>
                  <a:pt x="1084" y="376"/>
                </a:cubicBezTo>
                <a:cubicBezTo>
                  <a:pt x="1081" y="357"/>
                  <a:pt x="1086" y="337"/>
                  <a:pt x="1071" y="321"/>
                </a:cubicBezTo>
                <a:cubicBezTo>
                  <a:pt x="1067" y="317"/>
                  <a:pt x="1071" y="307"/>
                  <a:pt x="1072" y="297"/>
                </a:cubicBezTo>
                <a:cubicBezTo>
                  <a:pt x="1133" y="332"/>
                  <a:pt x="1191" y="366"/>
                  <a:pt x="1250" y="400"/>
                </a:cubicBezTo>
                <a:cubicBezTo>
                  <a:pt x="1170" y="447"/>
                  <a:pt x="1091" y="492"/>
                  <a:pt x="1013" y="538"/>
                </a:cubicBezTo>
                <a:cubicBezTo>
                  <a:pt x="999" y="546"/>
                  <a:pt x="989" y="546"/>
                  <a:pt x="975" y="538"/>
                </a:cubicBezTo>
                <a:cubicBezTo>
                  <a:pt x="897" y="492"/>
                  <a:pt x="818" y="447"/>
                  <a:pt x="737" y="400"/>
                </a:cubicBezTo>
                <a:cubicBezTo>
                  <a:pt x="797" y="366"/>
                  <a:pt x="855" y="332"/>
                  <a:pt x="913" y="299"/>
                </a:cubicBezTo>
                <a:close/>
                <a:moveTo>
                  <a:pt x="690" y="428"/>
                </a:moveTo>
                <a:cubicBezTo>
                  <a:pt x="693" y="426"/>
                  <a:pt x="699" y="427"/>
                  <a:pt x="702" y="429"/>
                </a:cubicBezTo>
                <a:cubicBezTo>
                  <a:pt x="784" y="476"/>
                  <a:pt x="866" y="524"/>
                  <a:pt x="951" y="572"/>
                </a:cubicBezTo>
                <a:cubicBezTo>
                  <a:pt x="944" y="576"/>
                  <a:pt x="940" y="579"/>
                  <a:pt x="935" y="582"/>
                </a:cubicBezTo>
                <a:cubicBezTo>
                  <a:pt x="908" y="598"/>
                  <a:pt x="881" y="614"/>
                  <a:pt x="854" y="628"/>
                </a:cubicBezTo>
                <a:cubicBezTo>
                  <a:pt x="850" y="631"/>
                  <a:pt x="841" y="632"/>
                  <a:pt x="837" y="630"/>
                </a:cubicBezTo>
                <a:cubicBezTo>
                  <a:pt x="755" y="583"/>
                  <a:pt x="673" y="535"/>
                  <a:pt x="588" y="486"/>
                </a:cubicBezTo>
                <a:cubicBezTo>
                  <a:pt x="623" y="466"/>
                  <a:pt x="656" y="447"/>
                  <a:pt x="690" y="428"/>
                </a:cubicBezTo>
                <a:close/>
                <a:moveTo>
                  <a:pt x="809" y="138"/>
                </a:moveTo>
                <a:cubicBezTo>
                  <a:pt x="818" y="144"/>
                  <a:pt x="827" y="150"/>
                  <a:pt x="837" y="155"/>
                </a:cubicBezTo>
                <a:cubicBezTo>
                  <a:pt x="852" y="162"/>
                  <a:pt x="868" y="152"/>
                  <a:pt x="868" y="132"/>
                </a:cubicBezTo>
                <a:cubicBezTo>
                  <a:pt x="866" y="129"/>
                  <a:pt x="863" y="123"/>
                  <a:pt x="858" y="119"/>
                </a:cubicBezTo>
                <a:cubicBezTo>
                  <a:pt x="850" y="112"/>
                  <a:pt x="840" y="107"/>
                  <a:pt x="830" y="102"/>
                </a:cubicBezTo>
                <a:cubicBezTo>
                  <a:pt x="818" y="96"/>
                  <a:pt x="809" y="100"/>
                  <a:pt x="802" y="111"/>
                </a:cubicBezTo>
                <a:cubicBezTo>
                  <a:pt x="796" y="122"/>
                  <a:pt x="799" y="131"/>
                  <a:pt x="809" y="13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RIGHT_1_TITLE">
            <a:extLst xmlns:a="http://schemas.openxmlformats.org/drawingml/2006/main">
              <a:ext uri="{FF2B5EF4-FFF2-40B4-BE49-F238E27FC236}">
                <a16:creationId xmlns:a16="http://schemas.microsoft.com/office/drawing/2014/main" id="{8F31271B-2708-4E9B-A2CD-1131C114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500" y="2121423"/>
            <a:ext cx="2042249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3" name="RIGHT_2_TITLE">
            <a:extLst xmlns:a="http://schemas.openxmlformats.org/drawingml/2006/main">
              <a:ext uri="{FF2B5EF4-FFF2-40B4-BE49-F238E27FC236}">
                <a16:creationId xmlns:a16="http://schemas.microsoft.com/office/drawing/2014/main" id="{7454D5EF-E603-4E8F-BA0B-A7B3AC7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712" y="5032730"/>
            <a:ext cx="1953910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54" name="RIGHT_3_TITLE">
            <a:extLst xmlns:a="http://schemas.openxmlformats.org/drawingml/2006/main">
              <a:ext uri="{FF2B5EF4-FFF2-40B4-BE49-F238E27FC236}">
                <a16:creationId xmlns:a16="http://schemas.microsoft.com/office/drawing/2014/main" id="{887621F1-E66F-4A27-B6EC-1C4AB6F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33" y="3528850"/>
            <a:ext cx="1960549" cy="373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2446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105486ca84b8e">
            <a:extLst>
              <a:ext uri="{96DAC541-7B7A-43D3-8B79-37D633B846F1}">
                <asvg:svgBlip xmlns:asvg="http://schemas.microsoft.com/office/drawing/2016/SVG/main" r:embed="R60f9821eb0494d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8918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105486ca84b8e">
            <a:extLst>
              <a:ext uri="{96DAC541-7B7A-43D3-8B79-37D633B846F1}">
                <asvg:svgBlip xmlns:asvg="http://schemas.microsoft.com/office/drawing/2016/SVG/main" r:embed="R60f9821eb0494d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5582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105486ca84b8e">
            <a:extLst>
              <a:ext uri="{96DAC541-7B7A-43D3-8B79-37D633B846F1}">
                <asvg:svgBlip xmlns:asvg="http://schemas.microsoft.com/office/drawing/2016/SVG/main" r:embed="R60f9821eb0494d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00" y="2567355"/>
            <a:ext cx="3501418" cy="248724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851878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c7479375948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90700"/>
            <a:ext cx="889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1253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2253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9e448cdff4a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12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321050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5c0803214e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321050"/>
            <a:ext cx="29464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14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2404bf4ea412e">
            <a:extLst>
              <a:ext uri="{96DAC541-7B7A-43D3-8B79-37D633B846F1}">
                <asvg:svgBlip xmlns:asvg="http://schemas.microsoft.com/office/drawing/2016/SVG/main" r:embed="R16546d6ccb3547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50a77dee34a09">
            <a:extLst>
              <a:ext uri="{96DAC541-7B7A-43D3-8B79-37D633B846F1}">
                <asvg:svgBlip xmlns:asvg="http://schemas.microsoft.com/office/drawing/2016/SVG/main" r:embed="Rf439c15ae9de4f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97d4afed04cf9">
            <a:extLst>
              <a:ext uri="{96DAC541-7B7A-43D3-8B79-37D633B846F1}">
                <asvg:svgBlip xmlns:asvg="http://schemas.microsoft.com/office/drawing/2016/SVG/main" r:embed="Rd875ee3e98594d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fa7f3032946b6">
            <a:extLst>
              <a:ext uri="{96DAC541-7B7A-43D3-8B79-37D633B846F1}">
                <asvg:svgBlip xmlns:asvg="http://schemas.microsoft.com/office/drawing/2016/SVG/main" r:embed="R7570c07fd8a245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-255008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261e134d844c4">
            <a:extLst>
              <a:ext uri="{96DAC541-7B7A-43D3-8B79-37D633B846F1}">
                <asvg:svgBlip xmlns:asvg="http://schemas.microsoft.com/office/drawing/2016/SVG/main" r:embed="Rc82167f05686470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600" y="4953970"/>
            <a:ext cx="6642100" cy="66421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6138595d74fd3">
            <a:extLst>
              <a:ext uri="{96DAC541-7B7A-43D3-8B79-37D633B846F1}">
                <asvg:svgBlip xmlns:asvg="http://schemas.microsoft.com/office/drawing/2016/SVG/main" r:embed="Re02b18e52a2746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127" y="-289321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38b4bfc1d4891">
            <a:extLst>
              <a:ext uri="{96DAC541-7B7A-43D3-8B79-37D633B846F1}">
                <asvg:svgBlip xmlns:asvg="http://schemas.microsoft.com/office/drawing/2016/SVG/main" r:embed="R27f5328348304f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ffc6036b94ff1">
            <a:extLst>
              <a:ext uri="{96DAC541-7B7A-43D3-8B79-37D633B846F1}">
                <asvg:svgBlip xmlns:asvg="http://schemas.microsoft.com/office/drawing/2016/SVG/main" r:embed="R3597dc57855a40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24230be6247a9">
            <a:extLst>
              <a:ext uri="{96DAC541-7B7A-43D3-8B79-37D633B846F1}">
                <asvg:svgBlip xmlns:asvg="http://schemas.microsoft.com/office/drawing/2016/SVG/main" r:embed="R563e2b06ac9a48a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5497f83c64088">
            <a:extLst>
              <a:ext uri="{96DAC541-7B7A-43D3-8B79-37D633B846F1}">
                <asvg:svgBlip xmlns:asvg="http://schemas.microsoft.com/office/drawing/2016/SVG/main" r:embed="R0a51c8af3cbd4d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85a08fdad45b4">
            <a:extLst>
              <a:ext uri="{96DAC541-7B7A-43D3-8B79-37D633B846F1}">
                <asvg:svgBlip xmlns:asvg="http://schemas.microsoft.com/office/drawing/2016/SVG/main" r:embed="R952a4501dd4649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637aa914a493d">
            <a:extLst>
              <a:ext uri="{96DAC541-7B7A-43D3-8B79-37D633B846F1}">
                <asvg:svgBlip xmlns:asvg="http://schemas.microsoft.com/office/drawing/2016/SVG/main" r:embed="Rc3cf41060d8d42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2dd95903d4220">
            <a:extLst>
              <a:ext uri="{96DAC541-7B7A-43D3-8B79-37D633B846F1}">
                <asvg:svgBlip xmlns:asvg="http://schemas.microsoft.com/office/drawing/2016/SVG/main" r:embed="R4a00fc1c291245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f98f548b843d9">
            <a:extLst>
              <a:ext uri="{96DAC541-7B7A-43D3-8B79-37D633B846F1}">
                <asvg:svgBlip xmlns:asvg="http://schemas.microsoft.com/office/drawing/2016/SVG/main" r:embed="R97f3627e016f40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1876" y="-1117600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cec5f370940e6">
            <a:extLst>
              <a:ext uri="{96DAC541-7B7A-43D3-8B79-37D633B846F1}">
                <asvg:svgBlip xmlns:asvg="http://schemas.microsoft.com/office/drawing/2016/SVG/main" r:embed="R9bc73c464f33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6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cec5f370940e6">
            <a:extLst>
              <a:ext uri="{96DAC541-7B7A-43D3-8B79-37D633B846F1}">
                <asvg:svgBlip xmlns:asvg="http://schemas.microsoft.com/office/drawing/2016/SVG/main" r:embed="R9bc73c464f33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837" y="1755977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cec5f370940e6">
            <a:extLst>
              <a:ext uri="{96DAC541-7B7A-43D3-8B79-37D633B846F1}">
                <asvg:svgBlip xmlns:asvg="http://schemas.microsoft.com/office/drawing/2016/SVG/main" r:embed="R9bc73c464f33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1737249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3302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1669946"/>
            <a:ext cx="2419350" cy="4130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1942446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2323446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0438fbc3f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1226" y="194124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1941243"/>
            <a:ext cx="3166803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2322243"/>
            <a:ext cx="3166803" cy="1106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bd554e271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284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1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0" y="4445670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88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8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28d7ff66044d3">
            <a:extLst>
              <a:ext uri="{96DAC541-7B7A-43D3-8B79-37D633B846F1}">
                <asvg:svgBlip xmlns:asvg="http://schemas.microsoft.com/office/drawing/2016/SVG/main" r:embed="Re20effaa4c384e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c7f511dc494e">
            <a:extLst>
              <a:ext uri="{96DAC541-7B7A-43D3-8B79-37D633B846F1}">
                <asvg:svgBlip xmlns:asvg="http://schemas.microsoft.com/office/drawing/2016/SVG/main" r:embed="Rea2e3ef35ac84c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e705e64a64a26">
            <a:extLst>
              <a:ext uri="{96DAC541-7B7A-43D3-8B79-37D633B846F1}">
                <asvg:svgBlip xmlns:asvg="http://schemas.microsoft.com/office/drawing/2016/SVG/main" r:embed="R5bd0906d1bb045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a6bbc97074dc2">
            <a:extLst>
              <a:ext uri="{96DAC541-7B7A-43D3-8B79-37D633B846F1}">
                <asvg:svgBlip xmlns:asvg="http://schemas.microsoft.com/office/drawing/2016/SVG/main" r:embed="Rf91c2bf940044c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6592" y="-458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e66e2053d49e4">
            <a:extLst>
              <a:ext uri="{96DAC541-7B7A-43D3-8B79-37D633B846F1}">
                <asvg:svgBlip xmlns:asvg="http://schemas.microsoft.com/office/drawing/2016/SVG/main" r:embed="Ra7a6711a65954d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686" y="684106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8345fb0e347c6">
            <a:extLst>
              <a:ext uri="{96DAC541-7B7A-43D3-8B79-37D633B846F1}">
                <asvg:svgBlip xmlns:asvg="http://schemas.microsoft.com/office/drawing/2016/SVG/main" r:embed="Rdde5b9cc6c0e4c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6936" y="-326859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e72bf77d043fd">
            <a:extLst>
              <a:ext uri="{96DAC541-7B7A-43D3-8B79-37D633B846F1}">
                <asvg:svgBlip xmlns:asvg="http://schemas.microsoft.com/office/drawing/2016/SVG/main" r:embed="R35036604627543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329" y="5919516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d744930c44389">
            <a:extLst>
              <a:ext uri="{96DAC541-7B7A-43D3-8B79-37D633B846F1}">
                <asvg:svgBlip xmlns:asvg="http://schemas.microsoft.com/office/drawing/2016/SVG/main" r:embed="R6e9997fceb37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4bfcd2d114253">
            <a:extLst>
              <a:ext uri="{96DAC541-7B7A-43D3-8B79-37D633B846F1}">
                <asvg:svgBlip xmlns:asvg="http://schemas.microsoft.com/office/drawing/2016/SVG/main" r:embed="R426c1afbab1645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e3a0821c74581">
            <a:extLst>
              <a:ext uri="{96DAC541-7B7A-43D3-8B79-37D633B846F1}">
                <asvg:svgBlip xmlns:asvg="http://schemas.microsoft.com/office/drawing/2016/SVG/main" r:embed="Ra9142a8bbf2b40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60c3e689e4af8">
            <a:extLst>
              <a:ext uri="{96DAC541-7B7A-43D3-8B79-37D633B846F1}">
                <asvg:svgBlip xmlns:asvg="http://schemas.microsoft.com/office/drawing/2016/SVG/main" r:embed="R9f57defcfd8f4c7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6397" y="-1584262"/>
            <a:ext cx="2412274" cy="2412274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174ac823b4d8e">
            <a:extLst>
              <a:ext uri="{96DAC541-7B7A-43D3-8B79-37D633B846F1}">
                <asvg:svgBlip xmlns:asvg="http://schemas.microsoft.com/office/drawing/2016/SVG/main" r:embed="Re8af6d7991b24d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974552" y="4110554"/>
            <a:ext cx="5399570" cy="539957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81ba45963453f">
            <a:extLst>
              <a:ext uri="{96DAC541-7B7A-43D3-8B79-37D633B846F1}">
                <asvg:svgBlip xmlns:asvg="http://schemas.microsoft.com/office/drawing/2016/SVG/main" r:embed="Ra0f16dec1aef40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eb7d8d7094709">
            <a:extLst>
              <a:ext uri="{96DAC541-7B7A-43D3-8B79-37D633B846F1}">
                <asvg:svgBlip xmlns:asvg="http://schemas.microsoft.com/office/drawing/2016/SVG/main" r:embed="R5be9bccda17c4a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cec5f370940e6">
            <a:extLst>
              <a:ext uri="{96DAC541-7B7A-43D3-8B79-37D633B846F1}">
                <asvg:svgBlip xmlns:asvg="http://schemas.microsoft.com/office/drawing/2016/SVG/main" r:embed="R9bc73c464f33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6870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9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bd554e271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6717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4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138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 xmlns:a="http://schemas.openxmlformats.org/drawingml/2006/main"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207" y="4445670"/>
            <a:ext cx="3172720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80885"/>
            <a:ext cx="373406" cy="59502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357576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837" y="1755977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1737249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3302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4" y="841002"/>
            <a:ext cx="6321521" cy="7301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1942446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2323446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47b643801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1226" y="194124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1941243"/>
            <a:ext cx="3166803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2322243"/>
            <a:ext cx="3166803" cy="1106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СИЗ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надеты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зона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свободна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инструмент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исправен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—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начала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операции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fa279854a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284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1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0" y="4445670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88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9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5c6e255294a00">
            <a:extLst>
              <a:ext uri="{96DAC541-7B7A-43D3-8B79-37D633B846F1}">
                <asvg:svgBlip xmlns:asvg="http://schemas.microsoft.com/office/drawing/2016/SVG/main" r:embed="R76fe2a20152949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9160ff9f24703">
            <a:extLst>
              <a:ext uri="{96DAC541-7B7A-43D3-8B79-37D633B846F1}">
                <asvg:svgBlip xmlns:asvg="http://schemas.microsoft.com/office/drawing/2016/SVG/main" r:embed="R6f2756c7edca4c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29e451a46406f">
            <a:extLst>
              <a:ext uri="{96DAC541-7B7A-43D3-8B79-37D633B846F1}">
                <asvg:svgBlip xmlns:asvg="http://schemas.microsoft.com/office/drawing/2016/SVG/main" r:embed="R0fcf9340c59c4b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dde184b774c37">
            <a:extLst>
              <a:ext uri="{96DAC541-7B7A-43D3-8B79-37D633B846F1}">
                <asvg:svgBlip xmlns:asvg="http://schemas.microsoft.com/office/drawing/2016/SVG/main" r:embed="R385754d1f1f14f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d2e6370024ffe">
            <a:extLst>
              <a:ext uri="{96DAC541-7B7A-43D3-8B79-37D633B846F1}">
                <asvg:svgBlip xmlns:asvg="http://schemas.microsoft.com/office/drawing/2016/SVG/main" r:embed="Re81f196a3cb040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584835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35178720b483e">
            <a:extLst>
              <a:ext uri="{96DAC541-7B7A-43D3-8B79-37D633B846F1}">
                <asvg:svgBlip xmlns:asvg="http://schemas.microsoft.com/office/drawing/2016/SVG/main" r:embed="Ra2baa1bff42d44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0800" y="-1643183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9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a2ed7e4864866">
            <a:extLst>
              <a:ext uri="{96DAC541-7B7A-43D3-8B79-37D633B846F1}">
                <asvg:svgBlip xmlns:asvg="http://schemas.microsoft.com/office/drawing/2016/SVG/main" r:embed="R9441ad18a8324d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faf74368746c3">
            <a:extLst>
              <a:ext uri="{96DAC541-7B7A-43D3-8B79-37D633B846F1}">
                <asvg:svgBlip xmlns:asvg="http://schemas.microsoft.com/office/drawing/2016/SVG/main" r:embed="R644284a784bf45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9a5f1ad674f03">
            <a:extLst>
              <a:ext uri="{96DAC541-7B7A-43D3-8B79-37D633B846F1}">
                <asvg:svgBlip xmlns:asvg="http://schemas.microsoft.com/office/drawing/2016/SVG/main" r:embed="R924ac5e98a5d41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0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d6994ba664531">
            <a:extLst>
              <a:ext uri="{96DAC541-7B7A-43D3-8B79-37D633B846F1}">
                <asvg:svgBlip xmlns:asvg="http://schemas.microsoft.com/office/drawing/2016/SVG/main" r:embed="R95dcb8a7af434b1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9fc5ab7a74bd4">
            <a:extLst>
              <a:ext uri="{96DAC541-7B7A-43D3-8B79-37D633B846F1}">
                <asvg:svgBlip xmlns:asvg="http://schemas.microsoft.com/office/drawing/2016/SVG/main" r:embed="Rd991298ea07b4d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0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06123f42b4595">
            <a:extLst>
              <a:ext uri="{96DAC541-7B7A-43D3-8B79-37D633B846F1}">
                <asvg:svgBlip xmlns:asvg="http://schemas.microsoft.com/office/drawing/2016/SVG/main" r:embed="Re0a81f8f831642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d0d40184044e2">
            <a:extLst>
              <a:ext uri="{96DAC541-7B7A-43D3-8B79-37D633B846F1}">
                <asvg:svgBlip xmlns:asvg="http://schemas.microsoft.com/office/drawing/2016/SVG/main" r:embed="R91730828db0243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04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f71f1b6a8430a">
            <a:extLst>
              <a:ext uri="{96DAC541-7B7A-43D3-8B79-37D633B846F1}">
                <asvg:svgBlip xmlns:asvg="http://schemas.microsoft.com/office/drawing/2016/SVG/main" r:embed="Rca7fff733c844a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6870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fa279854a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6717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4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138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 xmlns:a="http://schemas.openxmlformats.org/drawingml/2006/main"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207" y="4445670"/>
            <a:ext cx="3172720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80885"/>
            <a:ext cx="373406" cy="59502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3921379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1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392758554054">
            <a:extLst>
              <a:ext uri="{96DAC541-7B7A-43D3-8B79-37D633B846F1}">
                <asvg:svgBlip xmlns:asvg="http://schemas.microsoft.com/office/drawing/2016/SVG/main" r:embed="R75c8d17a92cc40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1755977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48" name="CARD_5_TITLE">
            <a:extLst xmlns:a="http://schemas.openxmlformats.org/drawingml/2006/main"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1961174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49" name="CARD_5_BODY">
            <a:extLst xmlns:a="http://schemas.openxmlformats.org/drawingml/2006/main"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2342174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затяжка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регламенту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а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когда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дойдут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руки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fa279854a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301" y="4083398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CARD_6_TITLE">
            <a:extLst xmlns:a="http://schemas.openxmlformats.org/drawingml/2006/main"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8" y="4083398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2" name="CARD_6_BODY">
            <a:extLst xmlns:a="http://schemas.openxmlformats.org/drawingml/2006/main"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7" y="4464398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журнал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вносят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что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реально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сделано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округлений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и «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потом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допишу</a:t>
            </a: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».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Shape 10">
            <a:extLst xmlns:a="http://schemas.openxmlformats.org/drawingml/2006/main">
              <a:ext uri="{FF2B5EF4-FFF2-40B4-BE49-F238E27FC236}">
                <a16:creationId xmlns:a16="http://schemas.microsoft.com/office/drawing/2014/main" id="{50BA0075-81DC-4511-B1A0-56F705B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21118" y="5102760"/>
            <a:ext cx="1041" cy="358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3302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ОПОЗДАНИЯ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4" y="841002"/>
            <a:ext cx="6321521" cy="7301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Качество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держится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трёх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привычках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,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которые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зависят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сложности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заказа</a:t>
            </a: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88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132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7885cdba4404f">
            <a:extLst>
              <a:ext uri="{96DAC541-7B7A-43D3-8B79-37D633B846F1}">
                <asvg:svgBlip xmlns:asvg="http://schemas.microsoft.com/office/drawing/2016/SVG/main" r:embed="R5256e8a60c6342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133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fa3a7ebc34c2f">
            <a:extLst>
              <a:ext uri="{96DAC541-7B7A-43D3-8B79-37D633B846F1}">
                <asvg:svgBlip xmlns:asvg="http://schemas.microsoft.com/office/drawing/2016/SVG/main" r:embed="Rf26a120647ff4f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134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50663cb924977">
            <a:extLst>
              <a:ext uri="{96DAC541-7B7A-43D3-8B79-37D633B846F1}">
                <asvg:svgBlip xmlns:asvg="http://schemas.microsoft.com/office/drawing/2016/SVG/main" r:embed="Rc45d2422570c42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13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6f509e7814f7c">
            <a:extLst>
              <a:ext uri="{96DAC541-7B7A-43D3-8B79-37D633B846F1}">
                <asvg:svgBlip xmlns:asvg="http://schemas.microsoft.com/office/drawing/2016/SVG/main" r:embed="R037319fe7dad43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136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33f3635dc43e3">
            <a:extLst>
              <a:ext uri="{96DAC541-7B7A-43D3-8B79-37D633B846F1}">
                <asvg:svgBlip xmlns:asvg="http://schemas.microsoft.com/office/drawing/2016/SVG/main" r:embed="R8a676159fed54e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812816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3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510b8880491a">
            <a:extLst>
              <a:ext uri="{96DAC541-7B7A-43D3-8B79-37D633B846F1}">
                <asvg:svgBlip xmlns:asvg="http://schemas.microsoft.com/office/drawing/2016/SVG/main" r:embed="Rd55119a5d00842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13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a96179f8d4efd">
            <a:extLst>
              <a:ext uri="{96DAC541-7B7A-43D3-8B79-37D633B846F1}">
                <asvg:svgBlip xmlns:asvg="http://schemas.microsoft.com/office/drawing/2016/SVG/main" r:embed="Rcffa095d6f104c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13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28402976b46f6">
            <a:extLst>
              <a:ext uri="{96DAC541-7B7A-43D3-8B79-37D633B846F1}">
                <asvg:svgBlip xmlns:asvg="http://schemas.microsoft.com/office/drawing/2016/SVG/main" r:embed="R2e933338117c4e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4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db9b24fba4344">
            <a:extLst>
              <a:ext uri="{96DAC541-7B7A-43D3-8B79-37D633B846F1}">
                <asvg:svgBlip xmlns:asvg="http://schemas.microsoft.com/office/drawing/2016/SVG/main" r:embed="Rc2327146877a46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4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ea026eebd4eab">
            <a:extLst>
              <a:ext uri="{96DAC541-7B7A-43D3-8B79-37D633B846F1}">
                <asvg:svgBlip xmlns:asvg="http://schemas.microsoft.com/office/drawing/2016/SVG/main" r:embed="R851e139f05dd4b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4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d331719c942d4">
            <a:extLst>
              <a:ext uri="{96DAC541-7B7A-43D3-8B79-37D633B846F1}">
                <asvg:svgBlip xmlns:asvg="http://schemas.microsoft.com/office/drawing/2016/SVG/main" r:embed="Rd9f075cba83a4a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43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2ced147004da9">
            <a:extLst>
              <a:ext uri="{96DAC541-7B7A-43D3-8B79-37D633B846F1}">
                <asvg:svgBlip xmlns:asvg="http://schemas.microsoft.com/office/drawing/2016/SVG/main" r:embed="Rcc41717656fc4e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44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0b444e1114b2f">
            <a:extLst>
              <a:ext uri="{96DAC541-7B7A-43D3-8B79-37D633B846F1}">
                <asvg:svgBlip xmlns:asvg="http://schemas.microsoft.com/office/drawing/2016/SVG/main" r:embed="R6cc9554429b947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sp>
        <p:nvSpPr>
          <p:cNvPr id="81" name="Freeform 5">
            <a:extLst xmlns:a="http://schemas.openxmlformats.org/drawingml/2006/main">
              <a:ext uri="{FF2B5EF4-FFF2-40B4-BE49-F238E27FC236}">
                <a16:creationId xmlns:a16="http://schemas.microsoft.com/office/drawing/2014/main" id="{E30ADEC7-B8A3-4ADD-A1C7-198C3161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335" y="2472909"/>
            <a:ext cx="2730880" cy="2729237"/>
          </a:xfrm>
          <a:custGeom xmlns:a="http://schemas.openxmlformats.org/drawingml/2006/main">
            <a:gdLst>
              <a:gd name="T0" fmla="*/ 1485 w 1485"/>
              <a:gd name="T1" fmla="*/ 800 h 1483"/>
              <a:gd name="T2" fmla="*/ 1371 w 1485"/>
              <a:gd name="T3" fmla="*/ 741 h 1483"/>
              <a:gd name="T4" fmla="*/ 1477 w 1485"/>
              <a:gd name="T5" fmla="*/ 635 h 1483"/>
              <a:gd name="T6" fmla="*/ 1339 w 1485"/>
              <a:gd name="T7" fmla="*/ 541 h 1483"/>
              <a:gd name="T8" fmla="*/ 1396 w 1485"/>
              <a:gd name="T9" fmla="*/ 391 h 1483"/>
              <a:gd name="T10" fmla="*/ 1234 w 1485"/>
              <a:gd name="T11" fmla="*/ 349 h 1483"/>
              <a:gd name="T12" fmla="*/ 1237 w 1485"/>
              <a:gd name="T13" fmla="*/ 188 h 1483"/>
              <a:gd name="T14" fmla="*/ 1070 w 1485"/>
              <a:gd name="T15" fmla="*/ 205 h 1483"/>
              <a:gd name="T16" fmla="*/ 1018 w 1485"/>
              <a:gd name="T17" fmla="*/ 53 h 1483"/>
              <a:gd name="T18" fmla="*/ 867 w 1485"/>
              <a:gd name="T19" fmla="*/ 125 h 1483"/>
              <a:gd name="T20" fmla="*/ 766 w 1485"/>
              <a:gd name="T21" fmla="*/ 0 h 1483"/>
              <a:gd name="T22" fmla="*/ 648 w 1485"/>
              <a:gd name="T23" fmla="*/ 120 h 1483"/>
              <a:gd name="T24" fmla="*/ 511 w 1485"/>
              <a:gd name="T25" fmla="*/ 37 h 1483"/>
              <a:gd name="T26" fmla="*/ 441 w 1485"/>
              <a:gd name="T27" fmla="*/ 190 h 1483"/>
              <a:gd name="T28" fmla="*/ 284 w 1485"/>
              <a:gd name="T29" fmla="*/ 159 h 1483"/>
              <a:gd name="T30" fmla="*/ 271 w 1485"/>
              <a:gd name="T31" fmla="*/ 326 h 1483"/>
              <a:gd name="T32" fmla="*/ 112 w 1485"/>
              <a:gd name="T33" fmla="*/ 351 h 1483"/>
              <a:gd name="T34" fmla="*/ 157 w 1485"/>
              <a:gd name="T35" fmla="*/ 512 h 1483"/>
              <a:gd name="T36" fmla="*/ 16 w 1485"/>
              <a:gd name="T37" fmla="*/ 590 h 1483"/>
              <a:gd name="T38" fmla="*/ 114 w 1485"/>
              <a:gd name="T39" fmla="*/ 726 h 1483"/>
              <a:gd name="T40" fmla="*/ 117 w 1485"/>
              <a:gd name="T41" fmla="*/ 806 h 1483"/>
              <a:gd name="T42" fmla="*/ 25 w 1485"/>
              <a:gd name="T43" fmla="*/ 940 h 1483"/>
              <a:gd name="T44" fmla="*/ 177 w 1485"/>
              <a:gd name="T45" fmla="*/ 1016 h 1483"/>
              <a:gd name="T46" fmla="*/ 136 w 1485"/>
              <a:gd name="T47" fmla="*/ 1174 h 1483"/>
              <a:gd name="T48" fmla="*/ 305 w 1485"/>
              <a:gd name="T49" fmla="*/ 1193 h 1483"/>
              <a:gd name="T50" fmla="*/ 320 w 1485"/>
              <a:gd name="T51" fmla="*/ 1355 h 1483"/>
              <a:gd name="T52" fmla="*/ 486 w 1485"/>
              <a:gd name="T53" fmla="*/ 1315 h 1483"/>
              <a:gd name="T54" fmla="*/ 556 w 1485"/>
              <a:gd name="T55" fmla="*/ 1462 h 1483"/>
              <a:gd name="T56" fmla="*/ 697 w 1485"/>
              <a:gd name="T57" fmla="*/ 1369 h 1483"/>
              <a:gd name="T58" fmla="*/ 814 w 1485"/>
              <a:gd name="T59" fmla="*/ 1483 h 1483"/>
              <a:gd name="T60" fmla="*/ 915 w 1485"/>
              <a:gd name="T61" fmla="*/ 1346 h 1483"/>
              <a:gd name="T62" fmla="*/ 1063 w 1485"/>
              <a:gd name="T63" fmla="*/ 1414 h 1483"/>
              <a:gd name="T64" fmla="*/ 1111 w 1485"/>
              <a:gd name="T65" fmla="*/ 1251 h 1483"/>
              <a:gd name="T66" fmla="*/ 1274 w 1485"/>
              <a:gd name="T67" fmla="*/ 1264 h 1483"/>
              <a:gd name="T68" fmla="*/ 1263 w 1485"/>
              <a:gd name="T69" fmla="*/ 1094 h 1483"/>
              <a:gd name="T70" fmla="*/ 1420 w 1485"/>
              <a:gd name="T71" fmla="*/ 1051 h 1483"/>
              <a:gd name="T72" fmla="*/ 1352 w 1485"/>
              <a:gd name="T73" fmla="*/ 895 h 1483"/>
            </a:gdLst>
            <a:rect l="0" t="0" r="r" b="b"/>
            <a:pathLst>
              <a:path w="1485" h="1483">
                <a:moveTo>
                  <a:pt x="1469" y="893"/>
                </a:moveTo>
                <a:cubicBezTo>
                  <a:pt x="1485" y="800"/>
                  <a:pt x="1485" y="800"/>
                  <a:pt x="1485" y="800"/>
                </a:cubicBezTo>
                <a:cubicBezTo>
                  <a:pt x="1371" y="757"/>
                  <a:pt x="1371" y="757"/>
                  <a:pt x="1371" y="757"/>
                </a:cubicBezTo>
                <a:cubicBezTo>
                  <a:pt x="1371" y="752"/>
                  <a:pt x="1371" y="747"/>
                  <a:pt x="1371" y="741"/>
                </a:cubicBezTo>
                <a:cubicBezTo>
                  <a:pt x="1371" y="720"/>
                  <a:pt x="1370" y="698"/>
                  <a:pt x="1368" y="677"/>
                </a:cubicBezTo>
                <a:cubicBezTo>
                  <a:pt x="1477" y="635"/>
                  <a:pt x="1477" y="635"/>
                  <a:pt x="1477" y="635"/>
                </a:cubicBezTo>
                <a:cubicBezTo>
                  <a:pt x="1461" y="543"/>
                  <a:pt x="1461" y="543"/>
                  <a:pt x="1461" y="543"/>
                </a:cubicBezTo>
                <a:cubicBezTo>
                  <a:pt x="1339" y="541"/>
                  <a:pt x="1339" y="541"/>
                  <a:pt x="1339" y="541"/>
                </a:cubicBezTo>
                <a:cubicBezTo>
                  <a:pt x="1330" y="515"/>
                  <a:pt x="1320" y="491"/>
                  <a:pt x="1309" y="467"/>
                </a:cubicBezTo>
                <a:cubicBezTo>
                  <a:pt x="1396" y="391"/>
                  <a:pt x="1396" y="391"/>
                  <a:pt x="1396" y="391"/>
                </a:cubicBezTo>
                <a:cubicBezTo>
                  <a:pt x="1349" y="309"/>
                  <a:pt x="1349" y="309"/>
                  <a:pt x="1349" y="309"/>
                </a:cubicBezTo>
                <a:cubicBezTo>
                  <a:pt x="1234" y="349"/>
                  <a:pt x="1234" y="349"/>
                  <a:pt x="1234" y="349"/>
                </a:cubicBezTo>
                <a:cubicBezTo>
                  <a:pt x="1217" y="328"/>
                  <a:pt x="1199" y="309"/>
                  <a:pt x="1180" y="290"/>
                </a:cubicBezTo>
                <a:cubicBezTo>
                  <a:pt x="1237" y="188"/>
                  <a:pt x="1237" y="188"/>
                  <a:pt x="1237" y="188"/>
                </a:cubicBezTo>
                <a:cubicBezTo>
                  <a:pt x="1165" y="128"/>
                  <a:pt x="1165" y="128"/>
                  <a:pt x="1165" y="128"/>
                </a:cubicBezTo>
                <a:cubicBezTo>
                  <a:pt x="1070" y="205"/>
                  <a:pt x="1070" y="205"/>
                  <a:pt x="1070" y="205"/>
                </a:cubicBezTo>
                <a:cubicBezTo>
                  <a:pt x="1047" y="191"/>
                  <a:pt x="1024" y="179"/>
                  <a:pt x="1000" y="168"/>
                </a:cubicBezTo>
                <a:cubicBezTo>
                  <a:pt x="1018" y="53"/>
                  <a:pt x="1018" y="53"/>
                  <a:pt x="1018" y="53"/>
                </a:cubicBezTo>
                <a:cubicBezTo>
                  <a:pt x="930" y="20"/>
                  <a:pt x="930" y="20"/>
                  <a:pt x="930" y="20"/>
                </a:cubicBezTo>
                <a:cubicBezTo>
                  <a:pt x="867" y="125"/>
                  <a:pt x="867" y="125"/>
                  <a:pt x="867" y="125"/>
                </a:cubicBezTo>
                <a:cubicBezTo>
                  <a:pt x="841" y="120"/>
                  <a:pt x="815" y="116"/>
                  <a:pt x="788" y="114"/>
                </a:cubicBezTo>
                <a:cubicBezTo>
                  <a:pt x="766" y="0"/>
                  <a:pt x="766" y="0"/>
                  <a:pt x="766" y="0"/>
                </a:cubicBezTo>
                <a:cubicBezTo>
                  <a:pt x="672" y="0"/>
                  <a:pt x="672" y="0"/>
                  <a:pt x="672" y="0"/>
                </a:cubicBezTo>
                <a:cubicBezTo>
                  <a:pt x="648" y="120"/>
                  <a:pt x="648" y="120"/>
                  <a:pt x="648" y="120"/>
                </a:cubicBezTo>
                <a:cubicBezTo>
                  <a:pt x="622" y="124"/>
                  <a:pt x="596" y="129"/>
                  <a:pt x="571" y="137"/>
                </a:cubicBezTo>
                <a:cubicBezTo>
                  <a:pt x="511" y="37"/>
                  <a:pt x="511" y="37"/>
                  <a:pt x="511" y="37"/>
                </a:cubicBezTo>
                <a:cubicBezTo>
                  <a:pt x="422" y="69"/>
                  <a:pt x="422" y="69"/>
                  <a:pt x="422" y="69"/>
                </a:cubicBezTo>
                <a:cubicBezTo>
                  <a:pt x="441" y="190"/>
                  <a:pt x="441" y="190"/>
                  <a:pt x="441" y="190"/>
                </a:cubicBezTo>
                <a:cubicBezTo>
                  <a:pt x="418" y="202"/>
                  <a:pt x="396" y="216"/>
                  <a:pt x="374" y="232"/>
                </a:cubicBezTo>
                <a:cubicBezTo>
                  <a:pt x="284" y="159"/>
                  <a:pt x="284" y="159"/>
                  <a:pt x="284" y="159"/>
                </a:cubicBezTo>
                <a:cubicBezTo>
                  <a:pt x="212" y="219"/>
                  <a:pt x="212" y="219"/>
                  <a:pt x="212" y="219"/>
                </a:cubicBezTo>
                <a:cubicBezTo>
                  <a:pt x="271" y="326"/>
                  <a:pt x="271" y="326"/>
                  <a:pt x="271" y="326"/>
                </a:cubicBezTo>
                <a:cubicBezTo>
                  <a:pt x="253" y="346"/>
                  <a:pt x="237" y="367"/>
                  <a:pt x="222" y="389"/>
                </a:cubicBezTo>
                <a:cubicBezTo>
                  <a:pt x="112" y="351"/>
                  <a:pt x="112" y="351"/>
                  <a:pt x="112" y="351"/>
                </a:cubicBezTo>
                <a:cubicBezTo>
                  <a:pt x="65" y="432"/>
                  <a:pt x="65" y="432"/>
                  <a:pt x="65" y="432"/>
                </a:cubicBezTo>
                <a:cubicBezTo>
                  <a:pt x="157" y="512"/>
                  <a:pt x="157" y="512"/>
                  <a:pt x="157" y="512"/>
                </a:cubicBezTo>
                <a:cubicBezTo>
                  <a:pt x="147" y="537"/>
                  <a:pt x="139" y="562"/>
                  <a:pt x="133" y="588"/>
                </a:cubicBezTo>
                <a:cubicBezTo>
                  <a:pt x="16" y="590"/>
                  <a:pt x="16" y="590"/>
                  <a:pt x="16" y="590"/>
                </a:cubicBezTo>
                <a:cubicBezTo>
                  <a:pt x="0" y="683"/>
                  <a:pt x="0" y="683"/>
                  <a:pt x="0" y="683"/>
                </a:cubicBezTo>
                <a:cubicBezTo>
                  <a:pt x="114" y="726"/>
                  <a:pt x="114" y="726"/>
                  <a:pt x="114" y="726"/>
                </a:cubicBezTo>
                <a:cubicBezTo>
                  <a:pt x="114" y="731"/>
                  <a:pt x="114" y="736"/>
                  <a:pt x="114" y="741"/>
                </a:cubicBezTo>
                <a:cubicBezTo>
                  <a:pt x="114" y="763"/>
                  <a:pt x="115" y="785"/>
                  <a:pt x="117" y="806"/>
                </a:cubicBezTo>
                <a:cubicBezTo>
                  <a:pt x="8" y="848"/>
                  <a:pt x="8" y="848"/>
                  <a:pt x="8" y="848"/>
                </a:cubicBezTo>
                <a:cubicBezTo>
                  <a:pt x="25" y="940"/>
                  <a:pt x="25" y="940"/>
                  <a:pt x="25" y="940"/>
                </a:cubicBezTo>
                <a:cubicBezTo>
                  <a:pt x="147" y="942"/>
                  <a:pt x="147" y="942"/>
                  <a:pt x="147" y="942"/>
                </a:cubicBezTo>
                <a:cubicBezTo>
                  <a:pt x="155" y="968"/>
                  <a:pt x="165" y="992"/>
                  <a:pt x="177" y="1016"/>
                </a:cubicBezTo>
                <a:cubicBezTo>
                  <a:pt x="89" y="1092"/>
                  <a:pt x="89" y="1092"/>
                  <a:pt x="89" y="1092"/>
                </a:cubicBezTo>
                <a:cubicBezTo>
                  <a:pt x="136" y="1174"/>
                  <a:pt x="136" y="1174"/>
                  <a:pt x="136" y="1174"/>
                </a:cubicBezTo>
                <a:cubicBezTo>
                  <a:pt x="252" y="1134"/>
                  <a:pt x="252" y="1134"/>
                  <a:pt x="252" y="1134"/>
                </a:cubicBezTo>
                <a:cubicBezTo>
                  <a:pt x="268" y="1155"/>
                  <a:pt x="286" y="1174"/>
                  <a:pt x="305" y="1193"/>
                </a:cubicBezTo>
                <a:cubicBezTo>
                  <a:pt x="248" y="1295"/>
                  <a:pt x="248" y="1295"/>
                  <a:pt x="248" y="1295"/>
                </a:cubicBezTo>
                <a:cubicBezTo>
                  <a:pt x="320" y="1355"/>
                  <a:pt x="320" y="1355"/>
                  <a:pt x="320" y="1355"/>
                </a:cubicBezTo>
                <a:cubicBezTo>
                  <a:pt x="415" y="1278"/>
                  <a:pt x="415" y="1278"/>
                  <a:pt x="415" y="1278"/>
                </a:cubicBezTo>
                <a:cubicBezTo>
                  <a:pt x="438" y="1292"/>
                  <a:pt x="461" y="1304"/>
                  <a:pt x="486" y="1315"/>
                </a:cubicBezTo>
                <a:cubicBezTo>
                  <a:pt x="467" y="1430"/>
                  <a:pt x="467" y="1430"/>
                  <a:pt x="467" y="1430"/>
                </a:cubicBezTo>
                <a:cubicBezTo>
                  <a:pt x="556" y="1462"/>
                  <a:pt x="556" y="1462"/>
                  <a:pt x="556" y="1462"/>
                </a:cubicBezTo>
                <a:cubicBezTo>
                  <a:pt x="619" y="1358"/>
                  <a:pt x="619" y="1358"/>
                  <a:pt x="619" y="1358"/>
                </a:cubicBezTo>
                <a:cubicBezTo>
                  <a:pt x="644" y="1363"/>
                  <a:pt x="671" y="1367"/>
                  <a:pt x="697" y="1369"/>
                </a:cubicBezTo>
                <a:cubicBezTo>
                  <a:pt x="720" y="1483"/>
                  <a:pt x="720" y="1483"/>
                  <a:pt x="720" y="1483"/>
                </a:cubicBezTo>
                <a:cubicBezTo>
                  <a:pt x="814" y="1483"/>
                  <a:pt x="814" y="1483"/>
                  <a:pt x="814" y="1483"/>
                </a:cubicBezTo>
                <a:cubicBezTo>
                  <a:pt x="837" y="1363"/>
                  <a:pt x="837" y="1363"/>
                  <a:pt x="837" y="1363"/>
                </a:cubicBezTo>
                <a:cubicBezTo>
                  <a:pt x="863" y="1359"/>
                  <a:pt x="889" y="1354"/>
                  <a:pt x="915" y="1346"/>
                </a:cubicBezTo>
                <a:cubicBezTo>
                  <a:pt x="975" y="1446"/>
                  <a:pt x="975" y="1446"/>
                  <a:pt x="975" y="1446"/>
                </a:cubicBezTo>
                <a:cubicBezTo>
                  <a:pt x="1063" y="1414"/>
                  <a:pt x="1063" y="1414"/>
                  <a:pt x="1063" y="1414"/>
                </a:cubicBezTo>
                <a:cubicBezTo>
                  <a:pt x="1044" y="1293"/>
                  <a:pt x="1044" y="1293"/>
                  <a:pt x="1044" y="1293"/>
                </a:cubicBezTo>
                <a:cubicBezTo>
                  <a:pt x="1067" y="1281"/>
                  <a:pt x="1090" y="1266"/>
                  <a:pt x="1111" y="1251"/>
                </a:cubicBezTo>
                <a:cubicBezTo>
                  <a:pt x="1202" y="1324"/>
                  <a:pt x="1202" y="1324"/>
                  <a:pt x="1202" y="1324"/>
                </a:cubicBezTo>
                <a:cubicBezTo>
                  <a:pt x="1274" y="1264"/>
                  <a:pt x="1274" y="1264"/>
                  <a:pt x="1274" y="1264"/>
                </a:cubicBezTo>
                <a:cubicBezTo>
                  <a:pt x="1214" y="1157"/>
                  <a:pt x="1214" y="1157"/>
                  <a:pt x="1214" y="1157"/>
                </a:cubicBezTo>
                <a:cubicBezTo>
                  <a:pt x="1232" y="1137"/>
                  <a:pt x="1248" y="1116"/>
                  <a:pt x="1263" y="1094"/>
                </a:cubicBezTo>
                <a:cubicBezTo>
                  <a:pt x="1373" y="1132"/>
                  <a:pt x="1373" y="1132"/>
                  <a:pt x="1373" y="1132"/>
                </a:cubicBezTo>
                <a:cubicBezTo>
                  <a:pt x="1420" y="1051"/>
                  <a:pt x="1420" y="1051"/>
                  <a:pt x="1420" y="1051"/>
                </a:cubicBezTo>
                <a:cubicBezTo>
                  <a:pt x="1328" y="971"/>
                  <a:pt x="1328" y="971"/>
                  <a:pt x="1328" y="971"/>
                </a:cubicBezTo>
                <a:cubicBezTo>
                  <a:pt x="1338" y="946"/>
                  <a:pt x="1346" y="921"/>
                  <a:pt x="1352" y="895"/>
                </a:cubicBezTo>
                <a:lnTo>
                  <a:pt x="1469" y="893"/>
                </a:lnTo>
                <a:close/>
              </a:path>
            </a:pathLst>
          </a:custGeom>
          <a:solidFill xmlns:a="http://schemas.openxmlformats.org/drawingml/2006/main">
            <a:srgbClr val="232323">
              <a:lumMod val="50000"/>
              <a:lumOff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2" name="Oval 6">
            <a:extLst xmlns:a="http://schemas.openxmlformats.org/drawingml/2006/main">
              <a:ext uri="{FF2B5EF4-FFF2-40B4-BE49-F238E27FC236}">
                <a16:creationId xmlns:a16="http://schemas.microsoft.com/office/drawing/2014/main" id="{853815FB-473C-439B-8CAA-E573087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880" y="2858813"/>
            <a:ext cx="1954147" cy="1957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3" name="Freeform 7">
            <a:extLst xmlns:a="http://schemas.openxmlformats.org/drawingml/2006/main">
              <a:ext uri="{FF2B5EF4-FFF2-40B4-BE49-F238E27FC236}">
                <a16:creationId xmlns:a16="http://schemas.microsoft.com/office/drawing/2014/main" id="{59BE6F65-D62F-4869-AE0F-FC19999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721" y="2693876"/>
            <a:ext cx="1563317" cy="1566602"/>
          </a:xfrm>
          <a:custGeom xmlns:a="http://schemas.openxmlformats.org/drawingml/2006/main">
            <a:gdLst>
              <a:gd name="T0" fmla="*/ 778 w 850"/>
              <a:gd name="T1" fmla="*/ 400 h 851"/>
              <a:gd name="T2" fmla="*/ 778 w 850"/>
              <a:gd name="T3" fmla="*/ 391 h 851"/>
              <a:gd name="T4" fmla="*/ 849 w 850"/>
              <a:gd name="T5" fmla="*/ 340 h 851"/>
              <a:gd name="T6" fmla="*/ 829 w 850"/>
              <a:gd name="T7" fmla="*/ 275 h 851"/>
              <a:gd name="T8" fmla="*/ 746 w 850"/>
              <a:gd name="T9" fmla="*/ 274 h 851"/>
              <a:gd name="T10" fmla="*/ 713 w 850"/>
              <a:gd name="T11" fmla="*/ 219 h 851"/>
              <a:gd name="T12" fmla="*/ 749 w 850"/>
              <a:gd name="T13" fmla="*/ 140 h 851"/>
              <a:gd name="T14" fmla="*/ 700 w 850"/>
              <a:gd name="T15" fmla="*/ 93 h 851"/>
              <a:gd name="T16" fmla="*/ 627 w 850"/>
              <a:gd name="T17" fmla="*/ 134 h 851"/>
              <a:gd name="T18" fmla="*/ 572 w 850"/>
              <a:gd name="T19" fmla="*/ 103 h 851"/>
              <a:gd name="T20" fmla="*/ 563 w 850"/>
              <a:gd name="T21" fmla="*/ 16 h 851"/>
              <a:gd name="T22" fmla="*/ 497 w 850"/>
              <a:gd name="T23" fmla="*/ 0 h 851"/>
              <a:gd name="T24" fmla="*/ 455 w 850"/>
              <a:gd name="T25" fmla="*/ 72 h 851"/>
              <a:gd name="T26" fmla="*/ 399 w 850"/>
              <a:gd name="T27" fmla="*/ 72 h 851"/>
              <a:gd name="T28" fmla="*/ 391 w 850"/>
              <a:gd name="T29" fmla="*/ 73 h 851"/>
              <a:gd name="T30" fmla="*/ 340 w 850"/>
              <a:gd name="T31" fmla="*/ 1 h 851"/>
              <a:gd name="T32" fmla="*/ 274 w 850"/>
              <a:gd name="T33" fmla="*/ 21 h 851"/>
              <a:gd name="T34" fmla="*/ 274 w 850"/>
              <a:gd name="T35" fmla="*/ 105 h 851"/>
              <a:gd name="T36" fmla="*/ 219 w 850"/>
              <a:gd name="T37" fmla="*/ 137 h 851"/>
              <a:gd name="T38" fmla="*/ 140 w 850"/>
              <a:gd name="T39" fmla="*/ 101 h 851"/>
              <a:gd name="T40" fmla="*/ 92 w 850"/>
              <a:gd name="T41" fmla="*/ 150 h 851"/>
              <a:gd name="T42" fmla="*/ 134 w 850"/>
              <a:gd name="T43" fmla="*/ 223 h 851"/>
              <a:gd name="T44" fmla="*/ 103 w 850"/>
              <a:gd name="T45" fmla="*/ 278 h 851"/>
              <a:gd name="T46" fmla="*/ 16 w 850"/>
              <a:gd name="T47" fmla="*/ 287 h 851"/>
              <a:gd name="T48" fmla="*/ 0 w 850"/>
              <a:gd name="T49" fmla="*/ 353 h 851"/>
              <a:gd name="T50" fmla="*/ 72 w 850"/>
              <a:gd name="T51" fmla="*/ 395 h 851"/>
              <a:gd name="T52" fmla="*/ 72 w 850"/>
              <a:gd name="T53" fmla="*/ 451 h 851"/>
              <a:gd name="T54" fmla="*/ 72 w 850"/>
              <a:gd name="T55" fmla="*/ 459 h 851"/>
              <a:gd name="T56" fmla="*/ 1 w 850"/>
              <a:gd name="T57" fmla="*/ 510 h 851"/>
              <a:gd name="T58" fmla="*/ 21 w 850"/>
              <a:gd name="T59" fmla="*/ 576 h 851"/>
              <a:gd name="T60" fmla="*/ 104 w 850"/>
              <a:gd name="T61" fmla="*/ 576 h 851"/>
              <a:gd name="T62" fmla="*/ 137 w 850"/>
              <a:gd name="T63" fmla="*/ 631 h 851"/>
              <a:gd name="T64" fmla="*/ 101 w 850"/>
              <a:gd name="T65" fmla="*/ 710 h 851"/>
              <a:gd name="T66" fmla="*/ 150 w 850"/>
              <a:gd name="T67" fmla="*/ 758 h 851"/>
              <a:gd name="T68" fmla="*/ 223 w 850"/>
              <a:gd name="T69" fmla="*/ 716 h 851"/>
              <a:gd name="T70" fmla="*/ 278 w 850"/>
              <a:gd name="T71" fmla="*/ 747 h 851"/>
              <a:gd name="T72" fmla="*/ 287 w 850"/>
              <a:gd name="T73" fmla="*/ 834 h 851"/>
              <a:gd name="T74" fmla="*/ 353 w 850"/>
              <a:gd name="T75" fmla="*/ 851 h 851"/>
              <a:gd name="T76" fmla="*/ 395 w 850"/>
              <a:gd name="T77" fmla="*/ 778 h 851"/>
              <a:gd name="T78" fmla="*/ 451 w 850"/>
              <a:gd name="T79" fmla="*/ 778 h 851"/>
              <a:gd name="T80" fmla="*/ 459 w 850"/>
              <a:gd name="T81" fmla="*/ 778 h 851"/>
              <a:gd name="T82" fmla="*/ 510 w 850"/>
              <a:gd name="T83" fmla="*/ 849 h 851"/>
              <a:gd name="T84" fmla="*/ 576 w 850"/>
              <a:gd name="T85" fmla="*/ 829 h 851"/>
              <a:gd name="T86" fmla="*/ 576 w 850"/>
              <a:gd name="T87" fmla="*/ 746 h 851"/>
              <a:gd name="T88" fmla="*/ 631 w 850"/>
              <a:gd name="T89" fmla="*/ 713 h 851"/>
              <a:gd name="T90" fmla="*/ 710 w 850"/>
              <a:gd name="T91" fmla="*/ 750 h 851"/>
              <a:gd name="T92" fmla="*/ 758 w 850"/>
              <a:gd name="T93" fmla="*/ 700 h 851"/>
              <a:gd name="T94" fmla="*/ 716 w 850"/>
              <a:gd name="T95" fmla="*/ 627 h 851"/>
              <a:gd name="T96" fmla="*/ 747 w 850"/>
              <a:gd name="T97" fmla="*/ 572 h 851"/>
              <a:gd name="T98" fmla="*/ 834 w 850"/>
              <a:gd name="T99" fmla="*/ 563 h 851"/>
              <a:gd name="T100" fmla="*/ 850 w 850"/>
              <a:gd name="T101" fmla="*/ 497 h 851"/>
              <a:gd name="T102" fmla="*/ 778 w 850"/>
              <a:gd name="T103" fmla="*/ 455 h 851"/>
              <a:gd name="T104" fmla="*/ 778 w 850"/>
              <a:gd name="T105" fmla="*/ 400 h 851"/>
            </a:gdLst>
            <a:rect l="0" t="0" r="r" b="b"/>
            <a:pathLst>
              <a:path w="850" h="851">
                <a:moveTo>
                  <a:pt x="778" y="400"/>
                </a:moveTo>
                <a:cubicBezTo>
                  <a:pt x="778" y="397"/>
                  <a:pt x="778" y="394"/>
                  <a:pt x="778" y="391"/>
                </a:cubicBezTo>
                <a:cubicBezTo>
                  <a:pt x="849" y="340"/>
                  <a:pt x="849" y="340"/>
                  <a:pt x="849" y="340"/>
                </a:cubicBezTo>
                <a:cubicBezTo>
                  <a:pt x="829" y="275"/>
                  <a:pt x="829" y="275"/>
                  <a:pt x="829" y="275"/>
                </a:cubicBezTo>
                <a:cubicBezTo>
                  <a:pt x="746" y="274"/>
                  <a:pt x="746" y="274"/>
                  <a:pt x="746" y="274"/>
                </a:cubicBezTo>
                <a:cubicBezTo>
                  <a:pt x="736" y="255"/>
                  <a:pt x="726" y="237"/>
                  <a:pt x="713" y="219"/>
                </a:cubicBezTo>
                <a:cubicBezTo>
                  <a:pt x="749" y="140"/>
                  <a:pt x="749" y="140"/>
                  <a:pt x="749" y="140"/>
                </a:cubicBezTo>
                <a:cubicBezTo>
                  <a:pt x="700" y="93"/>
                  <a:pt x="700" y="93"/>
                  <a:pt x="700" y="93"/>
                </a:cubicBezTo>
                <a:cubicBezTo>
                  <a:pt x="627" y="134"/>
                  <a:pt x="627" y="134"/>
                  <a:pt x="627" y="134"/>
                </a:cubicBezTo>
                <a:cubicBezTo>
                  <a:pt x="610" y="122"/>
                  <a:pt x="591" y="112"/>
                  <a:pt x="572" y="103"/>
                </a:cubicBezTo>
                <a:cubicBezTo>
                  <a:pt x="563" y="16"/>
                  <a:pt x="563" y="16"/>
                  <a:pt x="563" y="16"/>
                </a:cubicBezTo>
                <a:cubicBezTo>
                  <a:pt x="497" y="0"/>
                  <a:pt x="497" y="0"/>
                  <a:pt x="497" y="0"/>
                </a:cubicBezTo>
                <a:cubicBezTo>
                  <a:pt x="455" y="72"/>
                  <a:pt x="455" y="72"/>
                  <a:pt x="455" y="72"/>
                </a:cubicBezTo>
                <a:cubicBezTo>
                  <a:pt x="437" y="71"/>
                  <a:pt x="418" y="71"/>
                  <a:pt x="399" y="72"/>
                </a:cubicBezTo>
                <a:cubicBezTo>
                  <a:pt x="397" y="72"/>
                  <a:pt x="394" y="72"/>
                  <a:pt x="391" y="73"/>
                </a:cubicBezTo>
                <a:cubicBezTo>
                  <a:pt x="340" y="1"/>
                  <a:pt x="340" y="1"/>
                  <a:pt x="340" y="1"/>
                </a:cubicBezTo>
                <a:cubicBezTo>
                  <a:pt x="274" y="21"/>
                  <a:pt x="274" y="21"/>
                  <a:pt x="274" y="21"/>
                </a:cubicBezTo>
                <a:cubicBezTo>
                  <a:pt x="274" y="105"/>
                  <a:pt x="274" y="105"/>
                  <a:pt x="274" y="105"/>
                </a:cubicBezTo>
                <a:cubicBezTo>
                  <a:pt x="255" y="114"/>
                  <a:pt x="236" y="124"/>
                  <a:pt x="219" y="137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92" y="150"/>
                  <a:pt x="92" y="150"/>
                  <a:pt x="92" y="150"/>
                </a:cubicBezTo>
                <a:cubicBezTo>
                  <a:pt x="134" y="223"/>
                  <a:pt x="134" y="223"/>
                  <a:pt x="134" y="223"/>
                </a:cubicBezTo>
                <a:cubicBezTo>
                  <a:pt x="122" y="240"/>
                  <a:pt x="112" y="259"/>
                  <a:pt x="103" y="278"/>
                </a:cubicBezTo>
                <a:cubicBezTo>
                  <a:pt x="16" y="287"/>
                  <a:pt x="16" y="287"/>
                  <a:pt x="16" y="287"/>
                </a:cubicBezTo>
                <a:cubicBezTo>
                  <a:pt x="0" y="353"/>
                  <a:pt x="0" y="353"/>
                  <a:pt x="0" y="353"/>
                </a:cubicBezTo>
                <a:cubicBezTo>
                  <a:pt x="72" y="395"/>
                  <a:pt x="72" y="395"/>
                  <a:pt x="72" y="395"/>
                </a:cubicBezTo>
                <a:cubicBezTo>
                  <a:pt x="71" y="414"/>
                  <a:pt x="70" y="432"/>
                  <a:pt x="72" y="451"/>
                </a:cubicBezTo>
                <a:cubicBezTo>
                  <a:pt x="72" y="454"/>
                  <a:pt x="72" y="456"/>
                  <a:pt x="72" y="459"/>
                </a:cubicBezTo>
                <a:cubicBezTo>
                  <a:pt x="1" y="510"/>
                  <a:pt x="1" y="510"/>
                  <a:pt x="1" y="510"/>
                </a:cubicBezTo>
                <a:cubicBezTo>
                  <a:pt x="21" y="576"/>
                  <a:pt x="21" y="576"/>
                  <a:pt x="21" y="576"/>
                </a:cubicBezTo>
                <a:cubicBezTo>
                  <a:pt x="104" y="576"/>
                  <a:pt x="104" y="576"/>
                  <a:pt x="104" y="576"/>
                </a:cubicBezTo>
                <a:cubicBezTo>
                  <a:pt x="114" y="595"/>
                  <a:pt x="124" y="614"/>
                  <a:pt x="137" y="631"/>
                </a:cubicBezTo>
                <a:cubicBezTo>
                  <a:pt x="101" y="710"/>
                  <a:pt x="101" y="710"/>
                  <a:pt x="101" y="710"/>
                </a:cubicBezTo>
                <a:cubicBezTo>
                  <a:pt x="150" y="758"/>
                  <a:pt x="150" y="758"/>
                  <a:pt x="150" y="758"/>
                </a:cubicBezTo>
                <a:cubicBezTo>
                  <a:pt x="223" y="716"/>
                  <a:pt x="223" y="716"/>
                  <a:pt x="223" y="716"/>
                </a:cubicBezTo>
                <a:cubicBezTo>
                  <a:pt x="240" y="728"/>
                  <a:pt x="259" y="739"/>
                  <a:pt x="278" y="747"/>
                </a:cubicBezTo>
                <a:cubicBezTo>
                  <a:pt x="287" y="834"/>
                  <a:pt x="287" y="834"/>
                  <a:pt x="287" y="834"/>
                </a:cubicBezTo>
                <a:cubicBezTo>
                  <a:pt x="353" y="851"/>
                  <a:pt x="353" y="851"/>
                  <a:pt x="353" y="851"/>
                </a:cubicBezTo>
                <a:cubicBezTo>
                  <a:pt x="395" y="778"/>
                  <a:pt x="395" y="778"/>
                  <a:pt x="395" y="778"/>
                </a:cubicBezTo>
                <a:cubicBezTo>
                  <a:pt x="413" y="780"/>
                  <a:pt x="432" y="780"/>
                  <a:pt x="451" y="778"/>
                </a:cubicBezTo>
                <a:cubicBezTo>
                  <a:pt x="453" y="778"/>
                  <a:pt x="456" y="778"/>
                  <a:pt x="459" y="778"/>
                </a:cubicBezTo>
                <a:cubicBezTo>
                  <a:pt x="510" y="849"/>
                  <a:pt x="510" y="849"/>
                  <a:pt x="510" y="849"/>
                </a:cubicBezTo>
                <a:cubicBezTo>
                  <a:pt x="576" y="829"/>
                  <a:pt x="576" y="829"/>
                  <a:pt x="576" y="829"/>
                </a:cubicBezTo>
                <a:cubicBezTo>
                  <a:pt x="576" y="746"/>
                  <a:pt x="576" y="746"/>
                  <a:pt x="576" y="746"/>
                </a:cubicBezTo>
                <a:cubicBezTo>
                  <a:pt x="595" y="737"/>
                  <a:pt x="614" y="726"/>
                  <a:pt x="631" y="713"/>
                </a:cubicBezTo>
                <a:cubicBezTo>
                  <a:pt x="710" y="750"/>
                  <a:pt x="710" y="750"/>
                  <a:pt x="710" y="750"/>
                </a:cubicBezTo>
                <a:cubicBezTo>
                  <a:pt x="758" y="700"/>
                  <a:pt x="758" y="700"/>
                  <a:pt x="758" y="700"/>
                </a:cubicBezTo>
                <a:cubicBezTo>
                  <a:pt x="716" y="627"/>
                  <a:pt x="716" y="627"/>
                  <a:pt x="716" y="627"/>
                </a:cubicBezTo>
                <a:cubicBezTo>
                  <a:pt x="728" y="610"/>
                  <a:pt x="739" y="591"/>
                  <a:pt x="747" y="572"/>
                </a:cubicBezTo>
                <a:cubicBezTo>
                  <a:pt x="834" y="563"/>
                  <a:pt x="834" y="563"/>
                  <a:pt x="834" y="563"/>
                </a:cubicBezTo>
                <a:cubicBezTo>
                  <a:pt x="850" y="497"/>
                  <a:pt x="850" y="497"/>
                  <a:pt x="850" y="497"/>
                </a:cubicBezTo>
                <a:cubicBezTo>
                  <a:pt x="778" y="455"/>
                  <a:pt x="778" y="455"/>
                  <a:pt x="778" y="455"/>
                </a:cubicBezTo>
                <a:cubicBezTo>
                  <a:pt x="779" y="437"/>
                  <a:pt x="780" y="418"/>
                  <a:pt x="778" y="400"/>
                </a:cubicBezTo>
                <a:close/>
              </a:path>
            </a:pathLst>
          </a:custGeom>
          <a:solidFill xmlns:a="http://schemas.openxmlformats.org/drawingml/2006/main">
            <a:srgbClr val="FDB91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4" name="Freeform 9">
            <a:extLst xmlns:a="http://schemas.openxmlformats.org/drawingml/2006/main">
              <a:ext uri="{FF2B5EF4-FFF2-40B4-BE49-F238E27FC236}">
                <a16:creationId xmlns:a16="http://schemas.microsoft.com/office/drawing/2014/main" id="{289A3CA1-5F67-448D-B82E-71A759E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224" y="3707584"/>
            <a:ext cx="1576454" cy="1579739"/>
          </a:xfrm>
          <a:custGeom xmlns:a="http://schemas.openxmlformats.org/drawingml/2006/main">
            <a:gdLst>
              <a:gd name="T0" fmla="*/ 857 w 857"/>
              <a:gd name="T1" fmla="*/ 430 h 858"/>
              <a:gd name="T2" fmla="*/ 857 w 857"/>
              <a:gd name="T3" fmla="*/ 363 h 858"/>
              <a:gd name="T4" fmla="*/ 772 w 857"/>
              <a:gd name="T5" fmla="*/ 340 h 858"/>
              <a:gd name="T6" fmla="*/ 752 w 857"/>
              <a:gd name="T7" fmla="*/ 282 h 858"/>
              <a:gd name="T8" fmla="*/ 801 w 857"/>
              <a:gd name="T9" fmla="*/ 216 h 858"/>
              <a:gd name="T10" fmla="*/ 767 w 857"/>
              <a:gd name="T11" fmla="*/ 157 h 858"/>
              <a:gd name="T12" fmla="*/ 681 w 857"/>
              <a:gd name="T13" fmla="*/ 180 h 858"/>
              <a:gd name="T14" fmla="*/ 635 w 857"/>
              <a:gd name="T15" fmla="*/ 140 h 858"/>
              <a:gd name="T16" fmla="*/ 644 w 857"/>
              <a:gd name="T17" fmla="*/ 58 h 858"/>
              <a:gd name="T18" fmla="*/ 586 w 857"/>
              <a:gd name="T19" fmla="*/ 25 h 858"/>
              <a:gd name="T20" fmla="*/ 523 w 857"/>
              <a:gd name="T21" fmla="*/ 87 h 858"/>
              <a:gd name="T22" fmla="*/ 463 w 857"/>
              <a:gd name="T23" fmla="*/ 76 h 858"/>
              <a:gd name="T24" fmla="*/ 430 w 857"/>
              <a:gd name="T25" fmla="*/ 0 h 858"/>
              <a:gd name="T26" fmla="*/ 362 w 857"/>
              <a:gd name="T27" fmla="*/ 0 h 858"/>
              <a:gd name="T28" fmla="*/ 339 w 857"/>
              <a:gd name="T29" fmla="*/ 86 h 858"/>
              <a:gd name="T30" fmla="*/ 282 w 857"/>
              <a:gd name="T31" fmla="*/ 106 h 858"/>
              <a:gd name="T32" fmla="*/ 216 w 857"/>
              <a:gd name="T33" fmla="*/ 57 h 858"/>
              <a:gd name="T34" fmla="*/ 157 w 857"/>
              <a:gd name="T35" fmla="*/ 91 h 858"/>
              <a:gd name="T36" fmla="*/ 180 w 857"/>
              <a:gd name="T37" fmla="*/ 176 h 858"/>
              <a:gd name="T38" fmla="*/ 140 w 857"/>
              <a:gd name="T39" fmla="*/ 223 h 858"/>
              <a:gd name="T40" fmla="*/ 58 w 857"/>
              <a:gd name="T41" fmla="*/ 213 h 858"/>
              <a:gd name="T42" fmla="*/ 24 w 857"/>
              <a:gd name="T43" fmla="*/ 272 h 858"/>
              <a:gd name="T44" fmla="*/ 87 w 857"/>
              <a:gd name="T45" fmla="*/ 335 h 858"/>
              <a:gd name="T46" fmla="*/ 76 w 857"/>
              <a:gd name="T47" fmla="*/ 395 h 858"/>
              <a:gd name="T48" fmla="*/ 0 w 857"/>
              <a:gd name="T49" fmla="*/ 428 h 858"/>
              <a:gd name="T50" fmla="*/ 0 w 857"/>
              <a:gd name="T51" fmla="*/ 495 h 858"/>
              <a:gd name="T52" fmla="*/ 85 w 857"/>
              <a:gd name="T53" fmla="*/ 518 h 858"/>
              <a:gd name="T54" fmla="*/ 106 w 857"/>
              <a:gd name="T55" fmla="*/ 576 h 858"/>
              <a:gd name="T56" fmla="*/ 57 w 857"/>
              <a:gd name="T57" fmla="*/ 642 h 858"/>
              <a:gd name="T58" fmla="*/ 91 w 857"/>
              <a:gd name="T59" fmla="*/ 701 h 858"/>
              <a:gd name="T60" fmla="*/ 176 w 857"/>
              <a:gd name="T61" fmla="*/ 678 h 858"/>
              <a:gd name="T62" fmla="*/ 222 w 857"/>
              <a:gd name="T63" fmla="*/ 718 h 858"/>
              <a:gd name="T64" fmla="*/ 213 w 857"/>
              <a:gd name="T65" fmla="*/ 799 h 858"/>
              <a:gd name="T66" fmla="*/ 272 w 857"/>
              <a:gd name="T67" fmla="*/ 833 h 858"/>
              <a:gd name="T68" fmla="*/ 334 w 857"/>
              <a:gd name="T69" fmla="*/ 771 h 858"/>
              <a:gd name="T70" fmla="*/ 394 w 857"/>
              <a:gd name="T71" fmla="*/ 782 h 858"/>
              <a:gd name="T72" fmla="*/ 427 w 857"/>
              <a:gd name="T73" fmla="*/ 858 h 858"/>
              <a:gd name="T74" fmla="*/ 495 w 857"/>
              <a:gd name="T75" fmla="*/ 858 h 858"/>
              <a:gd name="T76" fmla="*/ 518 w 857"/>
              <a:gd name="T77" fmla="*/ 772 h 858"/>
              <a:gd name="T78" fmla="*/ 576 w 857"/>
              <a:gd name="T79" fmla="*/ 752 h 858"/>
              <a:gd name="T80" fmla="*/ 642 w 857"/>
              <a:gd name="T81" fmla="*/ 801 h 858"/>
              <a:gd name="T82" fmla="*/ 700 w 857"/>
              <a:gd name="T83" fmla="*/ 767 h 858"/>
              <a:gd name="T84" fmla="*/ 678 w 857"/>
              <a:gd name="T85" fmla="*/ 682 h 858"/>
              <a:gd name="T86" fmla="*/ 717 w 857"/>
              <a:gd name="T87" fmla="*/ 635 h 858"/>
              <a:gd name="T88" fmla="*/ 799 w 857"/>
              <a:gd name="T89" fmla="*/ 645 h 858"/>
              <a:gd name="T90" fmla="*/ 833 w 857"/>
              <a:gd name="T91" fmla="*/ 586 h 858"/>
              <a:gd name="T92" fmla="*/ 771 w 857"/>
              <a:gd name="T93" fmla="*/ 523 h 858"/>
              <a:gd name="T94" fmla="*/ 782 w 857"/>
              <a:gd name="T95" fmla="*/ 463 h 858"/>
              <a:gd name="T96" fmla="*/ 857 w 857"/>
              <a:gd name="T97" fmla="*/ 430 h 858"/>
            </a:gdLst>
            <a:rect l="0" t="0" r="r" b="b"/>
            <a:pathLst>
              <a:path w="857" h="858">
                <a:moveTo>
                  <a:pt x="857" y="430"/>
                </a:moveTo>
                <a:cubicBezTo>
                  <a:pt x="857" y="363"/>
                  <a:pt x="857" y="363"/>
                  <a:pt x="857" y="363"/>
                </a:cubicBezTo>
                <a:cubicBezTo>
                  <a:pt x="772" y="340"/>
                  <a:pt x="772" y="340"/>
                  <a:pt x="772" y="340"/>
                </a:cubicBezTo>
                <a:cubicBezTo>
                  <a:pt x="767" y="320"/>
                  <a:pt x="760" y="300"/>
                  <a:pt x="752" y="282"/>
                </a:cubicBezTo>
                <a:cubicBezTo>
                  <a:pt x="801" y="216"/>
                  <a:pt x="801" y="216"/>
                  <a:pt x="801" y="216"/>
                </a:cubicBezTo>
                <a:cubicBezTo>
                  <a:pt x="767" y="157"/>
                  <a:pt x="767" y="157"/>
                  <a:pt x="767" y="157"/>
                </a:cubicBezTo>
                <a:cubicBezTo>
                  <a:pt x="681" y="180"/>
                  <a:pt x="681" y="180"/>
                  <a:pt x="681" y="180"/>
                </a:cubicBezTo>
                <a:cubicBezTo>
                  <a:pt x="667" y="165"/>
                  <a:pt x="651" y="152"/>
                  <a:pt x="635" y="140"/>
                </a:cubicBezTo>
                <a:cubicBezTo>
                  <a:pt x="644" y="58"/>
                  <a:pt x="644" y="58"/>
                  <a:pt x="644" y="58"/>
                </a:cubicBezTo>
                <a:cubicBezTo>
                  <a:pt x="586" y="25"/>
                  <a:pt x="586" y="25"/>
                  <a:pt x="586" y="25"/>
                </a:cubicBezTo>
                <a:cubicBezTo>
                  <a:pt x="523" y="87"/>
                  <a:pt x="523" y="87"/>
                  <a:pt x="523" y="87"/>
                </a:cubicBezTo>
                <a:cubicBezTo>
                  <a:pt x="504" y="82"/>
                  <a:pt x="484" y="78"/>
                  <a:pt x="463" y="76"/>
                </a:cubicBezTo>
                <a:cubicBezTo>
                  <a:pt x="430" y="0"/>
                  <a:pt x="430" y="0"/>
                  <a:pt x="43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39" y="86"/>
                  <a:pt x="339" y="86"/>
                  <a:pt x="339" y="86"/>
                </a:cubicBezTo>
                <a:cubicBezTo>
                  <a:pt x="319" y="91"/>
                  <a:pt x="300" y="98"/>
                  <a:pt x="282" y="106"/>
                </a:cubicBezTo>
                <a:cubicBezTo>
                  <a:pt x="216" y="57"/>
                  <a:pt x="216" y="57"/>
                  <a:pt x="216" y="57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80" y="176"/>
                  <a:pt x="180" y="176"/>
                  <a:pt x="180" y="176"/>
                </a:cubicBezTo>
                <a:cubicBezTo>
                  <a:pt x="165" y="191"/>
                  <a:pt x="152" y="206"/>
                  <a:pt x="140" y="223"/>
                </a:cubicBezTo>
                <a:cubicBezTo>
                  <a:pt x="58" y="213"/>
                  <a:pt x="58" y="213"/>
                  <a:pt x="58" y="213"/>
                </a:cubicBezTo>
                <a:cubicBezTo>
                  <a:pt x="24" y="272"/>
                  <a:pt x="24" y="272"/>
                  <a:pt x="24" y="272"/>
                </a:cubicBezTo>
                <a:cubicBezTo>
                  <a:pt x="87" y="335"/>
                  <a:pt x="87" y="335"/>
                  <a:pt x="87" y="335"/>
                </a:cubicBezTo>
                <a:cubicBezTo>
                  <a:pt x="81" y="354"/>
                  <a:pt x="78" y="374"/>
                  <a:pt x="76" y="395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95"/>
                  <a:pt x="0" y="495"/>
                  <a:pt x="0" y="495"/>
                </a:cubicBezTo>
                <a:cubicBezTo>
                  <a:pt x="85" y="518"/>
                  <a:pt x="85" y="518"/>
                  <a:pt x="85" y="518"/>
                </a:cubicBezTo>
                <a:cubicBezTo>
                  <a:pt x="90" y="538"/>
                  <a:pt x="97" y="557"/>
                  <a:pt x="106" y="576"/>
                </a:cubicBezTo>
                <a:cubicBezTo>
                  <a:pt x="57" y="642"/>
                  <a:pt x="57" y="642"/>
                  <a:pt x="57" y="642"/>
                </a:cubicBezTo>
                <a:cubicBezTo>
                  <a:pt x="91" y="701"/>
                  <a:pt x="91" y="701"/>
                  <a:pt x="91" y="701"/>
                </a:cubicBezTo>
                <a:cubicBezTo>
                  <a:pt x="176" y="678"/>
                  <a:pt x="176" y="678"/>
                  <a:pt x="176" y="678"/>
                </a:cubicBezTo>
                <a:cubicBezTo>
                  <a:pt x="190" y="692"/>
                  <a:pt x="206" y="706"/>
                  <a:pt x="222" y="718"/>
                </a:cubicBezTo>
                <a:cubicBezTo>
                  <a:pt x="213" y="799"/>
                  <a:pt x="213" y="799"/>
                  <a:pt x="213" y="799"/>
                </a:cubicBezTo>
                <a:cubicBezTo>
                  <a:pt x="272" y="833"/>
                  <a:pt x="272" y="833"/>
                  <a:pt x="272" y="833"/>
                </a:cubicBezTo>
                <a:cubicBezTo>
                  <a:pt x="334" y="771"/>
                  <a:pt x="334" y="771"/>
                  <a:pt x="334" y="771"/>
                </a:cubicBezTo>
                <a:cubicBezTo>
                  <a:pt x="354" y="776"/>
                  <a:pt x="374" y="780"/>
                  <a:pt x="394" y="782"/>
                </a:cubicBezTo>
                <a:cubicBezTo>
                  <a:pt x="427" y="858"/>
                  <a:pt x="427" y="858"/>
                  <a:pt x="427" y="858"/>
                </a:cubicBezTo>
                <a:cubicBezTo>
                  <a:pt x="495" y="858"/>
                  <a:pt x="495" y="858"/>
                  <a:pt x="495" y="858"/>
                </a:cubicBezTo>
                <a:cubicBezTo>
                  <a:pt x="518" y="772"/>
                  <a:pt x="518" y="772"/>
                  <a:pt x="518" y="772"/>
                </a:cubicBezTo>
                <a:cubicBezTo>
                  <a:pt x="538" y="767"/>
                  <a:pt x="557" y="760"/>
                  <a:pt x="576" y="752"/>
                </a:cubicBezTo>
                <a:cubicBezTo>
                  <a:pt x="642" y="801"/>
                  <a:pt x="642" y="801"/>
                  <a:pt x="642" y="801"/>
                </a:cubicBezTo>
                <a:cubicBezTo>
                  <a:pt x="700" y="767"/>
                  <a:pt x="700" y="767"/>
                  <a:pt x="700" y="767"/>
                </a:cubicBezTo>
                <a:cubicBezTo>
                  <a:pt x="678" y="682"/>
                  <a:pt x="678" y="682"/>
                  <a:pt x="678" y="682"/>
                </a:cubicBezTo>
                <a:cubicBezTo>
                  <a:pt x="692" y="667"/>
                  <a:pt x="705" y="652"/>
                  <a:pt x="717" y="635"/>
                </a:cubicBezTo>
                <a:cubicBezTo>
                  <a:pt x="799" y="645"/>
                  <a:pt x="799" y="645"/>
                  <a:pt x="799" y="645"/>
                </a:cubicBezTo>
                <a:cubicBezTo>
                  <a:pt x="833" y="586"/>
                  <a:pt x="833" y="586"/>
                  <a:pt x="833" y="586"/>
                </a:cubicBezTo>
                <a:cubicBezTo>
                  <a:pt x="771" y="523"/>
                  <a:pt x="771" y="523"/>
                  <a:pt x="771" y="523"/>
                </a:cubicBezTo>
                <a:cubicBezTo>
                  <a:pt x="776" y="504"/>
                  <a:pt x="780" y="484"/>
                  <a:pt x="782" y="463"/>
                </a:cubicBezTo>
                <a:lnTo>
                  <a:pt x="857" y="430"/>
                </a:lnTo>
                <a:close/>
              </a:path>
            </a:pathLst>
          </a:cu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5" name="Oval 10">
            <a:extLst xmlns:a="http://schemas.openxmlformats.org/drawingml/2006/main">
              <a:ext uri="{FF2B5EF4-FFF2-40B4-BE49-F238E27FC236}">
                <a16:creationId xmlns:a16="http://schemas.microsoft.com/office/drawing/2014/main" id="{7859EBD2-284F-4F56-A3AE-21A82D92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409" y="4021233"/>
            <a:ext cx="954084" cy="952442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6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D335327-56A6-4B02-A912-8CA735C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54" y="3708787"/>
            <a:ext cx="1561676" cy="1564960"/>
          </a:xfrm>
          <a:custGeom xmlns:a="http://schemas.openxmlformats.org/drawingml/2006/main">
            <a:gdLst>
              <a:gd name="T0" fmla="*/ 850 w 850"/>
              <a:gd name="T1" fmla="*/ 369 h 850"/>
              <a:gd name="T2" fmla="*/ 841 w 850"/>
              <a:gd name="T3" fmla="*/ 302 h 850"/>
              <a:gd name="T4" fmla="*/ 753 w 850"/>
              <a:gd name="T5" fmla="*/ 290 h 850"/>
              <a:gd name="T6" fmla="*/ 725 w 850"/>
              <a:gd name="T7" fmla="*/ 236 h 850"/>
              <a:gd name="T8" fmla="*/ 765 w 850"/>
              <a:gd name="T9" fmla="*/ 164 h 850"/>
              <a:gd name="T10" fmla="*/ 724 w 850"/>
              <a:gd name="T11" fmla="*/ 110 h 850"/>
              <a:gd name="T12" fmla="*/ 642 w 850"/>
              <a:gd name="T13" fmla="*/ 144 h 850"/>
              <a:gd name="T14" fmla="*/ 591 w 850"/>
              <a:gd name="T15" fmla="*/ 111 h 850"/>
              <a:gd name="T16" fmla="*/ 589 w 850"/>
              <a:gd name="T17" fmla="*/ 29 h 850"/>
              <a:gd name="T18" fmla="*/ 526 w 850"/>
              <a:gd name="T19" fmla="*/ 3 h 850"/>
              <a:gd name="T20" fmla="*/ 473 w 850"/>
              <a:gd name="T21" fmla="*/ 73 h 850"/>
              <a:gd name="T22" fmla="*/ 412 w 850"/>
              <a:gd name="T23" fmla="*/ 71 h 850"/>
              <a:gd name="T24" fmla="*/ 369 w 850"/>
              <a:gd name="T25" fmla="*/ 0 h 850"/>
              <a:gd name="T26" fmla="*/ 302 w 850"/>
              <a:gd name="T27" fmla="*/ 9 h 850"/>
              <a:gd name="T28" fmla="*/ 291 w 850"/>
              <a:gd name="T29" fmla="*/ 97 h 850"/>
              <a:gd name="T30" fmla="*/ 236 w 850"/>
              <a:gd name="T31" fmla="*/ 125 h 850"/>
              <a:gd name="T32" fmla="*/ 164 w 850"/>
              <a:gd name="T33" fmla="*/ 85 h 850"/>
              <a:gd name="T34" fmla="*/ 111 w 850"/>
              <a:gd name="T35" fmla="*/ 127 h 850"/>
              <a:gd name="T36" fmla="*/ 145 w 850"/>
              <a:gd name="T37" fmla="*/ 208 h 850"/>
              <a:gd name="T38" fmla="*/ 112 w 850"/>
              <a:gd name="T39" fmla="*/ 260 h 850"/>
              <a:gd name="T40" fmla="*/ 29 w 850"/>
              <a:gd name="T41" fmla="*/ 261 h 850"/>
              <a:gd name="T42" fmla="*/ 3 w 850"/>
              <a:gd name="T43" fmla="*/ 324 h 850"/>
              <a:gd name="T44" fmla="*/ 74 w 850"/>
              <a:gd name="T45" fmla="*/ 378 h 850"/>
              <a:gd name="T46" fmla="*/ 71 w 850"/>
              <a:gd name="T47" fmla="*/ 439 h 850"/>
              <a:gd name="T48" fmla="*/ 0 w 850"/>
              <a:gd name="T49" fmla="*/ 481 h 850"/>
              <a:gd name="T50" fmla="*/ 9 w 850"/>
              <a:gd name="T51" fmla="*/ 548 h 850"/>
              <a:gd name="T52" fmla="*/ 97 w 850"/>
              <a:gd name="T53" fmla="*/ 560 h 850"/>
              <a:gd name="T54" fmla="*/ 125 w 850"/>
              <a:gd name="T55" fmla="*/ 614 h 850"/>
              <a:gd name="T56" fmla="*/ 85 w 850"/>
              <a:gd name="T57" fmla="*/ 686 h 850"/>
              <a:gd name="T58" fmla="*/ 127 w 850"/>
              <a:gd name="T59" fmla="*/ 740 h 850"/>
              <a:gd name="T60" fmla="*/ 209 w 850"/>
              <a:gd name="T61" fmla="*/ 706 h 850"/>
              <a:gd name="T62" fmla="*/ 260 w 850"/>
              <a:gd name="T63" fmla="*/ 739 h 850"/>
              <a:gd name="T64" fmla="*/ 262 w 850"/>
              <a:gd name="T65" fmla="*/ 821 h 850"/>
              <a:gd name="T66" fmla="*/ 324 w 850"/>
              <a:gd name="T67" fmla="*/ 847 h 850"/>
              <a:gd name="T68" fmla="*/ 378 w 850"/>
              <a:gd name="T69" fmla="*/ 777 h 850"/>
              <a:gd name="T70" fmla="*/ 439 w 850"/>
              <a:gd name="T71" fmla="*/ 779 h 850"/>
              <a:gd name="T72" fmla="*/ 482 w 850"/>
              <a:gd name="T73" fmla="*/ 850 h 850"/>
              <a:gd name="T74" fmla="*/ 549 w 850"/>
              <a:gd name="T75" fmla="*/ 841 h 850"/>
              <a:gd name="T76" fmla="*/ 560 w 850"/>
              <a:gd name="T77" fmla="*/ 753 h 850"/>
              <a:gd name="T78" fmla="*/ 614 w 850"/>
              <a:gd name="T79" fmla="*/ 725 h 850"/>
              <a:gd name="T80" fmla="*/ 687 w 850"/>
              <a:gd name="T81" fmla="*/ 765 h 850"/>
              <a:gd name="T82" fmla="*/ 740 w 850"/>
              <a:gd name="T83" fmla="*/ 723 h 850"/>
              <a:gd name="T84" fmla="*/ 706 w 850"/>
              <a:gd name="T85" fmla="*/ 642 h 850"/>
              <a:gd name="T86" fmla="*/ 739 w 850"/>
              <a:gd name="T87" fmla="*/ 590 h 850"/>
              <a:gd name="T88" fmla="*/ 822 w 850"/>
              <a:gd name="T89" fmla="*/ 589 h 850"/>
              <a:gd name="T90" fmla="*/ 847 w 850"/>
              <a:gd name="T91" fmla="*/ 526 h 850"/>
              <a:gd name="T92" fmla="*/ 777 w 850"/>
              <a:gd name="T93" fmla="*/ 472 h 850"/>
              <a:gd name="T94" fmla="*/ 780 w 850"/>
              <a:gd name="T95" fmla="*/ 411 h 850"/>
              <a:gd name="T96" fmla="*/ 850 w 850"/>
              <a:gd name="T97" fmla="*/ 369 h 850"/>
            </a:gdLst>
            <a:rect l="0" t="0" r="r" b="b"/>
            <a:pathLst>
              <a:path w="850" h="850">
                <a:moveTo>
                  <a:pt x="850" y="369"/>
                </a:moveTo>
                <a:cubicBezTo>
                  <a:pt x="841" y="302"/>
                  <a:pt x="841" y="302"/>
                  <a:pt x="841" y="302"/>
                </a:cubicBezTo>
                <a:cubicBezTo>
                  <a:pt x="753" y="290"/>
                  <a:pt x="753" y="290"/>
                  <a:pt x="753" y="290"/>
                </a:cubicBezTo>
                <a:cubicBezTo>
                  <a:pt x="746" y="271"/>
                  <a:pt x="736" y="253"/>
                  <a:pt x="725" y="236"/>
                </a:cubicBezTo>
                <a:cubicBezTo>
                  <a:pt x="765" y="164"/>
                  <a:pt x="765" y="164"/>
                  <a:pt x="765" y="164"/>
                </a:cubicBezTo>
                <a:cubicBezTo>
                  <a:pt x="724" y="110"/>
                  <a:pt x="724" y="110"/>
                  <a:pt x="724" y="110"/>
                </a:cubicBezTo>
                <a:cubicBezTo>
                  <a:pt x="642" y="144"/>
                  <a:pt x="642" y="144"/>
                  <a:pt x="642" y="144"/>
                </a:cubicBezTo>
                <a:cubicBezTo>
                  <a:pt x="626" y="132"/>
                  <a:pt x="609" y="121"/>
                  <a:pt x="591" y="111"/>
                </a:cubicBezTo>
                <a:cubicBezTo>
                  <a:pt x="589" y="29"/>
                  <a:pt x="589" y="29"/>
                  <a:pt x="589" y="29"/>
                </a:cubicBezTo>
                <a:cubicBezTo>
                  <a:pt x="526" y="3"/>
                  <a:pt x="526" y="3"/>
                  <a:pt x="526" y="3"/>
                </a:cubicBezTo>
                <a:cubicBezTo>
                  <a:pt x="473" y="73"/>
                  <a:pt x="473" y="73"/>
                  <a:pt x="473" y="73"/>
                </a:cubicBezTo>
                <a:cubicBezTo>
                  <a:pt x="453" y="71"/>
                  <a:pt x="432" y="70"/>
                  <a:pt x="412" y="71"/>
                </a:cubicBezTo>
                <a:cubicBezTo>
                  <a:pt x="369" y="0"/>
                  <a:pt x="369" y="0"/>
                  <a:pt x="369" y="0"/>
                </a:cubicBezTo>
                <a:cubicBezTo>
                  <a:pt x="302" y="9"/>
                  <a:pt x="302" y="9"/>
                  <a:pt x="302" y="9"/>
                </a:cubicBezTo>
                <a:cubicBezTo>
                  <a:pt x="291" y="97"/>
                  <a:pt x="291" y="97"/>
                  <a:pt x="291" y="97"/>
                </a:cubicBezTo>
                <a:cubicBezTo>
                  <a:pt x="272" y="105"/>
                  <a:pt x="253" y="114"/>
                  <a:pt x="236" y="125"/>
                </a:cubicBezTo>
                <a:cubicBezTo>
                  <a:pt x="164" y="85"/>
                  <a:pt x="164" y="85"/>
                  <a:pt x="164" y="85"/>
                </a:cubicBezTo>
                <a:cubicBezTo>
                  <a:pt x="111" y="127"/>
                  <a:pt x="111" y="127"/>
                  <a:pt x="111" y="127"/>
                </a:cubicBezTo>
                <a:cubicBezTo>
                  <a:pt x="145" y="208"/>
                  <a:pt x="145" y="208"/>
                  <a:pt x="145" y="208"/>
                </a:cubicBezTo>
                <a:cubicBezTo>
                  <a:pt x="132" y="224"/>
                  <a:pt x="121" y="242"/>
                  <a:pt x="112" y="260"/>
                </a:cubicBezTo>
                <a:cubicBezTo>
                  <a:pt x="29" y="261"/>
                  <a:pt x="29" y="261"/>
                  <a:pt x="29" y="261"/>
                </a:cubicBezTo>
                <a:cubicBezTo>
                  <a:pt x="3" y="324"/>
                  <a:pt x="3" y="324"/>
                  <a:pt x="3" y="324"/>
                </a:cubicBezTo>
                <a:cubicBezTo>
                  <a:pt x="74" y="378"/>
                  <a:pt x="74" y="378"/>
                  <a:pt x="74" y="378"/>
                </a:cubicBezTo>
                <a:cubicBezTo>
                  <a:pt x="71" y="398"/>
                  <a:pt x="70" y="418"/>
                  <a:pt x="71" y="439"/>
                </a:cubicBezTo>
                <a:cubicBezTo>
                  <a:pt x="0" y="481"/>
                  <a:pt x="0" y="481"/>
                  <a:pt x="0" y="481"/>
                </a:cubicBezTo>
                <a:cubicBezTo>
                  <a:pt x="9" y="548"/>
                  <a:pt x="9" y="548"/>
                  <a:pt x="9" y="548"/>
                </a:cubicBezTo>
                <a:cubicBezTo>
                  <a:pt x="97" y="560"/>
                  <a:pt x="97" y="560"/>
                  <a:pt x="97" y="560"/>
                </a:cubicBezTo>
                <a:cubicBezTo>
                  <a:pt x="105" y="579"/>
                  <a:pt x="114" y="597"/>
                  <a:pt x="125" y="614"/>
                </a:cubicBezTo>
                <a:cubicBezTo>
                  <a:pt x="85" y="686"/>
                  <a:pt x="85" y="686"/>
                  <a:pt x="85" y="686"/>
                </a:cubicBezTo>
                <a:cubicBezTo>
                  <a:pt x="127" y="740"/>
                  <a:pt x="127" y="740"/>
                  <a:pt x="127" y="740"/>
                </a:cubicBezTo>
                <a:cubicBezTo>
                  <a:pt x="209" y="706"/>
                  <a:pt x="209" y="706"/>
                  <a:pt x="209" y="706"/>
                </a:cubicBezTo>
                <a:cubicBezTo>
                  <a:pt x="225" y="718"/>
                  <a:pt x="242" y="729"/>
                  <a:pt x="260" y="739"/>
                </a:cubicBezTo>
                <a:cubicBezTo>
                  <a:pt x="262" y="821"/>
                  <a:pt x="262" y="821"/>
                  <a:pt x="262" y="821"/>
                </a:cubicBezTo>
                <a:cubicBezTo>
                  <a:pt x="324" y="847"/>
                  <a:pt x="324" y="847"/>
                  <a:pt x="324" y="847"/>
                </a:cubicBezTo>
                <a:cubicBezTo>
                  <a:pt x="378" y="777"/>
                  <a:pt x="378" y="777"/>
                  <a:pt x="378" y="777"/>
                </a:cubicBezTo>
                <a:cubicBezTo>
                  <a:pt x="398" y="779"/>
                  <a:pt x="418" y="780"/>
                  <a:pt x="439" y="779"/>
                </a:cubicBezTo>
                <a:cubicBezTo>
                  <a:pt x="482" y="850"/>
                  <a:pt x="482" y="850"/>
                  <a:pt x="482" y="850"/>
                </a:cubicBezTo>
                <a:cubicBezTo>
                  <a:pt x="549" y="841"/>
                  <a:pt x="549" y="841"/>
                  <a:pt x="549" y="841"/>
                </a:cubicBezTo>
                <a:cubicBezTo>
                  <a:pt x="560" y="753"/>
                  <a:pt x="560" y="753"/>
                  <a:pt x="560" y="753"/>
                </a:cubicBezTo>
                <a:cubicBezTo>
                  <a:pt x="579" y="745"/>
                  <a:pt x="597" y="736"/>
                  <a:pt x="614" y="725"/>
                </a:cubicBezTo>
                <a:cubicBezTo>
                  <a:pt x="687" y="765"/>
                  <a:pt x="687" y="765"/>
                  <a:pt x="687" y="765"/>
                </a:cubicBezTo>
                <a:cubicBezTo>
                  <a:pt x="740" y="723"/>
                  <a:pt x="740" y="723"/>
                  <a:pt x="740" y="723"/>
                </a:cubicBezTo>
                <a:cubicBezTo>
                  <a:pt x="706" y="642"/>
                  <a:pt x="706" y="642"/>
                  <a:pt x="706" y="642"/>
                </a:cubicBezTo>
                <a:cubicBezTo>
                  <a:pt x="718" y="626"/>
                  <a:pt x="730" y="608"/>
                  <a:pt x="739" y="590"/>
                </a:cubicBezTo>
                <a:cubicBezTo>
                  <a:pt x="822" y="589"/>
                  <a:pt x="822" y="589"/>
                  <a:pt x="822" y="589"/>
                </a:cubicBezTo>
                <a:cubicBezTo>
                  <a:pt x="847" y="526"/>
                  <a:pt x="847" y="526"/>
                  <a:pt x="847" y="526"/>
                </a:cubicBezTo>
                <a:cubicBezTo>
                  <a:pt x="777" y="472"/>
                  <a:pt x="777" y="472"/>
                  <a:pt x="777" y="472"/>
                </a:cubicBezTo>
                <a:cubicBezTo>
                  <a:pt x="780" y="452"/>
                  <a:pt x="781" y="432"/>
                  <a:pt x="780" y="411"/>
                </a:cubicBezTo>
                <a:lnTo>
                  <a:pt x="850" y="369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7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19BC2B5-B37A-41F4-AA79-2086EE5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641" y="2843818"/>
            <a:ext cx="1211899" cy="1197121"/>
          </a:xfrm>
          <a:custGeom xmlns:a="http://schemas.openxmlformats.org/drawingml/2006/main">
            <a:gdLst>
              <a:gd name="T0" fmla="*/ 648 w 659"/>
              <a:gd name="T1" fmla="*/ 396 h 650"/>
              <a:gd name="T2" fmla="*/ 659 w 659"/>
              <a:gd name="T3" fmla="*/ 323 h 650"/>
              <a:gd name="T4" fmla="*/ 599 w 659"/>
              <a:gd name="T5" fmla="*/ 304 h 650"/>
              <a:gd name="T6" fmla="*/ 587 w 659"/>
              <a:gd name="T7" fmla="*/ 243 h 650"/>
              <a:gd name="T8" fmla="*/ 629 w 659"/>
              <a:gd name="T9" fmla="*/ 195 h 650"/>
              <a:gd name="T10" fmla="*/ 595 w 659"/>
              <a:gd name="T11" fmla="*/ 130 h 650"/>
              <a:gd name="T12" fmla="*/ 535 w 659"/>
              <a:gd name="T13" fmla="*/ 149 h 650"/>
              <a:gd name="T14" fmla="*/ 490 w 659"/>
              <a:gd name="T15" fmla="*/ 107 h 650"/>
              <a:gd name="T16" fmla="*/ 495 w 659"/>
              <a:gd name="T17" fmla="*/ 44 h 650"/>
              <a:gd name="T18" fmla="*/ 430 w 659"/>
              <a:gd name="T19" fmla="*/ 11 h 650"/>
              <a:gd name="T20" fmla="*/ 393 w 659"/>
              <a:gd name="T21" fmla="*/ 62 h 650"/>
              <a:gd name="T22" fmla="*/ 331 w 659"/>
              <a:gd name="T23" fmla="*/ 54 h 650"/>
              <a:gd name="T24" fmla="*/ 298 w 659"/>
              <a:gd name="T25" fmla="*/ 0 h 650"/>
              <a:gd name="T26" fmla="*/ 226 w 659"/>
              <a:gd name="T27" fmla="*/ 12 h 650"/>
              <a:gd name="T28" fmla="*/ 226 w 659"/>
              <a:gd name="T29" fmla="*/ 75 h 650"/>
              <a:gd name="T30" fmla="*/ 172 w 659"/>
              <a:gd name="T31" fmla="*/ 105 h 650"/>
              <a:gd name="T32" fmla="*/ 113 w 659"/>
              <a:gd name="T33" fmla="*/ 81 h 650"/>
              <a:gd name="T34" fmla="*/ 62 w 659"/>
              <a:gd name="T35" fmla="*/ 132 h 650"/>
              <a:gd name="T36" fmla="*/ 99 w 659"/>
              <a:gd name="T37" fmla="*/ 184 h 650"/>
              <a:gd name="T38" fmla="*/ 73 w 659"/>
              <a:gd name="T39" fmla="*/ 240 h 650"/>
              <a:gd name="T40" fmla="*/ 11 w 659"/>
              <a:gd name="T41" fmla="*/ 254 h 650"/>
              <a:gd name="T42" fmla="*/ 0 w 659"/>
              <a:gd name="T43" fmla="*/ 327 h 650"/>
              <a:gd name="T44" fmla="*/ 60 w 659"/>
              <a:gd name="T45" fmla="*/ 346 h 650"/>
              <a:gd name="T46" fmla="*/ 72 w 659"/>
              <a:gd name="T47" fmla="*/ 407 h 650"/>
              <a:gd name="T48" fmla="*/ 30 w 659"/>
              <a:gd name="T49" fmla="*/ 455 h 650"/>
              <a:gd name="T50" fmla="*/ 64 w 659"/>
              <a:gd name="T51" fmla="*/ 520 h 650"/>
              <a:gd name="T52" fmla="*/ 124 w 659"/>
              <a:gd name="T53" fmla="*/ 501 h 650"/>
              <a:gd name="T54" fmla="*/ 169 w 659"/>
              <a:gd name="T55" fmla="*/ 543 h 650"/>
              <a:gd name="T56" fmla="*/ 164 w 659"/>
              <a:gd name="T57" fmla="*/ 606 h 650"/>
              <a:gd name="T58" fmla="*/ 229 w 659"/>
              <a:gd name="T59" fmla="*/ 639 h 650"/>
              <a:gd name="T60" fmla="*/ 266 w 659"/>
              <a:gd name="T61" fmla="*/ 588 h 650"/>
              <a:gd name="T62" fmla="*/ 328 w 659"/>
              <a:gd name="T63" fmla="*/ 595 h 650"/>
              <a:gd name="T64" fmla="*/ 361 w 659"/>
              <a:gd name="T65" fmla="*/ 650 h 650"/>
              <a:gd name="T66" fmla="*/ 433 w 659"/>
              <a:gd name="T67" fmla="*/ 638 h 650"/>
              <a:gd name="T68" fmla="*/ 433 w 659"/>
              <a:gd name="T69" fmla="*/ 575 h 650"/>
              <a:gd name="T70" fmla="*/ 487 w 659"/>
              <a:gd name="T71" fmla="*/ 545 h 650"/>
              <a:gd name="T72" fmla="*/ 546 w 659"/>
              <a:gd name="T73" fmla="*/ 569 h 650"/>
              <a:gd name="T74" fmla="*/ 597 w 659"/>
              <a:gd name="T75" fmla="*/ 517 h 650"/>
              <a:gd name="T76" fmla="*/ 560 w 659"/>
              <a:gd name="T77" fmla="*/ 466 h 650"/>
              <a:gd name="T78" fmla="*/ 586 w 659"/>
              <a:gd name="T79" fmla="*/ 410 h 650"/>
              <a:gd name="T80" fmla="*/ 648 w 659"/>
              <a:gd name="T81" fmla="*/ 396 h 650"/>
            </a:gdLst>
            <a:rect l="0" t="0" r="r" b="b"/>
            <a:pathLst>
              <a:path w="659" h="650">
                <a:moveTo>
                  <a:pt x="648" y="396"/>
                </a:moveTo>
                <a:cubicBezTo>
                  <a:pt x="659" y="323"/>
                  <a:pt x="659" y="323"/>
                  <a:pt x="659" y="323"/>
                </a:cubicBezTo>
                <a:cubicBezTo>
                  <a:pt x="599" y="304"/>
                  <a:pt x="599" y="304"/>
                  <a:pt x="599" y="304"/>
                </a:cubicBezTo>
                <a:cubicBezTo>
                  <a:pt x="597" y="283"/>
                  <a:pt x="593" y="262"/>
                  <a:pt x="587" y="243"/>
                </a:cubicBezTo>
                <a:cubicBezTo>
                  <a:pt x="629" y="195"/>
                  <a:pt x="629" y="195"/>
                  <a:pt x="629" y="195"/>
                </a:cubicBezTo>
                <a:cubicBezTo>
                  <a:pt x="595" y="130"/>
                  <a:pt x="595" y="130"/>
                  <a:pt x="595" y="130"/>
                </a:cubicBezTo>
                <a:cubicBezTo>
                  <a:pt x="535" y="149"/>
                  <a:pt x="535" y="149"/>
                  <a:pt x="535" y="149"/>
                </a:cubicBezTo>
                <a:cubicBezTo>
                  <a:pt x="522" y="134"/>
                  <a:pt x="506" y="119"/>
                  <a:pt x="490" y="107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430" y="11"/>
                  <a:pt x="430" y="11"/>
                  <a:pt x="430" y="11"/>
                </a:cubicBezTo>
                <a:cubicBezTo>
                  <a:pt x="393" y="62"/>
                  <a:pt x="393" y="62"/>
                  <a:pt x="393" y="62"/>
                </a:cubicBezTo>
                <a:cubicBezTo>
                  <a:pt x="373" y="57"/>
                  <a:pt x="352" y="55"/>
                  <a:pt x="331" y="54"/>
                </a:cubicBezTo>
                <a:cubicBezTo>
                  <a:pt x="298" y="0"/>
                  <a:pt x="298" y="0"/>
                  <a:pt x="298" y="0"/>
                </a:cubicBezTo>
                <a:cubicBezTo>
                  <a:pt x="226" y="12"/>
                  <a:pt x="226" y="12"/>
                  <a:pt x="226" y="12"/>
                </a:cubicBezTo>
                <a:cubicBezTo>
                  <a:pt x="226" y="75"/>
                  <a:pt x="226" y="75"/>
                  <a:pt x="226" y="75"/>
                </a:cubicBezTo>
                <a:cubicBezTo>
                  <a:pt x="207" y="83"/>
                  <a:pt x="188" y="93"/>
                  <a:pt x="172" y="105"/>
                </a:cubicBezTo>
                <a:cubicBezTo>
                  <a:pt x="113" y="81"/>
                  <a:pt x="113" y="81"/>
                  <a:pt x="113" y="81"/>
                </a:cubicBezTo>
                <a:cubicBezTo>
                  <a:pt x="62" y="132"/>
                  <a:pt x="62" y="132"/>
                  <a:pt x="62" y="132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88" y="201"/>
                  <a:pt x="79" y="220"/>
                  <a:pt x="73" y="240"/>
                </a:cubicBezTo>
                <a:cubicBezTo>
                  <a:pt x="11" y="254"/>
                  <a:pt x="11" y="254"/>
                  <a:pt x="11" y="254"/>
                </a:cubicBezTo>
                <a:cubicBezTo>
                  <a:pt x="0" y="327"/>
                  <a:pt x="0" y="327"/>
                  <a:pt x="0" y="327"/>
                </a:cubicBezTo>
                <a:cubicBezTo>
                  <a:pt x="60" y="346"/>
                  <a:pt x="60" y="346"/>
                  <a:pt x="60" y="346"/>
                </a:cubicBezTo>
                <a:cubicBezTo>
                  <a:pt x="62" y="367"/>
                  <a:pt x="66" y="388"/>
                  <a:pt x="72" y="407"/>
                </a:cubicBezTo>
                <a:cubicBezTo>
                  <a:pt x="30" y="455"/>
                  <a:pt x="30" y="455"/>
                  <a:pt x="30" y="455"/>
                </a:cubicBezTo>
                <a:cubicBezTo>
                  <a:pt x="64" y="520"/>
                  <a:pt x="64" y="520"/>
                  <a:pt x="64" y="520"/>
                </a:cubicBezTo>
                <a:cubicBezTo>
                  <a:pt x="124" y="501"/>
                  <a:pt x="124" y="501"/>
                  <a:pt x="124" y="501"/>
                </a:cubicBezTo>
                <a:cubicBezTo>
                  <a:pt x="137" y="516"/>
                  <a:pt x="153" y="531"/>
                  <a:pt x="169" y="543"/>
                </a:cubicBezTo>
                <a:cubicBezTo>
                  <a:pt x="164" y="606"/>
                  <a:pt x="164" y="606"/>
                  <a:pt x="164" y="606"/>
                </a:cubicBezTo>
                <a:cubicBezTo>
                  <a:pt x="229" y="639"/>
                  <a:pt x="229" y="639"/>
                  <a:pt x="229" y="639"/>
                </a:cubicBezTo>
                <a:cubicBezTo>
                  <a:pt x="266" y="588"/>
                  <a:pt x="266" y="588"/>
                  <a:pt x="266" y="588"/>
                </a:cubicBezTo>
                <a:cubicBezTo>
                  <a:pt x="286" y="593"/>
                  <a:pt x="307" y="595"/>
                  <a:pt x="328" y="595"/>
                </a:cubicBezTo>
                <a:cubicBezTo>
                  <a:pt x="361" y="650"/>
                  <a:pt x="361" y="650"/>
                  <a:pt x="361" y="650"/>
                </a:cubicBezTo>
                <a:cubicBezTo>
                  <a:pt x="433" y="638"/>
                  <a:pt x="433" y="638"/>
                  <a:pt x="433" y="638"/>
                </a:cubicBezTo>
                <a:cubicBezTo>
                  <a:pt x="433" y="575"/>
                  <a:pt x="433" y="575"/>
                  <a:pt x="433" y="575"/>
                </a:cubicBezTo>
                <a:cubicBezTo>
                  <a:pt x="452" y="567"/>
                  <a:pt x="471" y="557"/>
                  <a:pt x="487" y="545"/>
                </a:cubicBezTo>
                <a:cubicBezTo>
                  <a:pt x="546" y="569"/>
                  <a:pt x="546" y="569"/>
                  <a:pt x="546" y="569"/>
                </a:cubicBezTo>
                <a:cubicBezTo>
                  <a:pt x="597" y="517"/>
                  <a:pt x="597" y="517"/>
                  <a:pt x="597" y="517"/>
                </a:cubicBezTo>
                <a:cubicBezTo>
                  <a:pt x="560" y="466"/>
                  <a:pt x="560" y="466"/>
                  <a:pt x="560" y="466"/>
                </a:cubicBezTo>
                <a:cubicBezTo>
                  <a:pt x="571" y="449"/>
                  <a:pt x="580" y="430"/>
                  <a:pt x="586" y="410"/>
                </a:cubicBezTo>
                <a:lnTo>
                  <a:pt x="648" y="396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8" name="Oval 14">
            <a:extLst xmlns:a="http://schemas.openxmlformats.org/drawingml/2006/main">
              <a:ext uri="{FF2B5EF4-FFF2-40B4-BE49-F238E27FC236}">
                <a16:creationId xmlns:a16="http://schemas.microsoft.com/office/drawing/2014/main" id="{06536D3C-FE9E-4134-B91D-8EEDD4A3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938" y="4036524"/>
            <a:ext cx="853466" cy="894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89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4D2993C-EEF4-4A4D-8A5A-1ED31E10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73" y="2853671"/>
            <a:ext cx="1571529" cy="1573170"/>
          </a:xfrm>
          <a:custGeom xmlns:a="http://schemas.openxmlformats.org/drawingml/2006/main">
            <a:gdLst>
              <a:gd name="T0" fmla="*/ 855 w 855"/>
              <a:gd name="T1" fmla="*/ 419 h 855"/>
              <a:gd name="T2" fmla="*/ 853 w 855"/>
              <a:gd name="T3" fmla="*/ 347 h 855"/>
              <a:gd name="T4" fmla="*/ 763 w 855"/>
              <a:gd name="T5" fmla="*/ 326 h 855"/>
              <a:gd name="T6" fmla="*/ 743 w 855"/>
              <a:gd name="T7" fmla="*/ 276 h 855"/>
              <a:gd name="T8" fmla="*/ 794 w 855"/>
              <a:gd name="T9" fmla="*/ 207 h 855"/>
              <a:gd name="T10" fmla="*/ 756 w 855"/>
              <a:gd name="T11" fmla="*/ 145 h 855"/>
              <a:gd name="T12" fmla="*/ 667 w 855"/>
              <a:gd name="T13" fmla="*/ 172 h 855"/>
              <a:gd name="T14" fmla="*/ 625 w 855"/>
              <a:gd name="T15" fmla="*/ 139 h 855"/>
              <a:gd name="T16" fmla="*/ 634 w 855"/>
              <a:gd name="T17" fmla="*/ 53 h 855"/>
              <a:gd name="T18" fmla="*/ 571 w 855"/>
              <a:gd name="T19" fmla="*/ 18 h 855"/>
              <a:gd name="T20" fmla="*/ 508 w 855"/>
              <a:gd name="T21" fmla="*/ 86 h 855"/>
              <a:gd name="T22" fmla="*/ 454 w 855"/>
              <a:gd name="T23" fmla="*/ 78 h 855"/>
              <a:gd name="T24" fmla="*/ 419 w 855"/>
              <a:gd name="T25" fmla="*/ 0 h 855"/>
              <a:gd name="T26" fmla="*/ 347 w 855"/>
              <a:gd name="T27" fmla="*/ 1 h 855"/>
              <a:gd name="T28" fmla="*/ 326 w 855"/>
              <a:gd name="T29" fmla="*/ 92 h 855"/>
              <a:gd name="T30" fmla="*/ 276 w 855"/>
              <a:gd name="T31" fmla="*/ 111 h 855"/>
              <a:gd name="T32" fmla="*/ 207 w 855"/>
              <a:gd name="T33" fmla="*/ 61 h 855"/>
              <a:gd name="T34" fmla="*/ 145 w 855"/>
              <a:gd name="T35" fmla="*/ 99 h 855"/>
              <a:gd name="T36" fmla="*/ 172 w 855"/>
              <a:gd name="T37" fmla="*/ 187 h 855"/>
              <a:gd name="T38" fmla="*/ 139 w 855"/>
              <a:gd name="T39" fmla="*/ 229 h 855"/>
              <a:gd name="T40" fmla="*/ 53 w 855"/>
              <a:gd name="T41" fmla="*/ 220 h 855"/>
              <a:gd name="T42" fmla="*/ 18 w 855"/>
              <a:gd name="T43" fmla="*/ 284 h 855"/>
              <a:gd name="T44" fmla="*/ 86 w 855"/>
              <a:gd name="T45" fmla="*/ 347 h 855"/>
              <a:gd name="T46" fmla="*/ 78 w 855"/>
              <a:gd name="T47" fmla="*/ 400 h 855"/>
              <a:gd name="T48" fmla="*/ 0 w 855"/>
              <a:gd name="T49" fmla="*/ 435 h 855"/>
              <a:gd name="T50" fmla="*/ 1 w 855"/>
              <a:gd name="T51" fmla="*/ 508 h 855"/>
              <a:gd name="T52" fmla="*/ 92 w 855"/>
              <a:gd name="T53" fmla="*/ 528 h 855"/>
              <a:gd name="T54" fmla="*/ 111 w 855"/>
              <a:gd name="T55" fmla="*/ 578 h 855"/>
              <a:gd name="T56" fmla="*/ 61 w 855"/>
              <a:gd name="T57" fmla="*/ 648 h 855"/>
              <a:gd name="T58" fmla="*/ 99 w 855"/>
              <a:gd name="T59" fmla="*/ 710 h 855"/>
              <a:gd name="T60" fmla="*/ 187 w 855"/>
              <a:gd name="T61" fmla="*/ 682 h 855"/>
              <a:gd name="T62" fmla="*/ 229 w 855"/>
              <a:gd name="T63" fmla="*/ 716 h 855"/>
              <a:gd name="T64" fmla="*/ 220 w 855"/>
              <a:gd name="T65" fmla="*/ 802 h 855"/>
              <a:gd name="T66" fmla="*/ 284 w 855"/>
              <a:gd name="T67" fmla="*/ 836 h 855"/>
              <a:gd name="T68" fmla="*/ 347 w 855"/>
              <a:gd name="T69" fmla="*/ 768 h 855"/>
              <a:gd name="T70" fmla="*/ 400 w 855"/>
              <a:gd name="T71" fmla="*/ 776 h 855"/>
              <a:gd name="T72" fmla="*/ 435 w 855"/>
              <a:gd name="T73" fmla="*/ 855 h 855"/>
              <a:gd name="T74" fmla="*/ 508 w 855"/>
              <a:gd name="T75" fmla="*/ 853 h 855"/>
              <a:gd name="T76" fmla="*/ 528 w 855"/>
              <a:gd name="T77" fmla="*/ 763 h 855"/>
              <a:gd name="T78" fmla="*/ 578 w 855"/>
              <a:gd name="T79" fmla="*/ 743 h 855"/>
              <a:gd name="T80" fmla="*/ 648 w 855"/>
              <a:gd name="T81" fmla="*/ 794 h 855"/>
              <a:gd name="T82" fmla="*/ 710 w 855"/>
              <a:gd name="T83" fmla="*/ 756 h 855"/>
              <a:gd name="T84" fmla="*/ 682 w 855"/>
              <a:gd name="T85" fmla="*/ 667 h 855"/>
              <a:gd name="T86" fmla="*/ 716 w 855"/>
              <a:gd name="T87" fmla="*/ 625 h 855"/>
              <a:gd name="T88" fmla="*/ 802 w 855"/>
              <a:gd name="T89" fmla="*/ 634 h 855"/>
              <a:gd name="T90" fmla="*/ 836 w 855"/>
              <a:gd name="T91" fmla="*/ 571 h 855"/>
              <a:gd name="T92" fmla="*/ 768 w 855"/>
              <a:gd name="T93" fmla="*/ 508 h 855"/>
              <a:gd name="T94" fmla="*/ 776 w 855"/>
              <a:gd name="T95" fmla="*/ 454 h 855"/>
              <a:gd name="T96" fmla="*/ 855 w 855"/>
              <a:gd name="T97" fmla="*/ 419 h 855"/>
            </a:gdLst>
            <a:rect l="0" t="0" r="r" b="b"/>
            <a:pathLst>
              <a:path w="855" h="855">
                <a:moveTo>
                  <a:pt x="855" y="419"/>
                </a:moveTo>
                <a:cubicBezTo>
                  <a:pt x="853" y="347"/>
                  <a:pt x="853" y="347"/>
                  <a:pt x="853" y="347"/>
                </a:cubicBezTo>
                <a:cubicBezTo>
                  <a:pt x="763" y="326"/>
                  <a:pt x="763" y="326"/>
                  <a:pt x="763" y="326"/>
                </a:cubicBezTo>
                <a:cubicBezTo>
                  <a:pt x="757" y="309"/>
                  <a:pt x="751" y="292"/>
                  <a:pt x="743" y="276"/>
                </a:cubicBezTo>
                <a:cubicBezTo>
                  <a:pt x="794" y="207"/>
                  <a:pt x="794" y="207"/>
                  <a:pt x="794" y="207"/>
                </a:cubicBezTo>
                <a:cubicBezTo>
                  <a:pt x="756" y="145"/>
                  <a:pt x="756" y="145"/>
                  <a:pt x="756" y="145"/>
                </a:cubicBezTo>
                <a:cubicBezTo>
                  <a:pt x="667" y="172"/>
                  <a:pt x="667" y="172"/>
                  <a:pt x="667" y="172"/>
                </a:cubicBezTo>
                <a:cubicBezTo>
                  <a:pt x="654" y="160"/>
                  <a:pt x="640" y="149"/>
                  <a:pt x="625" y="139"/>
                </a:cubicBezTo>
                <a:cubicBezTo>
                  <a:pt x="634" y="53"/>
                  <a:pt x="634" y="53"/>
                  <a:pt x="634" y="53"/>
                </a:cubicBezTo>
                <a:cubicBezTo>
                  <a:pt x="571" y="18"/>
                  <a:pt x="571" y="18"/>
                  <a:pt x="571" y="18"/>
                </a:cubicBezTo>
                <a:cubicBezTo>
                  <a:pt x="508" y="86"/>
                  <a:pt x="508" y="86"/>
                  <a:pt x="508" y="86"/>
                </a:cubicBezTo>
                <a:cubicBezTo>
                  <a:pt x="490" y="82"/>
                  <a:pt x="473" y="80"/>
                  <a:pt x="454" y="78"/>
                </a:cubicBezTo>
                <a:cubicBezTo>
                  <a:pt x="419" y="0"/>
                  <a:pt x="419" y="0"/>
                  <a:pt x="419" y="0"/>
                </a:cubicBezTo>
                <a:cubicBezTo>
                  <a:pt x="347" y="1"/>
                  <a:pt x="347" y="1"/>
                  <a:pt x="347" y="1"/>
                </a:cubicBezTo>
                <a:cubicBezTo>
                  <a:pt x="326" y="92"/>
                  <a:pt x="326" y="92"/>
                  <a:pt x="326" y="92"/>
                </a:cubicBezTo>
                <a:cubicBezTo>
                  <a:pt x="309" y="97"/>
                  <a:pt x="292" y="104"/>
                  <a:pt x="276" y="111"/>
                </a:cubicBezTo>
                <a:cubicBezTo>
                  <a:pt x="207" y="61"/>
                  <a:pt x="207" y="61"/>
                  <a:pt x="207" y="61"/>
                </a:cubicBezTo>
                <a:cubicBezTo>
                  <a:pt x="145" y="99"/>
                  <a:pt x="145" y="99"/>
                  <a:pt x="145" y="99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60" y="200"/>
                  <a:pt x="149" y="214"/>
                  <a:pt x="139" y="229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18" y="284"/>
                  <a:pt x="18" y="284"/>
                  <a:pt x="18" y="284"/>
                </a:cubicBezTo>
                <a:cubicBezTo>
                  <a:pt x="86" y="347"/>
                  <a:pt x="86" y="347"/>
                  <a:pt x="86" y="347"/>
                </a:cubicBezTo>
                <a:cubicBezTo>
                  <a:pt x="82" y="364"/>
                  <a:pt x="80" y="382"/>
                  <a:pt x="78" y="400"/>
                </a:cubicBezTo>
                <a:cubicBezTo>
                  <a:pt x="0" y="435"/>
                  <a:pt x="0" y="435"/>
                  <a:pt x="0" y="435"/>
                </a:cubicBezTo>
                <a:cubicBezTo>
                  <a:pt x="1" y="508"/>
                  <a:pt x="1" y="508"/>
                  <a:pt x="1" y="508"/>
                </a:cubicBezTo>
                <a:cubicBezTo>
                  <a:pt x="92" y="528"/>
                  <a:pt x="92" y="528"/>
                  <a:pt x="92" y="528"/>
                </a:cubicBezTo>
                <a:cubicBezTo>
                  <a:pt x="97" y="545"/>
                  <a:pt x="104" y="562"/>
                  <a:pt x="111" y="578"/>
                </a:cubicBezTo>
                <a:cubicBezTo>
                  <a:pt x="61" y="648"/>
                  <a:pt x="61" y="648"/>
                  <a:pt x="61" y="648"/>
                </a:cubicBezTo>
                <a:cubicBezTo>
                  <a:pt x="99" y="710"/>
                  <a:pt x="99" y="710"/>
                  <a:pt x="99" y="710"/>
                </a:cubicBezTo>
                <a:cubicBezTo>
                  <a:pt x="187" y="682"/>
                  <a:pt x="187" y="682"/>
                  <a:pt x="187" y="682"/>
                </a:cubicBezTo>
                <a:cubicBezTo>
                  <a:pt x="200" y="694"/>
                  <a:pt x="214" y="706"/>
                  <a:pt x="229" y="716"/>
                </a:cubicBezTo>
                <a:cubicBezTo>
                  <a:pt x="220" y="802"/>
                  <a:pt x="220" y="802"/>
                  <a:pt x="220" y="802"/>
                </a:cubicBezTo>
                <a:cubicBezTo>
                  <a:pt x="284" y="836"/>
                  <a:pt x="284" y="836"/>
                  <a:pt x="284" y="836"/>
                </a:cubicBezTo>
                <a:cubicBezTo>
                  <a:pt x="347" y="768"/>
                  <a:pt x="347" y="768"/>
                  <a:pt x="347" y="768"/>
                </a:cubicBezTo>
                <a:cubicBezTo>
                  <a:pt x="364" y="772"/>
                  <a:pt x="382" y="775"/>
                  <a:pt x="400" y="776"/>
                </a:cubicBezTo>
                <a:cubicBezTo>
                  <a:pt x="435" y="855"/>
                  <a:pt x="435" y="855"/>
                  <a:pt x="435" y="855"/>
                </a:cubicBezTo>
                <a:cubicBezTo>
                  <a:pt x="508" y="853"/>
                  <a:pt x="508" y="853"/>
                  <a:pt x="508" y="853"/>
                </a:cubicBezTo>
                <a:cubicBezTo>
                  <a:pt x="528" y="763"/>
                  <a:pt x="528" y="763"/>
                  <a:pt x="528" y="763"/>
                </a:cubicBezTo>
                <a:cubicBezTo>
                  <a:pt x="545" y="757"/>
                  <a:pt x="562" y="751"/>
                  <a:pt x="578" y="743"/>
                </a:cubicBezTo>
                <a:cubicBezTo>
                  <a:pt x="648" y="794"/>
                  <a:pt x="648" y="794"/>
                  <a:pt x="648" y="794"/>
                </a:cubicBezTo>
                <a:cubicBezTo>
                  <a:pt x="710" y="756"/>
                  <a:pt x="710" y="756"/>
                  <a:pt x="710" y="756"/>
                </a:cubicBezTo>
                <a:cubicBezTo>
                  <a:pt x="682" y="667"/>
                  <a:pt x="682" y="667"/>
                  <a:pt x="682" y="667"/>
                </a:cubicBezTo>
                <a:cubicBezTo>
                  <a:pt x="694" y="654"/>
                  <a:pt x="706" y="640"/>
                  <a:pt x="716" y="625"/>
                </a:cubicBezTo>
                <a:cubicBezTo>
                  <a:pt x="802" y="634"/>
                  <a:pt x="802" y="634"/>
                  <a:pt x="802" y="634"/>
                </a:cubicBezTo>
                <a:cubicBezTo>
                  <a:pt x="836" y="571"/>
                  <a:pt x="836" y="571"/>
                  <a:pt x="836" y="571"/>
                </a:cubicBezTo>
                <a:cubicBezTo>
                  <a:pt x="768" y="508"/>
                  <a:pt x="768" y="508"/>
                  <a:pt x="768" y="508"/>
                </a:cubicBezTo>
                <a:cubicBezTo>
                  <a:pt x="772" y="490"/>
                  <a:pt x="775" y="473"/>
                  <a:pt x="776" y="454"/>
                </a:cubicBezTo>
                <a:lnTo>
                  <a:pt x="855" y="419"/>
                </a:lnTo>
                <a:close/>
              </a:path>
            </a:pathLst>
          </a:cu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0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9A29284-CB31-4AE7-8CA5-E2BC3168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83" y="3143588"/>
            <a:ext cx="962294" cy="962294"/>
          </a:xfrm>
          <a:custGeom xmlns:a="http://schemas.openxmlformats.org/drawingml/2006/main">
            <a:gdLst>
              <a:gd name="T0" fmla="*/ 519 w 523"/>
              <a:gd name="T1" fmla="*/ 255 h 523"/>
              <a:gd name="T2" fmla="*/ 268 w 523"/>
              <a:gd name="T3" fmla="*/ 519 h 523"/>
              <a:gd name="T4" fmla="*/ 4 w 523"/>
              <a:gd name="T5" fmla="*/ 268 h 523"/>
              <a:gd name="T6" fmla="*/ 255 w 523"/>
              <a:gd name="T7" fmla="*/ 4 h 523"/>
              <a:gd name="T8" fmla="*/ 519 w 523"/>
              <a:gd name="T9" fmla="*/ 255 h 523"/>
            </a:gdLst>
            <a:rect l="0" t="0" r="r" b="b"/>
            <a:pathLst>
              <a:path w="523" h="523">
                <a:moveTo>
                  <a:pt x="519" y="255"/>
                </a:moveTo>
                <a:cubicBezTo>
                  <a:pt x="523" y="397"/>
                  <a:pt x="410" y="515"/>
                  <a:pt x="268" y="519"/>
                </a:cubicBezTo>
                <a:cubicBezTo>
                  <a:pt x="126" y="523"/>
                  <a:pt x="7" y="410"/>
                  <a:pt x="4" y="268"/>
                </a:cubicBezTo>
                <a:cubicBezTo>
                  <a:pt x="0" y="126"/>
                  <a:pt x="112" y="7"/>
                  <a:pt x="255" y="4"/>
                </a:cubicBezTo>
                <a:cubicBezTo>
                  <a:pt x="397" y="0"/>
                  <a:pt x="515" y="112"/>
                  <a:pt x="519" y="255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1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491BA3A-F31D-49D5-AD51-98C9B6C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695124" y="2686172"/>
            <a:ext cx="1752164" cy="1747237"/>
          </a:xfrm>
          <a:custGeom xmlns:a="http://schemas.openxmlformats.org/drawingml/2006/main">
            <a:gdLst>
              <a:gd name="T0" fmla="*/ 953 w 953"/>
              <a:gd name="T1" fmla="*/ 525 h 949"/>
              <a:gd name="T2" fmla="*/ 880 w 953"/>
              <a:gd name="T3" fmla="*/ 482 h 949"/>
              <a:gd name="T4" fmla="*/ 880 w 953"/>
              <a:gd name="T5" fmla="*/ 477 h 949"/>
              <a:gd name="T6" fmla="*/ 875 w 953"/>
              <a:gd name="T7" fmla="*/ 409 h 949"/>
              <a:gd name="T8" fmla="*/ 936 w 953"/>
              <a:gd name="T9" fmla="*/ 341 h 949"/>
              <a:gd name="T10" fmla="*/ 886 w 953"/>
              <a:gd name="T11" fmla="*/ 253 h 949"/>
              <a:gd name="T12" fmla="*/ 823 w 953"/>
              <a:gd name="T13" fmla="*/ 270 h 949"/>
              <a:gd name="T14" fmla="*/ 765 w 953"/>
              <a:gd name="T15" fmla="*/ 195 h 949"/>
              <a:gd name="T16" fmla="*/ 791 w 953"/>
              <a:gd name="T17" fmla="*/ 121 h 949"/>
              <a:gd name="T18" fmla="*/ 712 w 953"/>
              <a:gd name="T19" fmla="*/ 59 h 949"/>
              <a:gd name="T20" fmla="*/ 645 w 953"/>
              <a:gd name="T21" fmla="*/ 110 h 949"/>
              <a:gd name="T22" fmla="*/ 566 w 953"/>
              <a:gd name="T23" fmla="*/ 83 h 949"/>
              <a:gd name="T24" fmla="*/ 546 w 953"/>
              <a:gd name="T25" fmla="*/ 6 h 949"/>
              <a:gd name="T26" fmla="*/ 446 w 953"/>
              <a:gd name="T27" fmla="*/ 0 h 949"/>
              <a:gd name="T28" fmla="*/ 420 w 953"/>
              <a:gd name="T29" fmla="*/ 77 h 949"/>
              <a:gd name="T30" fmla="*/ 337 w 953"/>
              <a:gd name="T31" fmla="*/ 98 h 949"/>
              <a:gd name="T32" fmla="*/ 278 w 953"/>
              <a:gd name="T33" fmla="*/ 44 h 949"/>
              <a:gd name="T34" fmla="*/ 191 w 953"/>
              <a:gd name="T35" fmla="*/ 94 h 949"/>
              <a:gd name="T36" fmla="*/ 211 w 953"/>
              <a:gd name="T37" fmla="*/ 173 h 949"/>
              <a:gd name="T38" fmla="*/ 153 w 953"/>
              <a:gd name="T39" fmla="*/ 235 h 949"/>
              <a:gd name="T40" fmla="*/ 74 w 953"/>
              <a:gd name="T41" fmla="*/ 222 h 949"/>
              <a:gd name="T42" fmla="*/ 28 w 953"/>
              <a:gd name="T43" fmla="*/ 311 h 949"/>
              <a:gd name="T44" fmla="*/ 88 w 953"/>
              <a:gd name="T45" fmla="*/ 366 h 949"/>
              <a:gd name="T46" fmla="*/ 73 w 953"/>
              <a:gd name="T47" fmla="*/ 450 h 949"/>
              <a:gd name="T48" fmla="*/ 0 w 953"/>
              <a:gd name="T49" fmla="*/ 483 h 949"/>
              <a:gd name="T50" fmla="*/ 9 w 953"/>
              <a:gd name="T51" fmla="*/ 582 h 949"/>
              <a:gd name="T52" fmla="*/ 90 w 953"/>
              <a:gd name="T53" fmla="*/ 596 h 949"/>
              <a:gd name="T54" fmla="*/ 115 w 953"/>
              <a:gd name="T55" fmla="*/ 660 h 949"/>
              <a:gd name="T56" fmla="*/ 69 w 953"/>
              <a:gd name="T57" fmla="*/ 726 h 949"/>
              <a:gd name="T58" fmla="*/ 128 w 953"/>
              <a:gd name="T59" fmla="*/ 807 h 949"/>
              <a:gd name="T60" fmla="*/ 205 w 953"/>
              <a:gd name="T61" fmla="*/ 777 h 949"/>
              <a:gd name="T62" fmla="*/ 269 w 953"/>
              <a:gd name="T63" fmla="*/ 825 h 949"/>
              <a:gd name="T64" fmla="*/ 266 w 953"/>
              <a:gd name="T65" fmla="*/ 903 h 949"/>
              <a:gd name="T66" fmla="*/ 360 w 953"/>
              <a:gd name="T67" fmla="*/ 939 h 949"/>
              <a:gd name="T68" fmla="*/ 406 w 953"/>
              <a:gd name="T69" fmla="*/ 875 h 949"/>
              <a:gd name="T70" fmla="*/ 476 w 953"/>
              <a:gd name="T71" fmla="*/ 882 h 949"/>
              <a:gd name="T72" fmla="*/ 494 w 953"/>
              <a:gd name="T73" fmla="*/ 881 h 949"/>
              <a:gd name="T74" fmla="*/ 533 w 953"/>
              <a:gd name="T75" fmla="*/ 949 h 949"/>
              <a:gd name="T76" fmla="*/ 631 w 953"/>
              <a:gd name="T77" fmla="*/ 929 h 949"/>
              <a:gd name="T78" fmla="*/ 636 w 953"/>
              <a:gd name="T79" fmla="*/ 849 h 949"/>
              <a:gd name="T80" fmla="*/ 853 w 953"/>
              <a:gd name="T81" fmla="*/ 625 h 949"/>
              <a:gd name="T82" fmla="*/ 926 w 953"/>
              <a:gd name="T83" fmla="*/ 621 h 949"/>
              <a:gd name="T84" fmla="*/ 953 w 953"/>
              <a:gd name="T85" fmla="*/ 525 h 949"/>
            </a:gdLst>
            <a:rect l="0" t="0" r="r" b="b"/>
            <a:pathLst>
              <a:path w="953" h="949">
                <a:moveTo>
                  <a:pt x="953" y="525"/>
                </a:moveTo>
                <a:cubicBezTo>
                  <a:pt x="880" y="482"/>
                  <a:pt x="880" y="482"/>
                  <a:pt x="880" y="482"/>
                </a:cubicBezTo>
                <a:cubicBezTo>
                  <a:pt x="880" y="480"/>
                  <a:pt x="880" y="479"/>
                  <a:pt x="880" y="477"/>
                </a:cubicBezTo>
                <a:cubicBezTo>
                  <a:pt x="880" y="454"/>
                  <a:pt x="878" y="431"/>
                  <a:pt x="875" y="409"/>
                </a:cubicBezTo>
                <a:cubicBezTo>
                  <a:pt x="936" y="341"/>
                  <a:pt x="936" y="341"/>
                  <a:pt x="936" y="341"/>
                </a:cubicBezTo>
                <a:cubicBezTo>
                  <a:pt x="886" y="253"/>
                  <a:pt x="886" y="253"/>
                  <a:pt x="886" y="253"/>
                </a:cubicBezTo>
                <a:cubicBezTo>
                  <a:pt x="823" y="270"/>
                  <a:pt x="823" y="270"/>
                  <a:pt x="823" y="270"/>
                </a:cubicBezTo>
                <a:cubicBezTo>
                  <a:pt x="807" y="242"/>
                  <a:pt x="787" y="217"/>
                  <a:pt x="765" y="195"/>
                </a:cubicBezTo>
                <a:cubicBezTo>
                  <a:pt x="791" y="121"/>
                  <a:pt x="791" y="121"/>
                  <a:pt x="791" y="121"/>
                </a:cubicBezTo>
                <a:cubicBezTo>
                  <a:pt x="712" y="59"/>
                  <a:pt x="712" y="59"/>
                  <a:pt x="712" y="59"/>
                </a:cubicBezTo>
                <a:cubicBezTo>
                  <a:pt x="645" y="110"/>
                  <a:pt x="645" y="110"/>
                  <a:pt x="645" y="110"/>
                </a:cubicBezTo>
                <a:cubicBezTo>
                  <a:pt x="620" y="99"/>
                  <a:pt x="594" y="90"/>
                  <a:pt x="566" y="83"/>
                </a:cubicBezTo>
                <a:cubicBezTo>
                  <a:pt x="546" y="6"/>
                  <a:pt x="546" y="6"/>
                  <a:pt x="546" y="6"/>
                </a:cubicBezTo>
                <a:cubicBezTo>
                  <a:pt x="446" y="0"/>
                  <a:pt x="446" y="0"/>
                  <a:pt x="446" y="0"/>
                </a:cubicBezTo>
                <a:cubicBezTo>
                  <a:pt x="420" y="77"/>
                  <a:pt x="420" y="77"/>
                  <a:pt x="420" y="77"/>
                </a:cubicBezTo>
                <a:cubicBezTo>
                  <a:pt x="391" y="81"/>
                  <a:pt x="363" y="88"/>
                  <a:pt x="337" y="98"/>
                </a:cubicBezTo>
                <a:cubicBezTo>
                  <a:pt x="278" y="44"/>
                  <a:pt x="278" y="44"/>
                  <a:pt x="278" y="44"/>
                </a:cubicBezTo>
                <a:cubicBezTo>
                  <a:pt x="191" y="94"/>
                  <a:pt x="191" y="94"/>
                  <a:pt x="191" y="94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189" y="191"/>
                  <a:pt x="170" y="212"/>
                  <a:pt x="153" y="235"/>
                </a:cubicBezTo>
                <a:cubicBezTo>
                  <a:pt x="74" y="222"/>
                  <a:pt x="74" y="222"/>
                  <a:pt x="74" y="222"/>
                </a:cubicBezTo>
                <a:cubicBezTo>
                  <a:pt x="28" y="311"/>
                  <a:pt x="28" y="311"/>
                  <a:pt x="28" y="311"/>
                </a:cubicBezTo>
                <a:cubicBezTo>
                  <a:pt x="88" y="366"/>
                  <a:pt x="88" y="366"/>
                  <a:pt x="88" y="366"/>
                </a:cubicBezTo>
                <a:cubicBezTo>
                  <a:pt x="80" y="393"/>
                  <a:pt x="75" y="421"/>
                  <a:pt x="73" y="450"/>
                </a:cubicBezTo>
                <a:cubicBezTo>
                  <a:pt x="0" y="483"/>
                  <a:pt x="0" y="483"/>
                  <a:pt x="0" y="483"/>
                </a:cubicBezTo>
                <a:cubicBezTo>
                  <a:pt x="9" y="582"/>
                  <a:pt x="9" y="582"/>
                  <a:pt x="9" y="582"/>
                </a:cubicBezTo>
                <a:cubicBezTo>
                  <a:pt x="90" y="596"/>
                  <a:pt x="90" y="596"/>
                  <a:pt x="90" y="596"/>
                </a:cubicBezTo>
                <a:cubicBezTo>
                  <a:pt x="97" y="618"/>
                  <a:pt x="105" y="639"/>
                  <a:pt x="115" y="660"/>
                </a:cubicBezTo>
                <a:cubicBezTo>
                  <a:pt x="69" y="726"/>
                  <a:pt x="69" y="726"/>
                  <a:pt x="69" y="726"/>
                </a:cubicBezTo>
                <a:cubicBezTo>
                  <a:pt x="128" y="807"/>
                  <a:pt x="128" y="807"/>
                  <a:pt x="128" y="807"/>
                </a:cubicBezTo>
                <a:cubicBezTo>
                  <a:pt x="205" y="777"/>
                  <a:pt x="205" y="777"/>
                  <a:pt x="205" y="777"/>
                </a:cubicBezTo>
                <a:cubicBezTo>
                  <a:pt x="225" y="795"/>
                  <a:pt x="246" y="811"/>
                  <a:pt x="269" y="825"/>
                </a:cubicBezTo>
                <a:cubicBezTo>
                  <a:pt x="266" y="903"/>
                  <a:pt x="266" y="903"/>
                  <a:pt x="266" y="903"/>
                </a:cubicBezTo>
                <a:cubicBezTo>
                  <a:pt x="360" y="939"/>
                  <a:pt x="360" y="939"/>
                  <a:pt x="360" y="939"/>
                </a:cubicBezTo>
                <a:cubicBezTo>
                  <a:pt x="406" y="875"/>
                  <a:pt x="406" y="875"/>
                  <a:pt x="406" y="875"/>
                </a:cubicBezTo>
                <a:cubicBezTo>
                  <a:pt x="429" y="879"/>
                  <a:pt x="452" y="882"/>
                  <a:pt x="476" y="882"/>
                </a:cubicBezTo>
                <a:cubicBezTo>
                  <a:pt x="482" y="882"/>
                  <a:pt x="488" y="881"/>
                  <a:pt x="494" y="881"/>
                </a:cubicBezTo>
                <a:cubicBezTo>
                  <a:pt x="533" y="949"/>
                  <a:pt x="533" y="949"/>
                  <a:pt x="533" y="949"/>
                </a:cubicBezTo>
                <a:cubicBezTo>
                  <a:pt x="631" y="929"/>
                  <a:pt x="631" y="929"/>
                  <a:pt x="631" y="929"/>
                </a:cubicBezTo>
                <a:cubicBezTo>
                  <a:pt x="636" y="849"/>
                  <a:pt x="636" y="849"/>
                  <a:pt x="636" y="849"/>
                </a:cubicBezTo>
                <a:cubicBezTo>
                  <a:pt x="735" y="806"/>
                  <a:pt x="813" y="725"/>
                  <a:pt x="853" y="625"/>
                </a:cubicBezTo>
                <a:cubicBezTo>
                  <a:pt x="926" y="621"/>
                  <a:pt x="926" y="621"/>
                  <a:pt x="926" y="621"/>
                </a:cubicBezTo>
                <a:lnTo>
                  <a:pt x="953" y="525"/>
                </a:lnTo>
                <a:close/>
              </a:path>
            </a:pathLst>
          </a:custGeom>
          <a:solidFill xmlns:a="http://schemas.openxmlformats.org/drawingml/2006/main">
            <a:srgbClr val="232323">
              <a:lumMod val="75000"/>
              <a:lumOff val="2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651A522-C041-483D-AED7-16E2376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146" y="-1621199"/>
            <a:ext cx="1568245" cy="1546896"/>
          </a:xfrm>
          <a:custGeom xmlns:a="http://schemas.openxmlformats.org/drawingml/2006/main">
            <a:gdLst>
              <a:gd name="T0" fmla="*/ 853 w 853"/>
              <a:gd name="T1" fmla="*/ 424 h 840"/>
              <a:gd name="T2" fmla="*/ 853 w 853"/>
              <a:gd name="T3" fmla="*/ 354 h 840"/>
              <a:gd name="T4" fmla="*/ 766 w 853"/>
              <a:gd name="T5" fmla="*/ 335 h 840"/>
              <a:gd name="T6" fmla="*/ 748 w 853"/>
              <a:gd name="T7" fmla="*/ 283 h 840"/>
              <a:gd name="T8" fmla="*/ 798 w 853"/>
              <a:gd name="T9" fmla="*/ 214 h 840"/>
              <a:gd name="T10" fmla="*/ 762 w 853"/>
              <a:gd name="T11" fmla="*/ 153 h 840"/>
              <a:gd name="T12" fmla="*/ 677 w 853"/>
              <a:gd name="T13" fmla="*/ 180 h 840"/>
              <a:gd name="T14" fmla="*/ 635 w 853"/>
              <a:gd name="T15" fmla="*/ 143 h 840"/>
              <a:gd name="T16" fmla="*/ 643 w 853"/>
              <a:gd name="T17" fmla="*/ 59 h 840"/>
              <a:gd name="T18" fmla="*/ 582 w 853"/>
              <a:gd name="T19" fmla="*/ 24 h 840"/>
              <a:gd name="T20" fmla="*/ 522 w 853"/>
              <a:gd name="T21" fmla="*/ 88 h 840"/>
              <a:gd name="T22" fmla="*/ 467 w 853"/>
              <a:gd name="T23" fmla="*/ 78 h 840"/>
              <a:gd name="T24" fmla="*/ 430 w 853"/>
              <a:gd name="T25" fmla="*/ 0 h 840"/>
              <a:gd name="T26" fmla="*/ 360 w 853"/>
              <a:gd name="T27" fmla="*/ 0 h 840"/>
              <a:gd name="T28" fmla="*/ 340 w 853"/>
              <a:gd name="T29" fmla="*/ 86 h 840"/>
              <a:gd name="T30" fmla="*/ 287 w 853"/>
              <a:gd name="T31" fmla="*/ 104 h 840"/>
              <a:gd name="T32" fmla="*/ 217 w 853"/>
              <a:gd name="T33" fmla="*/ 55 h 840"/>
              <a:gd name="T34" fmla="*/ 155 w 853"/>
              <a:gd name="T35" fmla="*/ 90 h 840"/>
              <a:gd name="T36" fmla="*/ 182 w 853"/>
              <a:gd name="T37" fmla="*/ 173 h 840"/>
              <a:gd name="T38" fmla="*/ 145 w 853"/>
              <a:gd name="T39" fmla="*/ 214 h 840"/>
              <a:gd name="T40" fmla="*/ 59 w 853"/>
              <a:gd name="T41" fmla="*/ 207 h 840"/>
              <a:gd name="T42" fmla="*/ 24 w 853"/>
              <a:gd name="T43" fmla="*/ 267 h 840"/>
              <a:gd name="T44" fmla="*/ 89 w 853"/>
              <a:gd name="T45" fmla="*/ 326 h 840"/>
              <a:gd name="T46" fmla="*/ 78 w 853"/>
              <a:gd name="T47" fmla="*/ 380 h 840"/>
              <a:gd name="T48" fmla="*/ 0 w 853"/>
              <a:gd name="T49" fmla="*/ 416 h 840"/>
              <a:gd name="T50" fmla="*/ 0 w 853"/>
              <a:gd name="T51" fmla="*/ 486 h 840"/>
              <a:gd name="T52" fmla="*/ 87 w 853"/>
              <a:gd name="T53" fmla="*/ 505 h 840"/>
              <a:gd name="T54" fmla="*/ 105 w 853"/>
              <a:gd name="T55" fmla="*/ 557 h 840"/>
              <a:gd name="T56" fmla="*/ 55 w 853"/>
              <a:gd name="T57" fmla="*/ 627 h 840"/>
              <a:gd name="T58" fmla="*/ 90 w 853"/>
              <a:gd name="T59" fmla="*/ 687 h 840"/>
              <a:gd name="T60" fmla="*/ 175 w 853"/>
              <a:gd name="T61" fmla="*/ 661 h 840"/>
              <a:gd name="T62" fmla="*/ 217 w 853"/>
              <a:gd name="T63" fmla="*/ 697 h 840"/>
              <a:gd name="T64" fmla="*/ 210 w 853"/>
              <a:gd name="T65" fmla="*/ 782 h 840"/>
              <a:gd name="T66" fmla="*/ 271 w 853"/>
              <a:gd name="T67" fmla="*/ 816 h 840"/>
              <a:gd name="T68" fmla="*/ 331 w 853"/>
              <a:gd name="T69" fmla="*/ 752 h 840"/>
              <a:gd name="T70" fmla="*/ 386 w 853"/>
              <a:gd name="T71" fmla="*/ 763 h 840"/>
              <a:gd name="T72" fmla="*/ 422 w 853"/>
              <a:gd name="T73" fmla="*/ 840 h 840"/>
              <a:gd name="T74" fmla="*/ 493 w 853"/>
              <a:gd name="T75" fmla="*/ 840 h 840"/>
              <a:gd name="T76" fmla="*/ 512 w 853"/>
              <a:gd name="T77" fmla="*/ 754 h 840"/>
              <a:gd name="T78" fmla="*/ 565 w 853"/>
              <a:gd name="T79" fmla="*/ 737 h 840"/>
              <a:gd name="T80" fmla="*/ 636 w 853"/>
              <a:gd name="T81" fmla="*/ 786 h 840"/>
              <a:gd name="T82" fmla="*/ 697 w 853"/>
              <a:gd name="T83" fmla="*/ 751 h 840"/>
              <a:gd name="T84" fmla="*/ 671 w 853"/>
              <a:gd name="T85" fmla="*/ 667 h 840"/>
              <a:gd name="T86" fmla="*/ 707 w 853"/>
              <a:gd name="T87" fmla="*/ 626 h 840"/>
              <a:gd name="T88" fmla="*/ 794 w 853"/>
              <a:gd name="T89" fmla="*/ 633 h 840"/>
              <a:gd name="T90" fmla="*/ 829 w 853"/>
              <a:gd name="T91" fmla="*/ 573 h 840"/>
              <a:gd name="T92" fmla="*/ 763 w 853"/>
              <a:gd name="T93" fmla="*/ 514 h 840"/>
              <a:gd name="T94" fmla="*/ 774 w 853"/>
              <a:gd name="T95" fmla="*/ 460 h 840"/>
              <a:gd name="T96" fmla="*/ 853 w 853"/>
              <a:gd name="T97" fmla="*/ 424 h 840"/>
            </a:gdLst>
            <a:rect l="0" t="0" r="r" b="b"/>
            <a:pathLst>
              <a:path w="853" h="840">
                <a:moveTo>
                  <a:pt x="853" y="424"/>
                </a:moveTo>
                <a:cubicBezTo>
                  <a:pt x="853" y="354"/>
                  <a:pt x="853" y="354"/>
                  <a:pt x="853" y="354"/>
                </a:cubicBezTo>
                <a:cubicBezTo>
                  <a:pt x="766" y="335"/>
                  <a:pt x="766" y="335"/>
                  <a:pt x="766" y="335"/>
                </a:cubicBezTo>
                <a:cubicBezTo>
                  <a:pt x="761" y="317"/>
                  <a:pt x="755" y="300"/>
                  <a:pt x="748" y="283"/>
                </a:cubicBezTo>
                <a:cubicBezTo>
                  <a:pt x="798" y="214"/>
                  <a:pt x="798" y="214"/>
                  <a:pt x="798" y="214"/>
                </a:cubicBezTo>
                <a:cubicBezTo>
                  <a:pt x="762" y="153"/>
                  <a:pt x="762" y="153"/>
                  <a:pt x="762" y="153"/>
                </a:cubicBezTo>
                <a:cubicBezTo>
                  <a:pt x="677" y="180"/>
                  <a:pt x="677" y="180"/>
                  <a:pt x="677" y="180"/>
                </a:cubicBezTo>
                <a:cubicBezTo>
                  <a:pt x="664" y="166"/>
                  <a:pt x="650" y="154"/>
                  <a:pt x="635" y="143"/>
                </a:cubicBezTo>
                <a:cubicBezTo>
                  <a:pt x="643" y="59"/>
                  <a:pt x="643" y="59"/>
                  <a:pt x="643" y="59"/>
                </a:cubicBezTo>
                <a:cubicBezTo>
                  <a:pt x="582" y="24"/>
                  <a:pt x="582" y="24"/>
                  <a:pt x="582" y="24"/>
                </a:cubicBezTo>
                <a:cubicBezTo>
                  <a:pt x="522" y="88"/>
                  <a:pt x="522" y="88"/>
                  <a:pt x="522" y="88"/>
                </a:cubicBezTo>
                <a:cubicBezTo>
                  <a:pt x="504" y="83"/>
                  <a:pt x="486" y="80"/>
                  <a:pt x="467" y="78"/>
                </a:cubicBezTo>
                <a:cubicBezTo>
                  <a:pt x="430" y="0"/>
                  <a:pt x="430" y="0"/>
                  <a:pt x="43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40" y="86"/>
                  <a:pt x="340" y="86"/>
                  <a:pt x="340" y="86"/>
                </a:cubicBezTo>
                <a:cubicBezTo>
                  <a:pt x="322" y="90"/>
                  <a:pt x="304" y="96"/>
                  <a:pt x="287" y="104"/>
                </a:cubicBezTo>
                <a:cubicBezTo>
                  <a:pt x="217" y="55"/>
                  <a:pt x="217" y="55"/>
                  <a:pt x="217" y="55"/>
                </a:cubicBezTo>
                <a:cubicBezTo>
                  <a:pt x="155" y="90"/>
                  <a:pt x="155" y="90"/>
                  <a:pt x="155" y="90"/>
                </a:cubicBezTo>
                <a:cubicBezTo>
                  <a:pt x="182" y="173"/>
                  <a:pt x="182" y="173"/>
                  <a:pt x="182" y="173"/>
                </a:cubicBezTo>
                <a:cubicBezTo>
                  <a:pt x="169" y="186"/>
                  <a:pt x="156" y="200"/>
                  <a:pt x="145" y="214"/>
                </a:cubicBezTo>
                <a:cubicBezTo>
                  <a:pt x="59" y="207"/>
                  <a:pt x="59" y="207"/>
                  <a:pt x="59" y="207"/>
                </a:cubicBezTo>
                <a:cubicBezTo>
                  <a:pt x="24" y="267"/>
                  <a:pt x="24" y="267"/>
                  <a:pt x="24" y="267"/>
                </a:cubicBezTo>
                <a:cubicBezTo>
                  <a:pt x="89" y="326"/>
                  <a:pt x="89" y="326"/>
                  <a:pt x="89" y="326"/>
                </a:cubicBezTo>
                <a:cubicBezTo>
                  <a:pt x="84" y="344"/>
                  <a:pt x="81" y="362"/>
                  <a:pt x="78" y="380"/>
                </a:cubicBezTo>
                <a:cubicBezTo>
                  <a:pt x="0" y="416"/>
                  <a:pt x="0" y="416"/>
                  <a:pt x="0" y="416"/>
                </a:cubicBezTo>
                <a:cubicBezTo>
                  <a:pt x="0" y="486"/>
                  <a:pt x="0" y="486"/>
                  <a:pt x="0" y="486"/>
                </a:cubicBezTo>
                <a:cubicBezTo>
                  <a:pt x="87" y="505"/>
                  <a:pt x="87" y="505"/>
                  <a:pt x="87" y="505"/>
                </a:cubicBezTo>
                <a:cubicBezTo>
                  <a:pt x="91" y="523"/>
                  <a:pt x="97" y="540"/>
                  <a:pt x="105" y="557"/>
                </a:cubicBezTo>
                <a:cubicBezTo>
                  <a:pt x="55" y="627"/>
                  <a:pt x="55" y="627"/>
                  <a:pt x="55" y="627"/>
                </a:cubicBezTo>
                <a:cubicBezTo>
                  <a:pt x="90" y="687"/>
                  <a:pt x="90" y="687"/>
                  <a:pt x="90" y="687"/>
                </a:cubicBezTo>
                <a:cubicBezTo>
                  <a:pt x="175" y="661"/>
                  <a:pt x="175" y="661"/>
                  <a:pt x="175" y="661"/>
                </a:cubicBezTo>
                <a:cubicBezTo>
                  <a:pt x="188" y="674"/>
                  <a:pt x="202" y="686"/>
                  <a:pt x="217" y="697"/>
                </a:cubicBezTo>
                <a:cubicBezTo>
                  <a:pt x="210" y="782"/>
                  <a:pt x="210" y="782"/>
                  <a:pt x="210" y="782"/>
                </a:cubicBezTo>
                <a:cubicBezTo>
                  <a:pt x="271" y="816"/>
                  <a:pt x="271" y="816"/>
                  <a:pt x="271" y="816"/>
                </a:cubicBezTo>
                <a:cubicBezTo>
                  <a:pt x="331" y="752"/>
                  <a:pt x="331" y="752"/>
                  <a:pt x="331" y="752"/>
                </a:cubicBezTo>
                <a:cubicBezTo>
                  <a:pt x="349" y="757"/>
                  <a:pt x="367" y="760"/>
                  <a:pt x="386" y="763"/>
                </a:cubicBezTo>
                <a:cubicBezTo>
                  <a:pt x="422" y="840"/>
                  <a:pt x="422" y="840"/>
                  <a:pt x="422" y="840"/>
                </a:cubicBezTo>
                <a:cubicBezTo>
                  <a:pt x="493" y="840"/>
                  <a:pt x="493" y="840"/>
                  <a:pt x="493" y="840"/>
                </a:cubicBezTo>
                <a:cubicBezTo>
                  <a:pt x="512" y="754"/>
                  <a:pt x="512" y="754"/>
                  <a:pt x="512" y="754"/>
                </a:cubicBezTo>
                <a:cubicBezTo>
                  <a:pt x="531" y="750"/>
                  <a:pt x="548" y="744"/>
                  <a:pt x="565" y="737"/>
                </a:cubicBezTo>
                <a:cubicBezTo>
                  <a:pt x="636" y="786"/>
                  <a:pt x="636" y="786"/>
                  <a:pt x="636" y="786"/>
                </a:cubicBezTo>
                <a:cubicBezTo>
                  <a:pt x="697" y="751"/>
                  <a:pt x="697" y="751"/>
                  <a:pt x="697" y="751"/>
                </a:cubicBezTo>
                <a:cubicBezTo>
                  <a:pt x="671" y="667"/>
                  <a:pt x="671" y="667"/>
                  <a:pt x="671" y="667"/>
                </a:cubicBezTo>
                <a:cubicBezTo>
                  <a:pt x="684" y="654"/>
                  <a:pt x="696" y="641"/>
                  <a:pt x="707" y="626"/>
                </a:cubicBezTo>
                <a:cubicBezTo>
                  <a:pt x="794" y="633"/>
                  <a:pt x="794" y="633"/>
                  <a:pt x="794" y="633"/>
                </a:cubicBezTo>
                <a:cubicBezTo>
                  <a:pt x="829" y="573"/>
                  <a:pt x="829" y="573"/>
                  <a:pt x="829" y="573"/>
                </a:cubicBezTo>
                <a:cubicBezTo>
                  <a:pt x="763" y="514"/>
                  <a:pt x="763" y="514"/>
                  <a:pt x="763" y="514"/>
                </a:cubicBezTo>
                <a:cubicBezTo>
                  <a:pt x="768" y="496"/>
                  <a:pt x="772" y="478"/>
                  <a:pt x="774" y="460"/>
                </a:cubicBezTo>
                <a:lnTo>
                  <a:pt x="853" y="424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3" name="Oval 20">
            <a:extLst xmlns:a="http://schemas.openxmlformats.org/drawingml/2006/main">
              <a:ext uri="{FF2B5EF4-FFF2-40B4-BE49-F238E27FC236}">
                <a16:creationId xmlns:a16="http://schemas.microsoft.com/office/drawing/2014/main" id="{42E35609-26E2-43C9-975A-E481C96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104" y="3080798"/>
            <a:ext cx="954084" cy="955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DA22F51-21F7-404F-9711-A23CEE0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91" y="4265919"/>
            <a:ext cx="427337" cy="430997"/>
          </a:xfrm>
          <a:custGeom xmlns:a="http://schemas.openxmlformats.org/drawingml/2006/main">
            <a:gdLst>
              <a:gd name="T0" fmla="*/ 25 w 341"/>
              <a:gd name="T1" fmla="*/ 224 h 328"/>
              <a:gd name="T2" fmla="*/ 37 w 341"/>
              <a:gd name="T3" fmla="*/ 183 h 328"/>
              <a:gd name="T4" fmla="*/ 60 w 341"/>
              <a:gd name="T5" fmla="*/ 177 h 328"/>
              <a:gd name="T6" fmla="*/ 54 w 341"/>
              <a:gd name="T7" fmla="*/ 93 h 328"/>
              <a:gd name="T8" fmla="*/ 31 w 341"/>
              <a:gd name="T9" fmla="*/ 67 h 328"/>
              <a:gd name="T10" fmla="*/ 9 w 341"/>
              <a:gd name="T11" fmla="*/ 93 h 328"/>
              <a:gd name="T12" fmla="*/ 3 w 341"/>
              <a:gd name="T13" fmla="*/ 177 h 328"/>
              <a:gd name="T14" fmla="*/ 14 w 341"/>
              <a:gd name="T15" fmla="*/ 105 h 328"/>
              <a:gd name="T16" fmla="*/ 14 w 341"/>
              <a:gd name="T17" fmla="*/ 171 h 328"/>
              <a:gd name="T18" fmla="*/ 91 w 341"/>
              <a:gd name="T19" fmla="*/ 106 h 328"/>
              <a:gd name="T20" fmla="*/ 103 w 341"/>
              <a:gd name="T21" fmla="*/ 124 h 328"/>
              <a:gd name="T22" fmla="*/ 123 w 341"/>
              <a:gd name="T23" fmla="*/ 104 h 328"/>
              <a:gd name="T24" fmla="*/ 123 w 341"/>
              <a:gd name="T25" fmla="*/ 38 h 328"/>
              <a:gd name="T26" fmla="*/ 103 w 341"/>
              <a:gd name="T27" fmla="*/ 18 h 328"/>
              <a:gd name="T28" fmla="*/ 91 w 341"/>
              <a:gd name="T29" fmla="*/ 36 h 328"/>
              <a:gd name="T30" fmla="*/ 69 w 341"/>
              <a:gd name="T31" fmla="*/ 42 h 328"/>
              <a:gd name="T32" fmla="*/ 75 w 341"/>
              <a:gd name="T33" fmla="*/ 106 h 328"/>
              <a:gd name="T34" fmla="*/ 113 w 341"/>
              <a:gd name="T35" fmla="*/ 94 h 328"/>
              <a:gd name="T36" fmla="*/ 209 w 341"/>
              <a:gd name="T37" fmla="*/ 260 h 328"/>
              <a:gd name="T38" fmla="*/ 231 w 341"/>
              <a:gd name="T39" fmla="*/ 285 h 328"/>
              <a:gd name="T40" fmla="*/ 253 w 341"/>
              <a:gd name="T41" fmla="*/ 260 h 328"/>
              <a:gd name="T42" fmla="*/ 259 w 341"/>
              <a:gd name="T43" fmla="*/ 199 h 328"/>
              <a:gd name="T44" fmla="*/ 237 w 341"/>
              <a:gd name="T45" fmla="*/ 193 h 328"/>
              <a:gd name="T46" fmla="*/ 225 w 341"/>
              <a:gd name="T47" fmla="*/ 142 h 328"/>
              <a:gd name="T48" fmla="*/ 205 w 341"/>
              <a:gd name="T49" fmla="*/ 195 h 328"/>
              <a:gd name="T50" fmla="*/ 205 w 341"/>
              <a:gd name="T51" fmla="*/ 258 h 328"/>
              <a:gd name="T52" fmla="*/ 247 w 341"/>
              <a:gd name="T53" fmla="*/ 205 h 328"/>
              <a:gd name="T54" fmla="*/ 215 w 341"/>
              <a:gd name="T55" fmla="*/ 205 h 328"/>
              <a:gd name="T56" fmla="*/ 158 w 341"/>
              <a:gd name="T57" fmla="*/ 224 h 328"/>
              <a:gd name="T58" fmla="*/ 170 w 341"/>
              <a:gd name="T59" fmla="*/ 205 h 328"/>
              <a:gd name="T60" fmla="*/ 191 w 341"/>
              <a:gd name="T61" fmla="*/ 199 h 328"/>
              <a:gd name="T62" fmla="*/ 185 w 341"/>
              <a:gd name="T63" fmla="*/ 36 h 328"/>
              <a:gd name="T64" fmla="*/ 164 w 341"/>
              <a:gd name="T65" fmla="*/ 0 h 328"/>
              <a:gd name="T66" fmla="*/ 141 w 341"/>
              <a:gd name="T67" fmla="*/ 36 h 328"/>
              <a:gd name="T68" fmla="*/ 135 w 341"/>
              <a:gd name="T69" fmla="*/ 199 h 328"/>
              <a:gd name="T70" fmla="*/ 147 w 341"/>
              <a:gd name="T71" fmla="*/ 48 h 328"/>
              <a:gd name="T72" fmla="*/ 147 w 341"/>
              <a:gd name="T73" fmla="*/ 193 h 328"/>
              <a:gd name="T74" fmla="*/ 292 w 341"/>
              <a:gd name="T75" fmla="*/ 261 h 328"/>
              <a:gd name="T76" fmla="*/ 304 w 341"/>
              <a:gd name="T77" fmla="*/ 269 h 328"/>
              <a:gd name="T78" fmla="*/ 323 w 341"/>
              <a:gd name="T79" fmla="*/ 259 h 328"/>
              <a:gd name="T80" fmla="*/ 323 w 341"/>
              <a:gd name="T81" fmla="*/ 72 h 328"/>
              <a:gd name="T82" fmla="*/ 304 w 341"/>
              <a:gd name="T83" fmla="*/ 39 h 328"/>
              <a:gd name="T84" fmla="*/ 291 w 341"/>
              <a:gd name="T85" fmla="*/ 70 h 328"/>
              <a:gd name="T86" fmla="*/ 269 w 341"/>
              <a:gd name="T87" fmla="*/ 76 h 328"/>
              <a:gd name="T88" fmla="*/ 275 w 341"/>
              <a:gd name="T89" fmla="*/ 261 h 328"/>
              <a:gd name="T90" fmla="*/ 313 w 341"/>
              <a:gd name="T91" fmla="*/ 249 h 328"/>
              <a:gd name="T92" fmla="*/ 170 w 341"/>
              <a:gd name="T93" fmla="*/ 295 h 328"/>
              <a:gd name="T94" fmla="*/ 40 w 341"/>
              <a:gd name="T95" fmla="*/ 260 h 328"/>
              <a:gd name="T96" fmla="*/ 9 w 341"/>
              <a:gd name="T97" fmla="*/ 272 h 328"/>
              <a:gd name="T98" fmla="*/ 101 w 341"/>
              <a:gd name="T99" fmla="*/ 255 h 328"/>
              <a:gd name="T100" fmla="*/ 236 w 341"/>
              <a:gd name="T101" fmla="*/ 307 h 328"/>
              <a:gd name="T102" fmla="*/ 335 w 341"/>
              <a:gd name="T103" fmla="*/ 279 h 328"/>
              <a:gd name="T104" fmla="*/ 170 w 341"/>
              <a:gd name="T105" fmla="*/ 295 h 328"/>
              <a:gd name="T106" fmla="*/ 0 w 341"/>
              <a:gd name="T107" fmla="*/ 322 h 328"/>
              <a:gd name="T108" fmla="*/ 341 w 341"/>
              <a:gd name="T109" fmla="*/ 322 h 328"/>
            </a:gdLst>
            <a:rect l="0" t="0" r="r" b="b"/>
            <a:pathLst>
              <a:path w="341" h="328">
                <a:moveTo>
                  <a:pt x="9" y="183"/>
                </a:moveTo>
                <a:cubicBezTo>
                  <a:pt x="25" y="183"/>
                  <a:pt x="25" y="183"/>
                  <a:pt x="25" y="183"/>
                </a:cubicBezTo>
                <a:cubicBezTo>
                  <a:pt x="25" y="224"/>
                  <a:pt x="25" y="224"/>
                  <a:pt x="25" y="224"/>
                </a:cubicBezTo>
                <a:cubicBezTo>
                  <a:pt x="25" y="227"/>
                  <a:pt x="27" y="230"/>
                  <a:pt x="31" y="230"/>
                </a:cubicBezTo>
                <a:cubicBezTo>
                  <a:pt x="34" y="230"/>
                  <a:pt x="37" y="227"/>
                  <a:pt x="37" y="224"/>
                </a:cubicBezTo>
                <a:cubicBezTo>
                  <a:pt x="37" y="183"/>
                  <a:pt x="37" y="183"/>
                  <a:pt x="37" y="183"/>
                </a:cubicBezTo>
                <a:cubicBezTo>
                  <a:pt x="54" y="183"/>
                  <a:pt x="54" y="183"/>
                  <a:pt x="54" y="183"/>
                </a:cubicBezTo>
                <a:cubicBezTo>
                  <a:pt x="55" y="183"/>
                  <a:pt x="57" y="182"/>
                  <a:pt x="58" y="181"/>
                </a:cubicBezTo>
                <a:cubicBezTo>
                  <a:pt x="59" y="180"/>
                  <a:pt x="60" y="179"/>
                  <a:pt x="60" y="177"/>
                </a:cubicBezTo>
                <a:cubicBezTo>
                  <a:pt x="60" y="99"/>
                  <a:pt x="60" y="99"/>
                  <a:pt x="60" y="99"/>
                </a:cubicBezTo>
                <a:cubicBezTo>
                  <a:pt x="60" y="97"/>
                  <a:pt x="59" y="96"/>
                  <a:pt x="58" y="95"/>
                </a:cubicBezTo>
                <a:cubicBezTo>
                  <a:pt x="57" y="94"/>
                  <a:pt x="55" y="93"/>
                  <a:pt x="54" y="93"/>
                </a:cubicBezTo>
                <a:cubicBezTo>
                  <a:pt x="37" y="93"/>
                  <a:pt x="37" y="93"/>
                  <a:pt x="37" y="93"/>
                </a:cubicBezTo>
                <a:cubicBezTo>
                  <a:pt x="37" y="73"/>
                  <a:pt x="37" y="73"/>
                  <a:pt x="37" y="73"/>
                </a:cubicBezTo>
                <a:cubicBezTo>
                  <a:pt x="37" y="70"/>
                  <a:pt x="34" y="67"/>
                  <a:pt x="31" y="67"/>
                </a:cubicBezTo>
                <a:cubicBezTo>
                  <a:pt x="27" y="67"/>
                  <a:pt x="25" y="70"/>
                  <a:pt x="25" y="73"/>
                </a:cubicBezTo>
                <a:cubicBezTo>
                  <a:pt x="25" y="93"/>
                  <a:pt x="25" y="93"/>
                  <a:pt x="25" y="93"/>
                </a:cubicBezTo>
                <a:cubicBezTo>
                  <a:pt x="9" y="93"/>
                  <a:pt x="9" y="93"/>
                  <a:pt x="9" y="93"/>
                </a:cubicBezTo>
                <a:cubicBezTo>
                  <a:pt x="7" y="93"/>
                  <a:pt x="5" y="94"/>
                  <a:pt x="4" y="95"/>
                </a:cubicBezTo>
                <a:cubicBezTo>
                  <a:pt x="3" y="96"/>
                  <a:pt x="3" y="97"/>
                  <a:pt x="3" y="99"/>
                </a:cubicBezTo>
                <a:cubicBezTo>
                  <a:pt x="3" y="177"/>
                  <a:pt x="3" y="177"/>
                  <a:pt x="3" y="177"/>
                </a:cubicBezTo>
                <a:cubicBezTo>
                  <a:pt x="3" y="179"/>
                  <a:pt x="3" y="180"/>
                  <a:pt x="4" y="181"/>
                </a:cubicBezTo>
                <a:cubicBezTo>
                  <a:pt x="5" y="182"/>
                  <a:pt x="7" y="183"/>
                  <a:pt x="9" y="183"/>
                </a:cubicBezTo>
                <a:close/>
                <a:moveTo>
                  <a:pt x="14" y="105"/>
                </a:moveTo>
                <a:cubicBezTo>
                  <a:pt x="47" y="105"/>
                  <a:pt x="47" y="105"/>
                  <a:pt x="47" y="105"/>
                </a:cubicBezTo>
                <a:cubicBezTo>
                  <a:pt x="47" y="171"/>
                  <a:pt x="47" y="171"/>
                  <a:pt x="47" y="171"/>
                </a:cubicBezTo>
                <a:cubicBezTo>
                  <a:pt x="14" y="171"/>
                  <a:pt x="14" y="171"/>
                  <a:pt x="14" y="171"/>
                </a:cubicBezTo>
                <a:lnTo>
                  <a:pt x="14" y="105"/>
                </a:lnTo>
                <a:close/>
                <a:moveTo>
                  <a:pt x="75" y="106"/>
                </a:moveTo>
                <a:cubicBezTo>
                  <a:pt x="91" y="106"/>
                  <a:pt x="91" y="106"/>
                  <a:pt x="91" y="106"/>
                </a:cubicBezTo>
                <a:cubicBezTo>
                  <a:pt x="91" y="124"/>
                  <a:pt x="91" y="124"/>
                  <a:pt x="91" y="124"/>
                </a:cubicBezTo>
                <a:cubicBezTo>
                  <a:pt x="91" y="127"/>
                  <a:pt x="94" y="130"/>
                  <a:pt x="97" y="130"/>
                </a:cubicBezTo>
                <a:cubicBezTo>
                  <a:pt x="100" y="130"/>
                  <a:pt x="103" y="127"/>
                  <a:pt x="103" y="124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119" y="106"/>
                  <a:pt x="119" y="106"/>
                  <a:pt x="119" y="106"/>
                </a:cubicBezTo>
                <a:cubicBezTo>
                  <a:pt x="121" y="106"/>
                  <a:pt x="122" y="105"/>
                  <a:pt x="123" y="104"/>
                </a:cubicBezTo>
                <a:cubicBezTo>
                  <a:pt x="125" y="103"/>
                  <a:pt x="125" y="102"/>
                  <a:pt x="125" y="100"/>
                </a:cubicBezTo>
                <a:cubicBezTo>
                  <a:pt x="125" y="42"/>
                  <a:pt x="125" y="42"/>
                  <a:pt x="125" y="42"/>
                </a:cubicBezTo>
                <a:cubicBezTo>
                  <a:pt x="125" y="41"/>
                  <a:pt x="125" y="39"/>
                  <a:pt x="123" y="38"/>
                </a:cubicBezTo>
                <a:cubicBezTo>
                  <a:pt x="122" y="37"/>
                  <a:pt x="121" y="36"/>
                  <a:pt x="119" y="36"/>
                </a:cubicBezTo>
                <a:cubicBezTo>
                  <a:pt x="103" y="36"/>
                  <a:pt x="103" y="36"/>
                  <a:pt x="103" y="36"/>
                </a:cubicBezTo>
                <a:cubicBezTo>
                  <a:pt x="103" y="18"/>
                  <a:pt x="103" y="18"/>
                  <a:pt x="103" y="18"/>
                </a:cubicBezTo>
                <a:cubicBezTo>
                  <a:pt x="103" y="15"/>
                  <a:pt x="100" y="12"/>
                  <a:pt x="97" y="12"/>
                </a:cubicBezTo>
                <a:cubicBezTo>
                  <a:pt x="94" y="12"/>
                  <a:pt x="91" y="15"/>
                  <a:pt x="91" y="18"/>
                </a:cubicBezTo>
                <a:cubicBezTo>
                  <a:pt x="91" y="36"/>
                  <a:pt x="91" y="36"/>
                  <a:pt x="91" y="36"/>
                </a:cubicBezTo>
                <a:cubicBezTo>
                  <a:pt x="75" y="36"/>
                  <a:pt x="75" y="36"/>
                  <a:pt x="75" y="36"/>
                </a:cubicBezTo>
                <a:cubicBezTo>
                  <a:pt x="74" y="36"/>
                  <a:pt x="72" y="37"/>
                  <a:pt x="71" y="38"/>
                </a:cubicBezTo>
                <a:cubicBezTo>
                  <a:pt x="70" y="39"/>
                  <a:pt x="69" y="41"/>
                  <a:pt x="69" y="42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69" y="102"/>
                  <a:pt x="70" y="103"/>
                  <a:pt x="71" y="104"/>
                </a:cubicBezTo>
                <a:cubicBezTo>
                  <a:pt x="72" y="105"/>
                  <a:pt x="74" y="106"/>
                  <a:pt x="75" y="106"/>
                </a:cubicBezTo>
                <a:close/>
                <a:moveTo>
                  <a:pt x="81" y="48"/>
                </a:moveTo>
                <a:cubicBezTo>
                  <a:pt x="113" y="48"/>
                  <a:pt x="113" y="48"/>
                  <a:pt x="113" y="48"/>
                </a:cubicBezTo>
                <a:cubicBezTo>
                  <a:pt x="113" y="94"/>
                  <a:pt x="113" y="94"/>
                  <a:pt x="113" y="94"/>
                </a:cubicBezTo>
                <a:cubicBezTo>
                  <a:pt x="81" y="94"/>
                  <a:pt x="81" y="94"/>
                  <a:pt x="81" y="94"/>
                </a:cubicBezTo>
                <a:lnTo>
                  <a:pt x="81" y="48"/>
                </a:lnTo>
                <a:close/>
                <a:moveTo>
                  <a:pt x="209" y="260"/>
                </a:moveTo>
                <a:cubicBezTo>
                  <a:pt x="225" y="260"/>
                  <a:pt x="225" y="260"/>
                  <a:pt x="225" y="260"/>
                </a:cubicBezTo>
                <a:cubicBezTo>
                  <a:pt x="225" y="279"/>
                  <a:pt x="225" y="279"/>
                  <a:pt x="225" y="279"/>
                </a:cubicBezTo>
                <a:cubicBezTo>
                  <a:pt x="225" y="282"/>
                  <a:pt x="228" y="285"/>
                  <a:pt x="231" y="285"/>
                </a:cubicBezTo>
                <a:cubicBezTo>
                  <a:pt x="234" y="285"/>
                  <a:pt x="237" y="282"/>
                  <a:pt x="237" y="279"/>
                </a:cubicBezTo>
                <a:cubicBezTo>
                  <a:pt x="237" y="260"/>
                  <a:pt x="237" y="260"/>
                  <a:pt x="237" y="260"/>
                </a:cubicBezTo>
                <a:cubicBezTo>
                  <a:pt x="253" y="260"/>
                  <a:pt x="253" y="260"/>
                  <a:pt x="253" y="260"/>
                </a:cubicBezTo>
                <a:cubicBezTo>
                  <a:pt x="255" y="260"/>
                  <a:pt x="256" y="260"/>
                  <a:pt x="257" y="258"/>
                </a:cubicBezTo>
                <a:cubicBezTo>
                  <a:pt x="259" y="257"/>
                  <a:pt x="259" y="256"/>
                  <a:pt x="259" y="254"/>
                </a:cubicBezTo>
                <a:cubicBezTo>
                  <a:pt x="259" y="199"/>
                  <a:pt x="259" y="199"/>
                  <a:pt x="259" y="199"/>
                </a:cubicBezTo>
                <a:cubicBezTo>
                  <a:pt x="259" y="198"/>
                  <a:pt x="259" y="196"/>
                  <a:pt x="257" y="195"/>
                </a:cubicBezTo>
                <a:cubicBezTo>
                  <a:pt x="256" y="194"/>
                  <a:pt x="255" y="193"/>
                  <a:pt x="253" y="193"/>
                </a:cubicBezTo>
                <a:cubicBezTo>
                  <a:pt x="237" y="193"/>
                  <a:pt x="237" y="193"/>
                  <a:pt x="237" y="193"/>
                </a:cubicBezTo>
                <a:cubicBezTo>
                  <a:pt x="237" y="142"/>
                  <a:pt x="237" y="142"/>
                  <a:pt x="237" y="142"/>
                </a:cubicBezTo>
                <a:cubicBezTo>
                  <a:pt x="237" y="138"/>
                  <a:pt x="234" y="136"/>
                  <a:pt x="231" y="136"/>
                </a:cubicBezTo>
                <a:cubicBezTo>
                  <a:pt x="227" y="136"/>
                  <a:pt x="225" y="138"/>
                  <a:pt x="225" y="142"/>
                </a:cubicBezTo>
                <a:cubicBezTo>
                  <a:pt x="225" y="193"/>
                  <a:pt x="225" y="193"/>
                  <a:pt x="225" y="193"/>
                </a:cubicBezTo>
                <a:cubicBezTo>
                  <a:pt x="209" y="193"/>
                  <a:pt x="209" y="193"/>
                  <a:pt x="209" y="193"/>
                </a:cubicBezTo>
                <a:cubicBezTo>
                  <a:pt x="208" y="193"/>
                  <a:pt x="206" y="194"/>
                  <a:pt x="205" y="195"/>
                </a:cubicBezTo>
                <a:cubicBezTo>
                  <a:pt x="204" y="196"/>
                  <a:pt x="203" y="198"/>
                  <a:pt x="203" y="199"/>
                </a:cubicBezTo>
                <a:cubicBezTo>
                  <a:pt x="203" y="254"/>
                  <a:pt x="203" y="254"/>
                  <a:pt x="203" y="254"/>
                </a:cubicBezTo>
                <a:cubicBezTo>
                  <a:pt x="203" y="256"/>
                  <a:pt x="204" y="257"/>
                  <a:pt x="205" y="258"/>
                </a:cubicBezTo>
                <a:cubicBezTo>
                  <a:pt x="206" y="260"/>
                  <a:pt x="208" y="260"/>
                  <a:pt x="209" y="260"/>
                </a:cubicBezTo>
                <a:close/>
                <a:moveTo>
                  <a:pt x="215" y="205"/>
                </a:moveTo>
                <a:cubicBezTo>
                  <a:pt x="247" y="205"/>
                  <a:pt x="247" y="205"/>
                  <a:pt x="247" y="205"/>
                </a:cubicBezTo>
                <a:cubicBezTo>
                  <a:pt x="247" y="248"/>
                  <a:pt x="247" y="248"/>
                  <a:pt x="247" y="248"/>
                </a:cubicBezTo>
                <a:cubicBezTo>
                  <a:pt x="215" y="248"/>
                  <a:pt x="215" y="248"/>
                  <a:pt x="215" y="248"/>
                </a:cubicBezTo>
                <a:lnTo>
                  <a:pt x="215" y="205"/>
                </a:lnTo>
                <a:close/>
                <a:moveTo>
                  <a:pt x="141" y="205"/>
                </a:moveTo>
                <a:cubicBezTo>
                  <a:pt x="158" y="205"/>
                  <a:pt x="158" y="205"/>
                  <a:pt x="158" y="205"/>
                </a:cubicBezTo>
                <a:cubicBezTo>
                  <a:pt x="158" y="224"/>
                  <a:pt x="158" y="224"/>
                  <a:pt x="158" y="224"/>
                </a:cubicBezTo>
                <a:cubicBezTo>
                  <a:pt x="158" y="227"/>
                  <a:pt x="161" y="230"/>
                  <a:pt x="164" y="230"/>
                </a:cubicBezTo>
                <a:cubicBezTo>
                  <a:pt x="168" y="230"/>
                  <a:pt x="170" y="227"/>
                  <a:pt x="170" y="224"/>
                </a:cubicBezTo>
                <a:cubicBezTo>
                  <a:pt x="170" y="205"/>
                  <a:pt x="170" y="205"/>
                  <a:pt x="170" y="205"/>
                </a:cubicBezTo>
                <a:cubicBezTo>
                  <a:pt x="185" y="205"/>
                  <a:pt x="185" y="205"/>
                  <a:pt x="185" y="205"/>
                </a:cubicBezTo>
                <a:cubicBezTo>
                  <a:pt x="187" y="205"/>
                  <a:pt x="188" y="204"/>
                  <a:pt x="189" y="203"/>
                </a:cubicBezTo>
                <a:cubicBezTo>
                  <a:pt x="190" y="202"/>
                  <a:pt x="191" y="200"/>
                  <a:pt x="191" y="199"/>
                </a:cubicBezTo>
                <a:cubicBezTo>
                  <a:pt x="191" y="42"/>
                  <a:pt x="191" y="42"/>
                  <a:pt x="191" y="42"/>
                </a:cubicBezTo>
                <a:cubicBezTo>
                  <a:pt x="191" y="41"/>
                  <a:pt x="190" y="39"/>
                  <a:pt x="189" y="38"/>
                </a:cubicBezTo>
                <a:cubicBezTo>
                  <a:pt x="188" y="37"/>
                  <a:pt x="187" y="36"/>
                  <a:pt x="185" y="36"/>
                </a:cubicBezTo>
                <a:cubicBezTo>
                  <a:pt x="170" y="36"/>
                  <a:pt x="170" y="36"/>
                  <a:pt x="170" y="36"/>
                </a:cubicBezTo>
                <a:cubicBezTo>
                  <a:pt x="170" y="6"/>
                  <a:pt x="170" y="6"/>
                  <a:pt x="170" y="6"/>
                </a:cubicBezTo>
                <a:cubicBezTo>
                  <a:pt x="170" y="3"/>
                  <a:pt x="168" y="0"/>
                  <a:pt x="164" y="0"/>
                </a:cubicBezTo>
                <a:cubicBezTo>
                  <a:pt x="161" y="0"/>
                  <a:pt x="158" y="3"/>
                  <a:pt x="158" y="6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41" y="36"/>
                  <a:pt x="141" y="36"/>
                  <a:pt x="141" y="36"/>
                </a:cubicBezTo>
                <a:cubicBezTo>
                  <a:pt x="139" y="36"/>
                  <a:pt x="138" y="37"/>
                  <a:pt x="137" y="38"/>
                </a:cubicBezTo>
                <a:cubicBezTo>
                  <a:pt x="136" y="39"/>
                  <a:pt x="135" y="41"/>
                  <a:pt x="135" y="42"/>
                </a:cubicBezTo>
                <a:cubicBezTo>
                  <a:pt x="135" y="199"/>
                  <a:pt x="135" y="199"/>
                  <a:pt x="135" y="199"/>
                </a:cubicBezTo>
                <a:cubicBezTo>
                  <a:pt x="135" y="200"/>
                  <a:pt x="136" y="202"/>
                  <a:pt x="137" y="203"/>
                </a:cubicBezTo>
                <a:cubicBezTo>
                  <a:pt x="138" y="204"/>
                  <a:pt x="139" y="205"/>
                  <a:pt x="141" y="205"/>
                </a:cubicBezTo>
                <a:close/>
                <a:moveTo>
                  <a:pt x="147" y="48"/>
                </a:moveTo>
                <a:cubicBezTo>
                  <a:pt x="179" y="48"/>
                  <a:pt x="179" y="48"/>
                  <a:pt x="179" y="48"/>
                </a:cubicBezTo>
                <a:cubicBezTo>
                  <a:pt x="179" y="193"/>
                  <a:pt x="179" y="193"/>
                  <a:pt x="179" y="193"/>
                </a:cubicBezTo>
                <a:cubicBezTo>
                  <a:pt x="147" y="193"/>
                  <a:pt x="147" y="193"/>
                  <a:pt x="147" y="193"/>
                </a:cubicBezTo>
                <a:lnTo>
                  <a:pt x="147" y="48"/>
                </a:lnTo>
                <a:close/>
                <a:moveTo>
                  <a:pt x="275" y="261"/>
                </a:moveTo>
                <a:cubicBezTo>
                  <a:pt x="292" y="261"/>
                  <a:pt x="292" y="261"/>
                  <a:pt x="292" y="261"/>
                </a:cubicBezTo>
                <a:cubicBezTo>
                  <a:pt x="292" y="269"/>
                  <a:pt x="292" y="269"/>
                  <a:pt x="292" y="269"/>
                </a:cubicBezTo>
                <a:cubicBezTo>
                  <a:pt x="292" y="272"/>
                  <a:pt x="295" y="275"/>
                  <a:pt x="298" y="275"/>
                </a:cubicBezTo>
                <a:cubicBezTo>
                  <a:pt x="302" y="275"/>
                  <a:pt x="304" y="272"/>
                  <a:pt x="304" y="269"/>
                </a:cubicBezTo>
                <a:cubicBezTo>
                  <a:pt x="304" y="261"/>
                  <a:pt x="304" y="261"/>
                  <a:pt x="304" y="261"/>
                </a:cubicBezTo>
                <a:cubicBezTo>
                  <a:pt x="319" y="261"/>
                  <a:pt x="319" y="261"/>
                  <a:pt x="319" y="261"/>
                </a:cubicBezTo>
                <a:cubicBezTo>
                  <a:pt x="321" y="261"/>
                  <a:pt x="322" y="261"/>
                  <a:pt x="323" y="259"/>
                </a:cubicBezTo>
                <a:cubicBezTo>
                  <a:pt x="324" y="258"/>
                  <a:pt x="325" y="257"/>
                  <a:pt x="325" y="255"/>
                </a:cubicBezTo>
                <a:cubicBezTo>
                  <a:pt x="325" y="76"/>
                  <a:pt x="325" y="76"/>
                  <a:pt x="325" y="76"/>
                </a:cubicBezTo>
                <a:cubicBezTo>
                  <a:pt x="325" y="74"/>
                  <a:pt x="324" y="73"/>
                  <a:pt x="323" y="72"/>
                </a:cubicBezTo>
                <a:cubicBezTo>
                  <a:pt x="322" y="70"/>
                  <a:pt x="321" y="70"/>
                  <a:pt x="319" y="70"/>
                </a:cubicBezTo>
                <a:cubicBezTo>
                  <a:pt x="304" y="70"/>
                  <a:pt x="304" y="70"/>
                  <a:pt x="304" y="70"/>
                </a:cubicBezTo>
                <a:cubicBezTo>
                  <a:pt x="304" y="39"/>
                  <a:pt x="304" y="39"/>
                  <a:pt x="304" y="39"/>
                </a:cubicBezTo>
                <a:cubicBezTo>
                  <a:pt x="304" y="36"/>
                  <a:pt x="301" y="33"/>
                  <a:pt x="298" y="33"/>
                </a:cubicBezTo>
                <a:cubicBezTo>
                  <a:pt x="294" y="33"/>
                  <a:pt x="291" y="36"/>
                  <a:pt x="291" y="39"/>
                </a:cubicBezTo>
                <a:cubicBezTo>
                  <a:pt x="291" y="70"/>
                  <a:pt x="291" y="70"/>
                  <a:pt x="291" y="70"/>
                </a:cubicBezTo>
                <a:cubicBezTo>
                  <a:pt x="275" y="70"/>
                  <a:pt x="275" y="70"/>
                  <a:pt x="275" y="70"/>
                </a:cubicBezTo>
                <a:cubicBezTo>
                  <a:pt x="273" y="70"/>
                  <a:pt x="272" y="71"/>
                  <a:pt x="271" y="72"/>
                </a:cubicBezTo>
                <a:cubicBezTo>
                  <a:pt x="270" y="73"/>
                  <a:pt x="269" y="74"/>
                  <a:pt x="269" y="76"/>
                </a:cubicBezTo>
                <a:cubicBezTo>
                  <a:pt x="269" y="255"/>
                  <a:pt x="269" y="255"/>
                  <a:pt x="269" y="255"/>
                </a:cubicBezTo>
                <a:cubicBezTo>
                  <a:pt x="269" y="257"/>
                  <a:pt x="270" y="258"/>
                  <a:pt x="271" y="259"/>
                </a:cubicBezTo>
                <a:cubicBezTo>
                  <a:pt x="272" y="261"/>
                  <a:pt x="273" y="261"/>
                  <a:pt x="275" y="261"/>
                </a:cubicBezTo>
                <a:close/>
                <a:moveTo>
                  <a:pt x="281" y="82"/>
                </a:moveTo>
                <a:cubicBezTo>
                  <a:pt x="313" y="82"/>
                  <a:pt x="313" y="82"/>
                  <a:pt x="313" y="82"/>
                </a:cubicBezTo>
                <a:cubicBezTo>
                  <a:pt x="313" y="249"/>
                  <a:pt x="313" y="249"/>
                  <a:pt x="313" y="249"/>
                </a:cubicBezTo>
                <a:cubicBezTo>
                  <a:pt x="281" y="249"/>
                  <a:pt x="281" y="249"/>
                  <a:pt x="281" y="249"/>
                </a:cubicBezTo>
                <a:lnTo>
                  <a:pt x="281" y="82"/>
                </a:lnTo>
                <a:close/>
                <a:moveTo>
                  <a:pt x="170" y="295"/>
                </a:moveTo>
                <a:cubicBezTo>
                  <a:pt x="106" y="244"/>
                  <a:pt x="106" y="244"/>
                  <a:pt x="106" y="244"/>
                </a:cubicBezTo>
                <a:cubicBezTo>
                  <a:pt x="105" y="243"/>
                  <a:pt x="103" y="242"/>
                  <a:pt x="101" y="243"/>
                </a:cubicBezTo>
                <a:cubicBezTo>
                  <a:pt x="40" y="260"/>
                  <a:pt x="40" y="260"/>
                  <a:pt x="40" y="260"/>
                </a:cubicBezTo>
                <a:cubicBezTo>
                  <a:pt x="9" y="260"/>
                  <a:pt x="9" y="260"/>
                  <a:pt x="9" y="260"/>
                </a:cubicBezTo>
                <a:cubicBezTo>
                  <a:pt x="6" y="260"/>
                  <a:pt x="3" y="263"/>
                  <a:pt x="3" y="266"/>
                </a:cubicBezTo>
                <a:cubicBezTo>
                  <a:pt x="3" y="269"/>
                  <a:pt x="6" y="272"/>
                  <a:pt x="9" y="272"/>
                </a:cubicBezTo>
                <a:cubicBezTo>
                  <a:pt x="41" y="272"/>
                  <a:pt x="41" y="272"/>
                  <a:pt x="41" y="272"/>
                </a:cubicBezTo>
                <a:cubicBezTo>
                  <a:pt x="43" y="272"/>
                  <a:pt x="43" y="272"/>
                  <a:pt x="43" y="272"/>
                </a:cubicBezTo>
                <a:cubicBezTo>
                  <a:pt x="101" y="255"/>
                  <a:pt x="101" y="255"/>
                  <a:pt x="101" y="255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66" y="307"/>
                  <a:pt x="167" y="307"/>
                  <a:pt x="168" y="307"/>
                </a:cubicBezTo>
                <a:cubicBezTo>
                  <a:pt x="236" y="307"/>
                  <a:pt x="236" y="307"/>
                  <a:pt x="236" y="307"/>
                </a:cubicBezTo>
                <a:cubicBezTo>
                  <a:pt x="238" y="307"/>
                  <a:pt x="238" y="307"/>
                  <a:pt x="238" y="307"/>
                </a:cubicBezTo>
                <a:cubicBezTo>
                  <a:pt x="330" y="286"/>
                  <a:pt x="330" y="286"/>
                  <a:pt x="330" y="286"/>
                </a:cubicBezTo>
                <a:cubicBezTo>
                  <a:pt x="334" y="285"/>
                  <a:pt x="336" y="282"/>
                  <a:pt x="335" y="279"/>
                </a:cubicBezTo>
                <a:cubicBezTo>
                  <a:pt x="334" y="275"/>
                  <a:pt x="331" y="273"/>
                  <a:pt x="328" y="274"/>
                </a:cubicBezTo>
                <a:cubicBezTo>
                  <a:pt x="236" y="295"/>
                  <a:pt x="236" y="295"/>
                  <a:pt x="236" y="295"/>
                </a:cubicBezTo>
                <a:lnTo>
                  <a:pt x="170" y="295"/>
                </a:lnTo>
                <a:close/>
                <a:moveTo>
                  <a:pt x="335" y="316"/>
                </a:moveTo>
                <a:cubicBezTo>
                  <a:pt x="6" y="316"/>
                  <a:pt x="6" y="316"/>
                  <a:pt x="6" y="316"/>
                </a:cubicBezTo>
                <a:cubicBezTo>
                  <a:pt x="3" y="316"/>
                  <a:pt x="0" y="319"/>
                  <a:pt x="0" y="322"/>
                </a:cubicBezTo>
                <a:cubicBezTo>
                  <a:pt x="0" y="325"/>
                  <a:pt x="3" y="328"/>
                  <a:pt x="6" y="328"/>
                </a:cubicBezTo>
                <a:cubicBezTo>
                  <a:pt x="335" y="328"/>
                  <a:pt x="335" y="328"/>
                  <a:pt x="335" y="328"/>
                </a:cubicBezTo>
                <a:cubicBezTo>
                  <a:pt x="338" y="328"/>
                  <a:pt x="341" y="325"/>
                  <a:pt x="341" y="322"/>
                </a:cubicBezTo>
                <a:cubicBezTo>
                  <a:pt x="341" y="319"/>
                  <a:pt x="338" y="316"/>
                  <a:pt x="335" y="316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C6857F3-9C59-4A4E-BB30-C700CE75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911" y="4308943"/>
            <a:ext cx="451080" cy="377023"/>
          </a:xfrm>
          <a:custGeom xmlns:a="http://schemas.openxmlformats.org/drawingml/2006/main">
            <a:gdLst>
              <a:gd name="T0" fmla="*/ 0 w 335"/>
              <a:gd name="T1" fmla="*/ 18 h 280"/>
              <a:gd name="T2" fmla="*/ 317 w 335"/>
              <a:gd name="T3" fmla="*/ 280 h 280"/>
              <a:gd name="T4" fmla="*/ 317 w 335"/>
              <a:gd name="T5" fmla="*/ 0 h 280"/>
              <a:gd name="T6" fmla="*/ 18 w 335"/>
              <a:gd name="T7" fmla="*/ 268 h 280"/>
              <a:gd name="T8" fmla="*/ 323 w 335"/>
              <a:gd name="T9" fmla="*/ 57 h 280"/>
              <a:gd name="T10" fmla="*/ 12 w 335"/>
              <a:gd name="T11" fmla="*/ 45 h 280"/>
              <a:gd name="T12" fmla="*/ 317 w 335"/>
              <a:gd name="T13" fmla="*/ 12 h 280"/>
              <a:gd name="T14" fmla="*/ 29 w 335"/>
              <a:gd name="T15" fmla="*/ 26 h 280"/>
              <a:gd name="T16" fmla="*/ 34 w 335"/>
              <a:gd name="T17" fmla="*/ 30 h 280"/>
              <a:gd name="T18" fmla="*/ 48 w 335"/>
              <a:gd name="T19" fmla="*/ 30 h 280"/>
              <a:gd name="T20" fmla="*/ 52 w 335"/>
              <a:gd name="T21" fmla="*/ 26 h 280"/>
              <a:gd name="T22" fmla="*/ 73 w 335"/>
              <a:gd name="T23" fmla="*/ 35 h 280"/>
              <a:gd name="T24" fmla="*/ 25 w 335"/>
              <a:gd name="T25" fmla="*/ 91 h 280"/>
              <a:gd name="T26" fmla="*/ 101 w 335"/>
              <a:gd name="T27" fmla="*/ 79 h 280"/>
              <a:gd name="T28" fmla="*/ 25 w 335"/>
              <a:gd name="T29" fmla="*/ 91 h 280"/>
              <a:gd name="T30" fmla="*/ 83 w 335"/>
              <a:gd name="T31" fmla="*/ 107 h 280"/>
              <a:gd name="T32" fmla="*/ 19 w 335"/>
              <a:gd name="T33" fmla="*/ 107 h 280"/>
              <a:gd name="T34" fmla="*/ 147 w 335"/>
              <a:gd name="T35" fmla="*/ 223 h 280"/>
              <a:gd name="T36" fmla="*/ 135 w 335"/>
              <a:gd name="T37" fmla="*/ 191 h 280"/>
              <a:gd name="T38" fmla="*/ 169 w 335"/>
              <a:gd name="T39" fmla="*/ 223 h 280"/>
              <a:gd name="T40" fmla="*/ 157 w 335"/>
              <a:gd name="T41" fmla="*/ 171 h 280"/>
              <a:gd name="T42" fmla="*/ 169 w 335"/>
              <a:gd name="T43" fmla="*/ 223 h 280"/>
              <a:gd name="T44" fmla="*/ 185 w 335"/>
              <a:gd name="T45" fmla="*/ 165 h 280"/>
              <a:gd name="T46" fmla="*/ 185 w 335"/>
              <a:gd name="T47" fmla="*/ 229 h 280"/>
              <a:gd name="T48" fmla="*/ 213 w 335"/>
              <a:gd name="T49" fmla="*/ 184 h 280"/>
              <a:gd name="T50" fmla="*/ 201 w 335"/>
              <a:gd name="T51" fmla="*/ 223 h 280"/>
              <a:gd name="T52" fmla="*/ 235 w 335"/>
              <a:gd name="T53" fmla="*/ 223 h 280"/>
              <a:gd name="T54" fmla="*/ 223 w 335"/>
              <a:gd name="T55" fmla="*/ 171 h 280"/>
              <a:gd name="T56" fmla="*/ 235 w 335"/>
              <a:gd name="T57" fmla="*/ 223 h 280"/>
              <a:gd name="T58" fmla="*/ 251 w 335"/>
              <a:gd name="T59" fmla="*/ 121 h 280"/>
              <a:gd name="T60" fmla="*/ 251 w 335"/>
              <a:gd name="T61" fmla="*/ 229 h 280"/>
              <a:gd name="T62" fmla="*/ 279 w 335"/>
              <a:gd name="T63" fmla="*/ 135 h 280"/>
              <a:gd name="T64" fmla="*/ 267 w 335"/>
              <a:gd name="T65" fmla="*/ 223 h 280"/>
              <a:gd name="T66" fmla="*/ 303 w 335"/>
              <a:gd name="T67" fmla="*/ 223 h 280"/>
              <a:gd name="T68" fmla="*/ 291 w 335"/>
              <a:gd name="T69" fmla="*/ 146 h 280"/>
              <a:gd name="T70" fmla="*/ 303 w 335"/>
              <a:gd name="T71" fmla="*/ 223 h 280"/>
              <a:gd name="T72" fmla="*/ 130 w 335"/>
              <a:gd name="T73" fmla="*/ 241 h 280"/>
              <a:gd name="T74" fmla="*/ 308 w 335"/>
              <a:gd name="T75" fmla="*/ 241 h 280"/>
              <a:gd name="T76" fmla="*/ 22 w 335"/>
              <a:gd name="T77" fmla="*/ 191 h 280"/>
              <a:gd name="T78" fmla="*/ 68 w 335"/>
              <a:gd name="T79" fmla="*/ 145 h 280"/>
              <a:gd name="T80" fmla="*/ 68 w 335"/>
              <a:gd name="T81" fmla="*/ 157 h 280"/>
              <a:gd name="T82" fmla="*/ 124 w 335"/>
              <a:gd name="T83" fmla="*/ 184 h 280"/>
              <a:gd name="T84" fmla="*/ 167 w 335"/>
              <a:gd name="T85" fmla="*/ 144 h 280"/>
              <a:gd name="T86" fmla="*/ 253 w 335"/>
              <a:gd name="T87" fmla="*/ 101 h 280"/>
              <a:gd name="T88" fmla="*/ 314 w 335"/>
              <a:gd name="T89" fmla="*/ 109 h 280"/>
              <a:gd name="T90" fmla="*/ 290 w 335"/>
              <a:gd name="T91" fmla="*/ 116 h 280"/>
              <a:gd name="T92" fmla="*/ 246 w 335"/>
              <a:gd name="T93" fmla="*/ 89 h 280"/>
              <a:gd name="T94" fmla="*/ 162 w 335"/>
              <a:gd name="T95" fmla="*/ 132 h 280"/>
              <a:gd name="T96" fmla="*/ 124 w 335"/>
              <a:gd name="T97" fmla="*/ 184 h 280"/>
            </a:gdLst>
            <a:rect l="0" t="0" r="r" b="b"/>
            <a:pathLst>
              <a:path w="335" h="280">
                <a:moveTo>
                  <a:pt x="317" y="0"/>
                </a:move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272"/>
                  <a:pt x="8" y="280"/>
                  <a:pt x="18" y="280"/>
                </a:cubicBezTo>
                <a:cubicBezTo>
                  <a:pt x="317" y="280"/>
                  <a:pt x="317" y="280"/>
                  <a:pt x="317" y="280"/>
                </a:cubicBezTo>
                <a:cubicBezTo>
                  <a:pt x="327" y="280"/>
                  <a:pt x="335" y="272"/>
                  <a:pt x="335" y="262"/>
                </a:cubicBezTo>
                <a:cubicBezTo>
                  <a:pt x="335" y="18"/>
                  <a:pt x="335" y="18"/>
                  <a:pt x="335" y="18"/>
                </a:cubicBezTo>
                <a:cubicBezTo>
                  <a:pt x="335" y="8"/>
                  <a:pt x="327" y="0"/>
                  <a:pt x="317" y="0"/>
                </a:cubicBezTo>
                <a:close/>
                <a:moveTo>
                  <a:pt x="323" y="262"/>
                </a:moveTo>
                <a:cubicBezTo>
                  <a:pt x="323" y="265"/>
                  <a:pt x="320" y="268"/>
                  <a:pt x="317" y="268"/>
                </a:cubicBezTo>
                <a:cubicBezTo>
                  <a:pt x="18" y="268"/>
                  <a:pt x="18" y="268"/>
                  <a:pt x="18" y="268"/>
                </a:cubicBezTo>
                <a:cubicBezTo>
                  <a:pt x="15" y="268"/>
                  <a:pt x="12" y="265"/>
                  <a:pt x="12" y="262"/>
                </a:cubicBezTo>
                <a:cubicBezTo>
                  <a:pt x="12" y="57"/>
                  <a:pt x="12" y="57"/>
                  <a:pt x="12" y="57"/>
                </a:cubicBezTo>
                <a:cubicBezTo>
                  <a:pt x="323" y="57"/>
                  <a:pt x="323" y="57"/>
                  <a:pt x="323" y="57"/>
                </a:cubicBezTo>
                <a:lnTo>
                  <a:pt x="323" y="262"/>
                </a:lnTo>
                <a:close/>
                <a:moveTo>
                  <a:pt x="323" y="45"/>
                </a:moveTo>
                <a:cubicBezTo>
                  <a:pt x="12" y="45"/>
                  <a:pt x="12" y="45"/>
                  <a:pt x="12" y="45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5"/>
                  <a:pt x="15" y="12"/>
                  <a:pt x="18" y="12"/>
                </a:cubicBezTo>
                <a:cubicBezTo>
                  <a:pt x="317" y="12"/>
                  <a:pt x="317" y="12"/>
                  <a:pt x="317" y="12"/>
                </a:cubicBezTo>
                <a:cubicBezTo>
                  <a:pt x="320" y="12"/>
                  <a:pt x="323" y="15"/>
                  <a:pt x="323" y="18"/>
                </a:cubicBezTo>
                <a:lnTo>
                  <a:pt x="323" y="45"/>
                </a:lnTo>
                <a:close/>
                <a:moveTo>
                  <a:pt x="29" y="26"/>
                </a:moveTo>
                <a:cubicBezTo>
                  <a:pt x="26" y="26"/>
                  <a:pt x="24" y="28"/>
                  <a:pt x="24" y="30"/>
                </a:cubicBezTo>
                <a:cubicBezTo>
                  <a:pt x="24" y="33"/>
                  <a:pt x="26" y="35"/>
                  <a:pt x="29" y="35"/>
                </a:cubicBezTo>
                <a:cubicBezTo>
                  <a:pt x="31" y="35"/>
                  <a:pt x="34" y="33"/>
                  <a:pt x="34" y="30"/>
                </a:cubicBezTo>
                <a:cubicBezTo>
                  <a:pt x="34" y="28"/>
                  <a:pt x="31" y="26"/>
                  <a:pt x="29" y="26"/>
                </a:cubicBezTo>
                <a:close/>
                <a:moveTo>
                  <a:pt x="52" y="26"/>
                </a:moveTo>
                <a:cubicBezTo>
                  <a:pt x="50" y="26"/>
                  <a:pt x="48" y="28"/>
                  <a:pt x="48" y="30"/>
                </a:cubicBezTo>
                <a:cubicBezTo>
                  <a:pt x="48" y="33"/>
                  <a:pt x="50" y="35"/>
                  <a:pt x="52" y="35"/>
                </a:cubicBezTo>
                <a:cubicBezTo>
                  <a:pt x="55" y="35"/>
                  <a:pt x="57" y="33"/>
                  <a:pt x="57" y="30"/>
                </a:cubicBezTo>
                <a:cubicBezTo>
                  <a:pt x="57" y="28"/>
                  <a:pt x="55" y="26"/>
                  <a:pt x="52" y="26"/>
                </a:cubicBezTo>
                <a:close/>
                <a:moveTo>
                  <a:pt x="73" y="26"/>
                </a:moveTo>
                <a:cubicBezTo>
                  <a:pt x="70" y="26"/>
                  <a:pt x="68" y="28"/>
                  <a:pt x="68" y="30"/>
                </a:cubicBezTo>
                <a:cubicBezTo>
                  <a:pt x="68" y="33"/>
                  <a:pt x="70" y="35"/>
                  <a:pt x="73" y="35"/>
                </a:cubicBezTo>
                <a:cubicBezTo>
                  <a:pt x="76" y="35"/>
                  <a:pt x="78" y="33"/>
                  <a:pt x="78" y="30"/>
                </a:cubicBezTo>
                <a:cubicBezTo>
                  <a:pt x="78" y="28"/>
                  <a:pt x="76" y="26"/>
                  <a:pt x="73" y="26"/>
                </a:cubicBezTo>
                <a:close/>
                <a:moveTo>
                  <a:pt x="25" y="91"/>
                </a:moveTo>
                <a:cubicBezTo>
                  <a:pt x="101" y="91"/>
                  <a:pt x="101" y="91"/>
                  <a:pt x="101" y="91"/>
                </a:cubicBezTo>
                <a:cubicBezTo>
                  <a:pt x="104" y="91"/>
                  <a:pt x="106" y="88"/>
                  <a:pt x="106" y="85"/>
                </a:cubicBezTo>
                <a:cubicBezTo>
                  <a:pt x="106" y="81"/>
                  <a:pt x="104" y="79"/>
                  <a:pt x="101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1" y="79"/>
                  <a:pt x="19" y="81"/>
                  <a:pt x="19" y="85"/>
                </a:cubicBezTo>
                <a:cubicBezTo>
                  <a:pt x="19" y="88"/>
                  <a:pt x="21" y="91"/>
                  <a:pt x="25" y="91"/>
                </a:cubicBezTo>
                <a:close/>
                <a:moveTo>
                  <a:pt x="25" y="113"/>
                </a:moveTo>
                <a:cubicBezTo>
                  <a:pt x="77" y="113"/>
                  <a:pt x="77" y="113"/>
                  <a:pt x="77" y="113"/>
                </a:cubicBezTo>
                <a:cubicBezTo>
                  <a:pt x="81" y="113"/>
                  <a:pt x="83" y="111"/>
                  <a:pt x="83" y="107"/>
                </a:cubicBezTo>
                <a:cubicBezTo>
                  <a:pt x="83" y="104"/>
                  <a:pt x="81" y="101"/>
                  <a:pt x="77" y="101"/>
                </a:cubicBezTo>
                <a:cubicBezTo>
                  <a:pt x="25" y="101"/>
                  <a:pt x="25" y="101"/>
                  <a:pt x="25" y="101"/>
                </a:cubicBezTo>
                <a:cubicBezTo>
                  <a:pt x="21" y="101"/>
                  <a:pt x="19" y="104"/>
                  <a:pt x="19" y="107"/>
                </a:cubicBezTo>
                <a:cubicBezTo>
                  <a:pt x="19" y="111"/>
                  <a:pt x="21" y="113"/>
                  <a:pt x="25" y="113"/>
                </a:cubicBezTo>
                <a:close/>
                <a:moveTo>
                  <a:pt x="141" y="229"/>
                </a:moveTo>
                <a:cubicBezTo>
                  <a:pt x="144" y="229"/>
                  <a:pt x="147" y="226"/>
                  <a:pt x="147" y="223"/>
                </a:cubicBezTo>
                <a:cubicBezTo>
                  <a:pt x="147" y="191"/>
                  <a:pt x="147" y="191"/>
                  <a:pt x="147" y="191"/>
                </a:cubicBezTo>
                <a:cubicBezTo>
                  <a:pt x="147" y="187"/>
                  <a:pt x="144" y="185"/>
                  <a:pt x="141" y="185"/>
                </a:cubicBezTo>
                <a:cubicBezTo>
                  <a:pt x="138" y="185"/>
                  <a:pt x="135" y="187"/>
                  <a:pt x="135" y="191"/>
                </a:cubicBezTo>
                <a:cubicBezTo>
                  <a:pt x="135" y="223"/>
                  <a:pt x="135" y="223"/>
                  <a:pt x="135" y="223"/>
                </a:cubicBezTo>
                <a:cubicBezTo>
                  <a:pt x="135" y="226"/>
                  <a:pt x="138" y="229"/>
                  <a:pt x="141" y="229"/>
                </a:cubicBezTo>
                <a:close/>
                <a:moveTo>
                  <a:pt x="169" y="223"/>
                </a:moveTo>
                <a:cubicBezTo>
                  <a:pt x="169" y="171"/>
                  <a:pt x="169" y="171"/>
                  <a:pt x="169" y="171"/>
                </a:cubicBezTo>
                <a:cubicBezTo>
                  <a:pt x="169" y="167"/>
                  <a:pt x="166" y="165"/>
                  <a:pt x="163" y="165"/>
                </a:cubicBezTo>
                <a:cubicBezTo>
                  <a:pt x="159" y="165"/>
                  <a:pt x="157" y="167"/>
                  <a:pt x="157" y="171"/>
                </a:cubicBezTo>
                <a:cubicBezTo>
                  <a:pt x="157" y="223"/>
                  <a:pt x="157" y="223"/>
                  <a:pt x="157" y="223"/>
                </a:cubicBezTo>
                <a:cubicBezTo>
                  <a:pt x="157" y="226"/>
                  <a:pt x="159" y="229"/>
                  <a:pt x="163" y="229"/>
                </a:cubicBezTo>
                <a:cubicBezTo>
                  <a:pt x="166" y="229"/>
                  <a:pt x="169" y="226"/>
                  <a:pt x="169" y="223"/>
                </a:cubicBezTo>
                <a:close/>
                <a:moveTo>
                  <a:pt x="191" y="223"/>
                </a:moveTo>
                <a:cubicBezTo>
                  <a:pt x="191" y="171"/>
                  <a:pt x="191" y="171"/>
                  <a:pt x="191" y="171"/>
                </a:cubicBezTo>
                <a:cubicBezTo>
                  <a:pt x="191" y="167"/>
                  <a:pt x="188" y="165"/>
                  <a:pt x="185" y="165"/>
                </a:cubicBezTo>
                <a:cubicBezTo>
                  <a:pt x="182" y="165"/>
                  <a:pt x="179" y="167"/>
                  <a:pt x="179" y="171"/>
                </a:cubicBezTo>
                <a:cubicBezTo>
                  <a:pt x="179" y="223"/>
                  <a:pt x="179" y="223"/>
                  <a:pt x="179" y="223"/>
                </a:cubicBezTo>
                <a:cubicBezTo>
                  <a:pt x="179" y="226"/>
                  <a:pt x="182" y="229"/>
                  <a:pt x="185" y="229"/>
                </a:cubicBezTo>
                <a:cubicBezTo>
                  <a:pt x="188" y="229"/>
                  <a:pt x="191" y="226"/>
                  <a:pt x="191" y="223"/>
                </a:cubicBezTo>
                <a:close/>
                <a:moveTo>
                  <a:pt x="213" y="223"/>
                </a:moveTo>
                <a:cubicBezTo>
                  <a:pt x="213" y="184"/>
                  <a:pt x="213" y="184"/>
                  <a:pt x="213" y="184"/>
                </a:cubicBezTo>
                <a:cubicBezTo>
                  <a:pt x="213" y="180"/>
                  <a:pt x="211" y="178"/>
                  <a:pt x="207" y="178"/>
                </a:cubicBezTo>
                <a:cubicBezTo>
                  <a:pt x="204" y="178"/>
                  <a:pt x="201" y="180"/>
                  <a:pt x="201" y="184"/>
                </a:cubicBezTo>
                <a:cubicBezTo>
                  <a:pt x="201" y="223"/>
                  <a:pt x="201" y="223"/>
                  <a:pt x="201" y="223"/>
                </a:cubicBezTo>
                <a:cubicBezTo>
                  <a:pt x="201" y="226"/>
                  <a:pt x="204" y="229"/>
                  <a:pt x="207" y="229"/>
                </a:cubicBezTo>
                <a:cubicBezTo>
                  <a:pt x="211" y="229"/>
                  <a:pt x="213" y="226"/>
                  <a:pt x="213" y="223"/>
                </a:cubicBezTo>
                <a:close/>
                <a:moveTo>
                  <a:pt x="235" y="223"/>
                </a:moveTo>
                <a:cubicBezTo>
                  <a:pt x="235" y="171"/>
                  <a:pt x="235" y="171"/>
                  <a:pt x="235" y="171"/>
                </a:cubicBezTo>
                <a:cubicBezTo>
                  <a:pt x="235" y="167"/>
                  <a:pt x="232" y="165"/>
                  <a:pt x="229" y="165"/>
                </a:cubicBezTo>
                <a:cubicBezTo>
                  <a:pt x="226" y="165"/>
                  <a:pt x="223" y="167"/>
                  <a:pt x="223" y="171"/>
                </a:cubicBezTo>
                <a:cubicBezTo>
                  <a:pt x="223" y="223"/>
                  <a:pt x="223" y="223"/>
                  <a:pt x="223" y="223"/>
                </a:cubicBezTo>
                <a:cubicBezTo>
                  <a:pt x="223" y="226"/>
                  <a:pt x="226" y="229"/>
                  <a:pt x="229" y="229"/>
                </a:cubicBezTo>
                <a:cubicBezTo>
                  <a:pt x="232" y="229"/>
                  <a:pt x="235" y="226"/>
                  <a:pt x="235" y="223"/>
                </a:cubicBezTo>
                <a:close/>
                <a:moveTo>
                  <a:pt x="257" y="223"/>
                </a:moveTo>
                <a:cubicBezTo>
                  <a:pt x="257" y="127"/>
                  <a:pt x="257" y="127"/>
                  <a:pt x="257" y="127"/>
                </a:cubicBezTo>
                <a:cubicBezTo>
                  <a:pt x="257" y="123"/>
                  <a:pt x="255" y="121"/>
                  <a:pt x="251" y="121"/>
                </a:cubicBezTo>
                <a:cubicBezTo>
                  <a:pt x="248" y="121"/>
                  <a:pt x="245" y="123"/>
                  <a:pt x="245" y="127"/>
                </a:cubicBezTo>
                <a:cubicBezTo>
                  <a:pt x="245" y="223"/>
                  <a:pt x="245" y="223"/>
                  <a:pt x="245" y="223"/>
                </a:cubicBezTo>
                <a:cubicBezTo>
                  <a:pt x="245" y="226"/>
                  <a:pt x="248" y="229"/>
                  <a:pt x="251" y="229"/>
                </a:cubicBezTo>
                <a:cubicBezTo>
                  <a:pt x="255" y="229"/>
                  <a:pt x="257" y="226"/>
                  <a:pt x="257" y="223"/>
                </a:cubicBezTo>
                <a:close/>
                <a:moveTo>
                  <a:pt x="279" y="223"/>
                </a:moveTo>
                <a:cubicBezTo>
                  <a:pt x="279" y="135"/>
                  <a:pt x="279" y="135"/>
                  <a:pt x="279" y="135"/>
                </a:cubicBezTo>
                <a:cubicBezTo>
                  <a:pt x="279" y="132"/>
                  <a:pt x="276" y="129"/>
                  <a:pt x="273" y="129"/>
                </a:cubicBezTo>
                <a:cubicBezTo>
                  <a:pt x="270" y="129"/>
                  <a:pt x="267" y="132"/>
                  <a:pt x="267" y="135"/>
                </a:cubicBezTo>
                <a:cubicBezTo>
                  <a:pt x="267" y="223"/>
                  <a:pt x="267" y="223"/>
                  <a:pt x="267" y="223"/>
                </a:cubicBezTo>
                <a:cubicBezTo>
                  <a:pt x="267" y="226"/>
                  <a:pt x="270" y="229"/>
                  <a:pt x="273" y="229"/>
                </a:cubicBezTo>
                <a:cubicBezTo>
                  <a:pt x="276" y="229"/>
                  <a:pt x="279" y="226"/>
                  <a:pt x="279" y="223"/>
                </a:cubicBezTo>
                <a:close/>
                <a:moveTo>
                  <a:pt x="303" y="223"/>
                </a:moveTo>
                <a:cubicBezTo>
                  <a:pt x="303" y="146"/>
                  <a:pt x="303" y="146"/>
                  <a:pt x="303" y="146"/>
                </a:cubicBezTo>
                <a:cubicBezTo>
                  <a:pt x="303" y="143"/>
                  <a:pt x="300" y="140"/>
                  <a:pt x="297" y="140"/>
                </a:cubicBezTo>
                <a:cubicBezTo>
                  <a:pt x="294" y="140"/>
                  <a:pt x="291" y="143"/>
                  <a:pt x="291" y="146"/>
                </a:cubicBezTo>
                <a:cubicBezTo>
                  <a:pt x="291" y="223"/>
                  <a:pt x="291" y="223"/>
                  <a:pt x="291" y="223"/>
                </a:cubicBezTo>
                <a:cubicBezTo>
                  <a:pt x="291" y="226"/>
                  <a:pt x="294" y="229"/>
                  <a:pt x="297" y="229"/>
                </a:cubicBezTo>
                <a:cubicBezTo>
                  <a:pt x="300" y="229"/>
                  <a:pt x="303" y="226"/>
                  <a:pt x="303" y="223"/>
                </a:cubicBezTo>
                <a:close/>
                <a:moveTo>
                  <a:pt x="302" y="235"/>
                </a:moveTo>
                <a:cubicBezTo>
                  <a:pt x="136" y="235"/>
                  <a:pt x="136" y="235"/>
                  <a:pt x="136" y="235"/>
                </a:cubicBezTo>
                <a:cubicBezTo>
                  <a:pt x="133" y="235"/>
                  <a:pt x="130" y="238"/>
                  <a:pt x="130" y="241"/>
                </a:cubicBezTo>
                <a:cubicBezTo>
                  <a:pt x="130" y="244"/>
                  <a:pt x="133" y="247"/>
                  <a:pt x="136" y="247"/>
                </a:cubicBezTo>
                <a:cubicBezTo>
                  <a:pt x="302" y="247"/>
                  <a:pt x="302" y="247"/>
                  <a:pt x="302" y="247"/>
                </a:cubicBezTo>
                <a:cubicBezTo>
                  <a:pt x="305" y="247"/>
                  <a:pt x="308" y="244"/>
                  <a:pt x="308" y="241"/>
                </a:cubicBezTo>
                <a:cubicBezTo>
                  <a:pt x="308" y="238"/>
                  <a:pt x="305" y="235"/>
                  <a:pt x="302" y="235"/>
                </a:cubicBezTo>
                <a:close/>
                <a:moveTo>
                  <a:pt x="68" y="145"/>
                </a:moveTo>
                <a:cubicBezTo>
                  <a:pt x="42" y="145"/>
                  <a:pt x="22" y="166"/>
                  <a:pt x="22" y="191"/>
                </a:cubicBezTo>
                <a:cubicBezTo>
                  <a:pt x="22" y="216"/>
                  <a:pt x="42" y="236"/>
                  <a:pt x="68" y="236"/>
                </a:cubicBezTo>
                <a:cubicBezTo>
                  <a:pt x="93" y="236"/>
                  <a:pt x="113" y="216"/>
                  <a:pt x="113" y="191"/>
                </a:cubicBezTo>
                <a:cubicBezTo>
                  <a:pt x="113" y="166"/>
                  <a:pt x="93" y="145"/>
                  <a:pt x="68" y="145"/>
                </a:cubicBezTo>
                <a:close/>
                <a:moveTo>
                  <a:pt x="68" y="224"/>
                </a:moveTo>
                <a:cubicBezTo>
                  <a:pt x="49" y="224"/>
                  <a:pt x="34" y="209"/>
                  <a:pt x="34" y="191"/>
                </a:cubicBezTo>
                <a:cubicBezTo>
                  <a:pt x="34" y="172"/>
                  <a:pt x="49" y="157"/>
                  <a:pt x="68" y="157"/>
                </a:cubicBezTo>
                <a:cubicBezTo>
                  <a:pt x="86" y="157"/>
                  <a:pt x="101" y="172"/>
                  <a:pt x="101" y="191"/>
                </a:cubicBezTo>
                <a:cubicBezTo>
                  <a:pt x="101" y="209"/>
                  <a:pt x="86" y="224"/>
                  <a:pt x="68" y="224"/>
                </a:cubicBezTo>
                <a:close/>
                <a:moveTo>
                  <a:pt x="124" y="184"/>
                </a:moveTo>
                <a:cubicBezTo>
                  <a:pt x="126" y="184"/>
                  <a:pt x="128" y="184"/>
                  <a:pt x="129" y="183"/>
                </a:cubicBezTo>
                <a:cubicBezTo>
                  <a:pt x="129" y="183"/>
                  <a:pt x="129" y="183"/>
                  <a:pt x="129" y="183"/>
                </a:cubicBezTo>
                <a:cubicBezTo>
                  <a:pt x="167" y="144"/>
                  <a:pt x="167" y="144"/>
                  <a:pt x="167" y="144"/>
                </a:cubicBezTo>
                <a:cubicBezTo>
                  <a:pt x="212" y="162"/>
                  <a:pt x="212" y="162"/>
                  <a:pt x="212" y="162"/>
                </a:cubicBezTo>
                <a:cubicBezTo>
                  <a:pt x="214" y="164"/>
                  <a:pt x="218" y="163"/>
                  <a:pt x="219" y="160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87" y="129"/>
                  <a:pt x="287" y="129"/>
                  <a:pt x="287" y="129"/>
                </a:cubicBezTo>
                <a:cubicBezTo>
                  <a:pt x="289" y="131"/>
                  <a:pt x="293" y="131"/>
                  <a:pt x="295" y="129"/>
                </a:cubicBezTo>
                <a:cubicBezTo>
                  <a:pt x="314" y="109"/>
                  <a:pt x="314" y="109"/>
                  <a:pt x="314" y="109"/>
                </a:cubicBezTo>
                <a:cubicBezTo>
                  <a:pt x="316" y="107"/>
                  <a:pt x="316" y="103"/>
                  <a:pt x="314" y="101"/>
                </a:cubicBezTo>
                <a:cubicBezTo>
                  <a:pt x="311" y="98"/>
                  <a:pt x="308" y="98"/>
                  <a:pt x="305" y="101"/>
                </a:cubicBezTo>
                <a:cubicBezTo>
                  <a:pt x="290" y="116"/>
                  <a:pt x="290" y="116"/>
                  <a:pt x="290" y="116"/>
                </a:cubicBezTo>
                <a:cubicBezTo>
                  <a:pt x="255" y="87"/>
                  <a:pt x="255" y="87"/>
                  <a:pt x="255" y="87"/>
                </a:cubicBezTo>
                <a:cubicBezTo>
                  <a:pt x="253" y="86"/>
                  <a:pt x="252" y="86"/>
                  <a:pt x="250" y="86"/>
                </a:cubicBezTo>
                <a:cubicBezTo>
                  <a:pt x="248" y="86"/>
                  <a:pt x="247" y="87"/>
                  <a:pt x="246" y="89"/>
                </a:cubicBezTo>
                <a:cubicBezTo>
                  <a:pt x="211" y="149"/>
                  <a:pt x="211" y="149"/>
                  <a:pt x="211" y="149"/>
                </a:cubicBezTo>
                <a:cubicBezTo>
                  <a:pt x="168" y="131"/>
                  <a:pt x="168" y="131"/>
                  <a:pt x="168" y="131"/>
                </a:cubicBezTo>
                <a:cubicBezTo>
                  <a:pt x="166" y="130"/>
                  <a:pt x="163" y="130"/>
                  <a:pt x="162" y="132"/>
                </a:cubicBezTo>
                <a:cubicBezTo>
                  <a:pt x="120" y="174"/>
                  <a:pt x="120" y="174"/>
                  <a:pt x="120" y="174"/>
                </a:cubicBezTo>
                <a:cubicBezTo>
                  <a:pt x="118" y="177"/>
                  <a:pt x="118" y="180"/>
                  <a:pt x="120" y="183"/>
                </a:cubicBezTo>
                <a:cubicBezTo>
                  <a:pt x="121" y="184"/>
                  <a:pt x="123" y="184"/>
                  <a:pt x="124" y="184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35331BB-367B-4D80-85A5-076095D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75" y="3437202"/>
            <a:ext cx="611366" cy="406110"/>
          </a:xfrm>
          <a:custGeom xmlns:a="http://schemas.openxmlformats.org/drawingml/2006/main">
            <a:gdLst>
              <a:gd name="T0" fmla="*/ 112 w 336"/>
              <a:gd name="T1" fmla="*/ 0 h 223"/>
              <a:gd name="T2" fmla="*/ 112 w 336"/>
              <a:gd name="T3" fmla="*/ 223 h 223"/>
              <a:gd name="T4" fmla="*/ 112 w 336"/>
              <a:gd name="T5" fmla="*/ 211 h 223"/>
              <a:gd name="T6" fmla="*/ 112 w 336"/>
              <a:gd name="T7" fmla="*/ 12 h 223"/>
              <a:gd name="T8" fmla="*/ 112 w 336"/>
              <a:gd name="T9" fmla="*/ 211 h 223"/>
              <a:gd name="T10" fmla="*/ 145 w 336"/>
              <a:gd name="T11" fmla="*/ 41 h 223"/>
              <a:gd name="T12" fmla="*/ 148 w 336"/>
              <a:gd name="T13" fmla="*/ 50 h 223"/>
              <a:gd name="T14" fmla="*/ 118 w 336"/>
              <a:gd name="T15" fmla="*/ 183 h 223"/>
              <a:gd name="T16" fmla="*/ 119 w 336"/>
              <a:gd name="T17" fmla="*/ 195 h 223"/>
              <a:gd name="T18" fmla="*/ 195 w 336"/>
              <a:gd name="T19" fmla="*/ 112 h 223"/>
              <a:gd name="T20" fmla="*/ 79 w 336"/>
              <a:gd name="T21" fmla="*/ 175 h 223"/>
              <a:gd name="T22" fmla="*/ 40 w 336"/>
              <a:gd name="T23" fmla="*/ 112 h 223"/>
              <a:gd name="T24" fmla="*/ 110 w 336"/>
              <a:gd name="T25" fmla="*/ 34 h 223"/>
              <a:gd name="T26" fmla="*/ 28 w 336"/>
              <a:gd name="T27" fmla="*/ 112 h 223"/>
              <a:gd name="T28" fmla="*/ 76 w 336"/>
              <a:gd name="T29" fmla="*/ 187 h 223"/>
              <a:gd name="T30" fmla="*/ 79 w 336"/>
              <a:gd name="T31" fmla="*/ 175 h 223"/>
              <a:gd name="T32" fmla="*/ 185 w 336"/>
              <a:gd name="T33" fmla="*/ 8 h 223"/>
              <a:gd name="T34" fmla="*/ 189 w 336"/>
              <a:gd name="T35" fmla="*/ 19 h 223"/>
              <a:gd name="T36" fmla="*/ 225 w 336"/>
              <a:gd name="T37" fmla="*/ 12 h 223"/>
              <a:gd name="T38" fmla="*/ 225 w 336"/>
              <a:gd name="T39" fmla="*/ 211 h 223"/>
              <a:gd name="T40" fmla="*/ 180 w 336"/>
              <a:gd name="T41" fmla="*/ 207 h 223"/>
              <a:gd name="T42" fmla="*/ 225 w 336"/>
              <a:gd name="T43" fmla="*/ 223 h 223"/>
              <a:gd name="T44" fmla="*/ 225 w 336"/>
              <a:gd name="T45" fmla="*/ 0 h 223"/>
              <a:gd name="T46" fmla="*/ 212 w 336"/>
              <a:gd name="T47" fmla="*/ 182 h 223"/>
              <a:gd name="T48" fmla="*/ 210 w 336"/>
              <a:gd name="T49" fmla="*/ 194 h 223"/>
              <a:gd name="T50" fmla="*/ 309 w 336"/>
              <a:gd name="T51" fmla="*/ 112 h 223"/>
              <a:gd name="T52" fmla="*/ 208 w 336"/>
              <a:gd name="T53" fmla="*/ 30 h 223"/>
              <a:gd name="T54" fmla="*/ 211 w 336"/>
              <a:gd name="T55" fmla="*/ 41 h 223"/>
              <a:gd name="T56" fmla="*/ 297 w 336"/>
              <a:gd name="T57" fmla="*/ 112 h 223"/>
              <a:gd name="T58" fmla="*/ 157 w 336"/>
              <a:gd name="T59" fmla="*/ 88 h 223"/>
              <a:gd name="T60" fmla="*/ 108 w 336"/>
              <a:gd name="T61" fmla="*/ 154 h 223"/>
              <a:gd name="T62" fmla="*/ 112 w 336"/>
              <a:gd name="T63" fmla="*/ 125 h 223"/>
              <a:gd name="T64" fmla="*/ 83 w 336"/>
              <a:gd name="T65" fmla="*/ 123 h 223"/>
              <a:gd name="T66" fmla="*/ 112 w 336"/>
              <a:gd name="T67" fmla="*/ 99 h 223"/>
              <a:gd name="T68" fmla="*/ 123 w 336"/>
              <a:gd name="T69" fmla="*/ 101 h 223"/>
              <a:gd name="T70" fmla="*/ 133 w 336"/>
              <a:gd name="T71" fmla="*/ 43 h 223"/>
              <a:gd name="T72" fmla="*/ 122 w 336"/>
              <a:gd name="T73" fmla="*/ 39 h 223"/>
              <a:gd name="T74" fmla="*/ 67 w 336"/>
              <a:gd name="T75" fmla="*/ 132 h 223"/>
              <a:gd name="T76" fmla="*/ 100 w 336"/>
              <a:gd name="T77" fmla="*/ 135 h 223"/>
              <a:gd name="T78" fmla="*/ 93 w 336"/>
              <a:gd name="T79" fmla="*/ 191 h 223"/>
              <a:gd name="T80" fmla="*/ 100 w 336"/>
              <a:gd name="T81" fmla="*/ 188 h 223"/>
              <a:gd name="T82" fmla="*/ 157 w 336"/>
              <a:gd name="T83" fmla="*/ 88 h 223"/>
            </a:gdLst>
            <a:rect l="0" t="0" r="r" b="b"/>
            <a:pathLst>
              <a:path w="336" h="223">
                <a:moveTo>
                  <a:pt x="223" y="112"/>
                </a:moveTo>
                <a:cubicBezTo>
                  <a:pt x="223" y="50"/>
                  <a:pt x="173" y="0"/>
                  <a:pt x="112" y="0"/>
                </a:cubicBezTo>
                <a:cubicBezTo>
                  <a:pt x="50" y="0"/>
                  <a:pt x="1" y="50"/>
                  <a:pt x="0" y="112"/>
                </a:cubicBezTo>
                <a:cubicBezTo>
                  <a:pt x="1" y="173"/>
                  <a:pt x="50" y="223"/>
                  <a:pt x="112" y="223"/>
                </a:cubicBezTo>
                <a:cubicBezTo>
                  <a:pt x="173" y="223"/>
                  <a:pt x="223" y="173"/>
                  <a:pt x="223" y="112"/>
                </a:cubicBezTo>
                <a:close/>
                <a:moveTo>
                  <a:pt x="112" y="211"/>
                </a:moveTo>
                <a:cubicBezTo>
                  <a:pt x="57" y="211"/>
                  <a:pt x="13" y="166"/>
                  <a:pt x="12" y="112"/>
                </a:cubicBezTo>
                <a:cubicBezTo>
                  <a:pt x="13" y="57"/>
                  <a:pt x="57" y="12"/>
                  <a:pt x="112" y="12"/>
                </a:cubicBezTo>
                <a:cubicBezTo>
                  <a:pt x="166" y="12"/>
                  <a:pt x="211" y="57"/>
                  <a:pt x="211" y="112"/>
                </a:cubicBezTo>
                <a:cubicBezTo>
                  <a:pt x="211" y="166"/>
                  <a:pt x="166" y="211"/>
                  <a:pt x="112" y="211"/>
                </a:cubicBezTo>
                <a:close/>
                <a:moveTo>
                  <a:pt x="154" y="39"/>
                </a:moveTo>
                <a:cubicBezTo>
                  <a:pt x="151" y="37"/>
                  <a:pt x="147" y="38"/>
                  <a:pt x="145" y="41"/>
                </a:cubicBezTo>
                <a:cubicBezTo>
                  <a:pt x="144" y="44"/>
                  <a:pt x="145" y="48"/>
                  <a:pt x="148" y="50"/>
                </a:cubicBezTo>
                <a:cubicBezTo>
                  <a:pt x="148" y="50"/>
                  <a:pt x="148" y="50"/>
                  <a:pt x="148" y="50"/>
                </a:cubicBezTo>
                <a:cubicBezTo>
                  <a:pt x="169" y="62"/>
                  <a:pt x="183" y="85"/>
                  <a:pt x="183" y="112"/>
                </a:cubicBezTo>
                <a:cubicBezTo>
                  <a:pt x="183" y="149"/>
                  <a:pt x="155" y="180"/>
                  <a:pt x="118" y="183"/>
                </a:cubicBezTo>
                <a:cubicBezTo>
                  <a:pt x="115" y="183"/>
                  <a:pt x="112" y="186"/>
                  <a:pt x="113" y="189"/>
                </a:cubicBezTo>
                <a:cubicBezTo>
                  <a:pt x="113" y="193"/>
                  <a:pt x="115" y="195"/>
                  <a:pt x="119" y="195"/>
                </a:cubicBezTo>
                <a:cubicBezTo>
                  <a:pt x="119" y="195"/>
                  <a:pt x="119" y="195"/>
                  <a:pt x="119" y="195"/>
                </a:cubicBezTo>
                <a:cubicBezTo>
                  <a:pt x="162" y="191"/>
                  <a:pt x="195" y="155"/>
                  <a:pt x="195" y="112"/>
                </a:cubicBezTo>
                <a:cubicBezTo>
                  <a:pt x="195" y="81"/>
                  <a:pt x="179" y="54"/>
                  <a:pt x="154" y="39"/>
                </a:cubicBezTo>
                <a:close/>
                <a:moveTo>
                  <a:pt x="79" y="175"/>
                </a:moveTo>
                <a:cubicBezTo>
                  <a:pt x="79" y="175"/>
                  <a:pt x="79" y="175"/>
                  <a:pt x="79" y="175"/>
                </a:cubicBezTo>
                <a:cubicBezTo>
                  <a:pt x="56" y="163"/>
                  <a:pt x="40" y="139"/>
                  <a:pt x="40" y="112"/>
                </a:cubicBezTo>
                <a:cubicBezTo>
                  <a:pt x="40" y="74"/>
                  <a:pt x="68" y="44"/>
                  <a:pt x="104" y="40"/>
                </a:cubicBezTo>
                <a:cubicBezTo>
                  <a:pt x="108" y="40"/>
                  <a:pt x="110" y="37"/>
                  <a:pt x="110" y="34"/>
                </a:cubicBezTo>
                <a:cubicBezTo>
                  <a:pt x="109" y="30"/>
                  <a:pt x="106" y="28"/>
                  <a:pt x="103" y="28"/>
                </a:cubicBezTo>
                <a:cubicBezTo>
                  <a:pt x="61" y="33"/>
                  <a:pt x="28" y="68"/>
                  <a:pt x="28" y="112"/>
                </a:cubicBezTo>
                <a:cubicBezTo>
                  <a:pt x="28" y="144"/>
                  <a:pt x="46" y="172"/>
                  <a:pt x="74" y="186"/>
                </a:cubicBezTo>
                <a:cubicBezTo>
                  <a:pt x="74" y="186"/>
                  <a:pt x="75" y="187"/>
                  <a:pt x="76" y="187"/>
                </a:cubicBezTo>
                <a:cubicBezTo>
                  <a:pt x="78" y="187"/>
                  <a:pt x="81" y="185"/>
                  <a:pt x="82" y="183"/>
                </a:cubicBezTo>
                <a:cubicBezTo>
                  <a:pt x="83" y="180"/>
                  <a:pt x="82" y="177"/>
                  <a:pt x="79" y="175"/>
                </a:cubicBezTo>
                <a:close/>
                <a:moveTo>
                  <a:pt x="225" y="0"/>
                </a:moveTo>
                <a:cubicBezTo>
                  <a:pt x="211" y="0"/>
                  <a:pt x="197" y="3"/>
                  <a:pt x="185" y="8"/>
                </a:cubicBezTo>
                <a:cubicBezTo>
                  <a:pt x="182" y="9"/>
                  <a:pt x="180" y="13"/>
                  <a:pt x="181" y="16"/>
                </a:cubicBezTo>
                <a:cubicBezTo>
                  <a:pt x="182" y="19"/>
                  <a:pt x="186" y="20"/>
                  <a:pt x="189" y="19"/>
                </a:cubicBezTo>
                <a:cubicBezTo>
                  <a:pt x="189" y="19"/>
                  <a:pt x="189" y="19"/>
                  <a:pt x="189" y="19"/>
                </a:cubicBezTo>
                <a:cubicBezTo>
                  <a:pt x="200" y="15"/>
                  <a:pt x="212" y="12"/>
                  <a:pt x="225" y="12"/>
                </a:cubicBezTo>
                <a:cubicBezTo>
                  <a:pt x="280" y="12"/>
                  <a:pt x="324" y="57"/>
                  <a:pt x="324" y="112"/>
                </a:cubicBezTo>
                <a:cubicBezTo>
                  <a:pt x="324" y="166"/>
                  <a:pt x="280" y="211"/>
                  <a:pt x="225" y="211"/>
                </a:cubicBezTo>
                <a:cubicBezTo>
                  <a:pt x="212" y="211"/>
                  <a:pt x="199" y="208"/>
                  <a:pt x="188" y="203"/>
                </a:cubicBezTo>
                <a:cubicBezTo>
                  <a:pt x="185" y="202"/>
                  <a:pt x="181" y="204"/>
                  <a:pt x="180" y="207"/>
                </a:cubicBezTo>
                <a:cubicBezTo>
                  <a:pt x="179" y="210"/>
                  <a:pt x="180" y="213"/>
                  <a:pt x="183" y="214"/>
                </a:cubicBezTo>
                <a:cubicBezTo>
                  <a:pt x="196" y="220"/>
                  <a:pt x="210" y="223"/>
                  <a:pt x="225" y="223"/>
                </a:cubicBezTo>
                <a:cubicBezTo>
                  <a:pt x="287" y="223"/>
                  <a:pt x="336" y="173"/>
                  <a:pt x="336" y="112"/>
                </a:cubicBezTo>
                <a:cubicBezTo>
                  <a:pt x="336" y="50"/>
                  <a:pt x="287" y="0"/>
                  <a:pt x="225" y="0"/>
                </a:cubicBezTo>
                <a:close/>
                <a:moveTo>
                  <a:pt x="225" y="183"/>
                </a:moveTo>
                <a:cubicBezTo>
                  <a:pt x="221" y="183"/>
                  <a:pt x="216" y="183"/>
                  <a:pt x="212" y="182"/>
                </a:cubicBezTo>
                <a:cubicBezTo>
                  <a:pt x="209" y="181"/>
                  <a:pt x="206" y="184"/>
                  <a:pt x="205" y="187"/>
                </a:cubicBezTo>
                <a:cubicBezTo>
                  <a:pt x="205" y="190"/>
                  <a:pt x="207" y="193"/>
                  <a:pt x="210" y="194"/>
                </a:cubicBezTo>
                <a:cubicBezTo>
                  <a:pt x="215" y="195"/>
                  <a:pt x="220" y="195"/>
                  <a:pt x="225" y="195"/>
                </a:cubicBezTo>
                <a:cubicBezTo>
                  <a:pt x="271" y="195"/>
                  <a:pt x="309" y="158"/>
                  <a:pt x="309" y="112"/>
                </a:cubicBezTo>
                <a:cubicBezTo>
                  <a:pt x="309" y="65"/>
                  <a:pt x="271" y="28"/>
                  <a:pt x="225" y="28"/>
                </a:cubicBezTo>
                <a:cubicBezTo>
                  <a:pt x="219" y="28"/>
                  <a:pt x="214" y="28"/>
                  <a:pt x="208" y="30"/>
                </a:cubicBezTo>
                <a:cubicBezTo>
                  <a:pt x="205" y="30"/>
                  <a:pt x="203" y="33"/>
                  <a:pt x="204" y="37"/>
                </a:cubicBezTo>
                <a:cubicBezTo>
                  <a:pt x="204" y="40"/>
                  <a:pt x="207" y="42"/>
                  <a:pt x="211" y="41"/>
                </a:cubicBezTo>
                <a:cubicBezTo>
                  <a:pt x="215" y="40"/>
                  <a:pt x="220" y="40"/>
                  <a:pt x="225" y="40"/>
                </a:cubicBezTo>
                <a:cubicBezTo>
                  <a:pt x="265" y="40"/>
                  <a:pt x="297" y="72"/>
                  <a:pt x="297" y="112"/>
                </a:cubicBezTo>
                <a:cubicBezTo>
                  <a:pt x="297" y="151"/>
                  <a:pt x="265" y="183"/>
                  <a:pt x="225" y="183"/>
                </a:cubicBezTo>
                <a:close/>
                <a:moveTo>
                  <a:pt x="157" y="88"/>
                </a:moveTo>
                <a:cubicBezTo>
                  <a:pt x="154" y="86"/>
                  <a:pt x="150" y="87"/>
                  <a:pt x="148" y="90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13" y="130"/>
                  <a:pt x="113" y="130"/>
                  <a:pt x="113" y="130"/>
                </a:cubicBezTo>
                <a:cubicBezTo>
                  <a:pt x="113" y="129"/>
                  <a:pt x="113" y="127"/>
                  <a:pt x="112" y="125"/>
                </a:cubicBezTo>
                <a:cubicBezTo>
                  <a:pt x="111" y="124"/>
                  <a:pt x="109" y="123"/>
                  <a:pt x="107" y="123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117" y="71"/>
                  <a:pt x="117" y="71"/>
                  <a:pt x="117" y="71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102"/>
                  <a:pt x="113" y="106"/>
                  <a:pt x="116" y="106"/>
                </a:cubicBezTo>
                <a:cubicBezTo>
                  <a:pt x="120" y="107"/>
                  <a:pt x="123" y="104"/>
                  <a:pt x="123" y="101"/>
                </a:cubicBezTo>
                <a:cubicBezTo>
                  <a:pt x="123" y="101"/>
                  <a:pt x="123" y="101"/>
                  <a:pt x="123" y="101"/>
                </a:cubicBezTo>
                <a:cubicBezTo>
                  <a:pt x="133" y="43"/>
                  <a:pt x="133" y="43"/>
                  <a:pt x="133" y="43"/>
                </a:cubicBezTo>
                <a:cubicBezTo>
                  <a:pt x="134" y="40"/>
                  <a:pt x="132" y="38"/>
                  <a:pt x="130" y="37"/>
                </a:cubicBezTo>
                <a:cubicBezTo>
                  <a:pt x="127" y="36"/>
                  <a:pt x="124" y="37"/>
                  <a:pt x="122" y="39"/>
                </a:cubicBezTo>
                <a:cubicBezTo>
                  <a:pt x="67" y="126"/>
                  <a:pt x="67" y="126"/>
                  <a:pt x="67" y="126"/>
                </a:cubicBezTo>
                <a:cubicBezTo>
                  <a:pt x="66" y="128"/>
                  <a:pt x="66" y="130"/>
                  <a:pt x="67" y="132"/>
                </a:cubicBezTo>
                <a:cubicBezTo>
                  <a:pt x="68" y="134"/>
                  <a:pt x="70" y="135"/>
                  <a:pt x="72" y="135"/>
                </a:cubicBezTo>
                <a:cubicBezTo>
                  <a:pt x="100" y="135"/>
                  <a:pt x="100" y="135"/>
                  <a:pt x="100" y="135"/>
                </a:cubicBezTo>
                <a:cubicBezTo>
                  <a:pt x="89" y="184"/>
                  <a:pt x="89" y="184"/>
                  <a:pt x="89" y="184"/>
                </a:cubicBezTo>
                <a:cubicBezTo>
                  <a:pt x="89" y="187"/>
                  <a:pt x="90" y="190"/>
                  <a:pt x="93" y="191"/>
                </a:cubicBezTo>
                <a:cubicBezTo>
                  <a:pt x="93" y="191"/>
                  <a:pt x="94" y="191"/>
                  <a:pt x="95" y="191"/>
                </a:cubicBezTo>
                <a:cubicBezTo>
                  <a:pt x="97" y="191"/>
                  <a:pt x="99" y="190"/>
                  <a:pt x="100" y="188"/>
                </a:cubicBezTo>
                <a:cubicBezTo>
                  <a:pt x="159" y="96"/>
                  <a:pt x="159" y="96"/>
                  <a:pt x="159" y="96"/>
                </a:cubicBezTo>
                <a:cubicBezTo>
                  <a:pt x="160" y="94"/>
                  <a:pt x="160" y="90"/>
                  <a:pt x="157" y="88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7" name="Freeform 6">
            <a:extLst xmlns:a="http://schemas.openxmlformats.org/drawingml/2006/main">
              <a:ext uri="{FF2B5EF4-FFF2-40B4-BE49-F238E27FC236}">
                <a16:creationId xmlns:a16="http://schemas.microsoft.com/office/drawing/2014/main" id="{02E06164-D35D-4574-8221-2CA6805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367" y="3330196"/>
            <a:ext cx="1019172" cy="1014664"/>
          </a:xfrm>
          <a:custGeom xmlns:a="http://schemas.openxmlformats.org/drawingml/2006/main">
            <a:gdLst>
              <a:gd name="T0" fmla="*/ 53 w 340"/>
              <a:gd name="T1" fmla="*/ 150 h 337"/>
              <a:gd name="T2" fmla="*/ 53 w 340"/>
              <a:gd name="T3" fmla="*/ 132 h 337"/>
              <a:gd name="T4" fmla="*/ 113 w 340"/>
              <a:gd name="T5" fmla="*/ 144 h 337"/>
              <a:gd name="T6" fmla="*/ 125 w 340"/>
              <a:gd name="T7" fmla="*/ 91 h 337"/>
              <a:gd name="T8" fmla="*/ 179 w 340"/>
              <a:gd name="T9" fmla="*/ 125 h 337"/>
              <a:gd name="T10" fmla="*/ 191 w 340"/>
              <a:gd name="T11" fmla="*/ 144 h 337"/>
              <a:gd name="T12" fmla="*/ 179 w 340"/>
              <a:gd name="T13" fmla="*/ 125 h 337"/>
              <a:gd name="T14" fmla="*/ 251 w 340"/>
              <a:gd name="T15" fmla="*/ 150 h 337"/>
              <a:gd name="T16" fmla="*/ 251 w 340"/>
              <a:gd name="T17" fmla="*/ 96 h 337"/>
              <a:gd name="T18" fmla="*/ 313 w 340"/>
              <a:gd name="T19" fmla="*/ 144 h 337"/>
              <a:gd name="T20" fmla="*/ 325 w 340"/>
              <a:gd name="T21" fmla="*/ 46 h 337"/>
              <a:gd name="T22" fmla="*/ 334 w 340"/>
              <a:gd name="T23" fmla="*/ 155 h 337"/>
              <a:gd name="T24" fmla="*/ 48 w 340"/>
              <a:gd name="T25" fmla="*/ 167 h 337"/>
              <a:gd name="T26" fmla="*/ 334 w 340"/>
              <a:gd name="T27" fmla="*/ 155 h 337"/>
              <a:gd name="T28" fmla="*/ 173 w 340"/>
              <a:gd name="T29" fmla="*/ 83 h 337"/>
              <a:gd name="T30" fmla="*/ 118 w 340"/>
              <a:gd name="T31" fmla="*/ 45 h 337"/>
              <a:gd name="T32" fmla="*/ 62 w 340"/>
              <a:gd name="T33" fmla="*/ 93 h 337"/>
              <a:gd name="T34" fmla="*/ 52 w 340"/>
              <a:gd name="T35" fmla="*/ 126 h 337"/>
              <a:gd name="T36" fmla="*/ 108 w 340"/>
              <a:gd name="T37" fmla="*/ 77 h 337"/>
              <a:gd name="T38" fmla="*/ 168 w 340"/>
              <a:gd name="T39" fmla="*/ 93 h 337"/>
              <a:gd name="T40" fmla="*/ 204 w 340"/>
              <a:gd name="T41" fmla="*/ 97 h 337"/>
              <a:gd name="T42" fmla="*/ 269 w 340"/>
              <a:gd name="T43" fmla="*/ 73 h 337"/>
              <a:gd name="T44" fmla="*/ 318 w 340"/>
              <a:gd name="T45" fmla="*/ 36 h 337"/>
              <a:gd name="T46" fmla="*/ 300 w 340"/>
              <a:gd name="T47" fmla="*/ 18 h 337"/>
              <a:gd name="T48" fmla="*/ 251 w 340"/>
              <a:gd name="T49" fmla="*/ 55 h 337"/>
              <a:gd name="T50" fmla="*/ 52 w 340"/>
              <a:gd name="T51" fmla="*/ 114 h 337"/>
              <a:gd name="T52" fmla="*/ 58 w 340"/>
              <a:gd name="T53" fmla="*/ 108 h 337"/>
              <a:gd name="T54" fmla="*/ 112 w 340"/>
              <a:gd name="T55" fmla="*/ 63 h 337"/>
              <a:gd name="T56" fmla="*/ 118 w 340"/>
              <a:gd name="T57" fmla="*/ 69 h 337"/>
              <a:gd name="T58" fmla="*/ 186 w 340"/>
              <a:gd name="T59" fmla="*/ 90 h 337"/>
              <a:gd name="T60" fmla="*/ 318 w 340"/>
              <a:gd name="T61" fmla="*/ 12 h 337"/>
              <a:gd name="T62" fmla="*/ 312 w 340"/>
              <a:gd name="T63" fmla="*/ 18 h 337"/>
              <a:gd name="T64" fmla="*/ 257 w 340"/>
              <a:gd name="T65" fmla="*/ 73 h 337"/>
              <a:gd name="T66" fmla="*/ 251 w 340"/>
              <a:gd name="T67" fmla="*/ 67 h 337"/>
              <a:gd name="T68" fmla="*/ 131 w 340"/>
              <a:gd name="T69" fmla="*/ 228 h 337"/>
              <a:gd name="T70" fmla="*/ 133 w 340"/>
              <a:gd name="T71" fmla="*/ 240 h 337"/>
              <a:gd name="T72" fmla="*/ 219 w 340"/>
              <a:gd name="T73" fmla="*/ 180 h 337"/>
              <a:gd name="T74" fmla="*/ 282 w 340"/>
              <a:gd name="T75" fmla="*/ 244 h 337"/>
              <a:gd name="T76" fmla="*/ 256 w 340"/>
              <a:gd name="T77" fmla="*/ 246 h 337"/>
              <a:gd name="T78" fmla="*/ 256 w 340"/>
              <a:gd name="T79" fmla="*/ 177 h 337"/>
              <a:gd name="T80" fmla="*/ 12 w 340"/>
              <a:gd name="T81" fmla="*/ 135 h 337"/>
              <a:gd name="T82" fmla="*/ 233 w 340"/>
              <a:gd name="T83" fmla="*/ 53 h 337"/>
              <a:gd name="T84" fmla="*/ 0 w 340"/>
              <a:gd name="T85" fmla="*/ 135 h 337"/>
              <a:gd name="T86" fmla="*/ 248 w 340"/>
              <a:gd name="T87" fmla="*/ 255 h 337"/>
              <a:gd name="T88" fmla="*/ 245 w 340"/>
              <a:gd name="T89" fmla="*/ 281 h 337"/>
              <a:gd name="T90" fmla="*/ 307 w 340"/>
              <a:gd name="T91" fmla="*/ 337 h 337"/>
              <a:gd name="T92" fmla="*/ 321 w 340"/>
              <a:gd name="T93" fmla="*/ 331 h 337"/>
              <a:gd name="T94" fmla="*/ 334 w 340"/>
              <a:gd name="T95" fmla="*/ 295 h 337"/>
              <a:gd name="T96" fmla="*/ 313 w 340"/>
              <a:gd name="T97" fmla="*/ 322 h 337"/>
              <a:gd name="T98" fmla="*/ 253 w 340"/>
              <a:gd name="T99" fmla="*/ 272 h 337"/>
              <a:gd name="T100" fmla="*/ 265 w 340"/>
              <a:gd name="T101" fmla="*/ 254 h 337"/>
              <a:gd name="T102" fmla="*/ 274 w 340"/>
              <a:gd name="T103" fmla="*/ 252 h 337"/>
              <a:gd name="T104" fmla="*/ 323 w 340"/>
              <a:gd name="T105" fmla="*/ 312 h 337"/>
            </a:gdLst>
            <a:rect l="0" t="0" r="r" b="b"/>
            <a:pathLst>
              <a:path w="340" h="337">
                <a:moveTo>
                  <a:pt x="46" y="138"/>
                </a:moveTo>
                <a:cubicBezTo>
                  <a:pt x="46" y="144"/>
                  <a:pt x="46" y="144"/>
                  <a:pt x="46" y="144"/>
                </a:cubicBezTo>
                <a:cubicBezTo>
                  <a:pt x="46" y="148"/>
                  <a:pt x="49" y="150"/>
                  <a:pt x="53" y="150"/>
                </a:cubicBezTo>
                <a:cubicBezTo>
                  <a:pt x="56" y="150"/>
                  <a:pt x="59" y="148"/>
                  <a:pt x="59" y="144"/>
                </a:cubicBezTo>
                <a:cubicBezTo>
                  <a:pt x="59" y="138"/>
                  <a:pt x="59" y="138"/>
                  <a:pt x="59" y="138"/>
                </a:cubicBezTo>
                <a:cubicBezTo>
                  <a:pt x="59" y="134"/>
                  <a:pt x="56" y="132"/>
                  <a:pt x="53" y="132"/>
                </a:cubicBezTo>
                <a:cubicBezTo>
                  <a:pt x="49" y="132"/>
                  <a:pt x="46" y="134"/>
                  <a:pt x="46" y="138"/>
                </a:cubicBezTo>
                <a:close/>
                <a:moveTo>
                  <a:pt x="113" y="91"/>
                </a:moveTo>
                <a:cubicBezTo>
                  <a:pt x="113" y="144"/>
                  <a:pt x="113" y="144"/>
                  <a:pt x="113" y="144"/>
                </a:cubicBezTo>
                <a:cubicBezTo>
                  <a:pt x="113" y="148"/>
                  <a:pt x="116" y="150"/>
                  <a:pt x="119" y="150"/>
                </a:cubicBezTo>
                <a:cubicBezTo>
                  <a:pt x="122" y="150"/>
                  <a:pt x="125" y="148"/>
                  <a:pt x="125" y="144"/>
                </a:cubicBezTo>
                <a:cubicBezTo>
                  <a:pt x="125" y="91"/>
                  <a:pt x="125" y="91"/>
                  <a:pt x="125" y="91"/>
                </a:cubicBezTo>
                <a:cubicBezTo>
                  <a:pt x="125" y="88"/>
                  <a:pt x="122" y="85"/>
                  <a:pt x="119" y="85"/>
                </a:cubicBezTo>
                <a:cubicBezTo>
                  <a:pt x="116" y="85"/>
                  <a:pt x="113" y="88"/>
                  <a:pt x="113" y="91"/>
                </a:cubicBezTo>
                <a:close/>
                <a:moveTo>
                  <a:pt x="179" y="125"/>
                </a:moveTo>
                <a:cubicBezTo>
                  <a:pt x="179" y="144"/>
                  <a:pt x="179" y="144"/>
                  <a:pt x="179" y="144"/>
                </a:cubicBezTo>
                <a:cubicBezTo>
                  <a:pt x="179" y="148"/>
                  <a:pt x="182" y="150"/>
                  <a:pt x="185" y="150"/>
                </a:cubicBezTo>
                <a:cubicBezTo>
                  <a:pt x="188" y="150"/>
                  <a:pt x="191" y="148"/>
                  <a:pt x="191" y="144"/>
                </a:cubicBezTo>
                <a:cubicBezTo>
                  <a:pt x="191" y="125"/>
                  <a:pt x="191" y="125"/>
                  <a:pt x="191" y="125"/>
                </a:cubicBezTo>
                <a:cubicBezTo>
                  <a:pt x="191" y="121"/>
                  <a:pt x="188" y="119"/>
                  <a:pt x="185" y="119"/>
                </a:cubicBezTo>
                <a:cubicBezTo>
                  <a:pt x="182" y="119"/>
                  <a:pt x="179" y="121"/>
                  <a:pt x="179" y="125"/>
                </a:cubicBezTo>
                <a:close/>
                <a:moveTo>
                  <a:pt x="245" y="102"/>
                </a:moveTo>
                <a:cubicBezTo>
                  <a:pt x="245" y="144"/>
                  <a:pt x="245" y="144"/>
                  <a:pt x="245" y="144"/>
                </a:cubicBezTo>
                <a:cubicBezTo>
                  <a:pt x="245" y="148"/>
                  <a:pt x="248" y="150"/>
                  <a:pt x="251" y="150"/>
                </a:cubicBezTo>
                <a:cubicBezTo>
                  <a:pt x="254" y="150"/>
                  <a:pt x="257" y="148"/>
                  <a:pt x="257" y="144"/>
                </a:cubicBezTo>
                <a:cubicBezTo>
                  <a:pt x="257" y="102"/>
                  <a:pt x="257" y="102"/>
                  <a:pt x="257" y="102"/>
                </a:cubicBezTo>
                <a:cubicBezTo>
                  <a:pt x="257" y="98"/>
                  <a:pt x="254" y="96"/>
                  <a:pt x="251" y="96"/>
                </a:cubicBezTo>
                <a:cubicBezTo>
                  <a:pt x="248" y="96"/>
                  <a:pt x="245" y="98"/>
                  <a:pt x="245" y="102"/>
                </a:cubicBezTo>
                <a:close/>
                <a:moveTo>
                  <a:pt x="313" y="46"/>
                </a:moveTo>
                <a:cubicBezTo>
                  <a:pt x="313" y="144"/>
                  <a:pt x="313" y="144"/>
                  <a:pt x="313" y="144"/>
                </a:cubicBezTo>
                <a:cubicBezTo>
                  <a:pt x="313" y="148"/>
                  <a:pt x="316" y="150"/>
                  <a:pt x="319" y="150"/>
                </a:cubicBezTo>
                <a:cubicBezTo>
                  <a:pt x="322" y="150"/>
                  <a:pt x="325" y="148"/>
                  <a:pt x="325" y="144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5" y="43"/>
                  <a:pt x="322" y="40"/>
                  <a:pt x="319" y="40"/>
                </a:cubicBezTo>
                <a:cubicBezTo>
                  <a:pt x="316" y="40"/>
                  <a:pt x="313" y="43"/>
                  <a:pt x="313" y="46"/>
                </a:cubicBezTo>
                <a:close/>
                <a:moveTo>
                  <a:pt x="334" y="155"/>
                </a:moveTo>
                <a:cubicBezTo>
                  <a:pt x="48" y="155"/>
                  <a:pt x="48" y="155"/>
                  <a:pt x="48" y="155"/>
                </a:cubicBezTo>
                <a:cubicBezTo>
                  <a:pt x="44" y="155"/>
                  <a:pt x="42" y="158"/>
                  <a:pt x="42" y="161"/>
                </a:cubicBezTo>
                <a:cubicBezTo>
                  <a:pt x="42" y="164"/>
                  <a:pt x="44" y="167"/>
                  <a:pt x="48" y="167"/>
                </a:cubicBezTo>
                <a:cubicBezTo>
                  <a:pt x="334" y="167"/>
                  <a:pt x="334" y="167"/>
                  <a:pt x="334" y="167"/>
                </a:cubicBezTo>
                <a:cubicBezTo>
                  <a:pt x="338" y="167"/>
                  <a:pt x="340" y="164"/>
                  <a:pt x="340" y="161"/>
                </a:cubicBezTo>
                <a:cubicBezTo>
                  <a:pt x="340" y="158"/>
                  <a:pt x="338" y="155"/>
                  <a:pt x="334" y="155"/>
                </a:cubicBezTo>
                <a:close/>
                <a:moveTo>
                  <a:pt x="200" y="85"/>
                </a:moveTo>
                <a:cubicBezTo>
                  <a:pt x="197" y="81"/>
                  <a:pt x="192" y="78"/>
                  <a:pt x="186" y="78"/>
                </a:cubicBezTo>
                <a:cubicBezTo>
                  <a:pt x="181" y="78"/>
                  <a:pt x="177" y="80"/>
                  <a:pt x="173" y="83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6" y="53"/>
                  <a:pt x="128" y="45"/>
                  <a:pt x="118" y="45"/>
                </a:cubicBezTo>
                <a:cubicBezTo>
                  <a:pt x="108" y="45"/>
                  <a:pt x="100" y="53"/>
                  <a:pt x="100" y="63"/>
                </a:cubicBezTo>
                <a:cubicBezTo>
                  <a:pt x="100" y="64"/>
                  <a:pt x="101" y="66"/>
                  <a:pt x="101" y="67"/>
                </a:cubicBezTo>
                <a:cubicBezTo>
                  <a:pt x="62" y="93"/>
                  <a:pt x="62" y="93"/>
                  <a:pt x="62" y="93"/>
                </a:cubicBezTo>
                <a:cubicBezTo>
                  <a:pt x="59" y="91"/>
                  <a:pt x="56" y="90"/>
                  <a:pt x="52" y="90"/>
                </a:cubicBezTo>
                <a:cubicBezTo>
                  <a:pt x="42" y="90"/>
                  <a:pt x="34" y="98"/>
                  <a:pt x="34" y="108"/>
                </a:cubicBezTo>
                <a:cubicBezTo>
                  <a:pt x="34" y="118"/>
                  <a:pt x="42" y="126"/>
                  <a:pt x="52" y="126"/>
                </a:cubicBezTo>
                <a:cubicBezTo>
                  <a:pt x="62" y="126"/>
                  <a:pt x="70" y="118"/>
                  <a:pt x="70" y="108"/>
                </a:cubicBezTo>
                <a:cubicBezTo>
                  <a:pt x="70" y="106"/>
                  <a:pt x="70" y="105"/>
                  <a:pt x="69" y="103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11" y="79"/>
                  <a:pt x="114" y="81"/>
                  <a:pt x="118" y="81"/>
                </a:cubicBezTo>
                <a:cubicBezTo>
                  <a:pt x="124" y="81"/>
                  <a:pt x="128" y="78"/>
                  <a:pt x="132" y="75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4"/>
                  <a:pt x="168" y="95"/>
                  <a:pt x="168" y="96"/>
                </a:cubicBezTo>
                <a:cubicBezTo>
                  <a:pt x="168" y="106"/>
                  <a:pt x="176" y="114"/>
                  <a:pt x="186" y="114"/>
                </a:cubicBezTo>
                <a:cubicBezTo>
                  <a:pt x="195" y="114"/>
                  <a:pt x="203" y="106"/>
                  <a:pt x="204" y="97"/>
                </a:cubicBezTo>
                <a:cubicBezTo>
                  <a:pt x="237" y="84"/>
                  <a:pt x="237" y="84"/>
                  <a:pt x="237" y="84"/>
                </a:cubicBezTo>
                <a:cubicBezTo>
                  <a:pt x="240" y="88"/>
                  <a:pt x="245" y="91"/>
                  <a:pt x="251" y="91"/>
                </a:cubicBezTo>
                <a:cubicBezTo>
                  <a:pt x="261" y="91"/>
                  <a:pt x="269" y="83"/>
                  <a:pt x="269" y="73"/>
                </a:cubicBezTo>
                <a:cubicBezTo>
                  <a:pt x="269" y="71"/>
                  <a:pt x="269" y="69"/>
                  <a:pt x="268" y="67"/>
                </a:cubicBezTo>
                <a:cubicBezTo>
                  <a:pt x="310" y="34"/>
                  <a:pt x="310" y="34"/>
                  <a:pt x="310" y="34"/>
                </a:cubicBezTo>
                <a:cubicBezTo>
                  <a:pt x="313" y="35"/>
                  <a:pt x="315" y="36"/>
                  <a:pt x="318" y="36"/>
                </a:cubicBezTo>
                <a:cubicBezTo>
                  <a:pt x="328" y="36"/>
                  <a:pt x="336" y="28"/>
                  <a:pt x="336" y="18"/>
                </a:cubicBezTo>
                <a:cubicBezTo>
                  <a:pt x="336" y="8"/>
                  <a:pt x="328" y="0"/>
                  <a:pt x="318" y="0"/>
                </a:cubicBezTo>
                <a:cubicBezTo>
                  <a:pt x="308" y="0"/>
                  <a:pt x="300" y="8"/>
                  <a:pt x="300" y="18"/>
                </a:cubicBezTo>
                <a:cubicBezTo>
                  <a:pt x="300" y="21"/>
                  <a:pt x="301" y="23"/>
                  <a:pt x="302" y="25"/>
                </a:cubicBezTo>
                <a:cubicBezTo>
                  <a:pt x="260" y="58"/>
                  <a:pt x="260" y="58"/>
                  <a:pt x="260" y="58"/>
                </a:cubicBezTo>
                <a:cubicBezTo>
                  <a:pt x="258" y="56"/>
                  <a:pt x="255" y="55"/>
                  <a:pt x="251" y="55"/>
                </a:cubicBezTo>
                <a:cubicBezTo>
                  <a:pt x="242" y="55"/>
                  <a:pt x="234" y="63"/>
                  <a:pt x="233" y="73"/>
                </a:cubicBezTo>
                <a:lnTo>
                  <a:pt x="200" y="85"/>
                </a:lnTo>
                <a:close/>
                <a:moveTo>
                  <a:pt x="52" y="114"/>
                </a:moveTo>
                <a:cubicBezTo>
                  <a:pt x="48" y="114"/>
                  <a:pt x="46" y="111"/>
                  <a:pt x="46" y="108"/>
                </a:cubicBezTo>
                <a:cubicBezTo>
                  <a:pt x="46" y="104"/>
                  <a:pt x="48" y="102"/>
                  <a:pt x="52" y="102"/>
                </a:cubicBezTo>
                <a:cubicBezTo>
                  <a:pt x="55" y="102"/>
                  <a:pt x="58" y="104"/>
                  <a:pt x="58" y="108"/>
                </a:cubicBezTo>
                <a:cubicBezTo>
                  <a:pt x="58" y="111"/>
                  <a:pt x="55" y="114"/>
                  <a:pt x="52" y="114"/>
                </a:cubicBezTo>
                <a:close/>
                <a:moveTo>
                  <a:pt x="118" y="69"/>
                </a:moveTo>
                <a:cubicBezTo>
                  <a:pt x="115" y="69"/>
                  <a:pt x="112" y="66"/>
                  <a:pt x="112" y="63"/>
                </a:cubicBezTo>
                <a:cubicBezTo>
                  <a:pt x="112" y="59"/>
                  <a:pt x="115" y="57"/>
                  <a:pt x="118" y="57"/>
                </a:cubicBezTo>
                <a:cubicBezTo>
                  <a:pt x="122" y="57"/>
                  <a:pt x="124" y="59"/>
                  <a:pt x="124" y="63"/>
                </a:cubicBezTo>
                <a:cubicBezTo>
                  <a:pt x="124" y="66"/>
                  <a:pt x="122" y="69"/>
                  <a:pt x="118" y="69"/>
                </a:cubicBezTo>
                <a:close/>
                <a:moveTo>
                  <a:pt x="186" y="102"/>
                </a:moveTo>
                <a:cubicBezTo>
                  <a:pt x="182" y="102"/>
                  <a:pt x="180" y="99"/>
                  <a:pt x="180" y="96"/>
                </a:cubicBezTo>
                <a:cubicBezTo>
                  <a:pt x="180" y="92"/>
                  <a:pt x="182" y="90"/>
                  <a:pt x="186" y="90"/>
                </a:cubicBezTo>
                <a:cubicBezTo>
                  <a:pt x="189" y="90"/>
                  <a:pt x="192" y="92"/>
                  <a:pt x="192" y="96"/>
                </a:cubicBezTo>
                <a:cubicBezTo>
                  <a:pt x="192" y="99"/>
                  <a:pt x="189" y="102"/>
                  <a:pt x="186" y="102"/>
                </a:cubicBezTo>
                <a:close/>
                <a:moveTo>
                  <a:pt x="318" y="12"/>
                </a:moveTo>
                <a:cubicBezTo>
                  <a:pt x="322" y="12"/>
                  <a:pt x="324" y="15"/>
                  <a:pt x="324" y="18"/>
                </a:cubicBezTo>
                <a:cubicBezTo>
                  <a:pt x="324" y="21"/>
                  <a:pt x="322" y="24"/>
                  <a:pt x="318" y="24"/>
                </a:cubicBezTo>
                <a:cubicBezTo>
                  <a:pt x="315" y="24"/>
                  <a:pt x="312" y="21"/>
                  <a:pt x="312" y="18"/>
                </a:cubicBezTo>
                <a:cubicBezTo>
                  <a:pt x="312" y="15"/>
                  <a:pt x="315" y="12"/>
                  <a:pt x="318" y="12"/>
                </a:cubicBezTo>
                <a:close/>
                <a:moveTo>
                  <a:pt x="251" y="67"/>
                </a:moveTo>
                <a:cubicBezTo>
                  <a:pt x="255" y="67"/>
                  <a:pt x="257" y="70"/>
                  <a:pt x="257" y="73"/>
                </a:cubicBezTo>
                <a:cubicBezTo>
                  <a:pt x="257" y="77"/>
                  <a:pt x="255" y="79"/>
                  <a:pt x="251" y="79"/>
                </a:cubicBezTo>
                <a:cubicBezTo>
                  <a:pt x="248" y="79"/>
                  <a:pt x="245" y="77"/>
                  <a:pt x="245" y="73"/>
                </a:cubicBezTo>
                <a:cubicBezTo>
                  <a:pt x="245" y="70"/>
                  <a:pt x="248" y="67"/>
                  <a:pt x="251" y="67"/>
                </a:cubicBezTo>
                <a:close/>
                <a:moveTo>
                  <a:pt x="218" y="182"/>
                </a:moveTo>
                <a:cubicBezTo>
                  <a:pt x="212" y="191"/>
                  <a:pt x="186" y="228"/>
                  <a:pt x="133" y="228"/>
                </a:cubicBezTo>
                <a:cubicBezTo>
                  <a:pt x="132" y="228"/>
                  <a:pt x="132" y="228"/>
                  <a:pt x="131" y="228"/>
                </a:cubicBezTo>
                <a:cubicBezTo>
                  <a:pt x="128" y="228"/>
                  <a:pt x="125" y="231"/>
                  <a:pt x="125" y="234"/>
                </a:cubicBezTo>
                <a:cubicBezTo>
                  <a:pt x="125" y="238"/>
                  <a:pt x="128" y="240"/>
                  <a:pt x="131" y="240"/>
                </a:cubicBezTo>
                <a:cubicBezTo>
                  <a:pt x="133" y="240"/>
                  <a:pt x="133" y="240"/>
                  <a:pt x="133" y="240"/>
                </a:cubicBezTo>
                <a:cubicBezTo>
                  <a:pt x="201" y="240"/>
                  <a:pt x="229" y="186"/>
                  <a:pt x="229" y="185"/>
                </a:cubicBezTo>
                <a:cubicBezTo>
                  <a:pt x="231" y="182"/>
                  <a:pt x="230" y="179"/>
                  <a:pt x="227" y="177"/>
                </a:cubicBezTo>
                <a:cubicBezTo>
                  <a:pt x="224" y="176"/>
                  <a:pt x="220" y="177"/>
                  <a:pt x="219" y="180"/>
                </a:cubicBezTo>
                <a:cubicBezTo>
                  <a:pt x="219" y="180"/>
                  <a:pt x="219" y="180"/>
                  <a:pt x="219" y="180"/>
                </a:cubicBezTo>
                <a:cubicBezTo>
                  <a:pt x="219" y="180"/>
                  <a:pt x="218" y="180"/>
                  <a:pt x="218" y="182"/>
                </a:cubicBezTo>
                <a:close/>
                <a:moveTo>
                  <a:pt x="282" y="244"/>
                </a:moveTo>
                <a:cubicBezTo>
                  <a:pt x="279" y="241"/>
                  <a:pt x="275" y="239"/>
                  <a:pt x="271" y="239"/>
                </a:cubicBezTo>
                <a:cubicBezTo>
                  <a:pt x="266" y="239"/>
                  <a:pt x="261" y="241"/>
                  <a:pt x="257" y="245"/>
                </a:cubicBezTo>
                <a:cubicBezTo>
                  <a:pt x="256" y="246"/>
                  <a:pt x="256" y="246"/>
                  <a:pt x="256" y="246"/>
                </a:cubicBezTo>
                <a:cubicBezTo>
                  <a:pt x="234" y="224"/>
                  <a:pt x="234" y="224"/>
                  <a:pt x="234" y="224"/>
                </a:cubicBezTo>
                <a:cubicBezTo>
                  <a:pt x="245" y="213"/>
                  <a:pt x="253" y="200"/>
                  <a:pt x="259" y="185"/>
                </a:cubicBezTo>
                <a:cubicBezTo>
                  <a:pt x="260" y="182"/>
                  <a:pt x="259" y="178"/>
                  <a:pt x="256" y="177"/>
                </a:cubicBezTo>
                <a:cubicBezTo>
                  <a:pt x="252" y="176"/>
                  <a:pt x="249" y="177"/>
                  <a:pt x="248" y="181"/>
                </a:cubicBezTo>
                <a:cubicBezTo>
                  <a:pt x="230" y="225"/>
                  <a:pt x="186" y="257"/>
                  <a:pt x="134" y="257"/>
                </a:cubicBezTo>
                <a:cubicBezTo>
                  <a:pt x="67" y="257"/>
                  <a:pt x="13" y="202"/>
                  <a:pt x="12" y="135"/>
                </a:cubicBezTo>
                <a:cubicBezTo>
                  <a:pt x="13" y="68"/>
                  <a:pt x="67" y="13"/>
                  <a:pt x="134" y="13"/>
                </a:cubicBezTo>
                <a:cubicBezTo>
                  <a:pt x="170" y="13"/>
                  <a:pt x="202" y="28"/>
                  <a:pt x="225" y="53"/>
                </a:cubicBezTo>
                <a:cubicBezTo>
                  <a:pt x="227" y="55"/>
                  <a:pt x="231" y="55"/>
                  <a:pt x="233" y="53"/>
                </a:cubicBezTo>
                <a:cubicBezTo>
                  <a:pt x="235" y="51"/>
                  <a:pt x="236" y="47"/>
                  <a:pt x="233" y="45"/>
                </a:cubicBezTo>
                <a:cubicBezTo>
                  <a:pt x="209" y="18"/>
                  <a:pt x="174" y="1"/>
                  <a:pt x="134" y="1"/>
                </a:cubicBezTo>
                <a:cubicBezTo>
                  <a:pt x="60" y="1"/>
                  <a:pt x="1" y="61"/>
                  <a:pt x="0" y="135"/>
                </a:cubicBezTo>
                <a:cubicBezTo>
                  <a:pt x="1" y="209"/>
                  <a:pt x="60" y="269"/>
                  <a:pt x="134" y="269"/>
                </a:cubicBezTo>
                <a:cubicBezTo>
                  <a:pt x="170" y="269"/>
                  <a:pt x="202" y="255"/>
                  <a:pt x="226" y="233"/>
                </a:cubicBezTo>
                <a:cubicBezTo>
                  <a:pt x="248" y="255"/>
                  <a:pt x="248" y="255"/>
                  <a:pt x="248" y="255"/>
                </a:cubicBezTo>
                <a:cubicBezTo>
                  <a:pt x="247" y="256"/>
                  <a:pt x="247" y="256"/>
                  <a:pt x="247" y="256"/>
                </a:cubicBezTo>
                <a:cubicBezTo>
                  <a:pt x="243" y="260"/>
                  <a:pt x="240" y="265"/>
                  <a:pt x="240" y="270"/>
                </a:cubicBezTo>
                <a:cubicBezTo>
                  <a:pt x="240" y="274"/>
                  <a:pt x="242" y="278"/>
                  <a:pt x="245" y="281"/>
                </a:cubicBezTo>
                <a:cubicBezTo>
                  <a:pt x="296" y="333"/>
                  <a:pt x="296" y="333"/>
                  <a:pt x="296" y="333"/>
                </a:cubicBezTo>
                <a:cubicBezTo>
                  <a:pt x="299" y="336"/>
                  <a:pt x="303" y="337"/>
                  <a:pt x="307" y="337"/>
                </a:cubicBezTo>
                <a:cubicBezTo>
                  <a:pt x="307" y="337"/>
                  <a:pt x="307" y="337"/>
                  <a:pt x="307" y="337"/>
                </a:cubicBezTo>
                <a:cubicBezTo>
                  <a:pt x="312" y="337"/>
                  <a:pt x="317" y="335"/>
                  <a:pt x="321" y="331"/>
                </a:cubicBezTo>
                <a:cubicBezTo>
                  <a:pt x="317" y="327"/>
                  <a:pt x="317" y="327"/>
                  <a:pt x="317" y="327"/>
                </a:cubicBezTo>
                <a:cubicBezTo>
                  <a:pt x="321" y="331"/>
                  <a:pt x="321" y="331"/>
                  <a:pt x="321" y="331"/>
                </a:cubicBezTo>
                <a:cubicBezTo>
                  <a:pt x="332" y="320"/>
                  <a:pt x="332" y="320"/>
                  <a:pt x="332" y="320"/>
                </a:cubicBezTo>
                <a:cubicBezTo>
                  <a:pt x="336" y="316"/>
                  <a:pt x="338" y="311"/>
                  <a:pt x="338" y="306"/>
                </a:cubicBezTo>
                <a:cubicBezTo>
                  <a:pt x="338" y="302"/>
                  <a:pt x="337" y="298"/>
                  <a:pt x="334" y="295"/>
                </a:cubicBezTo>
                <a:lnTo>
                  <a:pt x="282" y="244"/>
                </a:lnTo>
                <a:close/>
                <a:moveTo>
                  <a:pt x="323" y="312"/>
                </a:moveTo>
                <a:cubicBezTo>
                  <a:pt x="313" y="322"/>
                  <a:pt x="313" y="322"/>
                  <a:pt x="313" y="322"/>
                </a:cubicBezTo>
                <a:cubicBezTo>
                  <a:pt x="311" y="324"/>
                  <a:pt x="309" y="325"/>
                  <a:pt x="307" y="325"/>
                </a:cubicBezTo>
                <a:cubicBezTo>
                  <a:pt x="306" y="325"/>
                  <a:pt x="305" y="325"/>
                  <a:pt x="305" y="324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53" y="272"/>
                  <a:pt x="252" y="271"/>
                  <a:pt x="252" y="270"/>
                </a:cubicBezTo>
                <a:cubicBezTo>
                  <a:pt x="252" y="269"/>
                  <a:pt x="253" y="266"/>
                  <a:pt x="255" y="264"/>
                </a:cubicBezTo>
                <a:cubicBezTo>
                  <a:pt x="265" y="254"/>
                  <a:pt x="265" y="254"/>
                  <a:pt x="265" y="254"/>
                </a:cubicBezTo>
                <a:cubicBezTo>
                  <a:pt x="267" y="252"/>
                  <a:pt x="270" y="251"/>
                  <a:pt x="271" y="251"/>
                </a:cubicBezTo>
                <a:cubicBezTo>
                  <a:pt x="271" y="251"/>
                  <a:pt x="271" y="251"/>
                  <a:pt x="271" y="251"/>
                </a:cubicBezTo>
                <a:cubicBezTo>
                  <a:pt x="272" y="251"/>
                  <a:pt x="273" y="252"/>
                  <a:pt x="274" y="252"/>
                </a:cubicBezTo>
                <a:cubicBezTo>
                  <a:pt x="325" y="304"/>
                  <a:pt x="325" y="304"/>
                  <a:pt x="325" y="304"/>
                </a:cubicBezTo>
                <a:cubicBezTo>
                  <a:pt x="326" y="304"/>
                  <a:pt x="326" y="305"/>
                  <a:pt x="326" y="306"/>
                </a:cubicBezTo>
                <a:cubicBezTo>
                  <a:pt x="326" y="308"/>
                  <a:pt x="325" y="310"/>
                  <a:pt x="323" y="312"/>
                </a:cubicBezTo>
                <a:close/>
              </a:path>
            </a:pathLst>
          </a:cu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99" name="STAGE_1_TEXT">
            <a:extLst xmlns:a="http://schemas.openxmlformats.org/drawingml/2006/main">
              <a:ext uri="{FF2B5EF4-FFF2-40B4-BE49-F238E27FC236}">
                <a16:creationId xmlns:a16="http://schemas.microsoft.com/office/drawing/2014/main" id="{BAF537C0-9E17-4C45-887F-FD2885B5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72" y="5207137"/>
            <a:ext cx="2955766" cy="15666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3200">
                <a:solidFill>
                  <a:srgbClr val="676C74"/>
                </a:solidFill>
                <a:latin typeface="Bahnschrift Condensed"/>
                <a:ea typeface="Bahnschrift Condensed"/>
                <a:cs typeface="Bahnschrift Condensed"/>
              </a:rPr>
              <a:t>Сначала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один рабочий регулярно опаздывал на десять минут.</a:t>
            </a:r>
            <a:endParaRPr sz="1400">
              <a:solidFill>
                <a:srgbClr val="676C7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4" name="STAGE_2_TEXT">
            <a:extLst xmlns:a="http://schemas.openxmlformats.org/drawingml/2006/main">
              <a:ext uri="{FF2B5EF4-FFF2-40B4-BE49-F238E27FC236}">
                <a16:creationId xmlns:a16="http://schemas.microsoft.com/office/drawing/2014/main" id="{83684C90-455E-4FD3-897C-402C21D0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788" y="5436798"/>
            <a:ext cx="2955766" cy="1250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320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Мастер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считал это мелочью и ничего не говорил. </a:t>
            </a: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7" name="STAGE_3_TEXT">
            <a:extLst xmlns:a="http://schemas.openxmlformats.org/drawingml/2006/main">
              <a:ext uri="{FF2B5EF4-FFF2-40B4-BE49-F238E27FC236}">
                <a16:creationId xmlns:a16="http://schemas.microsoft.com/office/drawing/2014/main" id="{63A0AEBD-453D-4B0C-8EC0-8A453127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910" y="1382017"/>
            <a:ext cx="2563280" cy="15666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320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Через месяц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опаздывали уже пятеро. </a:t>
            </a: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8" name="Shape 10">
            <a:extLst xmlns:a="http://schemas.openxmlformats.org/drawingml/2006/main">
              <a:ext uri="{FF2B5EF4-FFF2-40B4-BE49-F238E27FC236}">
                <a16:creationId xmlns:a16="http://schemas.microsoft.com/office/drawing/2014/main" id="{21B7096A-B472-4B13-8D27-D3E63B0A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048" y="4411646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09" name="Shape 6">
            <a:extLst xmlns:a="http://schemas.openxmlformats.org/drawingml/2006/main">
              <a:ext uri="{FF2B5EF4-FFF2-40B4-BE49-F238E27FC236}">
                <a16:creationId xmlns:a16="http://schemas.microsoft.com/office/drawing/2014/main" id="{504E37AC-69AD-42F5-BD2A-44D901C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56" y="491949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1" name="Shape 6">
            <a:extLst xmlns:a="http://schemas.openxmlformats.org/drawingml/2006/main">
              <a:ext uri="{FF2B5EF4-FFF2-40B4-BE49-F238E27FC236}">
                <a16:creationId xmlns:a16="http://schemas.microsoft.com/office/drawing/2014/main" id="{65BB2B94-D739-4BA5-A626-0B1EBE8F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949" y="5416408"/>
            <a:ext cx="96420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D9D574-D12E-4232-AA8C-CE977A84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509" y="2838053"/>
            <a:ext cx="0" cy="1075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13" name="Shape 6">
            <a:extLst xmlns:a="http://schemas.openxmlformats.org/drawingml/2006/main">
              <a:ext uri="{FF2B5EF4-FFF2-40B4-BE49-F238E27FC236}">
                <a16:creationId xmlns:a16="http://schemas.microsoft.com/office/drawing/2014/main" id="{DB2F5B8E-8BE3-4EB5-A8A7-AF561E2C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08" y="2738789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14" name="OUTCOME_TEXT">
            <a:extLst xmlns:a="http://schemas.openxmlformats.org/drawingml/2006/main">
              <a:ext uri="{FF2B5EF4-FFF2-40B4-BE49-F238E27FC236}">
                <a16:creationId xmlns:a16="http://schemas.microsoft.com/office/drawing/2014/main" id="{7F046482-D77C-4C37-B8EB-3B231FCE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470" y="5287323"/>
            <a:ext cx="3941725" cy="14136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Первые сорок минут смены участок работал </a:t>
            </a:r>
            <a:r>
              <a:rPr sz="320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НЕПОЛНЫМ СОСТАВОМ.</a:t>
            </a: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5" name="Shape 10">
            <a:extLst xmlns:a="http://schemas.openxmlformats.org/drawingml/2006/main">
              <a:ext uri="{FF2B5EF4-FFF2-40B4-BE49-F238E27FC236}">
                <a16:creationId xmlns:a16="http://schemas.microsoft.com/office/drawing/2014/main" id="{C3EDF751-CEEB-4D4E-B3D4-63330962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0486" y="5120404"/>
            <a:ext cx="1041" cy="358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6" name="Shape 6">
            <a:extLst xmlns:a="http://schemas.openxmlformats.org/drawingml/2006/main">
              <a:ext uri="{FF2B5EF4-FFF2-40B4-BE49-F238E27FC236}">
                <a16:creationId xmlns:a16="http://schemas.microsoft.com/office/drawing/2014/main" id="{F5E86CE1-3F36-4889-81C9-6B73A95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317" y="5434052"/>
            <a:ext cx="96420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47" name="STAGE_4_TEXT">
            <a:extLst xmlns:a="http://schemas.openxmlformats.org/drawingml/2006/main">
              <a:ext uri="{FF2B5EF4-FFF2-40B4-BE49-F238E27FC236}">
                <a16:creationId xmlns:a16="http://schemas.microsoft.com/office/drawing/2014/main" id="{8DA0312E-00C7-4A87-A25F-91CDD2D8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907" y="412955"/>
            <a:ext cx="2974287" cy="1898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3200">
                <a:solidFill>
                  <a:prstClr val="black">
                    <a:lumMod val="50000"/>
                    <a:lumOff val="50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Через месяц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опаздывали уже пятеро. </a:t>
            </a: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8" name="Shape 10">
            <a:extLst xmlns:a="http://schemas.openxmlformats.org/drawingml/2006/main">
              <a:ext uri="{FF2B5EF4-FFF2-40B4-BE49-F238E27FC236}">
                <a16:creationId xmlns:a16="http://schemas.microsoft.com/office/drawing/2014/main" id="{CECA98E6-F65A-4931-98E3-1D65C16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507" y="2200638"/>
            <a:ext cx="0" cy="1075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9" name="Shape 6">
            <a:extLst xmlns:a="http://schemas.openxmlformats.org/drawingml/2006/main">
              <a:ext uri="{FF2B5EF4-FFF2-40B4-BE49-F238E27FC236}">
                <a16:creationId xmlns:a16="http://schemas.microsoft.com/office/drawing/2014/main" id="{0F6274AF-EA92-4720-A4CC-179F090F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206" y="210137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0345725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58C1DDA-D75C-4563-BDC3-E9B9B2EA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1506085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 СБОРКИ УЗЛА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f2cc125a24b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0" name="STEP_1_TITLE">
            <a:extLst xmlns:a="http://schemas.openxmlformats.org/drawingml/2006/main">
              <a:ext uri="{FF2B5EF4-FFF2-40B4-BE49-F238E27FC236}">
                <a16:creationId xmlns:a16="http://schemas.microsoft.com/office/drawing/2014/main" id="{9296E90F-4DDF-4EB0-9B8A-CC5A1FF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5400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ПОДГОТОВКА</a:t>
            </a:r>
            <a:endParaRPr sz="1600"/>
          </a:p>
        </p:txBody>
      </p:sp>
      <p:sp>
        <p:nvSpPr>
          <p:cNvPr id="11" name="Shape 3">
            <a:extLst xmlns:a="http://schemas.openxmlformats.org/drawingml/2006/main">
              <a:ext uri="{FF2B5EF4-FFF2-40B4-BE49-F238E27FC236}">
                <a16:creationId xmlns:a16="http://schemas.microsoft.com/office/drawing/2014/main" id="{DBC17E0A-33DE-47AA-9A2C-8F427E6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03350" y="2946400"/>
            <a:ext cx="825500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12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EDC32843-1ACE-4975-8635-3950C3B9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50" y="2946400"/>
            <a:ext cx="8255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3" name="STEP_1_BODY">
            <a:extLst xmlns:a="http://schemas.openxmlformats.org/drawingml/2006/main">
              <a:ext uri="{FF2B5EF4-FFF2-40B4-BE49-F238E27FC236}">
                <a16:creationId xmlns:a16="http://schemas.microsoft.com/office/drawing/2014/main" id="{5DE6DDE5-A5E3-4CB1-932F-28C20CBE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03" y="3936999"/>
            <a:ext cx="2138942" cy="258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разложите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крепёж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операциям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sz="140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endParaRPr sz="1400"/>
          </a:p>
        </p:txBody>
      </p:sp>
      <p:pic>
        <p:nvPicPr>
          <p:cNvPr id="5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d96a615a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3130" y="2933699"/>
            <a:ext cx="697090" cy="844551"/>
          </a:xfrm>
          <a:prstGeom xmlns:a="http://schemas.openxmlformats.org/drawingml/2006/main" prst="rect">
            <a:avLst/>
          </a:prstGeom>
        </p:spPr>
      </p:pic>
      <p:sp>
        <p:nvSpPr>
          <p:cNvPr id="15" name="STEP_2_TITLE">
            <a:extLst xmlns:a="http://schemas.openxmlformats.org/drawingml/2006/main">
              <a:ext uri="{FF2B5EF4-FFF2-40B4-BE49-F238E27FC236}">
                <a16:creationId xmlns:a16="http://schemas.microsoft.com/office/drawing/2014/main" id="{C7D02B77-0E44-4299-BA22-FF57E49D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00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СБОРКА</a:t>
            </a:r>
            <a:endParaRPr sz="1600"/>
          </a:p>
        </p:txBody>
      </p:sp>
      <p:sp>
        <p:nvSpPr>
          <p:cNvPr id="16" name="Shape 7">
            <a:extLst xmlns:a="http://schemas.openxmlformats.org/drawingml/2006/main">
              <a:ext uri="{FF2B5EF4-FFF2-40B4-BE49-F238E27FC236}">
                <a16:creationId xmlns:a16="http://schemas.microsoft.com/office/drawing/2014/main" id="{E48C419C-A3B8-41D7-AA99-06AD26B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4500" y="2946400"/>
            <a:ext cx="825500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17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779CE33D-10BA-4EC6-B748-8752B2F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946400"/>
            <a:ext cx="8255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8" name="STEP_2_BODY">
            <a:extLst xmlns:a="http://schemas.openxmlformats.org/drawingml/2006/main">
              <a:ext uri="{FF2B5EF4-FFF2-40B4-BE49-F238E27FC236}">
                <a16:creationId xmlns:a16="http://schemas.microsoft.com/office/drawing/2014/main" id="{1A756284-C70F-41A2-BE7C-8A2FAE0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953" y="3936999"/>
            <a:ext cx="2138942" cy="258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без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пропуска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промежуточных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затяжек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sz="140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endParaRPr sz="1400"/>
          </a:p>
        </p:txBody>
      </p:sp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d96a615a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1534" y="3015179"/>
            <a:ext cx="697090" cy="844551"/>
          </a:xfrm>
          <a:prstGeom xmlns:a="http://schemas.openxmlformats.org/drawingml/2006/main" prst="rect">
            <a:avLst/>
          </a:prstGeom>
        </p:spPr>
      </p:pic>
      <p:sp>
        <p:nvSpPr>
          <p:cNvPr id="20" name="STEP_3_TITLE">
            <a:extLst xmlns:a="http://schemas.openxmlformats.org/drawingml/2006/main">
              <a:ext uri="{FF2B5EF4-FFF2-40B4-BE49-F238E27FC236}">
                <a16:creationId xmlns:a16="http://schemas.microsoft.com/office/drawing/2014/main" id="{C1DDC943-5330-405B-A07D-366AFFC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0" y="25400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КОНТРОЛЬ</a:t>
            </a:r>
            <a:endParaRPr sz="1600"/>
          </a:p>
        </p:txBody>
      </p:sp>
      <p:sp>
        <p:nvSpPr>
          <p:cNvPr id="21" name="Shape 11">
            <a:extLst xmlns:a="http://schemas.openxmlformats.org/drawingml/2006/main">
              <a:ext uri="{FF2B5EF4-FFF2-40B4-BE49-F238E27FC236}">
                <a16:creationId xmlns:a16="http://schemas.microsoft.com/office/drawing/2014/main" id="{0B5F68D5-8A1E-43F6-93F0-E6A51F2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2946400"/>
            <a:ext cx="825500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22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5A4304A8-A7C2-4AF6-9B5D-0516A97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46400"/>
            <a:ext cx="8255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3" name="STEP_3_BODY">
            <a:extLst xmlns:a="http://schemas.openxmlformats.org/drawingml/2006/main">
              <a:ext uri="{FF2B5EF4-FFF2-40B4-BE49-F238E27FC236}">
                <a16:creationId xmlns:a16="http://schemas.microsoft.com/office/drawing/2014/main" id="{FF0A51B4-58E1-4F05-9305-8E9B2B2A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103" y="3936999"/>
            <a:ext cx="2138942" cy="258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соединения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зазоры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чертежу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sz="140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endParaRPr sz="1400"/>
          </a:p>
        </p:txBody>
      </p:sp>
      <p:pic>
        <p:nvPicPr>
          <p:cNvPr id="6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d96a615a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2682" y="3015179"/>
            <a:ext cx="636187" cy="770765"/>
          </a:xfrm>
          <a:prstGeom xmlns:a="http://schemas.openxmlformats.org/drawingml/2006/main" prst="rect">
            <a:avLst/>
          </a:prstGeom>
        </p:spPr>
      </p:pic>
      <p:sp>
        <p:nvSpPr>
          <p:cNvPr id="25" name="STEP_4_TITLE">
            <a:extLst xmlns:a="http://schemas.openxmlformats.org/drawingml/2006/main">
              <a:ext uri="{FF2B5EF4-FFF2-40B4-BE49-F238E27FC236}">
                <a16:creationId xmlns:a16="http://schemas.microsoft.com/office/drawing/2014/main" id="{BBED1CB5-1228-48B1-A9C9-25512457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2540000"/>
            <a:ext cx="1905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ЗАПУСК</a:t>
            </a:r>
            <a:endParaRPr sz="16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FBF43D3D-B816-4CA2-90D1-3CEB47B2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56800" y="2946400"/>
            <a:ext cx="825500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27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6D6FEEDD-BF83-4D4A-AD32-6D3822C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946400"/>
            <a:ext cx="8255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28" name="STEP_4_BODY">
            <a:extLst xmlns:a="http://schemas.openxmlformats.org/drawingml/2006/main">
              <a:ext uri="{FF2B5EF4-FFF2-40B4-BE49-F238E27FC236}">
                <a16:creationId xmlns:a16="http://schemas.microsoft.com/office/drawing/2014/main" id="{34FAF264-31D3-418B-8E88-4CAC077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253" y="3936999"/>
            <a:ext cx="2138942" cy="258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параметры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и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узел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в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.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Проверьте комплект и разложите крепёж по операциям.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sz="140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endParaRPr sz="1400"/>
          </a:p>
        </p:txBody>
      </p:sp>
      <p:sp>
        <p:nvSpPr>
          <p:cNvPr id="29" name="Shape 0">
            <a:extLst xmlns:a="http://schemas.openxmlformats.org/drawingml/2006/main">
              <a:ext uri="{FF2B5EF4-FFF2-40B4-BE49-F238E27FC236}">
                <a16:creationId xmlns:a16="http://schemas.microsoft.com/office/drawing/2014/main" id="{56721271-EE88-41CC-BCA6-9A8D697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87" y="-1"/>
            <a:ext cx="0" cy="1944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58f4b68784505">
            <a:extLst>
              <a:ext uri="{96DAC541-7B7A-43D3-8B79-37D633B846F1}">
                <asvg:svgBlip xmlns:asvg="http://schemas.microsoft.com/office/drawing/2016/SVG/main" r:embed="Rb4cbd3f0c42041f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2682" y="8225190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1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38414b47d410d">
            <a:extLst>
              <a:ext uri="{96DAC541-7B7A-43D3-8B79-37D633B846F1}">
                <asvg:svgBlip xmlns:asvg="http://schemas.microsoft.com/office/drawing/2016/SVG/main" r:embed="Rf047ec606c294f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2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b263779a84bfb">
            <a:extLst>
              <a:ext uri="{96DAC541-7B7A-43D3-8B79-37D633B846F1}">
                <asvg:svgBlip xmlns:asvg="http://schemas.microsoft.com/office/drawing/2016/SVG/main" r:embed="Raf23610c31954f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73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866905f4545b7">
            <a:extLst>
              <a:ext uri="{96DAC541-7B7A-43D3-8B79-37D633B846F1}">
                <asvg:svgBlip xmlns:asvg="http://schemas.microsoft.com/office/drawing/2016/SVG/main" r:embed="R46cf1a74f5d044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63350" y="5709307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74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64e1163ea479e">
            <a:extLst>
              <a:ext uri="{96DAC541-7B7A-43D3-8B79-37D633B846F1}">
                <asvg:svgBlip xmlns:asvg="http://schemas.microsoft.com/office/drawing/2016/SVG/main" r:embed="R99e01bfe2d1044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3956f2c41471f">
            <a:extLst>
              <a:ext uri="{96DAC541-7B7A-43D3-8B79-37D633B846F1}">
                <asvg:svgBlip xmlns:asvg="http://schemas.microsoft.com/office/drawing/2016/SVG/main" r:embed="R850d92416d8048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7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d6c7813f049df">
            <a:extLst>
              <a:ext uri="{96DAC541-7B7A-43D3-8B79-37D633B846F1}">
                <asvg:svgBlip xmlns:asvg="http://schemas.microsoft.com/office/drawing/2016/SVG/main" r:embed="R9f1fd232dabe447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7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7acbce1754272">
            <a:extLst>
              <a:ext uri="{96DAC541-7B7A-43D3-8B79-37D633B846F1}">
                <asvg:svgBlip xmlns:asvg="http://schemas.microsoft.com/office/drawing/2016/SVG/main" r:embed="R1700fd9e162b47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06bab42c74b16">
            <a:extLst>
              <a:ext uri="{96DAC541-7B7A-43D3-8B79-37D633B846F1}">
                <asvg:svgBlip xmlns:asvg="http://schemas.microsoft.com/office/drawing/2016/SVG/main" r:embed="Re5c371609dd648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24e64f44a496b">
            <a:extLst>
              <a:ext uri="{96DAC541-7B7A-43D3-8B79-37D633B846F1}">
                <asvg:svgBlip xmlns:asvg="http://schemas.microsoft.com/office/drawing/2016/SVG/main" r:embed="Rab1fc212cea94f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1884" y="-1238735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429d1a8054759">
            <a:extLst>
              <a:ext uri="{96DAC541-7B7A-43D3-8B79-37D633B846F1}">
                <asvg:svgBlip xmlns:asvg="http://schemas.microsoft.com/office/drawing/2016/SVG/main" r:embed="R21342ebe899b48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2ba7fbbcb4dd2">
            <a:extLst>
              <a:ext uri="{96DAC541-7B7A-43D3-8B79-37D633B846F1}">
                <asvg:svgBlip xmlns:asvg="http://schemas.microsoft.com/office/drawing/2016/SVG/main" r:embed="R2b371f7b45ed48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0609f9b1e4da0">
            <a:extLst>
              <a:ext uri="{96DAC541-7B7A-43D3-8B79-37D633B846F1}">
                <asvg:svgBlip xmlns:asvg="http://schemas.microsoft.com/office/drawing/2016/SVG/main" r:embed="Rea49158ffd9342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adae7b18b4c95">
            <a:extLst>
              <a:ext uri="{96DAC541-7B7A-43D3-8B79-37D633B846F1}">
                <asvg:svgBlip xmlns:asvg="http://schemas.microsoft.com/office/drawing/2016/SVG/main" r:embed="R97c294c5b1c441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193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AEFB64-E55C-4870-B6D4-12E6FB9C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2915FD-DAD3-4B57-A264-31B71314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791D90-3D9C-49EE-9468-19AE72D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0"/>
            <a:ext cx="164592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4E7482-90A5-41F8-A09E-07B4A829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912"/>
            <a:ext cx="2880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 lnSpcReduction="1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A99E719-6954-42FE-AB7E-9B743645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401568"/>
            <a:ext cx="7104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255665-D540-4894-83FC-C15BC09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843784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7E44FE-D2F8-49C6-BC42-4BDCA45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40" y="2244852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9" name="STEP_1_TITLE">
            <a:extLst xmlns:a="http://schemas.openxmlformats.org/drawingml/2006/main">
              <a:ext uri="{FF2B5EF4-FFF2-40B4-BE49-F238E27FC236}">
                <a16:creationId xmlns:a16="http://schemas.microsoft.com/office/drawing/2014/main" id="{8CC76E77-CE8F-41F9-B3A7-9BBB86E0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172" y="733880"/>
            <a:ext cx="2331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7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</a:t>
            </a: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 1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0" name="STEP_1_BODY">
            <a:extLst xmlns:a="http://schemas.openxmlformats.org/drawingml/2006/main">
              <a:ext uri="{FF2B5EF4-FFF2-40B4-BE49-F238E27FC236}">
                <a16:creationId xmlns:a16="http://schemas.microsoft.com/office/drawing/2014/main" id="{2C7BF40D-7889-4133-91ED-7B44DCF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87" y="1078992"/>
            <a:ext cx="3121826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Подготовьте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комплект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</p:txBody>
      </p:sp>
      <p:sp>
        <p:nvSpPr>
          <p:cNvPr id="11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DA44079F-06A5-4A08-B86F-26FF217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682" y="2871216"/>
            <a:ext cx="1115568" cy="1115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E46D"/>
          </a:solidFill>
          <a:ln xmlns:a="http://schemas.openxmlformats.org/drawingml/2006/main" w="114300">
            <a:solidFill>
              <a:srgbClr val="F5340B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F2FBCBB-9291-483D-9F67-13B8C78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959352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0B396D4-B53C-4F26-BAD2-7696BE07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445770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4" name="STEP_2_TITLE">
            <a:extLst xmlns:a="http://schemas.openxmlformats.org/drawingml/2006/main">
              <a:ext uri="{FF2B5EF4-FFF2-40B4-BE49-F238E27FC236}">
                <a16:creationId xmlns:a16="http://schemas.microsoft.com/office/drawing/2014/main" id="{57A43835-5E11-4F49-AEF6-920A759C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68" y="4626864"/>
            <a:ext cx="2331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7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2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15" name="STEP_2_BODY">
            <a:extLst xmlns:a="http://schemas.openxmlformats.org/drawingml/2006/main">
              <a:ext uri="{FF2B5EF4-FFF2-40B4-BE49-F238E27FC236}">
                <a16:creationId xmlns:a16="http://schemas.microsoft.com/office/drawing/2014/main" id="{469BFCF4-106B-4B58-8DFB-73CB9DC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363" y="5199789"/>
            <a:ext cx="3660882" cy="14745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Соберите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узел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схеме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</p:txBody>
      </p:sp>
      <p:sp>
        <p:nvSpPr>
          <p:cNvPr id="16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D9F2FC10-D6E7-4E44-B27D-18B882C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843784"/>
            <a:ext cx="1115568" cy="1115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E46D"/>
          </a:solidFill>
          <a:ln xmlns:a="http://schemas.openxmlformats.org/drawingml/2006/main" w="114300">
            <a:solidFill>
              <a:srgbClr val="F5340B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0A22988-4D54-4BB7-B45D-460B57A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843784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158C24E-B2CE-4BE4-AEC6-E0C367B2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332" y="2244852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9" name="STEP_3_TITLE">
            <a:extLst xmlns:a="http://schemas.openxmlformats.org/drawingml/2006/main">
              <a:ext uri="{FF2B5EF4-FFF2-40B4-BE49-F238E27FC236}">
                <a16:creationId xmlns:a16="http://schemas.microsoft.com/office/drawing/2014/main" id="{F8C58ADF-45AD-41E4-A5E8-D06D411E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64" y="733880"/>
            <a:ext cx="2331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7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3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0" name="STEP_3_BODY">
            <a:extLst xmlns:a="http://schemas.openxmlformats.org/drawingml/2006/main">
              <a:ext uri="{FF2B5EF4-FFF2-40B4-BE49-F238E27FC236}">
                <a16:creationId xmlns:a16="http://schemas.microsoft.com/office/drawing/2014/main" id="{54FA8F73-7223-4E76-8A24-3EF9AD14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379" y="1078992"/>
            <a:ext cx="3121826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соединения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размеры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</p:txBody>
      </p:sp>
      <p:sp>
        <p:nvSpPr>
          <p:cNvPr id="21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17C3FF86-4E66-4411-9D4A-1A1B570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43784"/>
            <a:ext cx="1115568" cy="1115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E46D"/>
          </a:solidFill>
          <a:ln xmlns:a="http://schemas.openxmlformats.org/drawingml/2006/main" w="114300">
            <a:solidFill>
              <a:srgbClr val="F5340B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132FC10-B30A-46DD-A3EC-4623DD1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959352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2346AE6-7378-4F5C-BEFA-DF24D81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628" y="445770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40B"/>
          </a:solidFill>
          <a:ln xmlns:a="http://schemas.openxmlformats.org/drawingml/2006/main"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24" name="STEP_4_TITLE">
            <a:extLst xmlns:a="http://schemas.openxmlformats.org/drawingml/2006/main">
              <a:ext uri="{FF2B5EF4-FFF2-40B4-BE49-F238E27FC236}">
                <a16:creationId xmlns:a16="http://schemas.microsoft.com/office/drawing/2014/main" id="{E6DB1E76-46F0-44EC-86AF-EB19850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0" y="4626864"/>
            <a:ext cx="23317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7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4</a:t>
            </a:r>
            <a:endParaRPr sz="2500">
              <a:solidFill>
                <a:srgbClr val="3F454F"/>
              </a:solidFill>
            </a:endParaRPr>
          </a:p>
        </p:txBody>
      </p:sp>
      <p:sp>
        <p:nvSpPr>
          <p:cNvPr id="25" name="STEP_4_BODY">
            <a:extLst xmlns:a="http://schemas.openxmlformats.org/drawingml/2006/main">
              <a:ext uri="{FF2B5EF4-FFF2-40B4-BE49-F238E27FC236}">
                <a16:creationId xmlns:a16="http://schemas.microsoft.com/office/drawing/2014/main" id="{759DB544-9C65-4663-9969-A53C898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678" y="5199789"/>
            <a:ext cx="3660882" cy="1346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Настройте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параметры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запустите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работу</a:t>
            </a: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 Подготовьте материалы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 sz="152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  <a:p xmlns:a="http://schemas.openxmlformats.org/drawingml/2006/main">
            <a:pPr marL="0" indent="0" algn="ctr">
              <a:buNone/>
            </a:pPr>
            <a:endParaRPr sz="1520">
              <a:solidFill>
                <a:srgbClr val="3F454F"/>
              </a:solidFill>
            </a:endParaRPr>
          </a:p>
        </p:txBody>
      </p:sp>
      <p:sp>
        <p:nvSpPr>
          <p:cNvPr id="26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83DB59B8-295B-4911-B218-AC6DA75B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843784"/>
            <a:ext cx="1115568" cy="11155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E46D"/>
          </a:solidFill>
          <a:ln xmlns:a="http://schemas.openxmlformats.org/drawingml/2006/main" w="114300">
            <a:solidFill>
              <a:srgbClr val="F5340B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F1A1062-418D-4154-93DF-5D19DFA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777240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E016F1E-38CD-483F-AEB7-4B362D86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1435608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86E4DF3-6469-4C25-BFB2-FE52E91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093976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88818E3C-32D7-4B81-B261-A662AF9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301" y="3321699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4543191-2316-419A-BBD8-B5BB33E0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0861" y="3321699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B2BCE81-5177-4966-83C4-D508CD27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4069080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164BCE5-3871-4C72-AD4E-137C31CA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4727448"/>
            <a:ext cx="1188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10">
            <a:extLst xmlns:a="http://schemas.openxmlformats.org/drawingml/2006/main">
              <a:ext uri="{FF2B5EF4-FFF2-40B4-BE49-F238E27FC236}">
                <a16:creationId xmlns:a16="http://schemas.microsoft.com/office/drawing/2014/main" id="{18671947-66B1-4C9C-B5AD-5408DDA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587" y="2295144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2" name="Shape 10">
            <a:extLst xmlns:a="http://schemas.openxmlformats.org/drawingml/2006/main">
              <a:ext uri="{FF2B5EF4-FFF2-40B4-BE49-F238E27FC236}">
                <a16:creationId xmlns:a16="http://schemas.microsoft.com/office/drawing/2014/main" id="{8E87DF31-0CCE-4FEB-892E-C71EB7DA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312" y="2340419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5340B"/>
            </a:solidFill>
            <a:prstDash val="solid"/>
            <a:headEnd type="none"/>
            <a:tailEnd type="none"/>
          </a:ln>
        </p:spPr>
      </p:sp>
      <p:pic>
        <p:nvPicPr>
          <p:cNvPr id="9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2ffc206fa4ea4">
            <a:extLst>
              <a:ext uri="{96DAC541-7B7A-43D3-8B79-37D633B846F1}">
                <asvg:svgBlip xmlns:asvg="http://schemas.microsoft.com/office/drawing/2016/SVG/main" r:embed="Rbdacbb25625743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3c13560a24b2e">
            <a:extLst>
              <a:ext uri="{96DAC541-7B7A-43D3-8B79-37D633B846F1}">
                <asvg:svgBlip xmlns:asvg="http://schemas.microsoft.com/office/drawing/2016/SVG/main" r:embed="R183c866db97d48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54f56ad2648b7">
            <a:extLst>
              <a:ext uri="{96DAC541-7B7A-43D3-8B79-37D633B846F1}">
                <asvg:svgBlip xmlns:asvg="http://schemas.microsoft.com/office/drawing/2016/SVG/main" r:embed="R197cf71ef0d64c5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93d7de24c467b">
            <a:extLst>
              <a:ext uri="{96DAC541-7B7A-43D3-8B79-37D633B846F1}">
                <asvg:svgBlip xmlns:asvg="http://schemas.microsoft.com/office/drawing/2016/SVG/main" r:embed="Rf23246766efb4d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56c9e2dc640de">
            <a:extLst>
              <a:ext uri="{96DAC541-7B7A-43D3-8B79-37D633B846F1}">
                <asvg:svgBlip xmlns:asvg="http://schemas.microsoft.com/office/drawing/2016/SVG/main" r:embed="R5a2a8de7516f42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7f9fc149f4318">
            <a:extLst>
              <a:ext uri="{96DAC541-7B7A-43D3-8B79-37D633B846F1}">
                <asvg:svgBlip xmlns:asvg="http://schemas.microsoft.com/office/drawing/2016/SVG/main" r:embed="Refdfaac5600c41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9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3a15f44434108">
            <a:extLst>
              <a:ext uri="{96DAC541-7B7A-43D3-8B79-37D633B846F1}">
                <asvg:svgBlip xmlns:asvg="http://schemas.microsoft.com/office/drawing/2016/SVG/main" r:embed="R71698462c81e4b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e1ffc33134acd">
            <a:extLst>
              <a:ext uri="{96DAC541-7B7A-43D3-8B79-37D633B846F1}">
                <asvg:svgBlip xmlns:asvg="http://schemas.microsoft.com/office/drawing/2016/SVG/main" r:embed="Rc591b3144ea94b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6e4a018034cb5">
            <a:extLst>
              <a:ext uri="{96DAC541-7B7A-43D3-8B79-37D633B846F1}">
                <asvg:svgBlip xmlns:asvg="http://schemas.microsoft.com/office/drawing/2016/SVG/main" r:embed="R30989c2438be46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0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72a389dc34b20">
            <a:extLst>
              <a:ext uri="{96DAC541-7B7A-43D3-8B79-37D633B846F1}">
                <asvg:svgBlip xmlns:asvg="http://schemas.microsoft.com/office/drawing/2016/SVG/main" r:embed="R5e660ce598ba475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91677" y="570444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3e996c0df4a28">
            <a:extLst>
              <a:ext uri="{96DAC541-7B7A-43D3-8B79-37D633B846F1}">
                <asvg:svgBlip xmlns:asvg="http://schemas.microsoft.com/office/drawing/2016/SVG/main" r:embed="R4238cdee64624b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0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eefac8fa744ac">
            <a:extLst>
              <a:ext uri="{96DAC541-7B7A-43D3-8B79-37D633B846F1}">
                <asvg:svgBlip xmlns:asvg="http://schemas.microsoft.com/office/drawing/2016/SVG/main" r:embed="Rab263dd95b8f4c9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943d32d484d74">
            <a:extLst>
              <a:ext uri="{96DAC541-7B7A-43D3-8B79-37D633B846F1}">
                <asvg:svgBlip xmlns:asvg="http://schemas.microsoft.com/office/drawing/2016/SVG/main" r:embed="Re0fd62c228f845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04" name="Рисунок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dfb4896f34fc9">
            <a:extLst>
              <a:ext uri="{96DAC541-7B7A-43D3-8B79-37D633B846F1}">
                <asvg:svgBlip xmlns:asvg="http://schemas.microsoft.com/office/drawing/2016/SVG/main" r:embed="Rad463701cb964b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03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val 31">
            <a:extLst xmlns:a="http://schemas.openxmlformats.org/drawingml/2006/main">
              <a:ext uri="{FF2B5EF4-FFF2-40B4-BE49-F238E27FC236}">
                <a16:creationId xmlns:a16="http://schemas.microsoft.com/office/drawing/2014/main" id="{66AF53A4-1EA0-4A66-8FB1-46BCC06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945" y="1577713"/>
            <a:ext cx="130725" cy="130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" name="Oval 32">
            <a:extLst xmlns:a="http://schemas.openxmlformats.org/drawingml/2006/main">
              <a:ext uri="{FF2B5EF4-FFF2-40B4-BE49-F238E27FC236}">
                <a16:creationId xmlns:a16="http://schemas.microsoft.com/office/drawing/2014/main" id="{FD47BF55-4E6B-4485-9F8A-21E07864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525" y="4068348"/>
            <a:ext cx="128774" cy="130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3171554-2810-4332-B1A5-8C3FF9D0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857" y="1647194"/>
            <a:ext cx="1819192" cy="2486497"/>
          </a:xfrm>
          <a:custGeom xmlns:a="http://schemas.openxmlformats.org/drawingml/2006/main">
            <a:gdLst>
              <a:gd name="T0" fmla="*/ 0 w 1347"/>
              <a:gd name="T1" fmla="*/ 0 h 1667"/>
              <a:gd name="T2" fmla="*/ 1347 w 1347"/>
              <a:gd name="T3" fmla="*/ 0 h 1667"/>
              <a:gd name="T4" fmla="*/ 1347 w 1347"/>
              <a:gd name="T5" fmla="*/ 1667 h 1667"/>
              <a:gd name="T6" fmla="*/ 9 w 1347"/>
              <a:gd name="T7" fmla="*/ 1667 h 1667"/>
            </a:gdLst>
            <a:rect l="0" t="0" r="r" b="b"/>
            <a:pathLst>
              <a:path w="1347" h="1667">
                <a:moveTo>
                  <a:pt x="0" y="0"/>
                </a:moveTo>
                <a:lnTo>
                  <a:pt x="1347" y="0"/>
                </a:lnTo>
                <a:lnTo>
                  <a:pt x="1347" y="1667"/>
                </a:lnTo>
                <a:lnTo>
                  <a:pt x="9" y="166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58220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6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2D116463-D202-4068-9466-A086D33E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1223464"/>
            <a:ext cx="65755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01</a:t>
            </a:r>
          </a:p>
        </p:txBody>
      </p:sp>
      <p:sp>
        <p:nvSpPr>
          <p:cNvPr id="7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1A0EF7DF-EEA6-4860-BBF2-CC9A359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1223464"/>
            <a:ext cx="748923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02</a:t>
            </a:r>
          </a:p>
        </p:txBody>
      </p:sp>
      <p:sp>
        <p:nvSpPr>
          <p:cNvPr id="8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08DCC8F8-E42B-456F-9835-AF04854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1223464"/>
            <a:ext cx="74571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03</a:t>
            </a:r>
          </a:p>
        </p:txBody>
      </p:sp>
      <p:sp>
        <p:nvSpPr>
          <p:cNvPr id="9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EC732058-375B-46E6-B8DB-BD8F874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3782776"/>
            <a:ext cx="77136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04</a:t>
            </a:r>
          </a:p>
        </p:txBody>
      </p:sp>
      <p:sp>
        <p:nvSpPr>
          <p:cNvPr id="10" name="STEP_1_BODY">
            <a:extLst xmlns:a="http://schemas.openxmlformats.org/drawingml/2006/main">
              <a:ext uri="{FF2B5EF4-FFF2-40B4-BE49-F238E27FC236}">
                <a16:creationId xmlns:a16="http://schemas.microsoft.com/office/drawing/2014/main" id="{3DFF2F18-82D8-46C1-BCA8-9416C39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241577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1" name="STEP_1_TITLE">
            <a:extLst xmlns:a="http://schemas.openxmlformats.org/drawingml/2006/main">
              <a:ext uri="{FF2B5EF4-FFF2-40B4-BE49-F238E27FC236}">
                <a16:creationId xmlns:a16="http://schemas.microsoft.com/office/drawing/2014/main" id="{215EDA3B-9CC2-472D-903C-63224AD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2077218"/>
            <a:ext cx="161614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ORIGINAL ARTICLES</a:t>
            </a:r>
          </a:p>
        </p:txBody>
      </p:sp>
      <p:sp>
        <p:nvSpPr>
          <p:cNvPr id="12" name="STEP_2_BODY">
            <a:extLst xmlns:a="http://schemas.openxmlformats.org/drawingml/2006/main">
              <a:ext uri="{FF2B5EF4-FFF2-40B4-BE49-F238E27FC236}">
                <a16:creationId xmlns:a16="http://schemas.microsoft.com/office/drawing/2014/main" id="{681EE099-BDAA-4D05-B2EB-22E8C4C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241577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3" name="STEP_2_TITLE">
            <a:extLst xmlns:a="http://schemas.openxmlformats.org/drawingml/2006/main">
              <a:ext uri="{FF2B5EF4-FFF2-40B4-BE49-F238E27FC236}">
                <a16:creationId xmlns:a16="http://schemas.microsoft.com/office/drawing/2014/main" id="{8D74CE6D-66FD-46C7-9275-E95703F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2077218"/>
            <a:ext cx="13837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WORK ANALYSIS</a:t>
            </a:r>
          </a:p>
        </p:txBody>
      </p:sp>
      <p:sp>
        <p:nvSpPr>
          <p:cNvPr id="14" name="STEP_3_BODY">
            <a:extLst xmlns:a="http://schemas.openxmlformats.org/drawingml/2006/main">
              <a:ext uri="{FF2B5EF4-FFF2-40B4-BE49-F238E27FC236}">
                <a16:creationId xmlns:a16="http://schemas.microsoft.com/office/drawing/2014/main" id="{EF0B4EB2-912B-4184-975D-93B7D1E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241577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5" name="STEP_3_TITLE">
            <a:extLst xmlns:a="http://schemas.openxmlformats.org/drawingml/2006/main">
              <a:ext uri="{FF2B5EF4-FFF2-40B4-BE49-F238E27FC236}">
                <a16:creationId xmlns:a16="http://schemas.microsoft.com/office/drawing/2014/main" id="{CAAB2918-0634-4D03-A04C-36F2AFF5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2077218"/>
            <a:ext cx="120097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WORK DESIGN</a:t>
            </a:r>
          </a:p>
        </p:txBody>
      </p:sp>
      <p:sp>
        <p:nvSpPr>
          <p:cNvPr id="16" name="STEP_4_BODY">
            <a:extLst xmlns:a="http://schemas.openxmlformats.org/drawingml/2006/main">
              <a:ext uri="{FF2B5EF4-FFF2-40B4-BE49-F238E27FC236}">
                <a16:creationId xmlns:a16="http://schemas.microsoft.com/office/drawing/2014/main" id="{17A54F1D-594D-4D3E-9C21-5310122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503990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17" name="STEP_4_TITLE">
            <a:extLst xmlns:a="http://schemas.openxmlformats.org/drawingml/2006/main">
              <a:ext uri="{FF2B5EF4-FFF2-40B4-BE49-F238E27FC236}">
                <a16:creationId xmlns:a16="http://schemas.microsoft.com/office/drawing/2014/main" id="{DE257D91-2127-425C-BE2D-52D2309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02" y="4667356"/>
            <a:ext cx="128432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TEXT ANALYSIS</a:t>
            </a:r>
          </a:p>
        </p:txBody>
      </p:sp>
      <p:sp>
        <p:nvSpPr>
          <p:cNvPr id="18" name="STEP_5_NUMBER">
            <a:extLst xmlns:a="http://schemas.openxmlformats.org/drawingml/2006/main">
              <a:ext uri="{FF2B5EF4-FFF2-40B4-BE49-F238E27FC236}">
                <a16:creationId xmlns:a16="http://schemas.microsoft.com/office/drawing/2014/main" id="{B098BB9C-9E23-4C7F-A851-A527EF1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3782776"/>
            <a:ext cx="75373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05</a:t>
            </a:r>
          </a:p>
        </p:txBody>
      </p:sp>
      <p:sp>
        <p:nvSpPr>
          <p:cNvPr id="19" name="STEP_5_BODY">
            <a:extLst xmlns:a="http://schemas.openxmlformats.org/drawingml/2006/main">
              <a:ext uri="{FF2B5EF4-FFF2-40B4-BE49-F238E27FC236}">
                <a16:creationId xmlns:a16="http://schemas.microsoft.com/office/drawing/2014/main" id="{DB14F42D-C37D-4601-9024-FFD31065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503990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0" name="STEP_5_TITLE">
            <a:extLst xmlns:a="http://schemas.openxmlformats.org/drawingml/2006/main">
              <a:ext uri="{FF2B5EF4-FFF2-40B4-BE49-F238E27FC236}">
                <a16:creationId xmlns:a16="http://schemas.microsoft.com/office/drawing/2014/main" id="{8A6A44C0-3F4C-4A75-8DB2-AFF087E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080" y="4667356"/>
            <a:ext cx="1499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MARKET INSIGHTS</a:t>
            </a:r>
          </a:p>
        </p:txBody>
      </p:sp>
      <p:sp>
        <p:nvSpPr>
          <p:cNvPr id="21" name="STEP_6_NUMBER">
            <a:extLst xmlns:a="http://schemas.openxmlformats.org/drawingml/2006/main">
              <a:ext uri="{FF2B5EF4-FFF2-40B4-BE49-F238E27FC236}">
                <a16:creationId xmlns:a16="http://schemas.microsoft.com/office/drawing/2014/main" id="{3419555F-B732-4B29-B9E5-6029503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3782776"/>
            <a:ext cx="73930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prstClr val="white">
                    <a:lumMod val="75000"/>
                  </a:prstClr>
                </a:solidFill>
                <a:latin typeface="Bahnschrift Condensed"/>
                <a:ea typeface="Bahnschrift Condensed"/>
                <a:cs typeface="Bahnschrift Condensed"/>
              </a:rPr>
              <a:t>06</a:t>
            </a:r>
          </a:p>
        </p:txBody>
      </p:sp>
      <p:sp>
        <p:nvSpPr>
          <p:cNvPr id="22" name="STEP_6_BODY">
            <a:extLst xmlns:a="http://schemas.openxmlformats.org/drawingml/2006/main">
              <a:ext uri="{FF2B5EF4-FFF2-40B4-BE49-F238E27FC236}">
                <a16:creationId xmlns:a16="http://schemas.microsoft.com/office/drawing/2014/main" id="{662A3080-CD31-4C54-8AC7-00F574B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5039901"/>
            <a:ext cx="3210192" cy="148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4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Satisfied and well-taken-care-of customers can be the best brand ambassadors. On the other hand, neglected. customers can be the best brand ambassadors. On the other hand, neglected.</a:t>
            </a:r>
          </a:p>
        </p:txBody>
      </p:sp>
      <p:sp>
        <p:nvSpPr>
          <p:cNvPr id="23" name="STEP_6_TITLE">
            <a:extLst xmlns:a="http://schemas.openxmlformats.org/drawingml/2006/main">
              <a:ext uri="{FF2B5EF4-FFF2-40B4-BE49-F238E27FC236}">
                <a16:creationId xmlns:a16="http://schemas.microsoft.com/office/drawing/2014/main" id="{15DB206A-05BA-49E4-9C7D-F3DCFECD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83" y="4667356"/>
            <a:ext cx="11144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2">
                    <a:lumMod val="25000"/>
                  </a:schemeClr>
                </a:solidFill>
                <a:latin typeface="Bahnschrift Condensed"/>
                <a:ea typeface="Bahnschrift Condensed"/>
                <a:cs typeface="Bahnschrift Condensed"/>
              </a:rPr>
              <a:t>PRODUCTION</a:t>
            </a:r>
          </a:p>
        </p:txBody>
      </p:sp>
      <p:cxnSp>
        <p:nvCxnSpPr>
          <p:cNvPr id="51" name="Straight Arrow Connector 89"/>
          <p:cNvCxnSpPr/>
          <p:nvPr/>
        </p:nvCxnSpPr>
        <p:spPr>
          <a:xfrm xmlns:a="http://schemas.openxmlformats.org/drawingml/2006/main">
            <a:off x="2509842" y="1647194"/>
            <a:ext cx="172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58220"/>
            </a:solidFill>
            <a:prstDash val="solid"/>
            <a:miter/>
            <a:headEnd type="oval"/>
            <a:tailEnd type="oval"/>
          </a:ln>
        </p:spPr>
      </p:cxnSp>
      <p:cxnSp>
        <p:nvCxnSpPr>
          <p:cNvPr id="52" name="Straight Arrow Connector 90"/>
          <p:cNvCxnSpPr/>
          <p:nvPr/>
        </p:nvCxnSpPr>
        <p:spPr>
          <a:xfrm xmlns:a="http://schemas.openxmlformats.org/drawingml/2006/main">
            <a:off x="6207045" y="1647194"/>
            <a:ext cx="172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58220"/>
            </a:solidFill>
            <a:prstDash val="solid"/>
            <a:miter/>
            <a:headEnd type="oval"/>
            <a:tailEnd type="oval"/>
          </a:ln>
        </p:spPr>
      </p:cxnSp>
      <p:cxnSp>
        <p:nvCxnSpPr>
          <p:cNvPr id="53" name="Straight Arrow Connector 91"/>
          <p:cNvCxnSpPr/>
          <p:nvPr/>
        </p:nvCxnSpPr>
        <p:spPr>
          <a:xfrm xmlns:a="http://schemas.openxmlformats.org/drawingml/2006/main">
            <a:off x="2509842" y="4170419"/>
            <a:ext cx="172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58220"/>
            </a:solidFill>
            <a:prstDash val="solid"/>
            <a:miter/>
            <a:headEnd type="oval"/>
            <a:tailEnd type="oval"/>
          </a:ln>
        </p:spPr>
      </p:cxnSp>
      <p:cxnSp>
        <p:nvCxnSpPr>
          <p:cNvPr id="54" name="Straight Arrow Connector 92"/>
          <p:cNvCxnSpPr/>
          <p:nvPr/>
        </p:nvCxnSpPr>
        <p:spPr>
          <a:xfrm xmlns:a="http://schemas.openxmlformats.org/drawingml/2006/main">
            <a:off x="6207045" y="4170419"/>
            <a:ext cx="172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58220"/>
            </a:solidFill>
            <a:prstDash val="solid"/>
            <a:miter/>
            <a:headEnd type="oval"/>
            <a:tailEnd type="oval"/>
          </a:ln>
        </p:spPr>
      </p:cxnSp>
      <p:sp>
        <p:nvSpPr>
          <p:cNvPr id="28" name="Shape 0">
            <a:extLst xmlns:a="http://schemas.openxmlformats.org/drawingml/2006/main">
              <a:ext uri="{FF2B5EF4-FFF2-40B4-BE49-F238E27FC236}">
                <a16:creationId xmlns:a16="http://schemas.microsoft.com/office/drawing/2014/main" id="{C660E5CE-E1A1-431D-8761-9420637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0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84D5F45D-AF02-4F75-A96D-A0BAB07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7611" y="240350"/>
            <a:ext cx="2880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 lnSpcReduction="1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78116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E6463A7A-C524-4C6F-82BC-14A40D4D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57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4D8E00-E92E-42C2-B7BC-8CA6484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2185" y="347472"/>
            <a:ext cx="2880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 lnSpcReduction="1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DFB38A59-D07C-43F4-83F2-DF198D05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376" y="4902994"/>
            <a:ext cx="15167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Bahnschrift Condensed"/>
                <a:ea typeface="Bahnschrift Condensed"/>
                <a:cs typeface="Bahnschrift Condensed"/>
              </a:rPr>
              <a:t>STRATEGIC PLANS</a:t>
            </a:r>
          </a:p>
        </p:txBody>
      </p:sp>
      <p:sp>
        <p:nvSpPr>
          <p:cNvPr id="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34A49A8C-F912-419A-B339-C80285C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21" y="5230660"/>
            <a:ext cx="3142207" cy="1474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text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endParaRPr sz="1400">
              <a:solidFill>
                <a:srgbClr val="676C7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8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06488197-7E7E-4306-8B4D-D1FA2495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190" y="495478"/>
            <a:ext cx="11641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Bahnschrift Condensed"/>
                <a:ea typeface="Bahnschrift Condensed"/>
                <a:cs typeface="Bahnschrift Condensed"/>
              </a:rPr>
              <a:t>PAID SEARCH</a:t>
            </a:r>
          </a:p>
        </p:txBody>
      </p:sp>
      <p:sp>
        <p:nvSpPr>
          <p:cNvPr id="9" name="CARD_2_BODY">
            <a:extLst xmlns:a="http://schemas.openxmlformats.org/drawingml/2006/main">
              <a:ext uri="{FF2B5EF4-FFF2-40B4-BE49-F238E27FC236}">
                <a16:creationId xmlns:a16="http://schemas.microsoft.com/office/drawing/2014/main" id="{5F816B6E-57F4-480D-875C-FF189141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138" y="864810"/>
            <a:ext cx="3142207" cy="1724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text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endParaRPr sz="1400">
              <a:solidFill>
                <a:srgbClr val="676C7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1A77B1C8-E1AF-46AF-9369-57954650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30" y="4902994"/>
            <a:ext cx="140775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Bahnschrift Condensed"/>
                <a:ea typeface="Bahnschrift Condensed"/>
                <a:cs typeface="Bahnschrift Condensed"/>
              </a:rPr>
              <a:t>TACTICAL PLANS</a:t>
            </a:r>
          </a:p>
        </p:txBody>
      </p:sp>
      <p:sp>
        <p:nvSpPr>
          <p:cNvPr id="11" name="CARD_3_BODY">
            <a:extLst xmlns:a="http://schemas.openxmlformats.org/drawingml/2006/main">
              <a:ext uri="{FF2B5EF4-FFF2-40B4-BE49-F238E27FC236}">
                <a16:creationId xmlns:a16="http://schemas.microsoft.com/office/drawing/2014/main" id="{E78CF450-9971-44CD-AFF6-ADA823F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356" y="5230660"/>
            <a:ext cx="3142207" cy="1474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text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endParaRPr sz="1400">
              <a:solidFill>
                <a:srgbClr val="676C7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Freeform 7">
            <a:extLst xmlns:a="http://schemas.openxmlformats.org/drawingml/2006/main">
              <a:ext uri="{FF2B5EF4-FFF2-40B4-BE49-F238E27FC236}">
                <a16:creationId xmlns:a16="http://schemas.microsoft.com/office/drawing/2014/main" id="{3C62FD16-B66E-4B49-924C-676A2CE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395" y="2582930"/>
            <a:ext cx="9039909" cy="2185727"/>
          </a:xfrm>
          <a:custGeom xmlns:a="http://schemas.openxmlformats.org/drawingml/2006/main">
            <a:gdLst>
              <a:gd name="T0" fmla="*/ 0 w 2136"/>
              <a:gd name="T1" fmla="*/ 394 h 514"/>
              <a:gd name="T2" fmla="*/ 1 w 2136"/>
              <a:gd name="T3" fmla="*/ 195 h 514"/>
              <a:gd name="T4" fmla="*/ 49 w 2136"/>
              <a:gd name="T5" fmla="*/ 113 h 514"/>
              <a:gd name="T6" fmla="*/ 222 w 2136"/>
              <a:gd name="T7" fmla="*/ 15 h 514"/>
              <a:gd name="T8" fmla="*/ 317 w 2136"/>
              <a:gd name="T9" fmla="*/ 16 h 514"/>
              <a:gd name="T10" fmla="*/ 488 w 2136"/>
              <a:gd name="T11" fmla="*/ 116 h 514"/>
              <a:gd name="T12" fmla="*/ 535 w 2136"/>
              <a:gd name="T13" fmla="*/ 199 h 514"/>
              <a:gd name="T14" fmla="*/ 535 w 2136"/>
              <a:gd name="T15" fmla="*/ 295 h 514"/>
              <a:gd name="T16" fmla="*/ 535 w 2136"/>
              <a:gd name="T17" fmla="*/ 314 h 514"/>
              <a:gd name="T18" fmla="*/ 582 w 2136"/>
              <a:gd name="T19" fmla="*/ 398 h 514"/>
              <a:gd name="T20" fmla="*/ 753 w 2136"/>
              <a:gd name="T21" fmla="*/ 498 h 514"/>
              <a:gd name="T22" fmla="*/ 848 w 2136"/>
              <a:gd name="T23" fmla="*/ 499 h 514"/>
              <a:gd name="T24" fmla="*/ 1021 w 2136"/>
              <a:gd name="T25" fmla="*/ 401 h 514"/>
              <a:gd name="T26" fmla="*/ 1069 w 2136"/>
              <a:gd name="T27" fmla="*/ 310 h 514"/>
              <a:gd name="T28" fmla="*/ 1069 w 2136"/>
              <a:gd name="T29" fmla="*/ 195 h 514"/>
              <a:gd name="T30" fmla="*/ 1117 w 2136"/>
              <a:gd name="T31" fmla="*/ 113 h 514"/>
              <a:gd name="T32" fmla="*/ 1289 w 2136"/>
              <a:gd name="T33" fmla="*/ 15 h 514"/>
              <a:gd name="T34" fmla="*/ 1384 w 2136"/>
              <a:gd name="T35" fmla="*/ 16 h 514"/>
              <a:gd name="T36" fmla="*/ 1555 w 2136"/>
              <a:gd name="T37" fmla="*/ 116 h 514"/>
              <a:gd name="T38" fmla="*/ 1602 w 2136"/>
              <a:gd name="T39" fmla="*/ 199 h 514"/>
              <a:gd name="T40" fmla="*/ 1602 w 2136"/>
              <a:gd name="T41" fmla="*/ 295 h 514"/>
              <a:gd name="T42" fmla="*/ 1602 w 2136"/>
              <a:gd name="T43" fmla="*/ 314 h 514"/>
              <a:gd name="T44" fmla="*/ 1649 w 2136"/>
              <a:gd name="T45" fmla="*/ 398 h 514"/>
              <a:gd name="T46" fmla="*/ 1821 w 2136"/>
              <a:gd name="T47" fmla="*/ 498 h 514"/>
              <a:gd name="T48" fmla="*/ 1915 w 2136"/>
              <a:gd name="T49" fmla="*/ 499 h 514"/>
              <a:gd name="T50" fmla="*/ 2088 w 2136"/>
              <a:gd name="T51" fmla="*/ 401 h 514"/>
              <a:gd name="T52" fmla="*/ 2136 w 2136"/>
              <a:gd name="T53" fmla="*/ 319 h 514"/>
              <a:gd name="T54" fmla="*/ 2136 w 2136"/>
              <a:gd name="T55" fmla="*/ 140 h 514"/>
            </a:gdLst>
            <a:rect l="0" t="0" r="r" b="b"/>
            <a:pathLst>
              <a:path w="2136" h="514">
                <a:moveTo>
                  <a:pt x="0" y="394"/>
                </a:moveTo>
                <a:cubicBezTo>
                  <a:pt x="1" y="195"/>
                  <a:pt x="1" y="195"/>
                  <a:pt x="1" y="195"/>
                </a:cubicBezTo>
                <a:cubicBezTo>
                  <a:pt x="1" y="165"/>
                  <a:pt x="23" y="128"/>
                  <a:pt x="49" y="113"/>
                </a:cubicBezTo>
                <a:cubicBezTo>
                  <a:pt x="222" y="15"/>
                  <a:pt x="222" y="15"/>
                  <a:pt x="222" y="15"/>
                </a:cubicBezTo>
                <a:cubicBezTo>
                  <a:pt x="248" y="0"/>
                  <a:pt x="291" y="1"/>
                  <a:pt x="317" y="16"/>
                </a:cubicBezTo>
                <a:cubicBezTo>
                  <a:pt x="488" y="116"/>
                  <a:pt x="488" y="116"/>
                  <a:pt x="488" y="116"/>
                </a:cubicBezTo>
                <a:cubicBezTo>
                  <a:pt x="514" y="132"/>
                  <a:pt x="535" y="169"/>
                  <a:pt x="535" y="199"/>
                </a:cubicBezTo>
                <a:cubicBezTo>
                  <a:pt x="535" y="295"/>
                  <a:pt x="535" y="295"/>
                  <a:pt x="535" y="295"/>
                </a:cubicBezTo>
                <a:cubicBezTo>
                  <a:pt x="535" y="314"/>
                  <a:pt x="535" y="314"/>
                  <a:pt x="535" y="314"/>
                </a:cubicBezTo>
                <a:cubicBezTo>
                  <a:pt x="535" y="354"/>
                  <a:pt x="548" y="378"/>
                  <a:pt x="582" y="398"/>
                </a:cubicBezTo>
                <a:cubicBezTo>
                  <a:pt x="753" y="498"/>
                  <a:pt x="753" y="498"/>
                  <a:pt x="753" y="498"/>
                </a:cubicBezTo>
                <a:cubicBezTo>
                  <a:pt x="779" y="513"/>
                  <a:pt x="822" y="514"/>
                  <a:pt x="848" y="499"/>
                </a:cubicBezTo>
                <a:cubicBezTo>
                  <a:pt x="1021" y="401"/>
                  <a:pt x="1021" y="401"/>
                  <a:pt x="1021" y="401"/>
                </a:cubicBezTo>
                <a:cubicBezTo>
                  <a:pt x="1054" y="382"/>
                  <a:pt x="1069" y="344"/>
                  <a:pt x="1069" y="310"/>
                </a:cubicBezTo>
                <a:cubicBezTo>
                  <a:pt x="1069" y="299"/>
                  <a:pt x="1069" y="195"/>
                  <a:pt x="1069" y="195"/>
                </a:cubicBezTo>
                <a:cubicBezTo>
                  <a:pt x="1069" y="165"/>
                  <a:pt x="1090" y="128"/>
                  <a:pt x="1117" y="113"/>
                </a:cubicBezTo>
                <a:cubicBezTo>
                  <a:pt x="1289" y="15"/>
                  <a:pt x="1289" y="15"/>
                  <a:pt x="1289" y="15"/>
                </a:cubicBezTo>
                <a:cubicBezTo>
                  <a:pt x="1315" y="0"/>
                  <a:pt x="1358" y="1"/>
                  <a:pt x="1384" y="16"/>
                </a:cubicBezTo>
                <a:cubicBezTo>
                  <a:pt x="1555" y="116"/>
                  <a:pt x="1555" y="116"/>
                  <a:pt x="1555" y="116"/>
                </a:cubicBezTo>
                <a:cubicBezTo>
                  <a:pt x="1581" y="132"/>
                  <a:pt x="1602" y="169"/>
                  <a:pt x="1602" y="199"/>
                </a:cubicBezTo>
                <a:cubicBezTo>
                  <a:pt x="1602" y="295"/>
                  <a:pt x="1602" y="295"/>
                  <a:pt x="1602" y="295"/>
                </a:cubicBezTo>
                <a:cubicBezTo>
                  <a:pt x="1602" y="314"/>
                  <a:pt x="1602" y="314"/>
                  <a:pt x="1602" y="314"/>
                </a:cubicBezTo>
                <a:cubicBezTo>
                  <a:pt x="1602" y="354"/>
                  <a:pt x="1616" y="378"/>
                  <a:pt x="1649" y="398"/>
                </a:cubicBezTo>
                <a:cubicBezTo>
                  <a:pt x="1821" y="498"/>
                  <a:pt x="1821" y="498"/>
                  <a:pt x="1821" y="498"/>
                </a:cubicBezTo>
                <a:cubicBezTo>
                  <a:pt x="1846" y="513"/>
                  <a:pt x="1889" y="514"/>
                  <a:pt x="1915" y="499"/>
                </a:cubicBezTo>
                <a:cubicBezTo>
                  <a:pt x="2088" y="401"/>
                  <a:pt x="2088" y="401"/>
                  <a:pt x="2088" y="401"/>
                </a:cubicBezTo>
                <a:cubicBezTo>
                  <a:pt x="2114" y="386"/>
                  <a:pt x="2136" y="349"/>
                  <a:pt x="2136" y="319"/>
                </a:cubicBezTo>
                <a:cubicBezTo>
                  <a:pt x="2136" y="140"/>
                  <a:pt x="2136" y="140"/>
                  <a:pt x="2136" y="1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bg1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Line 5">
            <a:extLst xmlns:a="http://schemas.openxmlformats.org/drawingml/2006/main">
              <a:ext uri="{FF2B5EF4-FFF2-40B4-BE49-F238E27FC236}">
                <a16:creationId xmlns:a16="http://schemas.microsoft.com/office/drawing/2014/main" id="{57781624-1826-43B1-B1EC-1673E3A0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054" y="4277734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463">
            <a:solidFill>
              <a:srgbClr val="231F20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ine 6">
            <a:extLst xmlns:a="http://schemas.openxmlformats.org/drawingml/2006/main">
              <a:ext uri="{FF2B5EF4-FFF2-40B4-BE49-F238E27FC236}">
                <a16:creationId xmlns:a16="http://schemas.microsoft.com/office/drawing/2014/main" id="{DEC12107-DEDF-47FC-A065-FB7CF7EB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788" y="390287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463">
            <a:solidFill>
              <a:srgbClr val="231F20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Line 12">
            <a:extLst xmlns:a="http://schemas.openxmlformats.org/drawingml/2006/main">
              <a:ext uri="{FF2B5EF4-FFF2-40B4-BE49-F238E27FC236}">
                <a16:creationId xmlns:a16="http://schemas.microsoft.com/office/drawing/2014/main" id="{7D281238-E6F0-48E9-9BB5-EF06657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849" y="4277734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463">
            <a:solidFill>
              <a:srgbClr val="231F20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8">
            <a:extLst xmlns:a="http://schemas.openxmlformats.org/drawingml/2006/main">
              <a:ext uri="{FF2B5EF4-FFF2-40B4-BE49-F238E27FC236}">
                <a16:creationId xmlns:a16="http://schemas.microsoft.com/office/drawing/2014/main" id="{D7CE5F6C-5DE8-40FF-93B5-E4F58DB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446" y="2925352"/>
            <a:ext cx="1655154" cy="1836818"/>
          </a:xfrm>
          <a:custGeom xmlns:a="http://schemas.openxmlformats.org/drawingml/2006/main">
            <a:gdLst>
              <a:gd name="T0" fmla="*/ 34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2 w 391"/>
              <a:gd name="T9" fmla="*/ 11 h 432"/>
              <a:gd name="T10" fmla="*/ 231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59 w 391"/>
              <a:gd name="T23" fmla="*/ 421 h 432"/>
              <a:gd name="T24" fmla="*/ 34 w 391"/>
              <a:gd name="T25" fmla="*/ 348 h 432"/>
            </a:gdLst>
            <a:rect l="0" t="0" r="r" b="b"/>
            <a:pathLst>
              <a:path w="391" h="432">
                <a:moveTo>
                  <a:pt x="34" y="348"/>
                </a:moveTo>
                <a:cubicBezTo>
                  <a:pt x="15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2" y="11"/>
                  <a:pt x="162" y="11"/>
                  <a:pt x="162" y="11"/>
                </a:cubicBezTo>
                <a:cubicBezTo>
                  <a:pt x="181" y="0"/>
                  <a:pt x="212" y="0"/>
                  <a:pt x="231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5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09" y="432"/>
                  <a:pt x="178" y="432"/>
                  <a:pt x="159" y="421"/>
                </a:cubicBezTo>
                <a:lnTo>
                  <a:pt x="34" y="34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Oval 9">
            <a:extLst xmlns:a="http://schemas.openxmlformats.org/drawingml/2006/main">
              <a:ext uri="{FF2B5EF4-FFF2-40B4-BE49-F238E27FC236}">
                <a16:creationId xmlns:a16="http://schemas.microsoft.com/office/drawing/2014/main" id="{3326D9AF-0FA9-48C9-A54E-97E73CE9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33" y="3383704"/>
            <a:ext cx="916182" cy="92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4D4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B1E1BC3-6372-4E64-B5B8-BD17C96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663" y="2589418"/>
            <a:ext cx="1655154" cy="1841144"/>
          </a:xfrm>
          <a:custGeom xmlns:a="http://schemas.openxmlformats.org/drawingml/2006/main">
            <a:gdLst>
              <a:gd name="T0" fmla="*/ 357 w 391"/>
              <a:gd name="T1" fmla="*/ 85 h 433"/>
              <a:gd name="T2" fmla="*/ 391 w 391"/>
              <a:gd name="T3" fmla="*/ 145 h 433"/>
              <a:gd name="T4" fmla="*/ 390 w 391"/>
              <a:gd name="T5" fmla="*/ 291 h 433"/>
              <a:gd name="T6" fmla="*/ 355 w 391"/>
              <a:gd name="T7" fmla="*/ 350 h 433"/>
              <a:gd name="T8" fmla="*/ 229 w 391"/>
              <a:gd name="T9" fmla="*/ 422 h 433"/>
              <a:gd name="T10" fmla="*/ 159 w 391"/>
              <a:gd name="T11" fmla="*/ 421 h 433"/>
              <a:gd name="T12" fmla="*/ 34 w 391"/>
              <a:gd name="T13" fmla="*/ 348 h 433"/>
              <a:gd name="T14" fmla="*/ 0 w 391"/>
              <a:gd name="T15" fmla="*/ 288 h 433"/>
              <a:gd name="T16" fmla="*/ 1 w 391"/>
              <a:gd name="T17" fmla="*/ 143 h 433"/>
              <a:gd name="T18" fmla="*/ 36 w 391"/>
              <a:gd name="T19" fmla="*/ 83 h 433"/>
              <a:gd name="T20" fmla="*/ 162 w 391"/>
              <a:gd name="T21" fmla="*/ 11 h 433"/>
              <a:gd name="T22" fmla="*/ 232 w 391"/>
              <a:gd name="T23" fmla="*/ 12 h 433"/>
              <a:gd name="T24" fmla="*/ 357 w 391"/>
              <a:gd name="T25" fmla="*/ 85 h 433"/>
            </a:gdLst>
            <a:rect l="0" t="0" r="r" b="b"/>
            <a:pathLst>
              <a:path w="391" h="433">
                <a:moveTo>
                  <a:pt x="357" y="85"/>
                </a:moveTo>
                <a:cubicBezTo>
                  <a:pt x="376" y="96"/>
                  <a:pt x="391" y="123"/>
                  <a:pt x="391" y="145"/>
                </a:cubicBezTo>
                <a:cubicBezTo>
                  <a:pt x="390" y="291"/>
                  <a:pt x="390" y="291"/>
                  <a:pt x="390" y="291"/>
                </a:cubicBezTo>
                <a:cubicBezTo>
                  <a:pt x="390" y="313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3"/>
                  <a:pt x="178" y="433"/>
                  <a:pt x="159" y="421"/>
                </a:cubicBezTo>
                <a:cubicBezTo>
                  <a:pt x="34" y="348"/>
                  <a:pt x="34" y="348"/>
                  <a:pt x="34" y="348"/>
                </a:cubicBezTo>
                <a:cubicBezTo>
                  <a:pt x="15" y="337"/>
                  <a:pt x="0" y="310"/>
                  <a:pt x="0" y="288"/>
                </a:cubicBezTo>
                <a:cubicBezTo>
                  <a:pt x="1" y="143"/>
                  <a:pt x="1" y="143"/>
                  <a:pt x="1" y="143"/>
                </a:cubicBezTo>
                <a:cubicBezTo>
                  <a:pt x="1" y="121"/>
                  <a:pt x="17" y="94"/>
                  <a:pt x="36" y="83"/>
                </a:cubicBezTo>
                <a:cubicBezTo>
                  <a:pt x="162" y="11"/>
                  <a:pt x="162" y="11"/>
                  <a:pt x="162" y="11"/>
                </a:cubicBezTo>
                <a:cubicBezTo>
                  <a:pt x="181" y="0"/>
                  <a:pt x="213" y="1"/>
                  <a:pt x="232" y="12"/>
                </a:cubicBezTo>
                <a:lnTo>
                  <a:pt x="357" y="8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63500" sx="102000" sy="102000" algn="ctr" rotWithShape="0">
              <a:schemeClr val="tx2">
                <a:alpha val="5000"/>
              </a:scheme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1">
            <a:extLst xmlns:a="http://schemas.openxmlformats.org/drawingml/2006/main">
              <a:ext uri="{FF2B5EF4-FFF2-40B4-BE49-F238E27FC236}">
                <a16:creationId xmlns:a16="http://schemas.microsoft.com/office/drawing/2014/main" id="{AEEDFA97-F8F2-45E3-92F5-C26FE6CF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5805" y="3049933"/>
            <a:ext cx="914870" cy="92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63500" sx="102000" sy="102000" algn="ctr" rotWithShape="0">
              <a:schemeClr val="tx2">
                <a:alpha val="5000"/>
              </a:scheme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6FCCEC3-2DFD-4CA3-9981-5BC6939F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881" y="2925352"/>
            <a:ext cx="1655154" cy="1836818"/>
          </a:xfrm>
          <a:custGeom xmlns:a="http://schemas.openxmlformats.org/drawingml/2006/main">
            <a:gdLst>
              <a:gd name="T0" fmla="*/ 35 w 391"/>
              <a:gd name="T1" fmla="*/ 348 h 432"/>
              <a:gd name="T2" fmla="*/ 0 w 391"/>
              <a:gd name="T3" fmla="*/ 288 h 432"/>
              <a:gd name="T4" fmla="*/ 1 w 391"/>
              <a:gd name="T5" fmla="*/ 142 h 432"/>
              <a:gd name="T6" fmla="*/ 36 w 391"/>
              <a:gd name="T7" fmla="*/ 83 h 432"/>
              <a:gd name="T8" fmla="*/ 163 w 391"/>
              <a:gd name="T9" fmla="*/ 11 h 432"/>
              <a:gd name="T10" fmla="*/ 232 w 391"/>
              <a:gd name="T11" fmla="*/ 12 h 432"/>
              <a:gd name="T12" fmla="*/ 357 w 391"/>
              <a:gd name="T13" fmla="*/ 85 h 432"/>
              <a:gd name="T14" fmla="*/ 391 w 391"/>
              <a:gd name="T15" fmla="*/ 145 h 432"/>
              <a:gd name="T16" fmla="*/ 390 w 391"/>
              <a:gd name="T17" fmla="*/ 290 h 432"/>
              <a:gd name="T18" fmla="*/ 355 w 391"/>
              <a:gd name="T19" fmla="*/ 350 h 432"/>
              <a:gd name="T20" fmla="*/ 229 w 391"/>
              <a:gd name="T21" fmla="*/ 422 h 432"/>
              <a:gd name="T22" fmla="*/ 160 w 391"/>
              <a:gd name="T23" fmla="*/ 421 h 432"/>
              <a:gd name="T24" fmla="*/ 35 w 391"/>
              <a:gd name="T25" fmla="*/ 348 h 432"/>
            </a:gdLst>
            <a:rect l="0" t="0" r="r" b="b"/>
            <a:pathLst>
              <a:path w="391" h="432">
                <a:moveTo>
                  <a:pt x="35" y="348"/>
                </a:moveTo>
                <a:cubicBezTo>
                  <a:pt x="16" y="337"/>
                  <a:pt x="0" y="310"/>
                  <a:pt x="0" y="288"/>
                </a:cubicBezTo>
                <a:cubicBezTo>
                  <a:pt x="1" y="142"/>
                  <a:pt x="1" y="142"/>
                  <a:pt x="1" y="142"/>
                </a:cubicBezTo>
                <a:cubicBezTo>
                  <a:pt x="1" y="120"/>
                  <a:pt x="17" y="94"/>
                  <a:pt x="36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0"/>
                  <a:pt x="232" y="12"/>
                </a:cubicBezTo>
                <a:cubicBezTo>
                  <a:pt x="357" y="85"/>
                  <a:pt x="357" y="85"/>
                  <a:pt x="357" y="85"/>
                </a:cubicBezTo>
                <a:cubicBezTo>
                  <a:pt x="376" y="96"/>
                  <a:pt x="391" y="123"/>
                  <a:pt x="391" y="145"/>
                </a:cubicBezTo>
                <a:cubicBezTo>
                  <a:pt x="390" y="290"/>
                  <a:pt x="390" y="290"/>
                  <a:pt x="390" y="290"/>
                </a:cubicBezTo>
                <a:cubicBezTo>
                  <a:pt x="390" y="312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2"/>
                  <a:pt x="179" y="432"/>
                  <a:pt x="160" y="421"/>
                </a:cubicBezTo>
                <a:lnTo>
                  <a:pt x="35" y="348"/>
                </a:ln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val 14">
            <a:extLst xmlns:a="http://schemas.openxmlformats.org/drawingml/2006/main">
              <a:ext uri="{FF2B5EF4-FFF2-40B4-BE49-F238E27FC236}">
                <a16:creationId xmlns:a16="http://schemas.microsoft.com/office/drawing/2014/main" id="{64511295-70BC-44CA-A7FB-BF9AA513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023" y="3383704"/>
            <a:ext cx="914870" cy="92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20FEFC9-8FCC-43B4-A689-085CA72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099" y="2589418"/>
            <a:ext cx="1655154" cy="1841144"/>
          </a:xfrm>
          <a:custGeom xmlns:a="http://schemas.openxmlformats.org/drawingml/2006/main">
            <a:gdLst>
              <a:gd name="T0" fmla="*/ 357 w 391"/>
              <a:gd name="T1" fmla="*/ 85 h 433"/>
              <a:gd name="T2" fmla="*/ 391 w 391"/>
              <a:gd name="T3" fmla="*/ 145 h 433"/>
              <a:gd name="T4" fmla="*/ 390 w 391"/>
              <a:gd name="T5" fmla="*/ 291 h 433"/>
              <a:gd name="T6" fmla="*/ 355 w 391"/>
              <a:gd name="T7" fmla="*/ 350 h 433"/>
              <a:gd name="T8" fmla="*/ 229 w 391"/>
              <a:gd name="T9" fmla="*/ 422 h 433"/>
              <a:gd name="T10" fmla="*/ 160 w 391"/>
              <a:gd name="T11" fmla="*/ 421 h 433"/>
              <a:gd name="T12" fmla="*/ 35 w 391"/>
              <a:gd name="T13" fmla="*/ 348 h 433"/>
              <a:gd name="T14" fmla="*/ 0 w 391"/>
              <a:gd name="T15" fmla="*/ 288 h 433"/>
              <a:gd name="T16" fmla="*/ 1 w 391"/>
              <a:gd name="T17" fmla="*/ 143 h 433"/>
              <a:gd name="T18" fmla="*/ 37 w 391"/>
              <a:gd name="T19" fmla="*/ 83 h 433"/>
              <a:gd name="T20" fmla="*/ 163 w 391"/>
              <a:gd name="T21" fmla="*/ 11 h 433"/>
              <a:gd name="T22" fmla="*/ 232 w 391"/>
              <a:gd name="T23" fmla="*/ 12 h 433"/>
              <a:gd name="T24" fmla="*/ 357 w 391"/>
              <a:gd name="T25" fmla="*/ 85 h 433"/>
            </a:gdLst>
            <a:rect l="0" t="0" r="r" b="b"/>
            <a:pathLst>
              <a:path w="391" h="433">
                <a:moveTo>
                  <a:pt x="357" y="85"/>
                </a:moveTo>
                <a:cubicBezTo>
                  <a:pt x="376" y="96"/>
                  <a:pt x="391" y="123"/>
                  <a:pt x="391" y="145"/>
                </a:cubicBezTo>
                <a:cubicBezTo>
                  <a:pt x="390" y="291"/>
                  <a:pt x="390" y="291"/>
                  <a:pt x="390" y="291"/>
                </a:cubicBezTo>
                <a:cubicBezTo>
                  <a:pt x="390" y="313"/>
                  <a:pt x="374" y="339"/>
                  <a:pt x="355" y="350"/>
                </a:cubicBezTo>
                <a:cubicBezTo>
                  <a:pt x="229" y="422"/>
                  <a:pt x="229" y="422"/>
                  <a:pt x="229" y="422"/>
                </a:cubicBezTo>
                <a:cubicBezTo>
                  <a:pt x="210" y="433"/>
                  <a:pt x="179" y="433"/>
                  <a:pt x="160" y="421"/>
                </a:cubicBezTo>
                <a:cubicBezTo>
                  <a:pt x="35" y="348"/>
                  <a:pt x="35" y="348"/>
                  <a:pt x="35" y="348"/>
                </a:cubicBezTo>
                <a:cubicBezTo>
                  <a:pt x="16" y="337"/>
                  <a:pt x="0" y="310"/>
                  <a:pt x="0" y="288"/>
                </a:cubicBezTo>
                <a:cubicBezTo>
                  <a:pt x="1" y="143"/>
                  <a:pt x="1" y="143"/>
                  <a:pt x="1" y="143"/>
                </a:cubicBezTo>
                <a:cubicBezTo>
                  <a:pt x="2" y="121"/>
                  <a:pt x="17" y="94"/>
                  <a:pt x="37" y="83"/>
                </a:cubicBezTo>
                <a:cubicBezTo>
                  <a:pt x="163" y="11"/>
                  <a:pt x="163" y="11"/>
                  <a:pt x="163" y="11"/>
                </a:cubicBezTo>
                <a:cubicBezTo>
                  <a:pt x="182" y="0"/>
                  <a:pt x="213" y="1"/>
                  <a:pt x="232" y="12"/>
                </a:cubicBezTo>
                <a:lnTo>
                  <a:pt x="357" y="8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254000" dir="2700000" algn="tl" rotWithShape="0">
              <a:prstClr val="black">
                <a:alpha val="5000"/>
              </a:prstClr>
            </a:outerShdw>
          </a:effectLst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val 16">
            <a:extLst xmlns:a="http://schemas.openxmlformats.org/drawingml/2006/main">
              <a:ext uri="{FF2B5EF4-FFF2-40B4-BE49-F238E27FC236}">
                <a16:creationId xmlns:a16="http://schemas.microsoft.com/office/drawing/2014/main" id="{D20FFFBB-771A-4E2E-8ECC-52DD9E68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585" y="3049934"/>
            <a:ext cx="916182" cy="92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DE78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11">
            <a:extLst xmlns:a="http://schemas.openxmlformats.org/drawingml/2006/main">
              <a:ext uri="{FF2B5EF4-FFF2-40B4-BE49-F238E27FC236}">
                <a16:creationId xmlns:a16="http://schemas.microsoft.com/office/drawing/2014/main" id="{3160E976-4C11-4786-9AD0-1690E833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05" y="3043446"/>
            <a:ext cx="914870" cy="92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A07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0FDDCD04-4ED1-4C38-A650-739EF544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958" y="495478"/>
            <a:ext cx="14494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Bahnschrift Condensed"/>
                <a:ea typeface="Bahnschrift Condensed"/>
                <a:cs typeface="Bahnschrift Condensed"/>
              </a:rPr>
              <a:t>LAND NURTURING</a:t>
            </a:r>
          </a:p>
        </p:txBody>
      </p:sp>
      <p:sp>
        <p:nvSpPr>
          <p:cNvPr id="27" name="CARD_4_BODY">
            <a:extLst xmlns:a="http://schemas.openxmlformats.org/drawingml/2006/main">
              <a:ext uri="{FF2B5EF4-FFF2-40B4-BE49-F238E27FC236}">
                <a16:creationId xmlns:a16="http://schemas.microsoft.com/office/drawing/2014/main" id="{EBC5E543-4565-418A-B2C4-C1ECE29D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574" y="864810"/>
            <a:ext cx="3142207" cy="1724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text</a:t>
            </a: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 </a:t>
            </a:r>
            <a:r>
              <a:rPr sz="14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sample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insert your desired text here because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this is the dummy text</a:t>
            </a:r>
          </a:p>
          <a:p xmlns:a="http://schemas.openxmlformats.org/drawingml/2006/main">
            <a:pPr algn="ctr">
              <a:lnSpc>
                <a:spcPts val="1800"/>
              </a:lnSpc>
              <a:buNone/>
            </a:pPr>
            <a:endParaRPr sz="1400">
              <a:solidFill>
                <a:srgbClr val="676C74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8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8C1C39B-FC6D-45EE-8335-2873FFF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24" y="3284287"/>
            <a:ext cx="439832" cy="438431"/>
          </a:xfrm>
          <a:custGeom xmlns:a="http://schemas.openxmlformats.org/drawingml/2006/main">
            <a:gdLst>
              <a:gd name="T0" fmla="*/ 246 w 336"/>
              <a:gd name="T1" fmla="*/ 155 h 335"/>
              <a:gd name="T2" fmla="*/ 245 w 336"/>
              <a:gd name="T3" fmla="*/ 335 h 335"/>
              <a:gd name="T4" fmla="*/ 310 w 336"/>
              <a:gd name="T5" fmla="*/ 182 h 335"/>
              <a:gd name="T6" fmla="*/ 304 w 336"/>
              <a:gd name="T7" fmla="*/ 193 h 335"/>
              <a:gd name="T8" fmla="*/ 262 w 336"/>
              <a:gd name="T9" fmla="*/ 169 h 335"/>
              <a:gd name="T10" fmla="*/ 255 w 336"/>
              <a:gd name="T11" fmla="*/ 208 h 335"/>
              <a:gd name="T12" fmla="*/ 204 w 336"/>
              <a:gd name="T13" fmla="*/ 240 h 335"/>
              <a:gd name="T14" fmla="*/ 217 w 336"/>
              <a:gd name="T15" fmla="*/ 287 h 335"/>
              <a:gd name="T16" fmla="*/ 245 w 336"/>
              <a:gd name="T17" fmla="*/ 169 h 335"/>
              <a:gd name="T18" fmla="*/ 227 w 336"/>
              <a:gd name="T19" fmla="*/ 188 h 335"/>
              <a:gd name="T20" fmla="*/ 212 w 336"/>
              <a:gd name="T21" fmla="*/ 187 h 335"/>
              <a:gd name="T22" fmla="*/ 200 w 336"/>
              <a:gd name="T23" fmla="*/ 195 h 335"/>
              <a:gd name="T24" fmla="*/ 181 w 336"/>
              <a:gd name="T25" fmla="*/ 240 h 335"/>
              <a:gd name="T26" fmla="*/ 205 w 336"/>
              <a:gd name="T27" fmla="*/ 291 h 335"/>
              <a:gd name="T28" fmla="*/ 212 w 336"/>
              <a:gd name="T29" fmla="*/ 301 h 335"/>
              <a:gd name="T30" fmla="*/ 244 w 336"/>
              <a:gd name="T31" fmla="*/ 320 h 335"/>
              <a:gd name="T32" fmla="*/ 262 w 336"/>
              <a:gd name="T33" fmla="*/ 301 h 335"/>
              <a:gd name="T34" fmla="*/ 294 w 336"/>
              <a:gd name="T35" fmla="*/ 306 h 335"/>
              <a:gd name="T36" fmla="*/ 295 w 336"/>
              <a:gd name="T37" fmla="*/ 252 h 335"/>
              <a:gd name="T38" fmla="*/ 71 w 336"/>
              <a:gd name="T39" fmla="*/ 322 h 335"/>
              <a:gd name="T40" fmla="*/ 34 w 336"/>
              <a:gd name="T41" fmla="*/ 287 h 335"/>
              <a:gd name="T42" fmla="*/ 17 w 336"/>
              <a:gd name="T43" fmla="*/ 233 h 335"/>
              <a:gd name="T44" fmla="*/ 45 w 336"/>
              <a:gd name="T45" fmla="*/ 235 h 335"/>
              <a:gd name="T46" fmla="*/ 55 w 336"/>
              <a:gd name="T47" fmla="*/ 265 h 335"/>
              <a:gd name="T48" fmla="*/ 78 w 336"/>
              <a:gd name="T49" fmla="*/ 236 h 335"/>
              <a:gd name="T50" fmla="*/ 1 w 336"/>
              <a:gd name="T51" fmla="*/ 236 h 335"/>
              <a:gd name="T52" fmla="*/ 22 w 336"/>
              <a:gd name="T53" fmla="*/ 288 h 335"/>
              <a:gd name="T54" fmla="*/ 71 w 336"/>
              <a:gd name="T55" fmla="*/ 334 h 335"/>
              <a:gd name="T56" fmla="*/ 190 w 336"/>
              <a:gd name="T57" fmla="*/ 12 h 335"/>
              <a:gd name="T58" fmla="*/ 299 w 336"/>
              <a:gd name="T59" fmla="*/ 46 h 335"/>
              <a:gd name="T60" fmla="*/ 306 w 336"/>
              <a:gd name="T61" fmla="*/ 101 h 335"/>
              <a:gd name="T62" fmla="*/ 284 w 336"/>
              <a:gd name="T63" fmla="*/ 101 h 335"/>
              <a:gd name="T64" fmla="*/ 284 w 336"/>
              <a:gd name="T65" fmla="*/ 63 h 335"/>
              <a:gd name="T66" fmla="*/ 255 w 336"/>
              <a:gd name="T67" fmla="*/ 92 h 335"/>
              <a:gd name="T68" fmla="*/ 295 w 336"/>
              <a:gd name="T69" fmla="*/ 156 h 335"/>
              <a:gd name="T70" fmla="*/ 327 w 336"/>
              <a:gd name="T71" fmla="*/ 89 h 335"/>
              <a:gd name="T72" fmla="*/ 303 w 336"/>
              <a:gd name="T73" fmla="*/ 24 h 335"/>
              <a:gd name="T74" fmla="*/ 184 w 336"/>
              <a:gd name="T75" fmla="*/ 6 h 335"/>
              <a:gd name="T76" fmla="*/ 284 w 336"/>
              <a:gd name="T77" fmla="*/ 47 h 335"/>
              <a:gd name="T78" fmla="*/ 46 w 336"/>
              <a:gd name="T79" fmla="*/ 284 h 335"/>
              <a:gd name="T80" fmla="*/ 19 w 336"/>
              <a:gd name="T81" fmla="*/ 135 h 335"/>
              <a:gd name="T82" fmla="*/ 90 w 336"/>
              <a:gd name="T83" fmla="*/ 13 h 335"/>
              <a:gd name="T84" fmla="*/ 163 w 336"/>
              <a:gd name="T85" fmla="*/ 137 h 335"/>
              <a:gd name="T86" fmla="*/ 1 w 336"/>
              <a:gd name="T87" fmla="*/ 91 h 335"/>
              <a:gd name="T88" fmla="*/ 111 w 336"/>
              <a:gd name="T89" fmla="*/ 117 h 335"/>
              <a:gd name="T90" fmla="*/ 111 w 336"/>
              <a:gd name="T91" fmla="*/ 111 h 335"/>
              <a:gd name="T92" fmla="*/ 63 w 336"/>
              <a:gd name="T93" fmla="*/ 52 h 335"/>
              <a:gd name="T94" fmla="*/ 24 w 336"/>
              <a:gd name="T95" fmla="*/ 143 h 335"/>
              <a:gd name="T96" fmla="*/ 88 w 336"/>
              <a:gd name="T97" fmla="*/ 179 h 335"/>
              <a:gd name="T98" fmla="*/ 88 w 336"/>
              <a:gd name="T99" fmla="*/ 167 h 335"/>
              <a:gd name="T100" fmla="*/ 80 w 336"/>
              <a:gd name="T101" fmla="*/ 117 h 335"/>
              <a:gd name="T102" fmla="*/ 112 w 336"/>
              <a:gd name="T103" fmla="*/ 79 h 335"/>
              <a:gd name="T104" fmla="*/ 102 w 336"/>
              <a:gd name="T105" fmla="*/ 125 h 335"/>
            </a:gdLst>
            <a:rect l="0" t="0" r="r" b="b"/>
            <a:pathLst>
              <a:path w="336" h="335">
                <a:moveTo>
                  <a:pt x="310" y="182"/>
                </a:moveTo>
                <a:cubicBezTo>
                  <a:pt x="310" y="182"/>
                  <a:pt x="310" y="182"/>
                  <a:pt x="309" y="182"/>
                </a:cubicBezTo>
                <a:cubicBezTo>
                  <a:pt x="309" y="181"/>
                  <a:pt x="308" y="181"/>
                  <a:pt x="308" y="180"/>
                </a:cubicBezTo>
                <a:cubicBezTo>
                  <a:pt x="291" y="165"/>
                  <a:pt x="270" y="156"/>
                  <a:pt x="246" y="155"/>
                </a:cubicBezTo>
                <a:cubicBezTo>
                  <a:pt x="246" y="155"/>
                  <a:pt x="246" y="155"/>
                  <a:pt x="246" y="155"/>
                </a:cubicBezTo>
                <a:cubicBezTo>
                  <a:pt x="246" y="155"/>
                  <a:pt x="246" y="155"/>
                  <a:pt x="245" y="155"/>
                </a:cubicBezTo>
                <a:cubicBezTo>
                  <a:pt x="196" y="155"/>
                  <a:pt x="155" y="196"/>
                  <a:pt x="155" y="245"/>
                </a:cubicBezTo>
                <a:cubicBezTo>
                  <a:pt x="155" y="295"/>
                  <a:pt x="196" y="335"/>
                  <a:pt x="245" y="335"/>
                </a:cubicBezTo>
                <a:cubicBezTo>
                  <a:pt x="270" y="335"/>
                  <a:pt x="291" y="326"/>
                  <a:pt x="308" y="310"/>
                </a:cubicBezTo>
                <a:cubicBezTo>
                  <a:pt x="308" y="310"/>
                  <a:pt x="308" y="310"/>
                  <a:pt x="309" y="309"/>
                </a:cubicBezTo>
                <a:cubicBezTo>
                  <a:pt x="325" y="293"/>
                  <a:pt x="336" y="270"/>
                  <a:pt x="336" y="245"/>
                </a:cubicBezTo>
                <a:cubicBezTo>
                  <a:pt x="336" y="221"/>
                  <a:pt x="326" y="198"/>
                  <a:pt x="310" y="182"/>
                </a:cubicBezTo>
                <a:close/>
                <a:moveTo>
                  <a:pt x="323" y="240"/>
                </a:moveTo>
                <a:cubicBezTo>
                  <a:pt x="295" y="240"/>
                  <a:pt x="295" y="240"/>
                  <a:pt x="295" y="240"/>
                </a:cubicBezTo>
                <a:cubicBezTo>
                  <a:pt x="295" y="228"/>
                  <a:pt x="292" y="216"/>
                  <a:pt x="286" y="203"/>
                </a:cubicBezTo>
                <a:cubicBezTo>
                  <a:pt x="292" y="200"/>
                  <a:pt x="298" y="197"/>
                  <a:pt x="304" y="193"/>
                </a:cubicBezTo>
                <a:cubicBezTo>
                  <a:pt x="315" y="206"/>
                  <a:pt x="322" y="222"/>
                  <a:pt x="323" y="240"/>
                </a:cubicBezTo>
                <a:close/>
                <a:moveTo>
                  <a:pt x="295" y="185"/>
                </a:moveTo>
                <a:cubicBezTo>
                  <a:pt x="290" y="188"/>
                  <a:pt x="285" y="190"/>
                  <a:pt x="280" y="192"/>
                </a:cubicBezTo>
                <a:cubicBezTo>
                  <a:pt x="275" y="184"/>
                  <a:pt x="269" y="177"/>
                  <a:pt x="262" y="169"/>
                </a:cubicBezTo>
                <a:cubicBezTo>
                  <a:pt x="274" y="172"/>
                  <a:pt x="285" y="177"/>
                  <a:pt x="295" y="185"/>
                </a:cubicBezTo>
                <a:close/>
                <a:moveTo>
                  <a:pt x="204" y="240"/>
                </a:moveTo>
                <a:cubicBezTo>
                  <a:pt x="205" y="226"/>
                  <a:pt x="210" y="213"/>
                  <a:pt x="217" y="202"/>
                </a:cubicBezTo>
                <a:cubicBezTo>
                  <a:pt x="227" y="205"/>
                  <a:pt x="240" y="208"/>
                  <a:pt x="255" y="208"/>
                </a:cubicBezTo>
                <a:cubicBezTo>
                  <a:pt x="255" y="208"/>
                  <a:pt x="255" y="208"/>
                  <a:pt x="255" y="208"/>
                </a:cubicBezTo>
                <a:cubicBezTo>
                  <a:pt x="261" y="208"/>
                  <a:pt x="267" y="207"/>
                  <a:pt x="274" y="206"/>
                </a:cubicBezTo>
                <a:cubicBezTo>
                  <a:pt x="280" y="218"/>
                  <a:pt x="283" y="229"/>
                  <a:pt x="283" y="240"/>
                </a:cubicBezTo>
                <a:lnTo>
                  <a:pt x="204" y="240"/>
                </a:lnTo>
                <a:close/>
                <a:moveTo>
                  <a:pt x="283" y="252"/>
                </a:moveTo>
                <a:cubicBezTo>
                  <a:pt x="282" y="264"/>
                  <a:pt x="278" y="275"/>
                  <a:pt x="272" y="285"/>
                </a:cubicBezTo>
                <a:cubicBezTo>
                  <a:pt x="265" y="284"/>
                  <a:pt x="257" y="283"/>
                  <a:pt x="250" y="283"/>
                </a:cubicBezTo>
                <a:cubicBezTo>
                  <a:pt x="238" y="283"/>
                  <a:pt x="227" y="285"/>
                  <a:pt x="217" y="287"/>
                </a:cubicBezTo>
                <a:cubicBezTo>
                  <a:pt x="210" y="275"/>
                  <a:pt x="206" y="263"/>
                  <a:pt x="205" y="252"/>
                </a:cubicBezTo>
                <a:lnTo>
                  <a:pt x="283" y="252"/>
                </a:lnTo>
                <a:close/>
                <a:moveTo>
                  <a:pt x="242" y="172"/>
                </a:moveTo>
                <a:cubicBezTo>
                  <a:pt x="243" y="171"/>
                  <a:pt x="244" y="170"/>
                  <a:pt x="245" y="169"/>
                </a:cubicBezTo>
                <a:cubicBezTo>
                  <a:pt x="254" y="178"/>
                  <a:pt x="262" y="187"/>
                  <a:pt x="267" y="195"/>
                </a:cubicBezTo>
                <a:cubicBezTo>
                  <a:pt x="263" y="195"/>
                  <a:pt x="259" y="196"/>
                  <a:pt x="255" y="196"/>
                </a:cubicBezTo>
                <a:cubicBezTo>
                  <a:pt x="244" y="196"/>
                  <a:pt x="233" y="194"/>
                  <a:pt x="224" y="191"/>
                </a:cubicBezTo>
                <a:cubicBezTo>
                  <a:pt x="225" y="190"/>
                  <a:pt x="226" y="189"/>
                  <a:pt x="227" y="188"/>
                </a:cubicBezTo>
                <a:cubicBezTo>
                  <a:pt x="232" y="181"/>
                  <a:pt x="238" y="176"/>
                  <a:pt x="242" y="172"/>
                </a:cubicBezTo>
                <a:close/>
                <a:moveTo>
                  <a:pt x="167" y="245"/>
                </a:moveTo>
                <a:cubicBezTo>
                  <a:pt x="167" y="209"/>
                  <a:pt x="193" y="178"/>
                  <a:pt x="227" y="170"/>
                </a:cubicBezTo>
                <a:cubicBezTo>
                  <a:pt x="222" y="174"/>
                  <a:pt x="217" y="180"/>
                  <a:pt x="212" y="187"/>
                </a:cubicBezTo>
                <a:cubicBezTo>
                  <a:pt x="211" y="187"/>
                  <a:pt x="210" y="187"/>
                  <a:pt x="209" y="186"/>
                </a:cubicBezTo>
                <a:cubicBezTo>
                  <a:pt x="206" y="185"/>
                  <a:pt x="205" y="184"/>
                  <a:pt x="205" y="185"/>
                </a:cubicBezTo>
                <a:cubicBezTo>
                  <a:pt x="202" y="183"/>
                  <a:pt x="198" y="184"/>
                  <a:pt x="197" y="187"/>
                </a:cubicBezTo>
                <a:cubicBezTo>
                  <a:pt x="195" y="190"/>
                  <a:pt x="197" y="194"/>
                  <a:pt x="200" y="195"/>
                </a:cubicBezTo>
                <a:cubicBezTo>
                  <a:pt x="200" y="195"/>
                  <a:pt x="200" y="195"/>
                  <a:pt x="200" y="195"/>
                </a:cubicBezTo>
                <a:cubicBezTo>
                  <a:pt x="200" y="195"/>
                  <a:pt x="202" y="196"/>
                  <a:pt x="205" y="198"/>
                </a:cubicBezTo>
                <a:cubicBezTo>
                  <a:pt x="199" y="210"/>
                  <a:pt x="193" y="224"/>
                  <a:pt x="192" y="240"/>
                </a:cubicBezTo>
                <a:cubicBezTo>
                  <a:pt x="181" y="240"/>
                  <a:pt x="181" y="240"/>
                  <a:pt x="181" y="240"/>
                </a:cubicBezTo>
                <a:cubicBezTo>
                  <a:pt x="177" y="240"/>
                  <a:pt x="175" y="243"/>
                  <a:pt x="175" y="246"/>
                </a:cubicBezTo>
                <a:cubicBezTo>
                  <a:pt x="175" y="249"/>
                  <a:pt x="177" y="252"/>
                  <a:pt x="181" y="252"/>
                </a:cubicBezTo>
                <a:cubicBezTo>
                  <a:pt x="193" y="252"/>
                  <a:pt x="193" y="252"/>
                  <a:pt x="193" y="252"/>
                </a:cubicBezTo>
                <a:cubicBezTo>
                  <a:pt x="194" y="264"/>
                  <a:pt x="198" y="277"/>
                  <a:pt x="205" y="291"/>
                </a:cubicBezTo>
                <a:cubicBezTo>
                  <a:pt x="197" y="293"/>
                  <a:pt x="191" y="296"/>
                  <a:pt x="188" y="298"/>
                </a:cubicBezTo>
                <a:cubicBezTo>
                  <a:pt x="175" y="284"/>
                  <a:pt x="167" y="265"/>
                  <a:pt x="167" y="245"/>
                </a:cubicBezTo>
                <a:close/>
                <a:moveTo>
                  <a:pt x="197" y="306"/>
                </a:moveTo>
                <a:cubicBezTo>
                  <a:pt x="201" y="305"/>
                  <a:pt x="206" y="303"/>
                  <a:pt x="212" y="301"/>
                </a:cubicBezTo>
                <a:cubicBezTo>
                  <a:pt x="216" y="308"/>
                  <a:pt x="221" y="314"/>
                  <a:pt x="227" y="321"/>
                </a:cubicBezTo>
                <a:cubicBezTo>
                  <a:pt x="216" y="318"/>
                  <a:pt x="206" y="313"/>
                  <a:pt x="197" y="306"/>
                </a:cubicBezTo>
                <a:close/>
                <a:moveTo>
                  <a:pt x="247" y="318"/>
                </a:moveTo>
                <a:cubicBezTo>
                  <a:pt x="246" y="319"/>
                  <a:pt x="245" y="320"/>
                  <a:pt x="244" y="320"/>
                </a:cubicBezTo>
                <a:cubicBezTo>
                  <a:pt x="236" y="313"/>
                  <a:pt x="229" y="305"/>
                  <a:pt x="224" y="298"/>
                </a:cubicBezTo>
                <a:cubicBezTo>
                  <a:pt x="232" y="296"/>
                  <a:pt x="241" y="295"/>
                  <a:pt x="250" y="295"/>
                </a:cubicBezTo>
                <a:cubicBezTo>
                  <a:pt x="255" y="295"/>
                  <a:pt x="260" y="295"/>
                  <a:pt x="266" y="296"/>
                </a:cubicBezTo>
                <a:cubicBezTo>
                  <a:pt x="264" y="298"/>
                  <a:pt x="263" y="300"/>
                  <a:pt x="262" y="301"/>
                </a:cubicBezTo>
                <a:cubicBezTo>
                  <a:pt x="256" y="308"/>
                  <a:pt x="251" y="314"/>
                  <a:pt x="247" y="318"/>
                </a:cubicBezTo>
                <a:close/>
                <a:moveTo>
                  <a:pt x="260" y="322"/>
                </a:moveTo>
                <a:cubicBezTo>
                  <a:pt x="265" y="316"/>
                  <a:pt x="272" y="308"/>
                  <a:pt x="278" y="299"/>
                </a:cubicBezTo>
                <a:cubicBezTo>
                  <a:pt x="283" y="301"/>
                  <a:pt x="289" y="303"/>
                  <a:pt x="294" y="306"/>
                </a:cubicBezTo>
                <a:cubicBezTo>
                  <a:pt x="284" y="314"/>
                  <a:pt x="273" y="319"/>
                  <a:pt x="260" y="322"/>
                </a:cubicBezTo>
                <a:close/>
                <a:moveTo>
                  <a:pt x="303" y="298"/>
                </a:moveTo>
                <a:cubicBezTo>
                  <a:pt x="297" y="294"/>
                  <a:pt x="291" y="291"/>
                  <a:pt x="284" y="288"/>
                </a:cubicBezTo>
                <a:cubicBezTo>
                  <a:pt x="290" y="278"/>
                  <a:pt x="294" y="266"/>
                  <a:pt x="295" y="252"/>
                </a:cubicBezTo>
                <a:cubicBezTo>
                  <a:pt x="323" y="252"/>
                  <a:pt x="323" y="252"/>
                  <a:pt x="323" y="252"/>
                </a:cubicBezTo>
                <a:cubicBezTo>
                  <a:pt x="322" y="269"/>
                  <a:pt x="314" y="285"/>
                  <a:pt x="303" y="298"/>
                </a:cubicBezTo>
                <a:close/>
                <a:moveTo>
                  <a:pt x="143" y="322"/>
                </a:moveTo>
                <a:cubicBezTo>
                  <a:pt x="71" y="322"/>
                  <a:pt x="71" y="322"/>
                  <a:pt x="71" y="322"/>
                </a:cubicBezTo>
                <a:cubicBezTo>
                  <a:pt x="55" y="321"/>
                  <a:pt x="46" y="312"/>
                  <a:pt x="41" y="303"/>
                </a:cubicBezTo>
                <a:cubicBezTo>
                  <a:pt x="38" y="299"/>
                  <a:pt x="36" y="295"/>
                  <a:pt x="35" y="292"/>
                </a:cubicBezTo>
                <a:cubicBezTo>
                  <a:pt x="34" y="290"/>
                  <a:pt x="34" y="289"/>
                  <a:pt x="34" y="288"/>
                </a:cubicBezTo>
                <a:cubicBezTo>
                  <a:pt x="34" y="288"/>
                  <a:pt x="34" y="288"/>
                  <a:pt x="34" y="287"/>
                </a:cubicBezTo>
                <a:cubicBezTo>
                  <a:pt x="34" y="239"/>
                  <a:pt x="34" y="239"/>
                  <a:pt x="34" y="239"/>
                </a:cubicBezTo>
                <a:cubicBezTo>
                  <a:pt x="34" y="237"/>
                  <a:pt x="33" y="236"/>
                  <a:pt x="32" y="235"/>
                </a:cubicBezTo>
                <a:cubicBezTo>
                  <a:pt x="31" y="233"/>
                  <a:pt x="29" y="233"/>
                  <a:pt x="28" y="233"/>
                </a:cubicBezTo>
                <a:cubicBezTo>
                  <a:pt x="17" y="233"/>
                  <a:pt x="17" y="233"/>
                  <a:pt x="17" y="233"/>
                </a:cubicBezTo>
                <a:cubicBezTo>
                  <a:pt x="39" y="196"/>
                  <a:pt x="39" y="196"/>
                  <a:pt x="39" y="196"/>
                </a:cubicBezTo>
                <a:cubicBezTo>
                  <a:pt x="62" y="233"/>
                  <a:pt x="62" y="233"/>
                  <a:pt x="62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6" y="234"/>
                  <a:pt x="45" y="235"/>
                </a:cubicBezTo>
                <a:cubicBezTo>
                  <a:pt x="44" y="236"/>
                  <a:pt x="43" y="238"/>
                  <a:pt x="43" y="239"/>
                </a:cubicBezTo>
                <a:cubicBezTo>
                  <a:pt x="43" y="265"/>
                  <a:pt x="43" y="265"/>
                  <a:pt x="43" y="265"/>
                </a:cubicBezTo>
                <a:cubicBezTo>
                  <a:pt x="43" y="268"/>
                  <a:pt x="46" y="271"/>
                  <a:pt x="49" y="271"/>
                </a:cubicBezTo>
                <a:cubicBezTo>
                  <a:pt x="53" y="271"/>
                  <a:pt x="55" y="268"/>
                  <a:pt x="55" y="265"/>
                </a:cubicBezTo>
                <a:cubicBezTo>
                  <a:pt x="55" y="245"/>
                  <a:pt x="55" y="245"/>
                  <a:pt x="55" y="245"/>
                </a:cubicBezTo>
                <a:cubicBezTo>
                  <a:pt x="73" y="245"/>
                  <a:pt x="73" y="245"/>
                  <a:pt x="73" y="245"/>
                </a:cubicBezTo>
                <a:cubicBezTo>
                  <a:pt x="76" y="245"/>
                  <a:pt x="78" y="244"/>
                  <a:pt x="79" y="242"/>
                </a:cubicBezTo>
                <a:cubicBezTo>
                  <a:pt x="80" y="240"/>
                  <a:pt x="80" y="238"/>
                  <a:pt x="78" y="236"/>
                </a:cubicBezTo>
                <a:cubicBezTo>
                  <a:pt x="44" y="181"/>
                  <a:pt x="44" y="181"/>
                  <a:pt x="44" y="181"/>
                </a:cubicBezTo>
                <a:cubicBezTo>
                  <a:pt x="43" y="179"/>
                  <a:pt x="41" y="178"/>
                  <a:pt x="39" y="178"/>
                </a:cubicBezTo>
                <a:cubicBezTo>
                  <a:pt x="36" y="178"/>
                  <a:pt x="35" y="179"/>
                  <a:pt x="33" y="181"/>
                </a:cubicBezTo>
                <a:cubicBezTo>
                  <a:pt x="1" y="236"/>
                  <a:pt x="1" y="236"/>
                  <a:pt x="1" y="236"/>
                </a:cubicBezTo>
                <a:cubicBezTo>
                  <a:pt x="0" y="238"/>
                  <a:pt x="0" y="240"/>
                  <a:pt x="1" y="242"/>
                </a:cubicBezTo>
                <a:cubicBezTo>
                  <a:pt x="3" y="244"/>
                  <a:pt x="5" y="245"/>
                  <a:pt x="7" y="245"/>
                </a:cubicBezTo>
                <a:cubicBezTo>
                  <a:pt x="22" y="245"/>
                  <a:pt x="22" y="245"/>
                  <a:pt x="22" y="245"/>
                </a:cubicBezTo>
                <a:cubicBezTo>
                  <a:pt x="22" y="288"/>
                  <a:pt x="22" y="288"/>
                  <a:pt x="22" y="288"/>
                </a:cubicBezTo>
                <a:cubicBezTo>
                  <a:pt x="22" y="289"/>
                  <a:pt x="22" y="289"/>
                  <a:pt x="22" y="289"/>
                </a:cubicBezTo>
                <a:cubicBezTo>
                  <a:pt x="22" y="290"/>
                  <a:pt x="24" y="299"/>
                  <a:pt x="30" y="310"/>
                </a:cubicBezTo>
                <a:cubicBezTo>
                  <a:pt x="37" y="321"/>
                  <a:pt x="50" y="332"/>
                  <a:pt x="70" y="334"/>
                </a:cubicBezTo>
                <a:cubicBezTo>
                  <a:pt x="71" y="334"/>
                  <a:pt x="71" y="334"/>
                  <a:pt x="71" y="334"/>
                </a:cubicBezTo>
                <a:cubicBezTo>
                  <a:pt x="143" y="334"/>
                  <a:pt x="143" y="334"/>
                  <a:pt x="143" y="334"/>
                </a:cubicBezTo>
                <a:cubicBezTo>
                  <a:pt x="146" y="334"/>
                  <a:pt x="149" y="332"/>
                  <a:pt x="149" y="328"/>
                </a:cubicBezTo>
                <a:cubicBezTo>
                  <a:pt x="149" y="325"/>
                  <a:pt x="146" y="322"/>
                  <a:pt x="143" y="322"/>
                </a:cubicBezTo>
                <a:close/>
                <a:moveTo>
                  <a:pt x="190" y="12"/>
                </a:moveTo>
                <a:cubicBezTo>
                  <a:pt x="262" y="12"/>
                  <a:pt x="262" y="12"/>
                  <a:pt x="262" y="12"/>
                </a:cubicBezTo>
                <a:cubicBezTo>
                  <a:pt x="278" y="14"/>
                  <a:pt x="287" y="22"/>
                  <a:pt x="293" y="31"/>
                </a:cubicBezTo>
                <a:cubicBezTo>
                  <a:pt x="296" y="35"/>
                  <a:pt x="297" y="39"/>
                  <a:pt x="298" y="42"/>
                </a:cubicBezTo>
                <a:cubicBezTo>
                  <a:pt x="299" y="44"/>
                  <a:pt x="299" y="45"/>
                  <a:pt x="299" y="46"/>
                </a:cubicBezTo>
                <a:cubicBezTo>
                  <a:pt x="300" y="46"/>
                  <a:pt x="300" y="47"/>
                  <a:pt x="300" y="47"/>
                </a:cubicBezTo>
                <a:cubicBezTo>
                  <a:pt x="300" y="95"/>
                  <a:pt x="300" y="95"/>
                  <a:pt x="300" y="95"/>
                </a:cubicBezTo>
                <a:cubicBezTo>
                  <a:pt x="300" y="97"/>
                  <a:pt x="300" y="99"/>
                  <a:pt x="301" y="100"/>
                </a:cubicBezTo>
                <a:cubicBezTo>
                  <a:pt x="303" y="101"/>
                  <a:pt x="304" y="101"/>
                  <a:pt x="306" y="101"/>
                </a:cubicBezTo>
                <a:cubicBezTo>
                  <a:pt x="316" y="101"/>
                  <a:pt x="316" y="101"/>
                  <a:pt x="316" y="101"/>
                </a:cubicBezTo>
                <a:cubicBezTo>
                  <a:pt x="294" y="139"/>
                  <a:pt x="294" y="139"/>
                  <a:pt x="294" y="139"/>
                </a:cubicBezTo>
                <a:cubicBezTo>
                  <a:pt x="271" y="101"/>
                  <a:pt x="271" y="101"/>
                  <a:pt x="271" y="101"/>
                </a:cubicBezTo>
                <a:cubicBezTo>
                  <a:pt x="284" y="101"/>
                  <a:pt x="284" y="101"/>
                  <a:pt x="284" y="101"/>
                </a:cubicBezTo>
                <a:cubicBezTo>
                  <a:pt x="286" y="101"/>
                  <a:pt x="287" y="100"/>
                  <a:pt x="288" y="99"/>
                </a:cubicBezTo>
                <a:cubicBezTo>
                  <a:pt x="289" y="98"/>
                  <a:pt x="290" y="97"/>
                  <a:pt x="290" y="95"/>
                </a:cubicBezTo>
                <a:cubicBezTo>
                  <a:pt x="290" y="69"/>
                  <a:pt x="290" y="69"/>
                  <a:pt x="290" y="69"/>
                </a:cubicBezTo>
                <a:cubicBezTo>
                  <a:pt x="290" y="66"/>
                  <a:pt x="287" y="63"/>
                  <a:pt x="284" y="63"/>
                </a:cubicBezTo>
                <a:cubicBezTo>
                  <a:pt x="281" y="63"/>
                  <a:pt x="278" y="66"/>
                  <a:pt x="278" y="69"/>
                </a:cubicBezTo>
                <a:cubicBezTo>
                  <a:pt x="278" y="89"/>
                  <a:pt x="278" y="89"/>
                  <a:pt x="278" y="89"/>
                </a:cubicBezTo>
                <a:cubicBezTo>
                  <a:pt x="260" y="89"/>
                  <a:pt x="260" y="89"/>
                  <a:pt x="260" y="89"/>
                </a:cubicBezTo>
                <a:cubicBezTo>
                  <a:pt x="258" y="89"/>
                  <a:pt x="256" y="90"/>
                  <a:pt x="255" y="92"/>
                </a:cubicBezTo>
                <a:cubicBezTo>
                  <a:pt x="254" y="94"/>
                  <a:pt x="254" y="96"/>
                  <a:pt x="255" y="98"/>
                </a:cubicBezTo>
                <a:cubicBezTo>
                  <a:pt x="290" y="153"/>
                  <a:pt x="290" y="153"/>
                  <a:pt x="290" y="153"/>
                </a:cubicBezTo>
                <a:cubicBezTo>
                  <a:pt x="291" y="155"/>
                  <a:pt x="293" y="156"/>
                  <a:pt x="295" y="156"/>
                </a:cubicBezTo>
                <a:cubicBezTo>
                  <a:pt x="295" y="156"/>
                  <a:pt x="295" y="156"/>
                  <a:pt x="295" y="156"/>
                </a:cubicBezTo>
                <a:cubicBezTo>
                  <a:pt x="297" y="156"/>
                  <a:pt x="299" y="155"/>
                  <a:pt x="300" y="153"/>
                </a:cubicBezTo>
                <a:cubicBezTo>
                  <a:pt x="332" y="98"/>
                  <a:pt x="332" y="98"/>
                  <a:pt x="332" y="98"/>
                </a:cubicBezTo>
                <a:cubicBezTo>
                  <a:pt x="333" y="97"/>
                  <a:pt x="333" y="94"/>
                  <a:pt x="332" y="92"/>
                </a:cubicBezTo>
                <a:cubicBezTo>
                  <a:pt x="331" y="91"/>
                  <a:pt x="329" y="89"/>
                  <a:pt x="327" y="89"/>
                </a:cubicBezTo>
                <a:cubicBezTo>
                  <a:pt x="312" y="89"/>
                  <a:pt x="312" y="89"/>
                  <a:pt x="312" y="89"/>
                </a:cubicBezTo>
                <a:cubicBezTo>
                  <a:pt x="312" y="46"/>
                  <a:pt x="312" y="46"/>
                  <a:pt x="312" y="46"/>
                </a:cubicBezTo>
                <a:cubicBezTo>
                  <a:pt x="312" y="45"/>
                  <a:pt x="312" y="45"/>
                  <a:pt x="312" y="45"/>
                </a:cubicBezTo>
                <a:cubicBezTo>
                  <a:pt x="311" y="45"/>
                  <a:pt x="310" y="35"/>
                  <a:pt x="303" y="24"/>
                </a:cubicBezTo>
                <a:cubicBezTo>
                  <a:pt x="296" y="14"/>
                  <a:pt x="283" y="2"/>
                  <a:pt x="263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87" y="0"/>
                  <a:pt x="184" y="2"/>
                  <a:pt x="184" y="6"/>
                </a:cubicBezTo>
                <a:cubicBezTo>
                  <a:pt x="184" y="9"/>
                  <a:pt x="187" y="12"/>
                  <a:pt x="190" y="12"/>
                </a:cubicBezTo>
                <a:close/>
                <a:moveTo>
                  <a:pt x="284" y="56"/>
                </a:moveTo>
                <a:cubicBezTo>
                  <a:pt x="286" y="56"/>
                  <a:pt x="288" y="54"/>
                  <a:pt x="288" y="51"/>
                </a:cubicBezTo>
                <a:cubicBezTo>
                  <a:pt x="288" y="49"/>
                  <a:pt x="286" y="47"/>
                  <a:pt x="284" y="47"/>
                </a:cubicBezTo>
                <a:cubicBezTo>
                  <a:pt x="281" y="47"/>
                  <a:pt x="279" y="49"/>
                  <a:pt x="279" y="51"/>
                </a:cubicBezTo>
                <a:cubicBezTo>
                  <a:pt x="279" y="54"/>
                  <a:pt x="281" y="56"/>
                  <a:pt x="284" y="56"/>
                </a:cubicBezTo>
                <a:close/>
                <a:moveTo>
                  <a:pt x="50" y="280"/>
                </a:moveTo>
                <a:cubicBezTo>
                  <a:pt x="48" y="280"/>
                  <a:pt x="46" y="282"/>
                  <a:pt x="46" y="284"/>
                </a:cubicBezTo>
                <a:cubicBezTo>
                  <a:pt x="46" y="287"/>
                  <a:pt x="48" y="289"/>
                  <a:pt x="50" y="289"/>
                </a:cubicBezTo>
                <a:cubicBezTo>
                  <a:pt x="52" y="289"/>
                  <a:pt x="54" y="287"/>
                  <a:pt x="54" y="284"/>
                </a:cubicBezTo>
                <a:cubicBezTo>
                  <a:pt x="54" y="282"/>
                  <a:pt x="52" y="280"/>
                  <a:pt x="50" y="280"/>
                </a:cubicBezTo>
                <a:close/>
                <a:moveTo>
                  <a:pt x="19" y="135"/>
                </a:moveTo>
                <a:cubicBezTo>
                  <a:pt x="22" y="133"/>
                  <a:pt x="23" y="130"/>
                  <a:pt x="22" y="127"/>
                </a:cubicBezTo>
                <a:cubicBezTo>
                  <a:pt x="22" y="127"/>
                  <a:pt x="22" y="127"/>
                  <a:pt x="22" y="127"/>
                </a:cubicBezTo>
                <a:cubicBezTo>
                  <a:pt x="16" y="116"/>
                  <a:pt x="13" y="104"/>
                  <a:pt x="13" y="91"/>
                </a:cubicBezTo>
                <a:cubicBezTo>
                  <a:pt x="13" y="48"/>
                  <a:pt x="47" y="13"/>
                  <a:pt x="90" y="13"/>
                </a:cubicBezTo>
                <a:cubicBezTo>
                  <a:pt x="133" y="13"/>
                  <a:pt x="167" y="48"/>
                  <a:pt x="167" y="91"/>
                </a:cubicBezTo>
                <a:cubicBezTo>
                  <a:pt x="167" y="104"/>
                  <a:pt x="164" y="117"/>
                  <a:pt x="158" y="128"/>
                </a:cubicBezTo>
                <a:cubicBezTo>
                  <a:pt x="156" y="131"/>
                  <a:pt x="157" y="135"/>
                  <a:pt x="160" y="136"/>
                </a:cubicBezTo>
                <a:cubicBezTo>
                  <a:pt x="161" y="137"/>
                  <a:pt x="162" y="137"/>
                  <a:pt x="163" y="137"/>
                </a:cubicBezTo>
                <a:cubicBezTo>
                  <a:pt x="165" y="137"/>
                  <a:pt x="167" y="136"/>
                  <a:pt x="168" y="134"/>
                </a:cubicBezTo>
                <a:cubicBezTo>
                  <a:pt x="175" y="121"/>
                  <a:pt x="179" y="106"/>
                  <a:pt x="179" y="91"/>
                </a:cubicBezTo>
                <a:cubicBezTo>
                  <a:pt x="179" y="41"/>
                  <a:pt x="139" y="1"/>
                  <a:pt x="90" y="1"/>
                </a:cubicBezTo>
                <a:cubicBezTo>
                  <a:pt x="41" y="1"/>
                  <a:pt x="1" y="41"/>
                  <a:pt x="1" y="91"/>
                </a:cubicBezTo>
                <a:cubicBezTo>
                  <a:pt x="1" y="106"/>
                  <a:pt x="4" y="120"/>
                  <a:pt x="11" y="132"/>
                </a:cubicBezTo>
                <a:cubicBezTo>
                  <a:pt x="13" y="135"/>
                  <a:pt x="16" y="136"/>
                  <a:pt x="19" y="135"/>
                </a:cubicBezTo>
                <a:close/>
                <a:moveTo>
                  <a:pt x="154" y="144"/>
                </a:moveTo>
                <a:cubicBezTo>
                  <a:pt x="140" y="129"/>
                  <a:pt x="125" y="121"/>
                  <a:pt x="111" y="117"/>
                </a:cubicBezTo>
                <a:cubicBezTo>
                  <a:pt x="111" y="115"/>
                  <a:pt x="110" y="114"/>
                  <a:pt x="110" y="113"/>
                </a:cubicBezTo>
                <a:cubicBezTo>
                  <a:pt x="110" y="112"/>
                  <a:pt x="110" y="112"/>
                  <a:pt x="111" y="111"/>
                </a:cubicBezTo>
                <a:cubicBezTo>
                  <a:pt x="106" y="107"/>
                  <a:pt x="106" y="107"/>
                  <a:pt x="106" y="107"/>
                </a:cubicBezTo>
                <a:cubicBezTo>
                  <a:pt x="111" y="111"/>
                  <a:pt x="111" y="111"/>
                  <a:pt x="111" y="111"/>
                </a:cubicBezTo>
                <a:cubicBezTo>
                  <a:pt x="118" y="103"/>
                  <a:pt x="124" y="92"/>
                  <a:pt x="124" y="79"/>
                </a:cubicBezTo>
                <a:cubicBezTo>
                  <a:pt x="124" y="68"/>
                  <a:pt x="120" y="58"/>
                  <a:pt x="114" y="51"/>
                </a:cubicBezTo>
                <a:cubicBezTo>
                  <a:pt x="108" y="44"/>
                  <a:pt x="99" y="40"/>
                  <a:pt x="89" y="40"/>
                </a:cubicBezTo>
                <a:cubicBezTo>
                  <a:pt x="79" y="40"/>
                  <a:pt x="69" y="44"/>
                  <a:pt x="63" y="52"/>
                </a:cubicBezTo>
                <a:cubicBezTo>
                  <a:pt x="57" y="59"/>
                  <a:pt x="53" y="68"/>
                  <a:pt x="53" y="79"/>
                </a:cubicBezTo>
                <a:cubicBezTo>
                  <a:pt x="53" y="93"/>
                  <a:pt x="61" y="103"/>
                  <a:pt x="66" y="111"/>
                </a:cubicBezTo>
                <a:cubicBezTo>
                  <a:pt x="68" y="114"/>
                  <a:pt x="68" y="116"/>
                  <a:pt x="68" y="117"/>
                </a:cubicBezTo>
                <a:cubicBezTo>
                  <a:pt x="42" y="124"/>
                  <a:pt x="25" y="142"/>
                  <a:pt x="24" y="143"/>
                </a:cubicBezTo>
                <a:cubicBezTo>
                  <a:pt x="23" y="144"/>
                  <a:pt x="22" y="145"/>
                  <a:pt x="22" y="147"/>
                </a:cubicBezTo>
                <a:cubicBezTo>
                  <a:pt x="23" y="148"/>
                  <a:pt x="23" y="150"/>
                  <a:pt x="24" y="151"/>
                </a:cubicBezTo>
                <a:cubicBezTo>
                  <a:pt x="46" y="172"/>
                  <a:pt x="68" y="179"/>
                  <a:pt x="88" y="179"/>
                </a:cubicBezTo>
                <a:cubicBezTo>
                  <a:pt x="88" y="179"/>
                  <a:pt x="88" y="179"/>
                  <a:pt x="88" y="179"/>
                </a:cubicBezTo>
                <a:cubicBezTo>
                  <a:pt x="127" y="179"/>
                  <a:pt x="154" y="153"/>
                  <a:pt x="154" y="153"/>
                </a:cubicBezTo>
                <a:cubicBezTo>
                  <a:pt x="155" y="151"/>
                  <a:pt x="156" y="150"/>
                  <a:pt x="156" y="148"/>
                </a:cubicBezTo>
                <a:cubicBezTo>
                  <a:pt x="156" y="147"/>
                  <a:pt x="155" y="145"/>
                  <a:pt x="154" y="144"/>
                </a:cubicBezTo>
                <a:close/>
                <a:moveTo>
                  <a:pt x="88" y="167"/>
                </a:moveTo>
                <a:cubicBezTo>
                  <a:pt x="73" y="167"/>
                  <a:pt x="56" y="162"/>
                  <a:pt x="37" y="147"/>
                </a:cubicBezTo>
                <a:cubicBezTo>
                  <a:pt x="44" y="141"/>
                  <a:pt x="58" y="131"/>
                  <a:pt x="74" y="127"/>
                </a:cubicBezTo>
                <a:cubicBezTo>
                  <a:pt x="76" y="127"/>
                  <a:pt x="77" y="126"/>
                  <a:pt x="78" y="126"/>
                </a:cubicBezTo>
                <a:cubicBezTo>
                  <a:pt x="78" y="125"/>
                  <a:pt x="80" y="122"/>
                  <a:pt x="80" y="117"/>
                </a:cubicBezTo>
                <a:cubicBezTo>
                  <a:pt x="80" y="114"/>
                  <a:pt x="79" y="109"/>
                  <a:pt x="76" y="104"/>
                </a:cubicBezTo>
                <a:cubicBezTo>
                  <a:pt x="71" y="96"/>
                  <a:pt x="65" y="89"/>
                  <a:pt x="65" y="79"/>
                </a:cubicBezTo>
                <a:cubicBezTo>
                  <a:pt x="66" y="62"/>
                  <a:pt x="75" y="53"/>
                  <a:pt x="89" y="52"/>
                </a:cubicBezTo>
                <a:cubicBezTo>
                  <a:pt x="102" y="53"/>
                  <a:pt x="112" y="62"/>
                  <a:pt x="112" y="79"/>
                </a:cubicBezTo>
                <a:cubicBezTo>
                  <a:pt x="112" y="88"/>
                  <a:pt x="108" y="97"/>
                  <a:pt x="102" y="103"/>
                </a:cubicBezTo>
                <a:cubicBezTo>
                  <a:pt x="102" y="103"/>
                  <a:pt x="102" y="103"/>
                  <a:pt x="102" y="103"/>
                </a:cubicBezTo>
                <a:cubicBezTo>
                  <a:pt x="99" y="106"/>
                  <a:pt x="98" y="110"/>
                  <a:pt x="98" y="113"/>
                </a:cubicBezTo>
                <a:cubicBezTo>
                  <a:pt x="98" y="120"/>
                  <a:pt x="102" y="124"/>
                  <a:pt x="102" y="125"/>
                </a:cubicBezTo>
                <a:cubicBezTo>
                  <a:pt x="103" y="126"/>
                  <a:pt x="104" y="127"/>
                  <a:pt x="105" y="127"/>
                </a:cubicBezTo>
                <a:cubicBezTo>
                  <a:pt x="117" y="130"/>
                  <a:pt x="129" y="136"/>
                  <a:pt x="141" y="148"/>
                </a:cubicBezTo>
                <a:cubicBezTo>
                  <a:pt x="132" y="155"/>
                  <a:pt x="112" y="167"/>
                  <a:pt x="88" y="167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8BC3CB3E-71C3-40EA-B6BE-4306F06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910" y="3628047"/>
            <a:ext cx="434228" cy="431427"/>
          </a:xfrm>
          <a:custGeom xmlns:a="http://schemas.openxmlformats.org/drawingml/2006/main">
            <a:gdLst>
              <a:gd name="T0" fmla="*/ 30 w 332"/>
              <a:gd name="T1" fmla="*/ 113 h 330"/>
              <a:gd name="T2" fmla="*/ 22 w 332"/>
              <a:gd name="T3" fmla="*/ 63 h 330"/>
              <a:gd name="T4" fmla="*/ 51 w 332"/>
              <a:gd name="T5" fmla="*/ 26 h 330"/>
              <a:gd name="T6" fmla="*/ 92 w 332"/>
              <a:gd name="T7" fmla="*/ 23 h 330"/>
              <a:gd name="T8" fmla="*/ 127 w 332"/>
              <a:gd name="T9" fmla="*/ 48 h 330"/>
              <a:gd name="T10" fmla="*/ 141 w 332"/>
              <a:gd name="T11" fmla="*/ 84 h 330"/>
              <a:gd name="T12" fmla="*/ 140 w 332"/>
              <a:gd name="T13" fmla="*/ 35 h 330"/>
              <a:gd name="T14" fmla="*/ 98 w 332"/>
              <a:gd name="T15" fmla="*/ 7 h 330"/>
              <a:gd name="T16" fmla="*/ 29 w 332"/>
              <a:gd name="T17" fmla="*/ 28 h 330"/>
              <a:gd name="T18" fmla="*/ 16 w 332"/>
              <a:gd name="T19" fmla="*/ 79 h 330"/>
              <a:gd name="T20" fmla="*/ 105 w 332"/>
              <a:gd name="T21" fmla="*/ 69 h 330"/>
              <a:gd name="T22" fmla="*/ 114 w 332"/>
              <a:gd name="T23" fmla="*/ 265 h 330"/>
              <a:gd name="T24" fmla="*/ 249 w 332"/>
              <a:gd name="T25" fmla="*/ 43 h 330"/>
              <a:gd name="T26" fmla="*/ 249 w 332"/>
              <a:gd name="T27" fmla="*/ 110 h 330"/>
              <a:gd name="T28" fmla="*/ 301 w 332"/>
              <a:gd name="T29" fmla="*/ 16 h 330"/>
              <a:gd name="T30" fmla="*/ 231 w 332"/>
              <a:gd name="T31" fmla="*/ 7 h 330"/>
              <a:gd name="T32" fmla="*/ 192 w 332"/>
              <a:gd name="T33" fmla="*/ 50 h 330"/>
              <a:gd name="T34" fmla="*/ 186 w 332"/>
              <a:gd name="T35" fmla="*/ 100 h 330"/>
              <a:gd name="T36" fmla="*/ 231 w 332"/>
              <a:gd name="T37" fmla="*/ 145 h 330"/>
              <a:gd name="T38" fmla="*/ 295 w 332"/>
              <a:gd name="T39" fmla="*/ 150 h 330"/>
              <a:gd name="T40" fmla="*/ 332 w 332"/>
              <a:gd name="T41" fmla="*/ 92 h 330"/>
              <a:gd name="T42" fmla="*/ 308 w 332"/>
              <a:gd name="T43" fmla="*/ 128 h 330"/>
              <a:gd name="T44" fmla="*/ 239 w 332"/>
              <a:gd name="T45" fmla="*/ 139 h 330"/>
              <a:gd name="T46" fmla="*/ 198 w 332"/>
              <a:gd name="T47" fmla="*/ 109 h 330"/>
              <a:gd name="T48" fmla="*/ 198 w 332"/>
              <a:gd name="T49" fmla="*/ 56 h 330"/>
              <a:gd name="T50" fmla="*/ 239 w 332"/>
              <a:gd name="T51" fmla="*/ 26 h 330"/>
              <a:gd name="T52" fmla="*/ 288 w 332"/>
              <a:gd name="T53" fmla="*/ 30 h 330"/>
              <a:gd name="T54" fmla="*/ 323 w 332"/>
              <a:gd name="T55" fmla="*/ 73 h 330"/>
              <a:gd name="T56" fmla="*/ 283 w 332"/>
              <a:gd name="T57" fmla="*/ 262 h 330"/>
              <a:gd name="T58" fmla="*/ 318 w 332"/>
              <a:gd name="T59" fmla="*/ 225 h 330"/>
              <a:gd name="T60" fmla="*/ 270 w 332"/>
              <a:gd name="T61" fmla="*/ 195 h 330"/>
              <a:gd name="T62" fmla="*/ 254 w 332"/>
              <a:gd name="T63" fmla="*/ 202 h 330"/>
              <a:gd name="T64" fmla="*/ 311 w 332"/>
              <a:gd name="T65" fmla="*/ 225 h 330"/>
              <a:gd name="T66" fmla="*/ 315 w 332"/>
              <a:gd name="T67" fmla="*/ 271 h 330"/>
              <a:gd name="T68" fmla="*/ 289 w 332"/>
              <a:gd name="T69" fmla="*/ 302 h 330"/>
              <a:gd name="T70" fmla="*/ 235 w 332"/>
              <a:gd name="T71" fmla="*/ 301 h 330"/>
              <a:gd name="T72" fmla="*/ 248 w 332"/>
              <a:gd name="T73" fmla="*/ 324 h 330"/>
              <a:gd name="T74" fmla="*/ 304 w 332"/>
              <a:gd name="T75" fmla="*/ 317 h 330"/>
              <a:gd name="T76" fmla="*/ 330 w 332"/>
              <a:gd name="T77" fmla="*/ 271 h 330"/>
              <a:gd name="T78" fmla="*/ 214 w 332"/>
              <a:gd name="T79" fmla="*/ 186 h 330"/>
              <a:gd name="T80" fmla="*/ 174 w 332"/>
              <a:gd name="T81" fmla="*/ 134 h 330"/>
              <a:gd name="T82" fmla="*/ 113 w 332"/>
              <a:gd name="T83" fmla="*/ 132 h 330"/>
              <a:gd name="T84" fmla="*/ 49 w 332"/>
              <a:gd name="T85" fmla="*/ 136 h 330"/>
              <a:gd name="T86" fmla="*/ 15 w 332"/>
              <a:gd name="T87" fmla="*/ 189 h 330"/>
              <a:gd name="T88" fmla="*/ 10 w 332"/>
              <a:gd name="T89" fmla="*/ 261 h 330"/>
              <a:gd name="T90" fmla="*/ 55 w 332"/>
              <a:gd name="T91" fmla="*/ 314 h 330"/>
              <a:gd name="T92" fmla="*/ 122 w 332"/>
              <a:gd name="T93" fmla="*/ 330 h 330"/>
              <a:gd name="T94" fmla="*/ 181 w 332"/>
              <a:gd name="T95" fmla="*/ 307 h 330"/>
              <a:gd name="T96" fmla="*/ 215 w 332"/>
              <a:gd name="T97" fmla="*/ 251 h 330"/>
              <a:gd name="T98" fmla="*/ 180 w 332"/>
              <a:gd name="T99" fmla="*/ 261 h 330"/>
              <a:gd name="T100" fmla="*/ 155 w 332"/>
              <a:gd name="T101" fmla="*/ 285 h 330"/>
              <a:gd name="T102" fmla="*/ 119 w 332"/>
              <a:gd name="T103" fmla="*/ 297 h 330"/>
              <a:gd name="T104" fmla="*/ 59 w 332"/>
              <a:gd name="T105" fmla="*/ 307 h 330"/>
              <a:gd name="T106" fmla="*/ 18 w 332"/>
              <a:gd name="T107" fmla="*/ 261 h 330"/>
              <a:gd name="T108" fmla="*/ 28 w 332"/>
              <a:gd name="T109" fmla="*/ 201 h 330"/>
              <a:gd name="T110" fmla="*/ 43 w 332"/>
              <a:gd name="T111" fmla="*/ 142 h 330"/>
              <a:gd name="T112" fmla="*/ 105 w 332"/>
              <a:gd name="T113" fmla="*/ 132 h 330"/>
              <a:gd name="T114" fmla="*/ 167 w 332"/>
              <a:gd name="T115" fmla="*/ 130 h 330"/>
              <a:gd name="T116" fmla="*/ 201 w 332"/>
              <a:gd name="T117" fmla="*/ 162 h 330"/>
              <a:gd name="T118" fmla="*/ 190 w 332"/>
              <a:gd name="T119" fmla="*/ 199 h 330"/>
              <a:gd name="T120" fmla="*/ 149 w 332"/>
              <a:gd name="T121" fmla="*/ 260 h 330"/>
            </a:gdLst>
            <a:rect l="0" t="0" r="r" b="b"/>
            <a:pathLst>
              <a:path w="332" h="330">
                <a:moveTo>
                  <a:pt x="16" y="79"/>
                </a:moveTo>
                <a:cubicBezTo>
                  <a:pt x="16" y="82"/>
                  <a:pt x="18" y="85"/>
                  <a:pt x="22" y="85"/>
                </a:cubicBezTo>
                <a:cubicBezTo>
                  <a:pt x="22" y="85"/>
                  <a:pt x="22" y="85"/>
                  <a:pt x="22" y="85"/>
                </a:cubicBezTo>
                <a:cubicBezTo>
                  <a:pt x="31" y="85"/>
                  <a:pt x="31" y="85"/>
                  <a:pt x="31" y="85"/>
                </a:cubicBezTo>
                <a:cubicBezTo>
                  <a:pt x="32" y="89"/>
                  <a:pt x="34" y="94"/>
                  <a:pt x="36" y="97"/>
                </a:cubicBezTo>
                <a:cubicBezTo>
                  <a:pt x="30" y="104"/>
                  <a:pt x="30" y="104"/>
                  <a:pt x="30" y="104"/>
                </a:cubicBezTo>
                <a:cubicBezTo>
                  <a:pt x="29" y="105"/>
                  <a:pt x="28" y="107"/>
                  <a:pt x="28" y="108"/>
                </a:cubicBezTo>
                <a:cubicBezTo>
                  <a:pt x="28" y="110"/>
                  <a:pt x="29" y="112"/>
                  <a:pt x="30" y="113"/>
                </a:cubicBezTo>
                <a:cubicBezTo>
                  <a:pt x="30" y="113"/>
                  <a:pt x="30" y="113"/>
                  <a:pt x="30" y="113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40" y="103"/>
                  <a:pt x="40" y="103"/>
                  <a:pt x="40" y="103"/>
                </a:cubicBezTo>
                <a:cubicBezTo>
                  <a:pt x="45" y="98"/>
                  <a:pt x="45" y="98"/>
                  <a:pt x="45" y="98"/>
                </a:cubicBezTo>
                <a:cubicBezTo>
                  <a:pt x="44" y="96"/>
                  <a:pt x="42" y="94"/>
                  <a:pt x="41" y="92"/>
                </a:cubicBezTo>
                <a:cubicBezTo>
                  <a:pt x="40" y="90"/>
                  <a:pt x="39" y="88"/>
                  <a:pt x="38" y="85"/>
                </a:cubicBezTo>
                <a:cubicBezTo>
                  <a:pt x="38" y="83"/>
                  <a:pt x="37" y="81"/>
                  <a:pt x="37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22" y="63"/>
                  <a:pt x="22" y="63"/>
                  <a:pt x="22" y="63"/>
                </a:cubicBezTo>
                <a:cubicBezTo>
                  <a:pt x="30" y="63"/>
                  <a:pt x="30" y="63"/>
                  <a:pt x="30" y="63"/>
                </a:cubicBezTo>
                <a:cubicBezTo>
                  <a:pt x="37" y="63"/>
                  <a:pt x="37" y="63"/>
                  <a:pt x="37" y="63"/>
                </a:cubicBezTo>
                <a:cubicBezTo>
                  <a:pt x="37" y="60"/>
                  <a:pt x="37" y="58"/>
                  <a:pt x="38" y="56"/>
                </a:cubicBezTo>
                <a:cubicBezTo>
                  <a:pt x="39" y="53"/>
                  <a:pt x="40" y="50"/>
                  <a:pt x="41" y="48"/>
                </a:cubicBezTo>
                <a:cubicBezTo>
                  <a:pt x="43" y="46"/>
                  <a:pt x="44" y="44"/>
                  <a:pt x="45" y="42"/>
                </a:cubicBezTo>
                <a:cubicBezTo>
                  <a:pt x="40" y="37"/>
                  <a:pt x="40" y="37"/>
                  <a:pt x="40" y="37"/>
                </a:cubicBezTo>
                <a:cubicBezTo>
                  <a:pt x="35" y="32"/>
                  <a:pt x="35" y="32"/>
                  <a:pt x="35" y="32"/>
                </a:cubicBezTo>
                <a:cubicBezTo>
                  <a:pt x="45" y="21"/>
                  <a:pt x="45" y="21"/>
                  <a:pt x="45" y="21"/>
                </a:cubicBezTo>
                <a:cubicBezTo>
                  <a:pt x="51" y="26"/>
                  <a:pt x="51" y="26"/>
                  <a:pt x="51" y="26"/>
                </a:cubicBezTo>
                <a:cubicBezTo>
                  <a:pt x="56" y="31"/>
                  <a:pt x="56" y="31"/>
                  <a:pt x="56" y="31"/>
                </a:cubicBezTo>
                <a:cubicBezTo>
                  <a:pt x="58" y="30"/>
                  <a:pt x="60" y="28"/>
                  <a:pt x="62" y="27"/>
                </a:cubicBezTo>
                <a:cubicBezTo>
                  <a:pt x="64" y="26"/>
                  <a:pt x="67" y="25"/>
                  <a:pt x="69" y="24"/>
                </a:cubicBezTo>
                <a:cubicBezTo>
                  <a:pt x="71" y="24"/>
                  <a:pt x="74" y="23"/>
                  <a:pt x="76" y="23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7"/>
                  <a:pt x="76" y="7"/>
                  <a:pt x="76" y="7"/>
                </a:cubicBezTo>
                <a:cubicBezTo>
                  <a:pt x="92" y="7"/>
                  <a:pt x="92" y="7"/>
                  <a:pt x="92" y="7"/>
                </a:cubicBezTo>
                <a:cubicBezTo>
                  <a:pt x="92" y="16"/>
                  <a:pt x="92" y="16"/>
                  <a:pt x="92" y="16"/>
                </a:cubicBezTo>
                <a:cubicBezTo>
                  <a:pt x="92" y="23"/>
                  <a:pt x="92" y="23"/>
                  <a:pt x="92" y="23"/>
                </a:cubicBezTo>
                <a:cubicBezTo>
                  <a:pt x="94" y="23"/>
                  <a:pt x="96" y="24"/>
                  <a:pt x="98" y="24"/>
                </a:cubicBezTo>
                <a:cubicBezTo>
                  <a:pt x="101" y="25"/>
                  <a:pt x="104" y="26"/>
                  <a:pt x="106" y="28"/>
                </a:cubicBezTo>
                <a:cubicBezTo>
                  <a:pt x="108" y="29"/>
                  <a:pt x="110" y="30"/>
                  <a:pt x="112" y="31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34" y="31"/>
                  <a:pt x="134" y="31"/>
                  <a:pt x="134" y="31"/>
                </a:cubicBezTo>
                <a:cubicBezTo>
                  <a:pt x="128" y="37"/>
                  <a:pt x="128" y="37"/>
                  <a:pt x="128" y="37"/>
                </a:cubicBezTo>
                <a:cubicBezTo>
                  <a:pt x="123" y="42"/>
                  <a:pt x="123" y="42"/>
                  <a:pt x="123" y="42"/>
                </a:cubicBezTo>
                <a:cubicBezTo>
                  <a:pt x="125" y="44"/>
                  <a:pt x="126" y="46"/>
                  <a:pt x="127" y="48"/>
                </a:cubicBezTo>
                <a:cubicBezTo>
                  <a:pt x="128" y="50"/>
                  <a:pt x="129" y="53"/>
                  <a:pt x="130" y="55"/>
                </a:cubicBezTo>
                <a:cubicBezTo>
                  <a:pt x="131" y="58"/>
                  <a:pt x="131" y="60"/>
                  <a:pt x="131" y="62"/>
                </a:cubicBezTo>
                <a:cubicBezTo>
                  <a:pt x="138" y="62"/>
                  <a:pt x="138" y="62"/>
                  <a:pt x="138" y="62"/>
                </a:cubicBezTo>
                <a:cubicBezTo>
                  <a:pt x="147" y="62"/>
                  <a:pt x="147" y="62"/>
                  <a:pt x="147" y="62"/>
                </a:cubicBezTo>
                <a:cubicBezTo>
                  <a:pt x="147" y="78"/>
                  <a:pt x="147" y="78"/>
                  <a:pt x="147" y="78"/>
                </a:cubicBezTo>
                <a:cubicBezTo>
                  <a:pt x="138" y="78"/>
                  <a:pt x="138" y="78"/>
                  <a:pt x="138" y="78"/>
                </a:cubicBezTo>
                <a:cubicBezTo>
                  <a:pt x="131" y="78"/>
                  <a:pt x="131" y="78"/>
                  <a:pt x="131" y="78"/>
                </a:cubicBezTo>
                <a:cubicBezTo>
                  <a:pt x="131" y="80"/>
                  <a:pt x="131" y="82"/>
                  <a:pt x="130" y="84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47" y="84"/>
                  <a:pt x="147" y="84"/>
                  <a:pt x="147" y="84"/>
                </a:cubicBezTo>
                <a:cubicBezTo>
                  <a:pt x="151" y="84"/>
                  <a:pt x="154" y="82"/>
                  <a:pt x="154" y="78"/>
                </a:cubicBezTo>
                <a:cubicBezTo>
                  <a:pt x="154" y="78"/>
                  <a:pt x="154" y="78"/>
                  <a:pt x="154" y="78"/>
                </a:cubicBezTo>
                <a:cubicBezTo>
                  <a:pt x="154" y="62"/>
                  <a:pt x="154" y="62"/>
                  <a:pt x="154" y="62"/>
                </a:cubicBezTo>
                <a:cubicBezTo>
                  <a:pt x="154" y="58"/>
                  <a:pt x="151" y="55"/>
                  <a:pt x="147" y="55"/>
                </a:cubicBezTo>
                <a:cubicBezTo>
                  <a:pt x="147" y="55"/>
                  <a:pt x="147" y="55"/>
                  <a:pt x="147" y="55"/>
                </a:cubicBezTo>
                <a:cubicBezTo>
                  <a:pt x="137" y="55"/>
                  <a:pt x="137" y="55"/>
                  <a:pt x="137" y="55"/>
                </a:cubicBezTo>
                <a:cubicBezTo>
                  <a:pt x="136" y="51"/>
                  <a:pt x="134" y="47"/>
                  <a:pt x="132" y="43"/>
                </a:cubicBezTo>
                <a:cubicBezTo>
                  <a:pt x="140" y="35"/>
                  <a:pt x="140" y="35"/>
                  <a:pt x="140" y="35"/>
                </a:cubicBezTo>
                <a:cubicBezTo>
                  <a:pt x="141" y="34"/>
                  <a:pt x="141" y="32"/>
                  <a:pt x="141" y="31"/>
                </a:cubicBezTo>
                <a:cubicBezTo>
                  <a:pt x="141" y="29"/>
                  <a:pt x="141" y="28"/>
                  <a:pt x="139" y="26"/>
                </a:cubicBezTo>
                <a:cubicBezTo>
                  <a:pt x="128" y="15"/>
                  <a:pt x="128" y="15"/>
                  <a:pt x="128" y="15"/>
                </a:cubicBezTo>
                <a:cubicBezTo>
                  <a:pt x="126" y="13"/>
                  <a:pt x="125" y="13"/>
                  <a:pt x="123" y="13"/>
                </a:cubicBezTo>
                <a:cubicBezTo>
                  <a:pt x="122" y="13"/>
                  <a:pt x="120" y="14"/>
                  <a:pt x="119" y="15"/>
                </a:cubicBezTo>
                <a:cubicBezTo>
                  <a:pt x="119" y="15"/>
                  <a:pt x="119" y="15"/>
                  <a:pt x="119" y="15"/>
                </a:cubicBezTo>
                <a:cubicBezTo>
                  <a:pt x="111" y="23"/>
                  <a:pt x="111" y="23"/>
                  <a:pt x="111" y="23"/>
                </a:cubicBezTo>
                <a:cubicBezTo>
                  <a:pt x="107" y="20"/>
                  <a:pt x="103" y="18"/>
                  <a:pt x="98" y="17"/>
                </a:cubicBezTo>
                <a:cubicBezTo>
                  <a:pt x="98" y="7"/>
                  <a:pt x="98" y="7"/>
                  <a:pt x="98" y="7"/>
                </a:cubicBezTo>
                <a:cubicBezTo>
                  <a:pt x="98" y="3"/>
                  <a:pt x="96" y="1"/>
                  <a:pt x="92" y="1"/>
                </a:cubicBezTo>
                <a:cubicBezTo>
                  <a:pt x="76" y="1"/>
                  <a:pt x="76" y="1"/>
                  <a:pt x="76" y="1"/>
                </a:cubicBezTo>
                <a:cubicBezTo>
                  <a:pt x="72" y="1"/>
                  <a:pt x="69" y="3"/>
                  <a:pt x="69" y="7"/>
                </a:cubicBezTo>
                <a:cubicBezTo>
                  <a:pt x="69" y="17"/>
                  <a:pt x="69" y="17"/>
                  <a:pt x="69" y="17"/>
                </a:cubicBezTo>
                <a:cubicBezTo>
                  <a:pt x="65" y="19"/>
                  <a:pt x="61" y="20"/>
                  <a:pt x="57" y="23"/>
                </a:cubicBezTo>
                <a:cubicBezTo>
                  <a:pt x="49" y="15"/>
                  <a:pt x="49" y="15"/>
                  <a:pt x="49" y="15"/>
                </a:cubicBezTo>
                <a:cubicBezTo>
                  <a:pt x="48" y="14"/>
                  <a:pt x="47" y="14"/>
                  <a:pt x="45" y="14"/>
                </a:cubicBezTo>
                <a:cubicBezTo>
                  <a:pt x="43" y="14"/>
                  <a:pt x="42" y="15"/>
                  <a:pt x="41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8" y="29"/>
                  <a:pt x="28" y="31"/>
                  <a:pt x="28" y="32"/>
                </a:cubicBezTo>
                <a:cubicBezTo>
                  <a:pt x="28" y="34"/>
                  <a:pt x="28" y="36"/>
                  <a:pt x="30" y="37"/>
                </a:cubicBezTo>
                <a:cubicBezTo>
                  <a:pt x="36" y="43"/>
                  <a:pt x="36" y="43"/>
                  <a:pt x="36" y="43"/>
                </a:cubicBezTo>
                <a:cubicBezTo>
                  <a:pt x="34" y="47"/>
                  <a:pt x="32" y="51"/>
                  <a:pt x="31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18" y="56"/>
                  <a:pt x="16" y="59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2"/>
                  <a:pt x="16" y="62"/>
                  <a:pt x="16" y="62"/>
                </a:cubicBezTo>
                <a:lnTo>
                  <a:pt x="16" y="79"/>
                </a:lnTo>
                <a:close/>
                <a:moveTo>
                  <a:pt x="84" y="36"/>
                </a:moveTo>
                <a:cubicBezTo>
                  <a:pt x="66" y="36"/>
                  <a:pt x="51" y="51"/>
                  <a:pt x="51" y="69"/>
                </a:cubicBezTo>
                <a:cubicBezTo>
                  <a:pt x="51" y="87"/>
                  <a:pt x="66" y="102"/>
                  <a:pt x="84" y="102"/>
                </a:cubicBezTo>
                <a:cubicBezTo>
                  <a:pt x="103" y="102"/>
                  <a:pt x="117" y="87"/>
                  <a:pt x="117" y="69"/>
                </a:cubicBezTo>
                <a:cubicBezTo>
                  <a:pt x="117" y="51"/>
                  <a:pt x="103" y="36"/>
                  <a:pt x="84" y="36"/>
                </a:cubicBezTo>
                <a:close/>
                <a:moveTo>
                  <a:pt x="84" y="90"/>
                </a:moveTo>
                <a:cubicBezTo>
                  <a:pt x="73" y="90"/>
                  <a:pt x="63" y="81"/>
                  <a:pt x="63" y="69"/>
                </a:cubicBezTo>
                <a:cubicBezTo>
                  <a:pt x="63" y="57"/>
                  <a:pt x="73" y="48"/>
                  <a:pt x="84" y="48"/>
                </a:cubicBezTo>
                <a:cubicBezTo>
                  <a:pt x="96" y="48"/>
                  <a:pt x="105" y="57"/>
                  <a:pt x="105" y="69"/>
                </a:cubicBezTo>
                <a:cubicBezTo>
                  <a:pt x="105" y="81"/>
                  <a:pt x="96" y="90"/>
                  <a:pt x="84" y="90"/>
                </a:cubicBezTo>
                <a:close/>
                <a:moveTo>
                  <a:pt x="114" y="164"/>
                </a:moveTo>
                <a:cubicBezTo>
                  <a:pt x="83" y="164"/>
                  <a:pt x="58" y="189"/>
                  <a:pt x="58" y="220"/>
                </a:cubicBezTo>
                <a:cubicBezTo>
                  <a:pt x="58" y="251"/>
                  <a:pt x="83" y="277"/>
                  <a:pt x="114" y="277"/>
                </a:cubicBezTo>
                <a:cubicBezTo>
                  <a:pt x="121" y="277"/>
                  <a:pt x="127" y="276"/>
                  <a:pt x="133" y="274"/>
                </a:cubicBezTo>
                <a:cubicBezTo>
                  <a:pt x="136" y="273"/>
                  <a:pt x="137" y="269"/>
                  <a:pt x="136" y="266"/>
                </a:cubicBezTo>
                <a:cubicBezTo>
                  <a:pt x="135" y="263"/>
                  <a:pt x="132" y="261"/>
                  <a:pt x="129" y="262"/>
                </a:cubicBezTo>
                <a:cubicBezTo>
                  <a:pt x="129" y="262"/>
                  <a:pt x="129" y="262"/>
                  <a:pt x="129" y="262"/>
                </a:cubicBezTo>
                <a:cubicBezTo>
                  <a:pt x="124" y="264"/>
                  <a:pt x="119" y="265"/>
                  <a:pt x="114" y="265"/>
                </a:cubicBezTo>
                <a:cubicBezTo>
                  <a:pt x="90" y="265"/>
                  <a:pt x="70" y="245"/>
                  <a:pt x="70" y="220"/>
                </a:cubicBezTo>
                <a:cubicBezTo>
                  <a:pt x="70" y="196"/>
                  <a:pt x="90" y="176"/>
                  <a:pt x="114" y="176"/>
                </a:cubicBezTo>
                <a:cubicBezTo>
                  <a:pt x="139" y="176"/>
                  <a:pt x="159" y="196"/>
                  <a:pt x="159" y="220"/>
                </a:cubicBezTo>
                <a:cubicBezTo>
                  <a:pt x="159" y="225"/>
                  <a:pt x="158" y="229"/>
                  <a:pt x="157" y="234"/>
                </a:cubicBezTo>
                <a:cubicBezTo>
                  <a:pt x="156" y="237"/>
                  <a:pt x="157" y="240"/>
                  <a:pt x="161" y="241"/>
                </a:cubicBezTo>
                <a:cubicBezTo>
                  <a:pt x="164" y="242"/>
                  <a:pt x="167" y="240"/>
                  <a:pt x="168" y="237"/>
                </a:cubicBezTo>
                <a:cubicBezTo>
                  <a:pt x="170" y="232"/>
                  <a:pt x="171" y="226"/>
                  <a:pt x="171" y="220"/>
                </a:cubicBezTo>
                <a:cubicBezTo>
                  <a:pt x="171" y="189"/>
                  <a:pt x="145" y="164"/>
                  <a:pt x="114" y="164"/>
                </a:cubicBezTo>
                <a:close/>
                <a:moveTo>
                  <a:pt x="249" y="43"/>
                </a:moveTo>
                <a:cubicBezTo>
                  <a:pt x="227" y="43"/>
                  <a:pt x="209" y="61"/>
                  <a:pt x="209" y="82"/>
                </a:cubicBezTo>
                <a:cubicBezTo>
                  <a:pt x="209" y="104"/>
                  <a:pt x="227" y="122"/>
                  <a:pt x="249" y="122"/>
                </a:cubicBezTo>
                <a:cubicBezTo>
                  <a:pt x="271" y="122"/>
                  <a:pt x="288" y="104"/>
                  <a:pt x="288" y="82"/>
                </a:cubicBezTo>
                <a:cubicBezTo>
                  <a:pt x="288" y="61"/>
                  <a:pt x="271" y="43"/>
                  <a:pt x="249" y="43"/>
                </a:cubicBezTo>
                <a:close/>
                <a:moveTo>
                  <a:pt x="249" y="110"/>
                </a:moveTo>
                <a:cubicBezTo>
                  <a:pt x="234" y="110"/>
                  <a:pt x="221" y="98"/>
                  <a:pt x="221" y="82"/>
                </a:cubicBezTo>
                <a:cubicBezTo>
                  <a:pt x="221" y="67"/>
                  <a:pt x="234" y="55"/>
                  <a:pt x="249" y="55"/>
                </a:cubicBezTo>
                <a:cubicBezTo>
                  <a:pt x="264" y="55"/>
                  <a:pt x="276" y="67"/>
                  <a:pt x="276" y="82"/>
                </a:cubicBezTo>
                <a:cubicBezTo>
                  <a:pt x="276" y="98"/>
                  <a:pt x="264" y="110"/>
                  <a:pt x="249" y="110"/>
                </a:cubicBezTo>
                <a:close/>
                <a:moveTo>
                  <a:pt x="332" y="72"/>
                </a:moveTo>
                <a:cubicBezTo>
                  <a:pt x="332" y="68"/>
                  <a:pt x="328" y="65"/>
                  <a:pt x="324" y="65"/>
                </a:cubicBezTo>
                <a:cubicBezTo>
                  <a:pt x="324" y="65"/>
                  <a:pt x="324" y="65"/>
                  <a:pt x="324" y="65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10" y="60"/>
                  <a:pt x="308" y="55"/>
                  <a:pt x="306" y="50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6" y="39"/>
                  <a:pt x="317" y="37"/>
                  <a:pt x="317" y="35"/>
                </a:cubicBezTo>
                <a:cubicBezTo>
                  <a:pt x="317" y="34"/>
                  <a:pt x="316" y="32"/>
                  <a:pt x="315" y="30"/>
                </a:cubicBezTo>
                <a:cubicBezTo>
                  <a:pt x="301" y="16"/>
                  <a:pt x="301" y="16"/>
                  <a:pt x="301" y="16"/>
                </a:cubicBezTo>
                <a:cubicBezTo>
                  <a:pt x="299" y="15"/>
                  <a:pt x="297" y="14"/>
                  <a:pt x="296" y="14"/>
                </a:cubicBezTo>
                <a:cubicBezTo>
                  <a:pt x="294" y="14"/>
                  <a:pt x="292" y="15"/>
                  <a:pt x="290" y="16"/>
                </a:cubicBezTo>
                <a:cubicBezTo>
                  <a:pt x="290" y="16"/>
                  <a:pt x="290" y="16"/>
                  <a:pt x="290" y="16"/>
                </a:cubicBezTo>
                <a:cubicBezTo>
                  <a:pt x="281" y="26"/>
                  <a:pt x="281" y="26"/>
                  <a:pt x="281" y="26"/>
                </a:cubicBezTo>
                <a:cubicBezTo>
                  <a:pt x="277" y="23"/>
                  <a:pt x="271" y="21"/>
                  <a:pt x="266" y="19"/>
                </a:cubicBezTo>
                <a:cubicBezTo>
                  <a:pt x="266" y="7"/>
                  <a:pt x="266" y="7"/>
                  <a:pt x="266" y="7"/>
                </a:cubicBezTo>
                <a:cubicBezTo>
                  <a:pt x="266" y="3"/>
                  <a:pt x="263" y="0"/>
                  <a:pt x="259" y="0"/>
                </a:cubicBezTo>
                <a:cubicBezTo>
                  <a:pt x="239" y="0"/>
                  <a:pt x="239" y="0"/>
                  <a:pt x="239" y="0"/>
                </a:cubicBezTo>
                <a:cubicBezTo>
                  <a:pt x="235" y="0"/>
                  <a:pt x="231" y="3"/>
                  <a:pt x="231" y="7"/>
                </a:cubicBezTo>
                <a:cubicBezTo>
                  <a:pt x="231" y="20"/>
                  <a:pt x="231" y="20"/>
                  <a:pt x="231" y="20"/>
                </a:cubicBezTo>
                <a:cubicBezTo>
                  <a:pt x="226" y="21"/>
                  <a:pt x="221" y="23"/>
                  <a:pt x="217" y="26"/>
                </a:cubicBezTo>
                <a:cubicBezTo>
                  <a:pt x="208" y="17"/>
                  <a:pt x="208" y="17"/>
                  <a:pt x="208" y="17"/>
                </a:cubicBezTo>
                <a:cubicBezTo>
                  <a:pt x="206" y="16"/>
                  <a:pt x="204" y="15"/>
                  <a:pt x="203" y="15"/>
                </a:cubicBezTo>
                <a:cubicBezTo>
                  <a:pt x="201" y="15"/>
                  <a:pt x="199" y="16"/>
                  <a:pt x="197" y="18"/>
                </a:cubicBezTo>
                <a:cubicBezTo>
                  <a:pt x="184" y="32"/>
                  <a:pt x="184" y="32"/>
                  <a:pt x="184" y="32"/>
                </a:cubicBezTo>
                <a:cubicBezTo>
                  <a:pt x="183" y="34"/>
                  <a:pt x="182" y="35"/>
                  <a:pt x="182" y="37"/>
                </a:cubicBezTo>
                <a:cubicBezTo>
                  <a:pt x="182" y="39"/>
                  <a:pt x="183" y="41"/>
                  <a:pt x="184" y="43"/>
                </a:cubicBezTo>
                <a:cubicBezTo>
                  <a:pt x="192" y="50"/>
                  <a:pt x="192" y="50"/>
                  <a:pt x="192" y="50"/>
                </a:cubicBezTo>
                <a:cubicBezTo>
                  <a:pt x="190" y="55"/>
                  <a:pt x="187" y="60"/>
                  <a:pt x="186" y="65"/>
                </a:cubicBezTo>
                <a:cubicBezTo>
                  <a:pt x="175" y="65"/>
                  <a:pt x="175" y="65"/>
                  <a:pt x="175" y="65"/>
                </a:cubicBezTo>
                <a:cubicBezTo>
                  <a:pt x="171" y="65"/>
                  <a:pt x="168" y="69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68" y="97"/>
                  <a:pt x="171" y="100"/>
                  <a:pt x="175" y="100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86" y="100"/>
                  <a:pt x="186" y="100"/>
                  <a:pt x="186" y="100"/>
                </a:cubicBezTo>
                <a:cubicBezTo>
                  <a:pt x="188" y="105"/>
                  <a:pt x="190" y="110"/>
                  <a:pt x="192" y="115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3" y="124"/>
                  <a:pt x="183" y="126"/>
                  <a:pt x="183" y="128"/>
                </a:cubicBezTo>
                <a:cubicBezTo>
                  <a:pt x="183" y="130"/>
                  <a:pt x="183" y="131"/>
                  <a:pt x="185" y="133"/>
                </a:cubicBezTo>
                <a:cubicBezTo>
                  <a:pt x="199" y="147"/>
                  <a:pt x="199" y="147"/>
                  <a:pt x="199" y="147"/>
                </a:cubicBezTo>
                <a:cubicBezTo>
                  <a:pt x="200" y="148"/>
                  <a:pt x="202" y="149"/>
                  <a:pt x="204" y="149"/>
                </a:cubicBezTo>
                <a:cubicBezTo>
                  <a:pt x="206" y="149"/>
                  <a:pt x="208" y="148"/>
                  <a:pt x="209" y="147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21" y="141"/>
                  <a:pt x="226" y="144"/>
                  <a:pt x="231" y="145"/>
                </a:cubicBezTo>
                <a:cubicBezTo>
                  <a:pt x="231" y="156"/>
                  <a:pt x="231" y="156"/>
                  <a:pt x="231" y="156"/>
                </a:cubicBezTo>
                <a:cubicBezTo>
                  <a:pt x="231" y="160"/>
                  <a:pt x="235" y="163"/>
                  <a:pt x="239" y="163"/>
                </a:cubicBezTo>
                <a:cubicBezTo>
                  <a:pt x="259" y="163"/>
                  <a:pt x="259" y="163"/>
                  <a:pt x="259" y="163"/>
                </a:cubicBezTo>
                <a:cubicBezTo>
                  <a:pt x="263" y="163"/>
                  <a:pt x="266" y="160"/>
                  <a:pt x="266" y="156"/>
                </a:cubicBezTo>
                <a:cubicBezTo>
                  <a:pt x="266" y="145"/>
                  <a:pt x="266" y="145"/>
                  <a:pt x="266" y="145"/>
                </a:cubicBezTo>
                <a:cubicBezTo>
                  <a:pt x="271" y="144"/>
                  <a:pt x="276" y="142"/>
                  <a:pt x="281" y="139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91" y="149"/>
                  <a:pt x="293" y="150"/>
                  <a:pt x="295" y="150"/>
                </a:cubicBezTo>
                <a:cubicBezTo>
                  <a:pt x="295" y="150"/>
                  <a:pt x="295" y="150"/>
                  <a:pt x="295" y="150"/>
                </a:cubicBezTo>
                <a:cubicBezTo>
                  <a:pt x="297" y="150"/>
                  <a:pt x="298" y="149"/>
                  <a:pt x="300" y="148"/>
                </a:cubicBezTo>
                <a:cubicBezTo>
                  <a:pt x="314" y="134"/>
                  <a:pt x="314" y="134"/>
                  <a:pt x="314" y="134"/>
                </a:cubicBezTo>
                <a:cubicBezTo>
                  <a:pt x="315" y="132"/>
                  <a:pt x="316" y="130"/>
                  <a:pt x="316" y="128"/>
                </a:cubicBezTo>
                <a:cubicBezTo>
                  <a:pt x="316" y="127"/>
                  <a:pt x="315" y="125"/>
                  <a:pt x="314" y="123"/>
                </a:cubicBezTo>
                <a:cubicBezTo>
                  <a:pt x="314" y="123"/>
                  <a:pt x="314" y="123"/>
                  <a:pt x="314" y="123"/>
                </a:cubicBezTo>
                <a:cubicBezTo>
                  <a:pt x="305" y="115"/>
                  <a:pt x="305" y="115"/>
                  <a:pt x="305" y="115"/>
                </a:cubicBezTo>
                <a:cubicBezTo>
                  <a:pt x="308" y="110"/>
                  <a:pt x="310" y="105"/>
                  <a:pt x="312" y="99"/>
                </a:cubicBezTo>
                <a:cubicBezTo>
                  <a:pt x="324" y="99"/>
                  <a:pt x="324" y="99"/>
                  <a:pt x="324" y="99"/>
                </a:cubicBezTo>
                <a:cubicBezTo>
                  <a:pt x="328" y="99"/>
                  <a:pt x="332" y="96"/>
                  <a:pt x="332" y="92"/>
                </a:cubicBezTo>
                <a:cubicBezTo>
                  <a:pt x="332" y="92"/>
                  <a:pt x="332" y="92"/>
                  <a:pt x="332" y="92"/>
                </a:cubicBezTo>
                <a:lnTo>
                  <a:pt x="332" y="72"/>
                </a:lnTo>
                <a:close/>
                <a:moveTo>
                  <a:pt x="313" y="91"/>
                </a:moveTo>
                <a:cubicBezTo>
                  <a:pt x="305" y="91"/>
                  <a:pt x="305" y="91"/>
                  <a:pt x="305" y="91"/>
                </a:cubicBezTo>
                <a:cubicBezTo>
                  <a:pt x="305" y="94"/>
                  <a:pt x="304" y="97"/>
                  <a:pt x="303" y="99"/>
                </a:cubicBezTo>
                <a:cubicBezTo>
                  <a:pt x="302" y="103"/>
                  <a:pt x="301" y="106"/>
                  <a:pt x="299" y="109"/>
                </a:cubicBezTo>
                <a:cubicBezTo>
                  <a:pt x="298" y="111"/>
                  <a:pt x="297" y="114"/>
                  <a:pt x="295" y="116"/>
                </a:cubicBezTo>
                <a:cubicBezTo>
                  <a:pt x="301" y="122"/>
                  <a:pt x="301" y="122"/>
                  <a:pt x="301" y="122"/>
                </a:cubicBezTo>
                <a:cubicBezTo>
                  <a:pt x="308" y="128"/>
                  <a:pt x="308" y="128"/>
                  <a:pt x="308" y="128"/>
                </a:cubicBezTo>
                <a:cubicBezTo>
                  <a:pt x="295" y="142"/>
                  <a:pt x="295" y="142"/>
                  <a:pt x="295" y="142"/>
                </a:cubicBezTo>
                <a:cubicBezTo>
                  <a:pt x="288" y="135"/>
                  <a:pt x="288" y="135"/>
                  <a:pt x="288" y="135"/>
                </a:cubicBezTo>
                <a:cubicBezTo>
                  <a:pt x="282" y="129"/>
                  <a:pt x="282" y="129"/>
                  <a:pt x="282" y="129"/>
                </a:cubicBezTo>
                <a:cubicBezTo>
                  <a:pt x="280" y="131"/>
                  <a:pt x="277" y="132"/>
                  <a:pt x="275" y="133"/>
                </a:cubicBezTo>
                <a:cubicBezTo>
                  <a:pt x="272" y="135"/>
                  <a:pt x="269" y="136"/>
                  <a:pt x="266" y="137"/>
                </a:cubicBezTo>
                <a:cubicBezTo>
                  <a:pt x="263" y="138"/>
                  <a:pt x="261" y="138"/>
                  <a:pt x="258" y="139"/>
                </a:cubicBezTo>
                <a:cubicBezTo>
                  <a:pt x="258" y="155"/>
                  <a:pt x="258" y="155"/>
                  <a:pt x="258" y="155"/>
                </a:cubicBezTo>
                <a:cubicBezTo>
                  <a:pt x="239" y="155"/>
                  <a:pt x="239" y="155"/>
                  <a:pt x="239" y="155"/>
                </a:cubicBezTo>
                <a:cubicBezTo>
                  <a:pt x="239" y="139"/>
                  <a:pt x="239" y="139"/>
                  <a:pt x="239" y="139"/>
                </a:cubicBezTo>
                <a:cubicBezTo>
                  <a:pt x="237" y="138"/>
                  <a:pt x="234" y="138"/>
                  <a:pt x="231" y="137"/>
                </a:cubicBezTo>
                <a:cubicBezTo>
                  <a:pt x="228" y="136"/>
                  <a:pt x="225" y="134"/>
                  <a:pt x="222" y="133"/>
                </a:cubicBezTo>
                <a:cubicBezTo>
                  <a:pt x="220" y="132"/>
                  <a:pt x="218" y="130"/>
                  <a:pt x="216" y="129"/>
                </a:cubicBezTo>
                <a:cubicBezTo>
                  <a:pt x="210" y="134"/>
                  <a:pt x="210" y="134"/>
                  <a:pt x="210" y="134"/>
                </a:cubicBezTo>
                <a:cubicBezTo>
                  <a:pt x="204" y="141"/>
                  <a:pt x="204" y="141"/>
                  <a:pt x="204" y="141"/>
                </a:cubicBezTo>
                <a:cubicBezTo>
                  <a:pt x="191" y="128"/>
                  <a:pt x="191" y="128"/>
                  <a:pt x="191" y="128"/>
                </a:cubicBezTo>
                <a:cubicBezTo>
                  <a:pt x="197" y="121"/>
                  <a:pt x="197" y="121"/>
                  <a:pt x="197" y="121"/>
                </a:cubicBezTo>
                <a:cubicBezTo>
                  <a:pt x="203" y="116"/>
                  <a:pt x="203" y="116"/>
                  <a:pt x="203" y="116"/>
                </a:cubicBezTo>
                <a:cubicBezTo>
                  <a:pt x="201" y="113"/>
                  <a:pt x="200" y="111"/>
                  <a:pt x="198" y="109"/>
                </a:cubicBezTo>
                <a:cubicBezTo>
                  <a:pt x="197" y="106"/>
                  <a:pt x="196" y="103"/>
                  <a:pt x="195" y="100"/>
                </a:cubicBezTo>
                <a:cubicBezTo>
                  <a:pt x="194" y="97"/>
                  <a:pt x="193" y="95"/>
                  <a:pt x="193" y="92"/>
                </a:cubicBezTo>
                <a:cubicBezTo>
                  <a:pt x="185" y="92"/>
                  <a:pt x="185" y="92"/>
                  <a:pt x="185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73"/>
                  <a:pt x="176" y="73"/>
                  <a:pt x="176" y="73"/>
                </a:cubicBezTo>
                <a:cubicBezTo>
                  <a:pt x="184" y="73"/>
                  <a:pt x="184" y="73"/>
                  <a:pt x="184" y="73"/>
                </a:cubicBezTo>
                <a:cubicBezTo>
                  <a:pt x="193" y="73"/>
                  <a:pt x="193" y="73"/>
                  <a:pt x="193" y="73"/>
                </a:cubicBezTo>
                <a:cubicBezTo>
                  <a:pt x="193" y="71"/>
                  <a:pt x="194" y="68"/>
                  <a:pt x="194" y="65"/>
                </a:cubicBezTo>
                <a:cubicBezTo>
                  <a:pt x="195" y="62"/>
                  <a:pt x="197" y="59"/>
                  <a:pt x="198" y="56"/>
                </a:cubicBezTo>
                <a:cubicBezTo>
                  <a:pt x="200" y="53"/>
                  <a:pt x="201" y="51"/>
                  <a:pt x="203" y="49"/>
                </a:cubicBezTo>
                <a:cubicBezTo>
                  <a:pt x="197" y="43"/>
                  <a:pt x="197" y="43"/>
                  <a:pt x="197" y="43"/>
                </a:cubicBezTo>
                <a:cubicBezTo>
                  <a:pt x="190" y="37"/>
                  <a:pt x="190" y="37"/>
                  <a:pt x="190" y="37"/>
                </a:cubicBezTo>
                <a:cubicBezTo>
                  <a:pt x="203" y="24"/>
                  <a:pt x="203" y="24"/>
                  <a:pt x="203" y="24"/>
                </a:cubicBezTo>
                <a:cubicBezTo>
                  <a:pt x="210" y="30"/>
                  <a:pt x="210" y="30"/>
                  <a:pt x="210" y="30"/>
                </a:cubicBezTo>
                <a:cubicBezTo>
                  <a:pt x="216" y="36"/>
                  <a:pt x="216" y="36"/>
                  <a:pt x="216" y="36"/>
                </a:cubicBezTo>
                <a:cubicBezTo>
                  <a:pt x="218" y="34"/>
                  <a:pt x="220" y="33"/>
                  <a:pt x="223" y="31"/>
                </a:cubicBezTo>
                <a:cubicBezTo>
                  <a:pt x="226" y="30"/>
                  <a:pt x="228" y="29"/>
                  <a:pt x="231" y="28"/>
                </a:cubicBezTo>
                <a:cubicBezTo>
                  <a:pt x="234" y="27"/>
                  <a:pt x="237" y="26"/>
                  <a:pt x="239" y="26"/>
                </a:cubicBezTo>
                <a:cubicBezTo>
                  <a:pt x="239" y="18"/>
                  <a:pt x="239" y="18"/>
                  <a:pt x="239" y="18"/>
                </a:cubicBezTo>
                <a:cubicBezTo>
                  <a:pt x="239" y="8"/>
                  <a:pt x="239" y="8"/>
                  <a:pt x="239" y="8"/>
                </a:cubicBezTo>
                <a:cubicBezTo>
                  <a:pt x="258" y="8"/>
                  <a:pt x="258" y="8"/>
                  <a:pt x="258" y="8"/>
                </a:cubicBezTo>
                <a:cubicBezTo>
                  <a:pt x="258" y="18"/>
                  <a:pt x="258" y="18"/>
                  <a:pt x="258" y="18"/>
                </a:cubicBezTo>
                <a:cubicBezTo>
                  <a:pt x="258" y="26"/>
                  <a:pt x="258" y="26"/>
                  <a:pt x="258" y="26"/>
                </a:cubicBezTo>
                <a:cubicBezTo>
                  <a:pt x="261" y="26"/>
                  <a:pt x="263" y="27"/>
                  <a:pt x="266" y="28"/>
                </a:cubicBezTo>
                <a:cubicBezTo>
                  <a:pt x="269" y="29"/>
                  <a:pt x="272" y="30"/>
                  <a:pt x="275" y="32"/>
                </a:cubicBezTo>
                <a:cubicBezTo>
                  <a:pt x="278" y="33"/>
                  <a:pt x="280" y="34"/>
                  <a:pt x="282" y="36"/>
                </a:cubicBezTo>
                <a:cubicBezTo>
                  <a:pt x="288" y="30"/>
                  <a:pt x="288" y="30"/>
                  <a:pt x="288" y="30"/>
                </a:cubicBezTo>
                <a:cubicBezTo>
                  <a:pt x="296" y="23"/>
                  <a:pt x="296" y="23"/>
                  <a:pt x="296" y="23"/>
                </a:cubicBezTo>
                <a:cubicBezTo>
                  <a:pt x="309" y="36"/>
                  <a:pt x="309" y="36"/>
                  <a:pt x="309" y="36"/>
                </a:cubicBezTo>
                <a:cubicBezTo>
                  <a:pt x="301" y="43"/>
                  <a:pt x="301" y="43"/>
                  <a:pt x="301" y="43"/>
                </a:cubicBezTo>
                <a:cubicBezTo>
                  <a:pt x="295" y="49"/>
                  <a:pt x="295" y="49"/>
                  <a:pt x="295" y="49"/>
                </a:cubicBezTo>
                <a:cubicBezTo>
                  <a:pt x="297" y="51"/>
                  <a:pt x="298" y="54"/>
                  <a:pt x="300" y="56"/>
                </a:cubicBezTo>
                <a:cubicBezTo>
                  <a:pt x="301" y="59"/>
                  <a:pt x="302" y="62"/>
                  <a:pt x="303" y="65"/>
                </a:cubicBezTo>
                <a:cubicBezTo>
                  <a:pt x="304" y="67"/>
                  <a:pt x="305" y="70"/>
                  <a:pt x="305" y="73"/>
                </a:cubicBezTo>
                <a:cubicBezTo>
                  <a:pt x="313" y="73"/>
                  <a:pt x="313" y="73"/>
                  <a:pt x="313" y="73"/>
                </a:cubicBezTo>
                <a:cubicBezTo>
                  <a:pt x="323" y="73"/>
                  <a:pt x="323" y="73"/>
                  <a:pt x="323" y="73"/>
                </a:cubicBezTo>
                <a:cubicBezTo>
                  <a:pt x="324" y="91"/>
                  <a:pt x="324" y="91"/>
                  <a:pt x="324" y="91"/>
                </a:cubicBezTo>
                <a:lnTo>
                  <a:pt x="313" y="91"/>
                </a:lnTo>
                <a:close/>
                <a:moveTo>
                  <a:pt x="262" y="295"/>
                </a:moveTo>
                <a:cubicBezTo>
                  <a:pt x="280" y="295"/>
                  <a:pt x="295" y="280"/>
                  <a:pt x="295" y="262"/>
                </a:cubicBezTo>
                <a:cubicBezTo>
                  <a:pt x="295" y="244"/>
                  <a:pt x="280" y="229"/>
                  <a:pt x="262" y="229"/>
                </a:cubicBezTo>
                <a:cubicBezTo>
                  <a:pt x="243" y="229"/>
                  <a:pt x="229" y="244"/>
                  <a:pt x="228" y="262"/>
                </a:cubicBezTo>
                <a:cubicBezTo>
                  <a:pt x="229" y="280"/>
                  <a:pt x="243" y="295"/>
                  <a:pt x="262" y="295"/>
                </a:cubicBezTo>
                <a:close/>
                <a:moveTo>
                  <a:pt x="262" y="241"/>
                </a:moveTo>
                <a:cubicBezTo>
                  <a:pt x="273" y="241"/>
                  <a:pt x="283" y="251"/>
                  <a:pt x="283" y="262"/>
                </a:cubicBezTo>
                <a:cubicBezTo>
                  <a:pt x="283" y="274"/>
                  <a:pt x="273" y="283"/>
                  <a:pt x="262" y="283"/>
                </a:cubicBezTo>
                <a:cubicBezTo>
                  <a:pt x="250" y="283"/>
                  <a:pt x="241" y="274"/>
                  <a:pt x="241" y="262"/>
                </a:cubicBezTo>
                <a:cubicBezTo>
                  <a:pt x="241" y="251"/>
                  <a:pt x="250" y="241"/>
                  <a:pt x="262" y="241"/>
                </a:cubicBezTo>
                <a:close/>
                <a:moveTo>
                  <a:pt x="324" y="249"/>
                </a:moveTo>
                <a:cubicBezTo>
                  <a:pt x="324" y="249"/>
                  <a:pt x="324" y="249"/>
                  <a:pt x="324" y="249"/>
                </a:cubicBezTo>
                <a:cubicBezTo>
                  <a:pt x="314" y="249"/>
                  <a:pt x="314" y="249"/>
                  <a:pt x="314" y="249"/>
                </a:cubicBezTo>
                <a:cubicBezTo>
                  <a:pt x="313" y="245"/>
                  <a:pt x="311" y="241"/>
                  <a:pt x="309" y="237"/>
                </a:cubicBezTo>
                <a:cubicBezTo>
                  <a:pt x="316" y="229"/>
                  <a:pt x="316" y="229"/>
                  <a:pt x="316" y="229"/>
                </a:cubicBezTo>
                <a:cubicBezTo>
                  <a:pt x="318" y="228"/>
                  <a:pt x="318" y="226"/>
                  <a:pt x="318" y="225"/>
                </a:cubicBezTo>
                <a:cubicBezTo>
                  <a:pt x="318" y="223"/>
                  <a:pt x="318" y="222"/>
                  <a:pt x="316" y="221"/>
                </a:cubicBezTo>
                <a:cubicBezTo>
                  <a:pt x="305" y="209"/>
                  <a:pt x="305" y="209"/>
                  <a:pt x="305" y="209"/>
                </a:cubicBezTo>
                <a:cubicBezTo>
                  <a:pt x="304" y="208"/>
                  <a:pt x="302" y="207"/>
                  <a:pt x="301" y="207"/>
                </a:cubicBezTo>
                <a:cubicBezTo>
                  <a:pt x="299" y="207"/>
                  <a:pt x="297" y="208"/>
                  <a:pt x="296" y="209"/>
                </a:cubicBezTo>
                <a:cubicBezTo>
                  <a:pt x="296" y="209"/>
                  <a:pt x="296" y="209"/>
                  <a:pt x="296" y="209"/>
                </a:cubicBezTo>
                <a:cubicBezTo>
                  <a:pt x="289" y="217"/>
                  <a:pt x="289" y="217"/>
                  <a:pt x="289" y="217"/>
                </a:cubicBezTo>
                <a:cubicBezTo>
                  <a:pt x="285" y="215"/>
                  <a:pt x="281" y="213"/>
                  <a:pt x="276" y="212"/>
                </a:cubicBezTo>
                <a:cubicBezTo>
                  <a:pt x="276" y="202"/>
                  <a:pt x="276" y="202"/>
                  <a:pt x="276" y="202"/>
                </a:cubicBezTo>
                <a:cubicBezTo>
                  <a:pt x="276" y="198"/>
                  <a:pt x="273" y="195"/>
                  <a:pt x="270" y="195"/>
                </a:cubicBezTo>
                <a:cubicBezTo>
                  <a:pt x="254" y="195"/>
                  <a:pt x="254" y="195"/>
                  <a:pt x="254" y="195"/>
                </a:cubicBezTo>
                <a:cubicBezTo>
                  <a:pt x="251" y="195"/>
                  <a:pt x="248" y="198"/>
                  <a:pt x="248" y="20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48" y="219"/>
                  <a:pt x="248" y="219"/>
                  <a:pt x="248" y="219"/>
                </a:cubicBezTo>
                <a:cubicBezTo>
                  <a:pt x="250" y="218"/>
                  <a:pt x="252" y="217"/>
                  <a:pt x="254" y="217"/>
                </a:cubicBezTo>
                <a:cubicBezTo>
                  <a:pt x="254" y="210"/>
                  <a:pt x="254" y="210"/>
                  <a:pt x="254" y="210"/>
                </a:cubicBezTo>
                <a:cubicBezTo>
                  <a:pt x="254" y="202"/>
                  <a:pt x="254" y="202"/>
                  <a:pt x="254" y="202"/>
                </a:cubicBezTo>
                <a:cubicBezTo>
                  <a:pt x="270" y="202"/>
                  <a:pt x="270" y="202"/>
                  <a:pt x="270" y="202"/>
                </a:cubicBezTo>
                <a:cubicBezTo>
                  <a:pt x="270" y="210"/>
                  <a:pt x="270" y="210"/>
                  <a:pt x="270" y="210"/>
                </a:cubicBezTo>
                <a:cubicBezTo>
                  <a:pt x="270" y="217"/>
                  <a:pt x="270" y="217"/>
                  <a:pt x="270" y="217"/>
                </a:cubicBezTo>
                <a:cubicBezTo>
                  <a:pt x="272" y="217"/>
                  <a:pt x="274" y="218"/>
                  <a:pt x="276" y="219"/>
                </a:cubicBezTo>
                <a:cubicBezTo>
                  <a:pt x="279" y="219"/>
                  <a:pt x="282" y="220"/>
                  <a:pt x="284" y="222"/>
                </a:cubicBezTo>
                <a:cubicBezTo>
                  <a:pt x="286" y="223"/>
                  <a:pt x="288" y="224"/>
                  <a:pt x="290" y="225"/>
                </a:cubicBezTo>
                <a:cubicBezTo>
                  <a:pt x="294" y="221"/>
                  <a:pt x="294" y="221"/>
                  <a:pt x="294" y="221"/>
                </a:cubicBezTo>
                <a:cubicBezTo>
                  <a:pt x="301" y="214"/>
                  <a:pt x="301" y="214"/>
                  <a:pt x="301" y="214"/>
                </a:cubicBezTo>
                <a:cubicBezTo>
                  <a:pt x="311" y="225"/>
                  <a:pt x="311" y="225"/>
                  <a:pt x="311" y="225"/>
                </a:cubicBezTo>
                <a:cubicBezTo>
                  <a:pt x="305" y="231"/>
                  <a:pt x="305" y="231"/>
                  <a:pt x="305" y="231"/>
                </a:cubicBezTo>
                <a:cubicBezTo>
                  <a:pt x="300" y="236"/>
                  <a:pt x="300" y="236"/>
                  <a:pt x="300" y="236"/>
                </a:cubicBezTo>
                <a:cubicBezTo>
                  <a:pt x="302" y="238"/>
                  <a:pt x="303" y="240"/>
                  <a:pt x="304" y="242"/>
                </a:cubicBezTo>
                <a:cubicBezTo>
                  <a:pt x="305" y="244"/>
                  <a:pt x="306" y="247"/>
                  <a:pt x="307" y="249"/>
                </a:cubicBezTo>
                <a:cubicBezTo>
                  <a:pt x="308" y="251"/>
                  <a:pt x="308" y="253"/>
                  <a:pt x="308" y="256"/>
                </a:cubicBezTo>
                <a:cubicBezTo>
                  <a:pt x="315" y="256"/>
                  <a:pt x="315" y="256"/>
                  <a:pt x="315" y="256"/>
                </a:cubicBezTo>
                <a:cubicBezTo>
                  <a:pt x="323" y="256"/>
                  <a:pt x="323" y="256"/>
                  <a:pt x="323" y="256"/>
                </a:cubicBezTo>
                <a:cubicBezTo>
                  <a:pt x="324" y="271"/>
                  <a:pt x="324" y="271"/>
                  <a:pt x="324" y="271"/>
                </a:cubicBezTo>
                <a:cubicBezTo>
                  <a:pt x="315" y="271"/>
                  <a:pt x="315" y="271"/>
                  <a:pt x="315" y="271"/>
                </a:cubicBezTo>
                <a:cubicBezTo>
                  <a:pt x="309" y="271"/>
                  <a:pt x="309" y="271"/>
                  <a:pt x="309" y="271"/>
                </a:cubicBezTo>
                <a:cubicBezTo>
                  <a:pt x="308" y="273"/>
                  <a:pt x="308" y="275"/>
                  <a:pt x="307" y="277"/>
                </a:cubicBezTo>
                <a:cubicBezTo>
                  <a:pt x="306" y="280"/>
                  <a:pt x="305" y="283"/>
                  <a:pt x="304" y="285"/>
                </a:cubicBezTo>
                <a:cubicBezTo>
                  <a:pt x="303" y="287"/>
                  <a:pt x="301" y="289"/>
                  <a:pt x="300" y="291"/>
                </a:cubicBezTo>
                <a:cubicBezTo>
                  <a:pt x="305" y="296"/>
                  <a:pt x="305" y="296"/>
                  <a:pt x="305" y="296"/>
                </a:cubicBezTo>
                <a:cubicBezTo>
                  <a:pt x="310" y="301"/>
                  <a:pt x="310" y="301"/>
                  <a:pt x="310" y="301"/>
                </a:cubicBezTo>
                <a:cubicBezTo>
                  <a:pt x="300" y="312"/>
                  <a:pt x="300" y="312"/>
                  <a:pt x="300" y="312"/>
                </a:cubicBezTo>
                <a:cubicBezTo>
                  <a:pt x="294" y="306"/>
                  <a:pt x="294" y="306"/>
                  <a:pt x="294" y="306"/>
                </a:cubicBezTo>
                <a:cubicBezTo>
                  <a:pt x="289" y="302"/>
                  <a:pt x="289" y="302"/>
                  <a:pt x="289" y="302"/>
                </a:cubicBezTo>
                <a:cubicBezTo>
                  <a:pt x="287" y="303"/>
                  <a:pt x="285" y="304"/>
                  <a:pt x="283" y="305"/>
                </a:cubicBezTo>
                <a:cubicBezTo>
                  <a:pt x="281" y="306"/>
                  <a:pt x="279" y="307"/>
                  <a:pt x="276" y="308"/>
                </a:cubicBezTo>
                <a:cubicBezTo>
                  <a:pt x="274" y="309"/>
                  <a:pt x="272" y="309"/>
                  <a:pt x="270" y="310"/>
                </a:cubicBezTo>
                <a:cubicBezTo>
                  <a:pt x="270" y="323"/>
                  <a:pt x="270" y="323"/>
                  <a:pt x="270" y="323"/>
                </a:cubicBezTo>
                <a:cubicBezTo>
                  <a:pt x="254" y="323"/>
                  <a:pt x="254" y="323"/>
                  <a:pt x="254" y="323"/>
                </a:cubicBezTo>
                <a:cubicBezTo>
                  <a:pt x="254" y="310"/>
                  <a:pt x="254" y="310"/>
                  <a:pt x="254" y="310"/>
                </a:cubicBezTo>
                <a:cubicBezTo>
                  <a:pt x="252" y="309"/>
                  <a:pt x="250" y="309"/>
                  <a:pt x="248" y="308"/>
                </a:cubicBezTo>
                <a:cubicBezTo>
                  <a:pt x="245" y="307"/>
                  <a:pt x="243" y="306"/>
                  <a:pt x="240" y="305"/>
                </a:cubicBezTo>
                <a:cubicBezTo>
                  <a:pt x="238" y="304"/>
                  <a:pt x="237" y="303"/>
                  <a:pt x="235" y="301"/>
                </a:cubicBezTo>
                <a:cubicBezTo>
                  <a:pt x="230" y="306"/>
                  <a:pt x="230" y="306"/>
                  <a:pt x="230" y="306"/>
                </a:cubicBezTo>
                <a:cubicBezTo>
                  <a:pt x="225" y="311"/>
                  <a:pt x="225" y="311"/>
                  <a:pt x="225" y="311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1" y="316"/>
                  <a:pt x="221" y="316"/>
                  <a:pt x="221" y="316"/>
                </a:cubicBezTo>
                <a:cubicBezTo>
                  <a:pt x="222" y="317"/>
                  <a:pt x="224" y="318"/>
                  <a:pt x="225" y="318"/>
                </a:cubicBezTo>
                <a:cubicBezTo>
                  <a:pt x="227" y="318"/>
                  <a:pt x="228" y="317"/>
                  <a:pt x="229" y="316"/>
                </a:cubicBezTo>
                <a:cubicBezTo>
                  <a:pt x="236" y="310"/>
                  <a:pt x="236" y="310"/>
                  <a:pt x="236" y="310"/>
                </a:cubicBezTo>
                <a:cubicBezTo>
                  <a:pt x="239" y="312"/>
                  <a:pt x="243" y="314"/>
                  <a:pt x="248" y="315"/>
                </a:cubicBezTo>
                <a:cubicBezTo>
                  <a:pt x="248" y="324"/>
                  <a:pt x="248" y="324"/>
                  <a:pt x="248" y="324"/>
                </a:cubicBezTo>
                <a:cubicBezTo>
                  <a:pt x="248" y="327"/>
                  <a:pt x="251" y="330"/>
                  <a:pt x="254" y="330"/>
                </a:cubicBezTo>
                <a:cubicBezTo>
                  <a:pt x="270" y="330"/>
                  <a:pt x="270" y="330"/>
                  <a:pt x="270" y="330"/>
                </a:cubicBezTo>
                <a:cubicBezTo>
                  <a:pt x="273" y="330"/>
                  <a:pt x="276" y="327"/>
                  <a:pt x="276" y="324"/>
                </a:cubicBezTo>
                <a:cubicBezTo>
                  <a:pt x="276" y="315"/>
                  <a:pt x="276" y="315"/>
                  <a:pt x="276" y="315"/>
                </a:cubicBezTo>
                <a:cubicBezTo>
                  <a:pt x="280" y="314"/>
                  <a:pt x="285" y="312"/>
                  <a:pt x="288" y="310"/>
                </a:cubicBezTo>
                <a:cubicBezTo>
                  <a:pt x="295" y="317"/>
                  <a:pt x="295" y="317"/>
                  <a:pt x="295" y="317"/>
                </a:cubicBezTo>
                <a:cubicBezTo>
                  <a:pt x="297" y="318"/>
                  <a:pt x="298" y="319"/>
                  <a:pt x="300" y="319"/>
                </a:cubicBezTo>
                <a:cubicBezTo>
                  <a:pt x="300" y="319"/>
                  <a:pt x="300" y="319"/>
                  <a:pt x="300" y="319"/>
                </a:cubicBezTo>
                <a:cubicBezTo>
                  <a:pt x="301" y="319"/>
                  <a:pt x="303" y="318"/>
                  <a:pt x="304" y="317"/>
                </a:cubicBezTo>
                <a:cubicBezTo>
                  <a:pt x="315" y="306"/>
                  <a:pt x="315" y="306"/>
                  <a:pt x="315" y="306"/>
                </a:cubicBezTo>
                <a:cubicBezTo>
                  <a:pt x="317" y="304"/>
                  <a:pt x="317" y="303"/>
                  <a:pt x="317" y="301"/>
                </a:cubicBezTo>
                <a:cubicBezTo>
                  <a:pt x="317" y="300"/>
                  <a:pt x="317" y="298"/>
                  <a:pt x="315" y="297"/>
                </a:cubicBezTo>
                <a:cubicBezTo>
                  <a:pt x="315" y="297"/>
                  <a:pt x="315" y="297"/>
                  <a:pt x="315" y="297"/>
                </a:cubicBezTo>
                <a:cubicBezTo>
                  <a:pt x="309" y="290"/>
                  <a:pt x="309" y="290"/>
                  <a:pt x="309" y="290"/>
                </a:cubicBezTo>
                <a:cubicBezTo>
                  <a:pt x="311" y="286"/>
                  <a:pt x="313" y="282"/>
                  <a:pt x="314" y="277"/>
                </a:cubicBezTo>
                <a:cubicBezTo>
                  <a:pt x="324" y="277"/>
                  <a:pt x="324" y="277"/>
                  <a:pt x="324" y="277"/>
                </a:cubicBezTo>
                <a:cubicBezTo>
                  <a:pt x="327" y="277"/>
                  <a:pt x="330" y="275"/>
                  <a:pt x="330" y="271"/>
                </a:cubicBezTo>
                <a:cubicBezTo>
                  <a:pt x="330" y="271"/>
                  <a:pt x="330" y="271"/>
                  <a:pt x="330" y="271"/>
                </a:cubicBezTo>
                <a:cubicBezTo>
                  <a:pt x="330" y="255"/>
                  <a:pt x="330" y="255"/>
                  <a:pt x="330" y="255"/>
                </a:cubicBezTo>
                <a:cubicBezTo>
                  <a:pt x="330" y="252"/>
                  <a:pt x="327" y="249"/>
                  <a:pt x="324" y="249"/>
                </a:cubicBezTo>
                <a:close/>
                <a:moveTo>
                  <a:pt x="223" y="243"/>
                </a:moveTo>
                <a:cubicBezTo>
                  <a:pt x="225" y="224"/>
                  <a:pt x="225" y="224"/>
                  <a:pt x="225" y="224"/>
                </a:cubicBezTo>
                <a:cubicBezTo>
                  <a:pt x="225" y="224"/>
                  <a:pt x="225" y="224"/>
                  <a:pt x="225" y="224"/>
                </a:cubicBezTo>
                <a:cubicBezTo>
                  <a:pt x="225" y="219"/>
                  <a:pt x="222" y="216"/>
                  <a:pt x="217" y="216"/>
                </a:cubicBezTo>
                <a:cubicBezTo>
                  <a:pt x="200" y="214"/>
                  <a:pt x="200" y="214"/>
                  <a:pt x="200" y="214"/>
                </a:cubicBezTo>
                <a:cubicBezTo>
                  <a:pt x="200" y="208"/>
                  <a:pt x="199" y="201"/>
                  <a:pt x="197" y="195"/>
                </a:cubicBezTo>
                <a:cubicBezTo>
                  <a:pt x="214" y="186"/>
                  <a:pt x="214" y="186"/>
                  <a:pt x="214" y="186"/>
                </a:cubicBezTo>
                <a:cubicBezTo>
                  <a:pt x="217" y="184"/>
                  <a:pt x="218" y="182"/>
                  <a:pt x="218" y="179"/>
                </a:cubicBezTo>
                <a:cubicBezTo>
                  <a:pt x="218" y="178"/>
                  <a:pt x="218" y="176"/>
                  <a:pt x="217" y="175"/>
                </a:cubicBezTo>
                <a:cubicBezTo>
                  <a:pt x="217" y="175"/>
                  <a:pt x="217" y="175"/>
                  <a:pt x="217" y="175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7" y="156"/>
                  <a:pt x="204" y="154"/>
                  <a:pt x="201" y="154"/>
                </a:cubicBezTo>
                <a:cubicBezTo>
                  <a:pt x="200" y="154"/>
                  <a:pt x="198" y="154"/>
                  <a:pt x="197" y="155"/>
                </a:cubicBezTo>
                <a:cubicBezTo>
                  <a:pt x="181" y="164"/>
                  <a:pt x="181" y="164"/>
                  <a:pt x="181" y="164"/>
                </a:cubicBezTo>
                <a:cubicBezTo>
                  <a:pt x="176" y="158"/>
                  <a:pt x="171" y="153"/>
                  <a:pt x="165" y="148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5" y="133"/>
                  <a:pt x="175" y="131"/>
                  <a:pt x="175" y="130"/>
                </a:cubicBezTo>
                <a:cubicBezTo>
                  <a:pt x="175" y="127"/>
                  <a:pt x="174" y="124"/>
                  <a:pt x="171" y="123"/>
                </a:cubicBezTo>
                <a:cubicBezTo>
                  <a:pt x="171" y="123"/>
                  <a:pt x="171" y="123"/>
                  <a:pt x="171" y="12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54" y="112"/>
                  <a:pt x="152" y="111"/>
                  <a:pt x="151" y="111"/>
                </a:cubicBezTo>
                <a:cubicBezTo>
                  <a:pt x="148" y="111"/>
                  <a:pt x="146" y="113"/>
                  <a:pt x="144" y="115"/>
                </a:cubicBezTo>
                <a:cubicBezTo>
                  <a:pt x="132" y="134"/>
                  <a:pt x="132" y="134"/>
                  <a:pt x="132" y="134"/>
                </a:cubicBezTo>
                <a:cubicBezTo>
                  <a:pt x="126" y="132"/>
                  <a:pt x="120" y="132"/>
                  <a:pt x="113" y="132"/>
                </a:cubicBezTo>
                <a:cubicBezTo>
                  <a:pt x="113" y="132"/>
                  <a:pt x="113" y="132"/>
                  <a:pt x="113" y="132"/>
                </a:cubicBezTo>
                <a:cubicBezTo>
                  <a:pt x="112" y="116"/>
                  <a:pt x="112" y="116"/>
                  <a:pt x="112" y="116"/>
                </a:cubicBezTo>
                <a:cubicBezTo>
                  <a:pt x="112" y="112"/>
                  <a:pt x="109" y="108"/>
                  <a:pt x="105" y="108"/>
                </a:cubicBezTo>
                <a:cubicBezTo>
                  <a:pt x="104" y="108"/>
                  <a:pt x="104" y="108"/>
                  <a:pt x="104" y="108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1" y="110"/>
                  <a:pt x="78" y="113"/>
                  <a:pt x="78" y="118"/>
                </a:cubicBezTo>
                <a:cubicBezTo>
                  <a:pt x="78" y="118"/>
                  <a:pt x="78" y="118"/>
                  <a:pt x="78" y="118"/>
                </a:cubicBezTo>
                <a:cubicBezTo>
                  <a:pt x="80" y="139"/>
                  <a:pt x="80" y="139"/>
                  <a:pt x="80" y="139"/>
                </a:cubicBezTo>
                <a:cubicBezTo>
                  <a:pt x="73" y="141"/>
                  <a:pt x="67" y="145"/>
                  <a:pt x="62" y="149"/>
                </a:cubicBezTo>
                <a:cubicBezTo>
                  <a:pt x="49" y="136"/>
                  <a:pt x="49" y="136"/>
                  <a:pt x="49" y="136"/>
                </a:cubicBezTo>
                <a:cubicBezTo>
                  <a:pt x="47" y="134"/>
                  <a:pt x="45" y="134"/>
                  <a:pt x="43" y="134"/>
                </a:cubicBezTo>
                <a:cubicBezTo>
                  <a:pt x="41" y="134"/>
                  <a:pt x="39" y="135"/>
                  <a:pt x="37" y="136"/>
                </a:cubicBezTo>
                <a:cubicBezTo>
                  <a:pt x="37" y="136"/>
                  <a:pt x="37" y="136"/>
                  <a:pt x="37" y="136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22" y="151"/>
                  <a:pt x="22" y="153"/>
                  <a:pt x="22" y="155"/>
                </a:cubicBezTo>
                <a:cubicBezTo>
                  <a:pt x="22" y="157"/>
                  <a:pt x="22" y="159"/>
                  <a:pt x="24" y="161"/>
                </a:cubicBezTo>
                <a:cubicBezTo>
                  <a:pt x="38" y="175"/>
                  <a:pt x="38" y="175"/>
                  <a:pt x="38" y="175"/>
                </a:cubicBezTo>
                <a:cubicBezTo>
                  <a:pt x="35" y="181"/>
                  <a:pt x="32" y="187"/>
                  <a:pt x="30" y="193"/>
                </a:cubicBezTo>
                <a:cubicBezTo>
                  <a:pt x="15" y="189"/>
                  <a:pt x="15" y="189"/>
                  <a:pt x="15" y="189"/>
                </a:cubicBezTo>
                <a:cubicBezTo>
                  <a:pt x="14" y="189"/>
                  <a:pt x="13" y="188"/>
                  <a:pt x="13" y="188"/>
                </a:cubicBezTo>
                <a:cubicBezTo>
                  <a:pt x="9" y="188"/>
                  <a:pt x="6" y="191"/>
                  <a:pt x="5" y="194"/>
                </a:cubicBezTo>
                <a:cubicBezTo>
                  <a:pt x="0" y="212"/>
                  <a:pt x="0" y="212"/>
                  <a:pt x="0" y="212"/>
                </a:cubicBezTo>
                <a:cubicBezTo>
                  <a:pt x="0" y="213"/>
                  <a:pt x="0" y="213"/>
                  <a:pt x="0" y="214"/>
                </a:cubicBezTo>
                <a:cubicBezTo>
                  <a:pt x="0" y="218"/>
                  <a:pt x="2" y="221"/>
                  <a:pt x="6" y="222"/>
                </a:cubicBezTo>
                <a:cubicBezTo>
                  <a:pt x="27" y="228"/>
                  <a:pt x="27" y="228"/>
                  <a:pt x="27" y="228"/>
                </a:cubicBezTo>
                <a:cubicBezTo>
                  <a:pt x="28" y="233"/>
                  <a:pt x="29" y="239"/>
                  <a:pt x="31" y="244"/>
                </a:cubicBezTo>
                <a:cubicBezTo>
                  <a:pt x="14" y="254"/>
                  <a:pt x="14" y="254"/>
                  <a:pt x="14" y="254"/>
                </a:cubicBezTo>
                <a:cubicBezTo>
                  <a:pt x="11" y="255"/>
                  <a:pt x="10" y="258"/>
                  <a:pt x="10" y="261"/>
                </a:cubicBezTo>
                <a:cubicBezTo>
                  <a:pt x="10" y="262"/>
                  <a:pt x="10" y="263"/>
                  <a:pt x="11" y="264"/>
                </a:cubicBezTo>
                <a:cubicBezTo>
                  <a:pt x="20" y="281"/>
                  <a:pt x="20" y="281"/>
                  <a:pt x="20" y="281"/>
                </a:cubicBezTo>
                <a:cubicBezTo>
                  <a:pt x="21" y="284"/>
                  <a:pt x="24" y="285"/>
                  <a:pt x="27" y="285"/>
                </a:cubicBezTo>
                <a:cubicBezTo>
                  <a:pt x="28" y="285"/>
                  <a:pt x="29" y="285"/>
                  <a:pt x="30" y="284"/>
                </a:cubicBezTo>
                <a:cubicBezTo>
                  <a:pt x="47" y="275"/>
                  <a:pt x="47" y="275"/>
                  <a:pt x="47" y="275"/>
                </a:cubicBezTo>
                <a:cubicBezTo>
                  <a:pt x="52" y="280"/>
                  <a:pt x="56" y="284"/>
                  <a:pt x="61" y="288"/>
                </a:cubicBezTo>
                <a:cubicBezTo>
                  <a:pt x="52" y="303"/>
                  <a:pt x="52" y="303"/>
                  <a:pt x="52" y="303"/>
                </a:cubicBezTo>
                <a:cubicBezTo>
                  <a:pt x="52" y="305"/>
                  <a:pt x="51" y="306"/>
                  <a:pt x="51" y="307"/>
                </a:cubicBezTo>
                <a:cubicBezTo>
                  <a:pt x="51" y="310"/>
                  <a:pt x="53" y="313"/>
                  <a:pt x="55" y="314"/>
                </a:cubicBezTo>
                <a:cubicBezTo>
                  <a:pt x="72" y="324"/>
                  <a:pt x="72" y="324"/>
                  <a:pt x="72" y="324"/>
                </a:cubicBezTo>
                <a:cubicBezTo>
                  <a:pt x="73" y="325"/>
                  <a:pt x="74" y="325"/>
                  <a:pt x="76" y="325"/>
                </a:cubicBezTo>
                <a:cubicBezTo>
                  <a:pt x="76" y="325"/>
                  <a:pt x="76" y="325"/>
                  <a:pt x="76" y="325"/>
                </a:cubicBezTo>
                <a:cubicBezTo>
                  <a:pt x="79" y="325"/>
                  <a:pt x="81" y="324"/>
                  <a:pt x="83" y="321"/>
                </a:cubicBezTo>
                <a:cubicBezTo>
                  <a:pt x="93" y="303"/>
                  <a:pt x="93" y="303"/>
                  <a:pt x="93" y="303"/>
                </a:cubicBezTo>
                <a:cubicBezTo>
                  <a:pt x="99" y="304"/>
                  <a:pt x="106" y="305"/>
                  <a:pt x="112" y="305"/>
                </a:cubicBezTo>
                <a:cubicBezTo>
                  <a:pt x="114" y="323"/>
                  <a:pt x="114" y="323"/>
                  <a:pt x="114" y="323"/>
                </a:cubicBezTo>
                <a:cubicBezTo>
                  <a:pt x="114" y="327"/>
                  <a:pt x="118" y="330"/>
                  <a:pt x="122" y="330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22" y="326"/>
                  <a:pt x="122" y="326"/>
                  <a:pt x="122" y="326"/>
                </a:cubicBezTo>
                <a:cubicBezTo>
                  <a:pt x="122" y="330"/>
                  <a:pt x="122" y="330"/>
                  <a:pt x="122" y="330"/>
                </a:cubicBezTo>
                <a:cubicBezTo>
                  <a:pt x="141" y="328"/>
                  <a:pt x="141" y="328"/>
                  <a:pt x="141" y="328"/>
                </a:cubicBezTo>
                <a:cubicBezTo>
                  <a:pt x="145" y="327"/>
                  <a:pt x="149" y="324"/>
                  <a:pt x="149" y="320"/>
                </a:cubicBezTo>
                <a:cubicBezTo>
                  <a:pt x="149" y="320"/>
                  <a:pt x="149" y="319"/>
                  <a:pt x="149" y="319"/>
                </a:cubicBezTo>
                <a:cubicBezTo>
                  <a:pt x="146" y="299"/>
                  <a:pt x="146" y="299"/>
                  <a:pt x="146" y="299"/>
                </a:cubicBezTo>
                <a:cubicBezTo>
                  <a:pt x="152" y="297"/>
                  <a:pt x="156" y="294"/>
                  <a:pt x="161" y="291"/>
                </a:cubicBezTo>
                <a:cubicBezTo>
                  <a:pt x="175" y="305"/>
                  <a:pt x="175" y="305"/>
                  <a:pt x="175" y="305"/>
                </a:cubicBezTo>
                <a:cubicBezTo>
                  <a:pt x="177" y="306"/>
                  <a:pt x="179" y="307"/>
                  <a:pt x="181" y="307"/>
                </a:cubicBezTo>
                <a:cubicBezTo>
                  <a:pt x="181" y="307"/>
                  <a:pt x="181" y="307"/>
                  <a:pt x="181" y="307"/>
                </a:cubicBezTo>
                <a:cubicBezTo>
                  <a:pt x="183" y="307"/>
                  <a:pt x="185" y="306"/>
                  <a:pt x="186" y="305"/>
                </a:cubicBezTo>
                <a:cubicBezTo>
                  <a:pt x="200" y="291"/>
                  <a:pt x="200" y="291"/>
                  <a:pt x="200" y="291"/>
                </a:cubicBezTo>
                <a:cubicBezTo>
                  <a:pt x="201" y="290"/>
                  <a:pt x="202" y="288"/>
                  <a:pt x="202" y="286"/>
                </a:cubicBezTo>
                <a:cubicBezTo>
                  <a:pt x="202" y="284"/>
                  <a:pt x="201" y="281"/>
                  <a:pt x="199" y="280"/>
                </a:cubicBezTo>
                <a:cubicBezTo>
                  <a:pt x="186" y="266"/>
                  <a:pt x="186" y="266"/>
                  <a:pt x="186" y="266"/>
                </a:cubicBezTo>
                <a:cubicBezTo>
                  <a:pt x="189" y="261"/>
                  <a:pt x="192" y="255"/>
                  <a:pt x="195" y="249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5" y="251"/>
                  <a:pt x="215" y="251"/>
                  <a:pt x="215" y="251"/>
                </a:cubicBezTo>
                <a:cubicBezTo>
                  <a:pt x="216" y="251"/>
                  <a:pt x="216" y="251"/>
                  <a:pt x="216" y="251"/>
                </a:cubicBezTo>
                <a:cubicBezTo>
                  <a:pt x="220" y="251"/>
                  <a:pt x="223" y="247"/>
                  <a:pt x="223" y="243"/>
                </a:cubicBezTo>
                <a:close/>
                <a:moveTo>
                  <a:pt x="217" y="224"/>
                </a:moveTo>
                <a:cubicBezTo>
                  <a:pt x="215" y="243"/>
                  <a:pt x="215" y="243"/>
                  <a:pt x="215" y="243"/>
                </a:cubicBezTo>
                <a:cubicBezTo>
                  <a:pt x="215" y="243"/>
                  <a:pt x="215" y="243"/>
                  <a:pt x="215" y="243"/>
                </a:cubicBezTo>
                <a:cubicBezTo>
                  <a:pt x="197" y="241"/>
                  <a:pt x="197" y="241"/>
                  <a:pt x="197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88" y="243"/>
                  <a:pt x="187" y="246"/>
                  <a:pt x="186" y="248"/>
                </a:cubicBezTo>
                <a:cubicBezTo>
                  <a:pt x="185" y="253"/>
                  <a:pt x="182" y="257"/>
                  <a:pt x="180" y="261"/>
                </a:cubicBezTo>
                <a:cubicBezTo>
                  <a:pt x="179" y="263"/>
                  <a:pt x="177" y="265"/>
                  <a:pt x="175" y="267"/>
                </a:cubicBezTo>
                <a:cubicBezTo>
                  <a:pt x="181" y="273"/>
                  <a:pt x="181" y="273"/>
                  <a:pt x="181" y="273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94" y="286"/>
                  <a:pt x="194" y="286"/>
                  <a:pt x="194" y="286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81" y="299"/>
                  <a:pt x="181" y="299"/>
                  <a:pt x="181" y="299"/>
                </a:cubicBezTo>
                <a:cubicBezTo>
                  <a:pt x="168" y="286"/>
                  <a:pt x="168" y="286"/>
                  <a:pt x="168" y="286"/>
                </a:cubicBezTo>
                <a:cubicBezTo>
                  <a:pt x="162" y="281"/>
                  <a:pt x="162" y="281"/>
                  <a:pt x="162" y="281"/>
                </a:cubicBezTo>
                <a:cubicBezTo>
                  <a:pt x="160" y="282"/>
                  <a:pt x="157" y="284"/>
                  <a:pt x="155" y="285"/>
                </a:cubicBezTo>
                <a:cubicBezTo>
                  <a:pt x="152" y="287"/>
                  <a:pt x="149" y="289"/>
                  <a:pt x="146" y="290"/>
                </a:cubicBezTo>
                <a:cubicBezTo>
                  <a:pt x="143" y="292"/>
                  <a:pt x="140" y="293"/>
                  <a:pt x="138" y="293"/>
                </a:cubicBezTo>
                <a:cubicBezTo>
                  <a:pt x="139" y="302"/>
                  <a:pt x="139" y="302"/>
                  <a:pt x="139" y="302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41" y="320"/>
                  <a:pt x="141" y="320"/>
                  <a:pt x="141" y="320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2" y="322"/>
                  <a:pt x="122" y="322"/>
                  <a:pt x="122" y="322"/>
                </a:cubicBezTo>
                <a:cubicBezTo>
                  <a:pt x="120" y="305"/>
                  <a:pt x="120" y="305"/>
                  <a:pt x="120" y="305"/>
                </a:cubicBezTo>
                <a:cubicBezTo>
                  <a:pt x="119" y="297"/>
                  <a:pt x="119" y="297"/>
                  <a:pt x="119" y="297"/>
                </a:cubicBezTo>
                <a:cubicBezTo>
                  <a:pt x="117" y="297"/>
                  <a:pt x="115" y="297"/>
                  <a:pt x="113" y="297"/>
                </a:cubicBezTo>
                <a:cubicBezTo>
                  <a:pt x="113" y="297"/>
                  <a:pt x="112" y="297"/>
                  <a:pt x="111" y="297"/>
                </a:cubicBezTo>
                <a:cubicBezTo>
                  <a:pt x="106" y="297"/>
                  <a:pt x="102" y="297"/>
                  <a:pt x="98" y="296"/>
                </a:cubicBezTo>
                <a:cubicBezTo>
                  <a:pt x="95" y="295"/>
                  <a:pt x="92" y="294"/>
                  <a:pt x="90" y="294"/>
                </a:cubicBezTo>
                <a:cubicBezTo>
                  <a:pt x="85" y="301"/>
                  <a:pt x="85" y="301"/>
                  <a:pt x="85" y="301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76" y="317"/>
                  <a:pt x="76" y="317"/>
                  <a:pt x="76" y="31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59" y="307"/>
                  <a:pt x="59" y="307"/>
                  <a:pt x="59" y="307"/>
                </a:cubicBezTo>
                <a:cubicBezTo>
                  <a:pt x="68" y="293"/>
                  <a:pt x="68" y="293"/>
                  <a:pt x="68" y="293"/>
                </a:cubicBezTo>
                <a:cubicBezTo>
                  <a:pt x="72" y="286"/>
                  <a:pt x="72" y="286"/>
                  <a:pt x="72" y="286"/>
                </a:cubicBezTo>
                <a:cubicBezTo>
                  <a:pt x="70" y="284"/>
                  <a:pt x="68" y="283"/>
                  <a:pt x="66" y="281"/>
                </a:cubicBezTo>
                <a:cubicBezTo>
                  <a:pt x="62" y="278"/>
                  <a:pt x="58" y="275"/>
                  <a:pt x="55" y="271"/>
                </a:cubicBezTo>
                <a:cubicBezTo>
                  <a:pt x="53" y="269"/>
                  <a:pt x="51" y="267"/>
                  <a:pt x="50" y="265"/>
                </a:cubicBezTo>
                <a:cubicBezTo>
                  <a:pt x="43" y="269"/>
                  <a:pt x="43" y="269"/>
                  <a:pt x="43" y="269"/>
                </a:cubicBezTo>
                <a:cubicBezTo>
                  <a:pt x="27" y="277"/>
                  <a:pt x="27" y="277"/>
                  <a:pt x="27" y="277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18" y="261"/>
                  <a:pt x="18" y="261"/>
                  <a:pt x="18" y="261"/>
                </a:cubicBezTo>
                <a:cubicBezTo>
                  <a:pt x="33" y="252"/>
                  <a:pt x="33" y="252"/>
                  <a:pt x="33" y="252"/>
                </a:cubicBezTo>
                <a:cubicBezTo>
                  <a:pt x="40" y="248"/>
                  <a:pt x="40" y="248"/>
                  <a:pt x="40" y="248"/>
                </a:cubicBezTo>
                <a:cubicBezTo>
                  <a:pt x="39" y="246"/>
                  <a:pt x="39" y="243"/>
                  <a:pt x="38" y="240"/>
                </a:cubicBezTo>
                <a:cubicBezTo>
                  <a:pt x="37" y="237"/>
                  <a:pt x="36" y="233"/>
                  <a:pt x="36" y="230"/>
                </a:cubicBezTo>
                <a:cubicBezTo>
                  <a:pt x="35" y="227"/>
                  <a:pt x="35" y="224"/>
                  <a:pt x="35" y="221"/>
                </a:cubicBezTo>
                <a:cubicBezTo>
                  <a:pt x="27" y="219"/>
                  <a:pt x="27" y="219"/>
                  <a:pt x="27" y="219"/>
                </a:cubicBezTo>
                <a:cubicBezTo>
                  <a:pt x="8" y="214"/>
                  <a:pt x="8" y="214"/>
                  <a:pt x="8" y="214"/>
                </a:cubicBezTo>
                <a:cubicBezTo>
                  <a:pt x="13" y="196"/>
                  <a:pt x="13" y="196"/>
                  <a:pt x="13" y="196"/>
                </a:cubicBezTo>
                <a:cubicBezTo>
                  <a:pt x="28" y="201"/>
                  <a:pt x="28" y="201"/>
                  <a:pt x="28" y="201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7" y="200"/>
                  <a:pt x="37" y="198"/>
                  <a:pt x="38" y="195"/>
                </a:cubicBezTo>
                <a:cubicBezTo>
                  <a:pt x="40" y="190"/>
                  <a:pt x="42" y="185"/>
                  <a:pt x="44" y="181"/>
                </a:cubicBezTo>
                <a:cubicBezTo>
                  <a:pt x="46" y="178"/>
                  <a:pt x="47" y="176"/>
                  <a:pt x="49" y="174"/>
                </a:cubicBezTo>
                <a:cubicBezTo>
                  <a:pt x="43" y="168"/>
                  <a:pt x="43" y="168"/>
                  <a:pt x="43" y="168"/>
                </a:cubicBezTo>
                <a:cubicBezTo>
                  <a:pt x="30" y="155"/>
                  <a:pt x="30" y="155"/>
                  <a:pt x="30" y="155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55" y="154"/>
                  <a:pt x="55" y="154"/>
                  <a:pt x="55" y="154"/>
                </a:cubicBezTo>
                <a:cubicBezTo>
                  <a:pt x="61" y="160"/>
                  <a:pt x="61" y="160"/>
                  <a:pt x="61" y="160"/>
                </a:cubicBezTo>
                <a:cubicBezTo>
                  <a:pt x="63" y="158"/>
                  <a:pt x="65" y="156"/>
                  <a:pt x="68" y="155"/>
                </a:cubicBezTo>
                <a:cubicBezTo>
                  <a:pt x="71" y="152"/>
                  <a:pt x="76" y="149"/>
                  <a:pt x="80" y="147"/>
                </a:cubicBezTo>
                <a:cubicBezTo>
                  <a:pt x="83" y="146"/>
                  <a:pt x="85" y="145"/>
                  <a:pt x="88" y="144"/>
                </a:cubicBezTo>
                <a:cubicBezTo>
                  <a:pt x="87" y="136"/>
                  <a:pt x="87" y="136"/>
                  <a:pt x="87" y="136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32"/>
                  <a:pt x="105" y="132"/>
                  <a:pt x="105" y="132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08" y="140"/>
                  <a:pt x="111" y="140"/>
                  <a:pt x="113" y="140"/>
                </a:cubicBezTo>
                <a:cubicBezTo>
                  <a:pt x="114" y="140"/>
                  <a:pt x="114" y="140"/>
                  <a:pt x="114" y="140"/>
                </a:cubicBezTo>
                <a:cubicBezTo>
                  <a:pt x="119" y="140"/>
                  <a:pt x="123" y="140"/>
                  <a:pt x="128" y="141"/>
                </a:cubicBezTo>
                <a:cubicBezTo>
                  <a:pt x="131" y="142"/>
                  <a:pt x="133" y="142"/>
                  <a:pt x="136" y="143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51" y="120"/>
                  <a:pt x="151" y="120"/>
                  <a:pt x="151" y="120"/>
                </a:cubicBezTo>
                <a:cubicBezTo>
                  <a:pt x="151" y="120"/>
                  <a:pt x="151" y="119"/>
                  <a:pt x="151" y="119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67" y="130"/>
                  <a:pt x="167" y="130"/>
                  <a:pt x="167" y="130"/>
                </a:cubicBezTo>
                <a:cubicBezTo>
                  <a:pt x="158" y="144"/>
                  <a:pt x="158" y="144"/>
                  <a:pt x="158" y="144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52"/>
                  <a:pt x="158" y="154"/>
                  <a:pt x="160" y="155"/>
                </a:cubicBezTo>
                <a:cubicBezTo>
                  <a:pt x="165" y="159"/>
                  <a:pt x="170" y="163"/>
                  <a:pt x="174" y="168"/>
                </a:cubicBezTo>
                <a:cubicBezTo>
                  <a:pt x="176" y="170"/>
                  <a:pt x="177" y="172"/>
                  <a:pt x="179" y="174"/>
                </a:cubicBezTo>
                <a:cubicBezTo>
                  <a:pt x="186" y="171"/>
                  <a:pt x="186" y="171"/>
                  <a:pt x="186" y="171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01" y="162"/>
                  <a:pt x="201" y="162"/>
                  <a:pt x="201" y="162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4" y="177"/>
                  <a:pt x="214" y="177"/>
                  <a:pt x="214" y="177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195" y="187"/>
                  <a:pt x="195" y="187"/>
                  <a:pt x="195" y="187"/>
                </a:cubicBezTo>
                <a:cubicBezTo>
                  <a:pt x="187" y="191"/>
                  <a:pt x="187" y="191"/>
                  <a:pt x="187" y="191"/>
                </a:cubicBezTo>
                <a:cubicBezTo>
                  <a:pt x="188" y="194"/>
                  <a:pt x="189" y="196"/>
                  <a:pt x="190" y="199"/>
                </a:cubicBezTo>
                <a:cubicBezTo>
                  <a:pt x="191" y="204"/>
                  <a:pt x="192" y="209"/>
                  <a:pt x="192" y="214"/>
                </a:cubicBezTo>
                <a:cubicBezTo>
                  <a:pt x="192" y="215"/>
                  <a:pt x="192" y="217"/>
                  <a:pt x="192" y="219"/>
                </a:cubicBezTo>
                <a:cubicBezTo>
                  <a:pt x="192" y="220"/>
                  <a:pt x="192" y="221"/>
                  <a:pt x="192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17" y="224"/>
                  <a:pt x="217" y="224"/>
                  <a:pt x="217" y="224"/>
                </a:cubicBezTo>
                <a:cubicBezTo>
                  <a:pt x="217" y="224"/>
                  <a:pt x="217" y="224"/>
                  <a:pt x="217" y="224"/>
                </a:cubicBezTo>
                <a:close/>
                <a:moveTo>
                  <a:pt x="149" y="250"/>
                </a:moveTo>
                <a:cubicBezTo>
                  <a:pt x="146" y="250"/>
                  <a:pt x="144" y="252"/>
                  <a:pt x="144" y="255"/>
                </a:cubicBezTo>
                <a:cubicBezTo>
                  <a:pt x="144" y="258"/>
                  <a:pt x="146" y="260"/>
                  <a:pt x="149" y="260"/>
                </a:cubicBezTo>
                <a:cubicBezTo>
                  <a:pt x="152" y="260"/>
                  <a:pt x="155" y="258"/>
                  <a:pt x="155" y="255"/>
                </a:cubicBezTo>
                <a:cubicBezTo>
                  <a:pt x="155" y="252"/>
                  <a:pt x="152" y="250"/>
                  <a:pt x="149" y="25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41">
            <a:extLst xmlns:a="http://schemas.openxmlformats.org/drawingml/2006/main">
              <a:ext uri="{FF2B5EF4-FFF2-40B4-BE49-F238E27FC236}">
                <a16:creationId xmlns:a16="http://schemas.microsoft.com/office/drawing/2014/main" id="{3519FC62-E674-4D0D-BCDF-29D40DD3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861" y="3288674"/>
            <a:ext cx="435630" cy="442633"/>
          </a:xfrm>
          <a:custGeom xmlns:a="http://schemas.openxmlformats.org/drawingml/2006/main">
            <a:gdLst>
              <a:gd name="T0" fmla="*/ 176 w 334"/>
              <a:gd name="T1" fmla="*/ 142 h 338"/>
              <a:gd name="T2" fmla="*/ 158 w 334"/>
              <a:gd name="T3" fmla="*/ 115 h 338"/>
              <a:gd name="T4" fmla="*/ 135 w 334"/>
              <a:gd name="T5" fmla="*/ 112 h 338"/>
              <a:gd name="T6" fmla="*/ 101 w 334"/>
              <a:gd name="T7" fmla="*/ 120 h 338"/>
              <a:gd name="T8" fmla="*/ 72 w 334"/>
              <a:gd name="T9" fmla="*/ 118 h 338"/>
              <a:gd name="T10" fmla="*/ 67 w 334"/>
              <a:gd name="T11" fmla="*/ 148 h 338"/>
              <a:gd name="T12" fmla="*/ 43 w 334"/>
              <a:gd name="T13" fmla="*/ 184 h 338"/>
              <a:gd name="T14" fmla="*/ 61 w 334"/>
              <a:gd name="T15" fmla="*/ 209 h 338"/>
              <a:gd name="T16" fmla="*/ 79 w 334"/>
              <a:gd name="T17" fmla="*/ 236 h 338"/>
              <a:gd name="T18" fmla="*/ 101 w 334"/>
              <a:gd name="T19" fmla="*/ 240 h 338"/>
              <a:gd name="T20" fmla="*/ 135 w 334"/>
              <a:gd name="T21" fmla="*/ 230 h 338"/>
              <a:gd name="T22" fmla="*/ 165 w 334"/>
              <a:gd name="T23" fmla="*/ 233 h 338"/>
              <a:gd name="T24" fmla="*/ 169 w 334"/>
              <a:gd name="T25" fmla="*/ 202 h 338"/>
              <a:gd name="T26" fmla="*/ 190 w 334"/>
              <a:gd name="T27" fmla="*/ 168 h 338"/>
              <a:gd name="T28" fmla="*/ 163 w 334"/>
              <a:gd name="T29" fmla="*/ 185 h 338"/>
              <a:gd name="T30" fmla="*/ 157 w 334"/>
              <a:gd name="T31" fmla="*/ 200 h 338"/>
              <a:gd name="T32" fmla="*/ 150 w 334"/>
              <a:gd name="T33" fmla="*/ 215 h 338"/>
              <a:gd name="T34" fmla="*/ 123 w 334"/>
              <a:gd name="T35" fmla="*/ 226 h 338"/>
              <a:gd name="T36" fmla="*/ 111 w 334"/>
              <a:gd name="T37" fmla="*/ 221 h 338"/>
              <a:gd name="T38" fmla="*/ 79 w 334"/>
              <a:gd name="T39" fmla="*/ 223 h 338"/>
              <a:gd name="T40" fmla="*/ 79 w 334"/>
              <a:gd name="T41" fmla="*/ 199 h 338"/>
              <a:gd name="T42" fmla="*/ 68 w 334"/>
              <a:gd name="T43" fmla="*/ 181 h 338"/>
              <a:gd name="T44" fmla="*/ 73 w 334"/>
              <a:gd name="T45" fmla="*/ 166 h 338"/>
              <a:gd name="T46" fmla="*/ 79 w 334"/>
              <a:gd name="T47" fmla="*/ 143 h 338"/>
              <a:gd name="T48" fmla="*/ 92 w 334"/>
              <a:gd name="T49" fmla="*/ 137 h 338"/>
              <a:gd name="T50" fmla="*/ 113 w 334"/>
              <a:gd name="T51" fmla="*/ 125 h 338"/>
              <a:gd name="T52" fmla="*/ 123 w 334"/>
              <a:gd name="T53" fmla="*/ 114 h 338"/>
              <a:gd name="T54" fmla="*/ 143 w 334"/>
              <a:gd name="T55" fmla="*/ 136 h 338"/>
              <a:gd name="T56" fmla="*/ 166 w 334"/>
              <a:gd name="T57" fmla="*/ 136 h 338"/>
              <a:gd name="T58" fmla="*/ 163 w 334"/>
              <a:gd name="T59" fmla="*/ 165 h 338"/>
              <a:gd name="T60" fmla="*/ 178 w 334"/>
              <a:gd name="T61" fmla="*/ 181 h 338"/>
              <a:gd name="T62" fmla="*/ 153 w 334"/>
              <a:gd name="T63" fmla="*/ 175 h 338"/>
              <a:gd name="T64" fmla="*/ 118 w 334"/>
              <a:gd name="T65" fmla="*/ 152 h 338"/>
              <a:gd name="T66" fmla="*/ 234 w 334"/>
              <a:gd name="T67" fmla="*/ 82 h 338"/>
              <a:gd name="T68" fmla="*/ 0 w 334"/>
              <a:gd name="T69" fmla="*/ 266 h 338"/>
              <a:gd name="T70" fmla="*/ 118 w 334"/>
              <a:gd name="T71" fmla="*/ 328 h 338"/>
              <a:gd name="T72" fmla="*/ 220 w 334"/>
              <a:gd name="T73" fmla="*/ 280 h 338"/>
              <a:gd name="T74" fmla="*/ 112 w 334"/>
              <a:gd name="T75" fmla="*/ 274 h 338"/>
              <a:gd name="T76" fmla="*/ 14 w 334"/>
              <a:gd name="T77" fmla="*/ 268 h 338"/>
              <a:gd name="T78" fmla="*/ 220 w 334"/>
              <a:gd name="T79" fmla="*/ 80 h 338"/>
              <a:gd name="T80" fmla="*/ 118 w 334"/>
              <a:gd name="T81" fmla="*/ 268 h 338"/>
              <a:gd name="T82" fmla="*/ 79 w 334"/>
              <a:gd name="T83" fmla="*/ 51 h 338"/>
              <a:gd name="T84" fmla="*/ 184 w 334"/>
              <a:gd name="T85" fmla="*/ 12 h 338"/>
              <a:gd name="T86" fmla="*/ 288 w 334"/>
              <a:gd name="T87" fmla="*/ 114 h 338"/>
              <a:gd name="T88" fmla="*/ 270 w 334"/>
              <a:gd name="T89" fmla="*/ 247 h 338"/>
              <a:gd name="T90" fmla="*/ 334 w 334"/>
              <a:gd name="T91" fmla="*/ 214 h 338"/>
              <a:gd name="T92" fmla="*/ 312 w 334"/>
              <a:gd name="T93" fmla="*/ 224 h 338"/>
              <a:gd name="T94" fmla="*/ 289 w 334"/>
              <a:gd name="T95" fmla="*/ 185 h 338"/>
              <a:gd name="T96" fmla="*/ 270 w 334"/>
              <a:gd name="T97" fmla="*/ 235 h 338"/>
              <a:gd name="T98" fmla="*/ 288 w 334"/>
              <a:gd name="T99" fmla="*/ 126 h 338"/>
              <a:gd name="T100" fmla="*/ 301 w 334"/>
              <a:gd name="T101" fmla="*/ 148 h 338"/>
              <a:gd name="T102" fmla="*/ 322 w 334"/>
              <a:gd name="T103" fmla="*/ 214 h 338"/>
              <a:gd name="T104" fmla="*/ 299 w 334"/>
              <a:gd name="T105" fmla="*/ 251 h 338"/>
              <a:gd name="T106" fmla="*/ 170 w 334"/>
              <a:gd name="T107" fmla="*/ 302 h 338"/>
              <a:gd name="T108" fmla="*/ 208 w 334"/>
              <a:gd name="T109" fmla="*/ 338 h 338"/>
              <a:gd name="T110" fmla="*/ 312 w 334"/>
              <a:gd name="T111" fmla="*/ 251 h 338"/>
              <a:gd name="T112" fmla="*/ 208 w 334"/>
              <a:gd name="T113" fmla="*/ 326 h 338"/>
              <a:gd name="T114" fmla="*/ 170 w 334"/>
              <a:gd name="T115" fmla="*/ 314 h 338"/>
            </a:gdLst>
            <a:rect l="0" t="0" r="r" b="b"/>
            <a:pathLst>
              <a:path w="334" h="338">
                <a:moveTo>
                  <a:pt x="181" y="159"/>
                </a:moveTo>
                <a:cubicBezTo>
                  <a:pt x="174" y="159"/>
                  <a:pt x="174" y="159"/>
                  <a:pt x="174" y="159"/>
                </a:cubicBezTo>
                <a:cubicBezTo>
                  <a:pt x="173" y="155"/>
                  <a:pt x="172" y="152"/>
                  <a:pt x="170" y="148"/>
                </a:cubicBezTo>
                <a:cubicBezTo>
                  <a:pt x="176" y="142"/>
                  <a:pt x="176" y="142"/>
                  <a:pt x="176" y="142"/>
                </a:cubicBezTo>
                <a:cubicBezTo>
                  <a:pt x="178" y="140"/>
                  <a:pt x="179" y="138"/>
                  <a:pt x="179" y="136"/>
                </a:cubicBezTo>
                <a:cubicBezTo>
                  <a:pt x="179" y="133"/>
                  <a:pt x="178" y="131"/>
                  <a:pt x="176" y="129"/>
                </a:cubicBezTo>
                <a:cubicBezTo>
                  <a:pt x="165" y="118"/>
                  <a:pt x="165" y="118"/>
                  <a:pt x="165" y="118"/>
                </a:cubicBezTo>
                <a:cubicBezTo>
                  <a:pt x="163" y="116"/>
                  <a:pt x="161" y="115"/>
                  <a:pt x="158" y="115"/>
                </a:cubicBezTo>
                <a:cubicBezTo>
                  <a:pt x="156" y="115"/>
                  <a:pt x="154" y="116"/>
                  <a:pt x="152" y="118"/>
                </a:cubicBezTo>
                <a:cubicBezTo>
                  <a:pt x="146" y="124"/>
                  <a:pt x="146" y="124"/>
                  <a:pt x="146" y="124"/>
                </a:cubicBezTo>
                <a:cubicBezTo>
                  <a:pt x="143" y="122"/>
                  <a:pt x="139" y="121"/>
                  <a:pt x="135" y="119"/>
                </a:cubicBezTo>
                <a:cubicBezTo>
                  <a:pt x="135" y="112"/>
                  <a:pt x="135" y="112"/>
                  <a:pt x="135" y="112"/>
                </a:cubicBezTo>
                <a:cubicBezTo>
                  <a:pt x="135" y="106"/>
                  <a:pt x="131" y="102"/>
                  <a:pt x="126" y="102"/>
                </a:cubicBezTo>
                <a:cubicBezTo>
                  <a:pt x="110" y="102"/>
                  <a:pt x="110" y="102"/>
                  <a:pt x="110" y="102"/>
                </a:cubicBezTo>
                <a:cubicBezTo>
                  <a:pt x="105" y="102"/>
                  <a:pt x="101" y="106"/>
                  <a:pt x="101" y="112"/>
                </a:cubicBezTo>
                <a:cubicBezTo>
                  <a:pt x="101" y="120"/>
                  <a:pt x="101" y="120"/>
                  <a:pt x="101" y="120"/>
                </a:cubicBezTo>
                <a:cubicBezTo>
                  <a:pt x="97" y="121"/>
                  <a:pt x="94" y="122"/>
                  <a:pt x="91" y="124"/>
                </a:cubicBezTo>
                <a:cubicBezTo>
                  <a:pt x="85" y="118"/>
                  <a:pt x="85" y="118"/>
                  <a:pt x="85" y="118"/>
                </a:cubicBezTo>
                <a:cubicBezTo>
                  <a:pt x="84" y="116"/>
                  <a:pt x="81" y="115"/>
                  <a:pt x="79" y="115"/>
                </a:cubicBezTo>
                <a:cubicBezTo>
                  <a:pt x="77" y="115"/>
                  <a:pt x="74" y="116"/>
                  <a:pt x="72" y="118"/>
                </a:cubicBezTo>
                <a:cubicBezTo>
                  <a:pt x="61" y="129"/>
                  <a:pt x="61" y="129"/>
                  <a:pt x="61" y="129"/>
                </a:cubicBezTo>
                <a:cubicBezTo>
                  <a:pt x="59" y="131"/>
                  <a:pt x="58" y="134"/>
                  <a:pt x="58" y="136"/>
                </a:cubicBezTo>
                <a:cubicBezTo>
                  <a:pt x="58" y="138"/>
                  <a:pt x="59" y="141"/>
                  <a:pt x="61" y="143"/>
                </a:cubicBezTo>
                <a:cubicBezTo>
                  <a:pt x="67" y="148"/>
                  <a:pt x="67" y="148"/>
                  <a:pt x="67" y="148"/>
                </a:cubicBezTo>
                <a:cubicBezTo>
                  <a:pt x="65" y="152"/>
                  <a:pt x="64" y="155"/>
                  <a:pt x="63" y="159"/>
                </a:cubicBezTo>
                <a:cubicBezTo>
                  <a:pt x="52" y="159"/>
                  <a:pt x="52" y="159"/>
                  <a:pt x="52" y="159"/>
                </a:cubicBezTo>
                <a:cubicBezTo>
                  <a:pt x="47" y="159"/>
                  <a:pt x="43" y="163"/>
                  <a:pt x="43" y="168"/>
                </a:cubicBezTo>
                <a:cubicBezTo>
                  <a:pt x="43" y="184"/>
                  <a:pt x="43" y="184"/>
                  <a:pt x="43" y="184"/>
                </a:cubicBezTo>
                <a:cubicBezTo>
                  <a:pt x="43" y="189"/>
                  <a:pt x="47" y="193"/>
                  <a:pt x="52" y="193"/>
                </a:cubicBezTo>
                <a:cubicBezTo>
                  <a:pt x="63" y="193"/>
                  <a:pt x="63" y="193"/>
                  <a:pt x="63" y="193"/>
                </a:cubicBezTo>
                <a:cubicBezTo>
                  <a:pt x="65" y="196"/>
                  <a:pt x="66" y="199"/>
                  <a:pt x="67" y="202"/>
                </a:cubicBezTo>
                <a:cubicBezTo>
                  <a:pt x="61" y="209"/>
                  <a:pt x="61" y="209"/>
                  <a:pt x="61" y="209"/>
                </a:cubicBezTo>
                <a:cubicBezTo>
                  <a:pt x="59" y="211"/>
                  <a:pt x="58" y="213"/>
                  <a:pt x="58" y="215"/>
                </a:cubicBezTo>
                <a:cubicBezTo>
                  <a:pt x="58" y="218"/>
                  <a:pt x="59" y="220"/>
                  <a:pt x="61" y="222"/>
                </a:cubicBezTo>
                <a:cubicBezTo>
                  <a:pt x="72" y="233"/>
                  <a:pt x="72" y="233"/>
                  <a:pt x="72" y="233"/>
                </a:cubicBezTo>
                <a:cubicBezTo>
                  <a:pt x="74" y="235"/>
                  <a:pt x="76" y="236"/>
                  <a:pt x="79" y="236"/>
                </a:cubicBezTo>
                <a:cubicBezTo>
                  <a:pt x="81" y="236"/>
                  <a:pt x="83" y="235"/>
                  <a:pt x="85" y="233"/>
                </a:cubicBezTo>
                <a:cubicBezTo>
                  <a:pt x="92" y="226"/>
                  <a:pt x="92" y="226"/>
                  <a:pt x="92" y="226"/>
                </a:cubicBezTo>
                <a:cubicBezTo>
                  <a:pt x="95" y="228"/>
                  <a:pt x="98" y="229"/>
                  <a:pt x="101" y="230"/>
                </a:cubicBezTo>
                <a:cubicBezTo>
                  <a:pt x="101" y="240"/>
                  <a:pt x="101" y="240"/>
                  <a:pt x="101" y="240"/>
                </a:cubicBezTo>
                <a:cubicBezTo>
                  <a:pt x="101" y="245"/>
                  <a:pt x="105" y="249"/>
                  <a:pt x="110" y="249"/>
                </a:cubicBezTo>
                <a:cubicBezTo>
                  <a:pt x="126" y="249"/>
                  <a:pt x="126" y="249"/>
                  <a:pt x="126" y="249"/>
                </a:cubicBezTo>
                <a:cubicBezTo>
                  <a:pt x="131" y="249"/>
                  <a:pt x="135" y="245"/>
                  <a:pt x="135" y="240"/>
                </a:cubicBezTo>
                <a:cubicBezTo>
                  <a:pt x="135" y="230"/>
                  <a:pt x="135" y="230"/>
                  <a:pt x="135" y="230"/>
                </a:cubicBezTo>
                <a:cubicBezTo>
                  <a:pt x="139" y="229"/>
                  <a:pt x="142" y="228"/>
                  <a:pt x="145" y="226"/>
                </a:cubicBezTo>
                <a:cubicBezTo>
                  <a:pt x="152" y="233"/>
                  <a:pt x="152" y="233"/>
                  <a:pt x="152" y="233"/>
                </a:cubicBezTo>
                <a:cubicBezTo>
                  <a:pt x="154" y="235"/>
                  <a:pt x="156" y="236"/>
                  <a:pt x="159" y="236"/>
                </a:cubicBezTo>
                <a:cubicBezTo>
                  <a:pt x="161" y="236"/>
                  <a:pt x="163" y="235"/>
                  <a:pt x="165" y="233"/>
                </a:cubicBezTo>
                <a:cubicBezTo>
                  <a:pt x="176" y="222"/>
                  <a:pt x="176" y="222"/>
                  <a:pt x="176" y="222"/>
                </a:cubicBezTo>
                <a:cubicBezTo>
                  <a:pt x="178" y="221"/>
                  <a:pt x="179" y="218"/>
                  <a:pt x="179" y="216"/>
                </a:cubicBezTo>
                <a:cubicBezTo>
                  <a:pt x="179" y="213"/>
                  <a:pt x="178" y="211"/>
                  <a:pt x="176" y="209"/>
                </a:cubicBezTo>
                <a:cubicBezTo>
                  <a:pt x="169" y="202"/>
                  <a:pt x="169" y="202"/>
                  <a:pt x="169" y="202"/>
                </a:cubicBezTo>
                <a:cubicBezTo>
                  <a:pt x="171" y="199"/>
                  <a:pt x="172" y="196"/>
                  <a:pt x="173" y="193"/>
                </a:cubicBezTo>
                <a:cubicBezTo>
                  <a:pt x="181" y="193"/>
                  <a:pt x="181" y="193"/>
                  <a:pt x="181" y="193"/>
                </a:cubicBezTo>
                <a:cubicBezTo>
                  <a:pt x="186" y="193"/>
                  <a:pt x="190" y="189"/>
                  <a:pt x="190" y="184"/>
                </a:cubicBezTo>
                <a:cubicBezTo>
                  <a:pt x="190" y="168"/>
                  <a:pt x="190" y="168"/>
                  <a:pt x="190" y="168"/>
                </a:cubicBezTo>
                <a:cubicBezTo>
                  <a:pt x="190" y="163"/>
                  <a:pt x="186" y="159"/>
                  <a:pt x="181" y="159"/>
                </a:cubicBezTo>
                <a:close/>
                <a:moveTo>
                  <a:pt x="178" y="181"/>
                </a:moveTo>
                <a:cubicBezTo>
                  <a:pt x="169" y="181"/>
                  <a:pt x="169" y="181"/>
                  <a:pt x="169" y="181"/>
                </a:cubicBezTo>
                <a:cubicBezTo>
                  <a:pt x="166" y="181"/>
                  <a:pt x="164" y="183"/>
                  <a:pt x="163" y="185"/>
                </a:cubicBezTo>
                <a:cubicBezTo>
                  <a:pt x="163" y="185"/>
                  <a:pt x="163" y="185"/>
                  <a:pt x="163" y="185"/>
                </a:cubicBezTo>
                <a:cubicBezTo>
                  <a:pt x="163" y="186"/>
                  <a:pt x="163" y="186"/>
                  <a:pt x="163" y="186"/>
                </a:cubicBezTo>
                <a:cubicBezTo>
                  <a:pt x="162" y="191"/>
                  <a:pt x="160" y="196"/>
                  <a:pt x="157" y="200"/>
                </a:cubicBezTo>
                <a:cubicBezTo>
                  <a:pt x="157" y="200"/>
                  <a:pt x="157" y="200"/>
                  <a:pt x="157" y="200"/>
                </a:cubicBezTo>
                <a:cubicBezTo>
                  <a:pt x="155" y="202"/>
                  <a:pt x="156" y="205"/>
                  <a:pt x="158" y="207"/>
                </a:cubicBezTo>
                <a:cubicBezTo>
                  <a:pt x="166" y="216"/>
                  <a:pt x="166" y="216"/>
                  <a:pt x="166" y="216"/>
                </a:cubicBezTo>
                <a:cubicBezTo>
                  <a:pt x="159" y="223"/>
                  <a:pt x="159" y="223"/>
                  <a:pt x="159" y="223"/>
                </a:cubicBezTo>
                <a:cubicBezTo>
                  <a:pt x="150" y="215"/>
                  <a:pt x="150" y="215"/>
                  <a:pt x="150" y="215"/>
                </a:cubicBezTo>
                <a:cubicBezTo>
                  <a:pt x="148" y="212"/>
                  <a:pt x="144" y="212"/>
                  <a:pt x="142" y="214"/>
                </a:cubicBezTo>
                <a:cubicBezTo>
                  <a:pt x="138" y="217"/>
                  <a:pt x="133" y="218"/>
                  <a:pt x="129" y="220"/>
                </a:cubicBezTo>
                <a:cubicBezTo>
                  <a:pt x="128" y="220"/>
                  <a:pt x="128" y="220"/>
                  <a:pt x="128" y="220"/>
                </a:cubicBezTo>
                <a:cubicBezTo>
                  <a:pt x="125" y="220"/>
                  <a:pt x="123" y="223"/>
                  <a:pt x="123" y="226"/>
                </a:cubicBezTo>
                <a:cubicBezTo>
                  <a:pt x="123" y="237"/>
                  <a:pt x="123" y="237"/>
                  <a:pt x="123" y="237"/>
                </a:cubicBezTo>
                <a:cubicBezTo>
                  <a:pt x="113" y="237"/>
                  <a:pt x="113" y="237"/>
                  <a:pt x="113" y="237"/>
                </a:cubicBezTo>
                <a:cubicBezTo>
                  <a:pt x="113" y="225"/>
                  <a:pt x="113" y="225"/>
                  <a:pt x="113" y="225"/>
                </a:cubicBezTo>
                <a:cubicBezTo>
                  <a:pt x="113" y="224"/>
                  <a:pt x="112" y="222"/>
                  <a:pt x="111" y="221"/>
                </a:cubicBezTo>
                <a:cubicBezTo>
                  <a:pt x="110" y="220"/>
                  <a:pt x="108" y="219"/>
                  <a:pt x="107" y="219"/>
                </a:cubicBezTo>
                <a:cubicBezTo>
                  <a:pt x="103" y="218"/>
                  <a:pt x="98" y="216"/>
                  <a:pt x="95" y="214"/>
                </a:cubicBezTo>
                <a:cubicBezTo>
                  <a:pt x="92" y="212"/>
                  <a:pt x="89" y="212"/>
                  <a:pt x="87" y="215"/>
                </a:cubicBezTo>
                <a:cubicBezTo>
                  <a:pt x="79" y="223"/>
                  <a:pt x="79" y="223"/>
                  <a:pt x="79" y="223"/>
                </a:cubicBezTo>
                <a:cubicBezTo>
                  <a:pt x="71" y="215"/>
                  <a:pt x="71" y="215"/>
                  <a:pt x="71" y="215"/>
                </a:cubicBezTo>
                <a:cubicBezTo>
                  <a:pt x="79" y="207"/>
                  <a:pt x="79" y="207"/>
                  <a:pt x="79" y="207"/>
                </a:cubicBezTo>
                <a:cubicBezTo>
                  <a:pt x="81" y="205"/>
                  <a:pt x="82" y="202"/>
                  <a:pt x="80" y="200"/>
                </a:cubicBezTo>
                <a:cubicBezTo>
                  <a:pt x="79" y="199"/>
                  <a:pt x="79" y="199"/>
                  <a:pt x="79" y="199"/>
                </a:cubicBezTo>
                <a:cubicBezTo>
                  <a:pt x="77" y="195"/>
                  <a:pt x="75" y="191"/>
                  <a:pt x="74" y="186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4" y="185"/>
                  <a:pt x="74" y="185"/>
                  <a:pt x="74" y="185"/>
                </a:cubicBezTo>
                <a:cubicBezTo>
                  <a:pt x="73" y="183"/>
                  <a:pt x="70" y="181"/>
                  <a:pt x="68" y="181"/>
                </a:cubicBezTo>
                <a:cubicBezTo>
                  <a:pt x="55" y="181"/>
                  <a:pt x="55" y="181"/>
                  <a:pt x="55" y="181"/>
                </a:cubicBezTo>
                <a:cubicBezTo>
                  <a:pt x="55" y="171"/>
                  <a:pt x="55" y="171"/>
                  <a:pt x="55" y="171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71" y="171"/>
                  <a:pt x="73" y="168"/>
                  <a:pt x="73" y="166"/>
                </a:cubicBezTo>
                <a:cubicBezTo>
                  <a:pt x="74" y="165"/>
                  <a:pt x="74" y="165"/>
                  <a:pt x="74" y="165"/>
                </a:cubicBezTo>
                <a:cubicBezTo>
                  <a:pt x="75" y="160"/>
                  <a:pt x="76" y="156"/>
                  <a:pt x="79" y="151"/>
                </a:cubicBezTo>
                <a:cubicBezTo>
                  <a:pt x="80" y="150"/>
                  <a:pt x="80" y="149"/>
                  <a:pt x="80" y="147"/>
                </a:cubicBezTo>
                <a:cubicBezTo>
                  <a:pt x="81" y="146"/>
                  <a:pt x="80" y="144"/>
                  <a:pt x="79" y="143"/>
                </a:cubicBezTo>
                <a:cubicBezTo>
                  <a:pt x="71" y="136"/>
                  <a:pt x="71" y="136"/>
                  <a:pt x="71" y="136"/>
                </a:cubicBezTo>
                <a:cubicBezTo>
                  <a:pt x="79" y="129"/>
                  <a:pt x="79" y="129"/>
                  <a:pt x="79" y="129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88" y="137"/>
                  <a:pt x="90" y="138"/>
                  <a:pt x="92" y="137"/>
                </a:cubicBezTo>
                <a:cubicBezTo>
                  <a:pt x="92" y="137"/>
                  <a:pt x="92" y="137"/>
                  <a:pt x="92" y="137"/>
                </a:cubicBezTo>
                <a:cubicBezTo>
                  <a:pt x="94" y="136"/>
                  <a:pt x="94" y="136"/>
                  <a:pt x="94" y="136"/>
                </a:cubicBezTo>
                <a:cubicBezTo>
                  <a:pt x="98" y="133"/>
                  <a:pt x="103" y="131"/>
                  <a:pt x="108" y="130"/>
                </a:cubicBezTo>
                <a:cubicBezTo>
                  <a:pt x="111" y="130"/>
                  <a:pt x="112" y="128"/>
                  <a:pt x="113" y="125"/>
                </a:cubicBezTo>
                <a:cubicBezTo>
                  <a:pt x="113" y="125"/>
                  <a:pt x="113" y="125"/>
                  <a:pt x="113" y="125"/>
                </a:cubicBezTo>
                <a:cubicBezTo>
                  <a:pt x="113" y="124"/>
                  <a:pt x="113" y="124"/>
                  <a:pt x="113" y="12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3" y="114"/>
                  <a:pt x="123" y="114"/>
                  <a:pt x="123" y="114"/>
                </a:cubicBezTo>
                <a:cubicBezTo>
                  <a:pt x="123" y="124"/>
                  <a:pt x="123" y="124"/>
                  <a:pt x="123" y="124"/>
                </a:cubicBezTo>
                <a:cubicBezTo>
                  <a:pt x="123" y="127"/>
                  <a:pt x="126" y="130"/>
                  <a:pt x="129" y="130"/>
                </a:cubicBezTo>
                <a:cubicBezTo>
                  <a:pt x="134" y="131"/>
                  <a:pt x="139" y="133"/>
                  <a:pt x="143" y="136"/>
                </a:cubicBezTo>
                <a:cubicBezTo>
                  <a:pt x="143" y="136"/>
                  <a:pt x="143" y="136"/>
                  <a:pt x="143" y="136"/>
                </a:cubicBezTo>
                <a:cubicBezTo>
                  <a:pt x="144" y="137"/>
                  <a:pt x="144" y="137"/>
                  <a:pt x="144" y="137"/>
                </a:cubicBezTo>
                <a:cubicBezTo>
                  <a:pt x="147" y="138"/>
                  <a:pt x="149" y="137"/>
                  <a:pt x="151" y="136"/>
                </a:cubicBezTo>
                <a:cubicBezTo>
                  <a:pt x="158" y="128"/>
                  <a:pt x="158" y="128"/>
                  <a:pt x="158" y="128"/>
                </a:cubicBezTo>
                <a:cubicBezTo>
                  <a:pt x="166" y="136"/>
                  <a:pt x="166" y="136"/>
                  <a:pt x="166" y="136"/>
                </a:cubicBezTo>
                <a:cubicBezTo>
                  <a:pt x="158" y="143"/>
                  <a:pt x="158" y="143"/>
                  <a:pt x="158" y="143"/>
                </a:cubicBezTo>
                <a:cubicBezTo>
                  <a:pt x="156" y="145"/>
                  <a:pt x="156" y="149"/>
                  <a:pt x="158" y="151"/>
                </a:cubicBezTo>
                <a:cubicBezTo>
                  <a:pt x="158" y="151"/>
                  <a:pt x="158" y="151"/>
                  <a:pt x="158" y="151"/>
                </a:cubicBezTo>
                <a:cubicBezTo>
                  <a:pt x="160" y="155"/>
                  <a:pt x="162" y="160"/>
                  <a:pt x="163" y="165"/>
                </a:cubicBezTo>
                <a:cubicBezTo>
                  <a:pt x="163" y="165"/>
                  <a:pt x="163" y="165"/>
                  <a:pt x="163" y="165"/>
                </a:cubicBezTo>
                <a:cubicBezTo>
                  <a:pt x="164" y="168"/>
                  <a:pt x="166" y="171"/>
                  <a:pt x="169" y="171"/>
                </a:cubicBezTo>
                <a:cubicBezTo>
                  <a:pt x="178" y="171"/>
                  <a:pt x="178" y="171"/>
                  <a:pt x="178" y="171"/>
                </a:cubicBezTo>
                <a:lnTo>
                  <a:pt x="178" y="181"/>
                </a:lnTo>
                <a:close/>
                <a:moveTo>
                  <a:pt x="118" y="140"/>
                </a:moveTo>
                <a:cubicBezTo>
                  <a:pt x="99" y="140"/>
                  <a:pt x="83" y="156"/>
                  <a:pt x="83" y="175"/>
                </a:cubicBezTo>
                <a:cubicBezTo>
                  <a:pt x="83" y="194"/>
                  <a:pt x="99" y="210"/>
                  <a:pt x="118" y="210"/>
                </a:cubicBezTo>
                <a:cubicBezTo>
                  <a:pt x="137" y="210"/>
                  <a:pt x="153" y="194"/>
                  <a:pt x="153" y="175"/>
                </a:cubicBezTo>
                <a:cubicBezTo>
                  <a:pt x="153" y="156"/>
                  <a:pt x="137" y="140"/>
                  <a:pt x="118" y="140"/>
                </a:cubicBezTo>
                <a:close/>
                <a:moveTo>
                  <a:pt x="118" y="198"/>
                </a:moveTo>
                <a:cubicBezTo>
                  <a:pt x="105" y="198"/>
                  <a:pt x="95" y="188"/>
                  <a:pt x="95" y="175"/>
                </a:cubicBezTo>
                <a:cubicBezTo>
                  <a:pt x="95" y="163"/>
                  <a:pt x="105" y="152"/>
                  <a:pt x="118" y="152"/>
                </a:cubicBezTo>
                <a:cubicBezTo>
                  <a:pt x="131" y="152"/>
                  <a:pt x="141" y="163"/>
                  <a:pt x="141" y="175"/>
                </a:cubicBezTo>
                <a:cubicBezTo>
                  <a:pt x="141" y="188"/>
                  <a:pt x="131" y="198"/>
                  <a:pt x="118" y="198"/>
                </a:cubicBezTo>
                <a:close/>
                <a:moveTo>
                  <a:pt x="234" y="266"/>
                </a:moveTo>
                <a:cubicBezTo>
                  <a:pt x="234" y="82"/>
                  <a:pt x="234" y="82"/>
                  <a:pt x="234" y="82"/>
                </a:cubicBezTo>
                <a:cubicBezTo>
                  <a:pt x="234" y="74"/>
                  <a:pt x="228" y="68"/>
                  <a:pt x="220" y="68"/>
                </a:cubicBezTo>
                <a:cubicBezTo>
                  <a:pt x="14" y="68"/>
                  <a:pt x="14" y="68"/>
                  <a:pt x="14" y="68"/>
                </a:cubicBezTo>
                <a:cubicBezTo>
                  <a:pt x="7" y="68"/>
                  <a:pt x="0" y="74"/>
                  <a:pt x="0" y="82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74"/>
                  <a:pt x="7" y="280"/>
                  <a:pt x="14" y="280"/>
                </a:cubicBezTo>
                <a:cubicBezTo>
                  <a:pt x="68" y="280"/>
                  <a:pt x="68" y="280"/>
                  <a:pt x="68" y="280"/>
                </a:cubicBezTo>
                <a:cubicBezTo>
                  <a:pt x="114" y="327"/>
                  <a:pt x="114" y="327"/>
                  <a:pt x="114" y="327"/>
                </a:cubicBezTo>
                <a:cubicBezTo>
                  <a:pt x="115" y="328"/>
                  <a:pt x="117" y="328"/>
                  <a:pt x="118" y="328"/>
                </a:cubicBezTo>
                <a:cubicBezTo>
                  <a:pt x="119" y="328"/>
                  <a:pt x="120" y="328"/>
                  <a:pt x="121" y="328"/>
                </a:cubicBezTo>
                <a:cubicBezTo>
                  <a:pt x="123" y="327"/>
                  <a:pt x="124" y="325"/>
                  <a:pt x="124" y="322"/>
                </a:cubicBezTo>
                <a:cubicBezTo>
                  <a:pt x="124" y="280"/>
                  <a:pt x="124" y="280"/>
                  <a:pt x="124" y="280"/>
                </a:cubicBezTo>
                <a:cubicBezTo>
                  <a:pt x="220" y="280"/>
                  <a:pt x="220" y="280"/>
                  <a:pt x="220" y="280"/>
                </a:cubicBezTo>
                <a:cubicBezTo>
                  <a:pt x="228" y="280"/>
                  <a:pt x="234" y="274"/>
                  <a:pt x="234" y="266"/>
                </a:cubicBezTo>
                <a:close/>
                <a:moveTo>
                  <a:pt x="118" y="268"/>
                </a:moveTo>
                <a:cubicBezTo>
                  <a:pt x="117" y="268"/>
                  <a:pt x="115" y="269"/>
                  <a:pt x="114" y="270"/>
                </a:cubicBezTo>
                <a:cubicBezTo>
                  <a:pt x="113" y="271"/>
                  <a:pt x="112" y="273"/>
                  <a:pt x="112" y="274"/>
                </a:cubicBezTo>
                <a:cubicBezTo>
                  <a:pt x="112" y="308"/>
                  <a:pt x="112" y="308"/>
                  <a:pt x="112" y="308"/>
                </a:cubicBezTo>
                <a:cubicBezTo>
                  <a:pt x="75" y="270"/>
                  <a:pt x="75" y="270"/>
                  <a:pt x="75" y="270"/>
                </a:cubicBezTo>
                <a:cubicBezTo>
                  <a:pt x="73" y="269"/>
                  <a:pt x="72" y="268"/>
                  <a:pt x="70" y="268"/>
                </a:cubicBezTo>
                <a:cubicBezTo>
                  <a:pt x="14" y="268"/>
                  <a:pt x="14" y="268"/>
                  <a:pt x="14" y="268"/>
                </a:cubicBezTo>
                <a:cubicBezTo>
                  <a:pt x="13" y="268"/>
                  <a:pt x="12" y="268"/>
                  <a:pt x="12" y="266"/>
                </a:cubicBezTo>
                <a:cubicBezTo>
                  <a:pt x="12" y="82"/>
                  <a:pt x="12" y="82"/>
                  <a:pt x="12" y="82"/>
                </a:cubicBezTo>
                <a:cubicBezTo>
                  <a:pt x="12" y="81"/>
                  <a:pt x="13" y="80"/>
                  <a:pt x="14" y="80"/>
                </a:cubicBezTo>
                <a:cubicBezTo>
                  <a:pt x="220" y="80"/>
                  <a:pt x="220" y="80"/>
                  <a:pt x="220" y="80"/>
                </a:cubicBezTo>
                <a:cubicBezTo>
                  <a:pt x="221" y="80"/>
                  <a:pt x="222" y="81"/>
                  <a:pt x="222" y="82"/>
                </a:cubicBezTo>
                <a:cubicBezTo>
                  <a:pt x="222" y="266"/>
                  <a:pt x="222" y="266"/>
                  <a:pt x="222" y="266"/>
                </a:cubicBezTo>
                <a:cubicBezTo>
                  <a:pt x="222" y="268"/>
                  <a:pt x="221" y="268"/>
                  <a:pt x="220" y="268"/>
                </a:cubicBezTo>
                <a:lnTo>
                  <a:pt x="118" y="268"/>
                </a:lnTo>
                <a:close/>
                <a:moveTo>
                  <a:pt x="312" y="125"/>
                </a:moveTo>
                <a:cubicBezTo>
                  <a:pt x="312" y="123"/>
                  <a:pt x="312" y="121"/>
                  <a:pt x="312" y="118"/>
                </a:cubicBezTo>
                <a:cubicBezTo>
                  <a:pt x="312" y="53"/>
                  <a:pt x="254" y="0"/>
                  <a:pt x="184" y="0"/>
                </a:cubicBezTo>
                <a:cubicBezTo>
                  <a:pt x="140" y="0"/>
                  <a:pt x="102" y="20"/>
                  <a:pt x="79" y="51"/>
                </a:cubicBezTo>
                <a:cubicBezTo>
                  <a:pt x="77" y="53"/>
                  <a:pt x="77" y="57"/>
                  <a:pt x="80" y="59"/>
                </a:cubicBezTo>
                <a:cubicBezTo>
                  <a:pt x="82" y="61"/>
                  <a:pt x="86" y="61"/>
                  <a:pt x="88" y="58"/>
                </a:cubicBezTo>
                <a:cubicBezTo>
                  <a:pt x="88" y="58"/>
                  <a:pt x="88" y="58"/>
                  <a:pt x="88" y="58"/>
                </a:cubicBezTo>
                <a:cubicBezTo>
                  <a:pt x="109" y="30"/>
                  <a:pt x="144" y="12"/>
                  <a:pt x="184" y="12"/>
                </a:cubicBezTo>
                <a:cubicBezTo>
                  <a:pt x="216" y="12"/>
                  <a:pt x="245" y="24"/>
                  <a:pt x="266" y="43"/>
                </a:cubicBezTo>
                <a:cubicBezTo>
                  <a:pt x="287" y="63"/>
                  <a:pt x="300" y="89"/>
                  <a:pt x="300" y="118"/>
                </a:cubicBezTo>
                <a:cubicBezTo>
                  <a:pt x="300" y="120"/>
                  <a:pt x="300" y="122"/>
                  <a:pt x="300" y="123"/>
                </a:cubicBezTo>
                <a:cubicBezTo>
                  <a:pt x="298" y="118"/>
                  <a:pt x="294" y="114"/>
                  <a:pt x="288" y="114"/>
                </a:cubicBezTo>
                <a:cubicBezTo>
                  <a:pt x="270" y="114"/>
                  <a:pt x="270" y="114"/>
                  <a:pt x="270" y="114"/>
                </a:cubicBezTo>
                <a:cubicBezTo>
                  <a:pt x="263" y="114"/>
                  <a:pt x="257" y="121"/>
                  <a:pt x="257" y="128"/>
                </a:cubicBezTo>
                <a:cubicBezTo>
                  <a:pt x="257" y="233"/>
                  <a:pt x="257" y="233"/>
                  <a:pt x="257" y="233"/>
                </a:cubicBezTo>
                <a:cubicBezTo>
                  <a:pt x="257" y="240"/>
                  <a:pt x="263" y="247"/>
                  <a:pt x="270" y="247"/>
                </a:cubicBezTo>
                <a:cubicBezTo>
                  <a:pt x="288" y="247"/>
                  <a:pt x="288" y="247"/>
                  <a:pt x="288" y="247"/>
                </a:cubicBezTo>
                <a:cubicBezTo>
                  <a:pt x="294" y="247"/>
                  <a:pt x="299" y="242"/>
                  <a:pt x="301" y="236"/>
                </a:cubicBezTo>
                <a:cubicBezTo>
                  <a:pt x="312" y="236"/>
                  <a:pt x="312" y="236"/>
                  <a:pt x="312" y="236"/>
                </a:cubicBezTo>
                <a:cubicBezTo>
                  <a:pt x="324" y="236"/>
                  <a:pt x="334" y="226"/>
                  <a:pt x="334" y="214"/>
                </a:cubicBezTo>
                <a:cubicBezTo>
                  <a:pt x="334" y="147"/>
                  <a:pt x="334" y="147"/>
                  <a:pt x="334" y="147"/>
                </a:cubicBezTo>
                <a:cubicBezTo>
                  <a:pt x="334" y="135"/>
                  <a:pt x="324" y="125"/>
                  <a:pt x="312" y="125"/>
                </a:cubicBezTo>
                <a:close/>
                <a:moveTo>
                  <a:pt x="322" y="214"/>
                </a:moveTo>
                <a:cubicBezTo>
                  <a:pt x="322" y="219"/>
                  <a:pt x="318" y="224"/>
                  <a:pt x="312" y="224"/>
                </a:cubicBezTo>
                <a:cubicBezTo>
                  <a:pt x="301" y="224"/>
                  <a:pt x="301" y="224"/>
                  <a:pt x="301" y="224"/>
                </a:cubicBezTo>
                <a:cubicBezTo>
                  <a:pt x="301" y="185"/>
                  <a:pt x="301" y="185"/>
                  <a:pt x="301" y="185"/>
                </a:cubicBezTo>
                <a:cubicBezTo>
                  <a:pt x="301" y="182"/>
                  <a:pt x="298" y="179"/>
                  <a:pt x="295" y="179"/>
                </a:cubicBezTo>
                <a:cubicBezTo>
                  <a:pt x="292" y="179"/>
                  <a:pt x="289" y="182"/>
                  <a:pt x="289" y="185"/>
                </a:cubicBezTo>
                <a:cubicBezTo>
                  <a:pt x="289" y="185"/>
                  <a:pt x="289" y="185"/>
                  <a:pt x="289" y="185"/>
                </a:cubicBezTo>
                <a:cubicBezTo>
                  <a:pt x="289" y="233"/>
                  <a:pt x="289" y="233"/>
                  <a:pt x="289" y="233"/>
                </a:cubicBezTo>
                <a:cubicBezTo>
                  <a:pt x="289" y="234"/>
                  <a:pt x="288" y="235"/>
                  <a:pt x="288" y="235"/>
                </a:cubicBezTo>
                <a:cubicBezTo>
                  <a:pt x="270" y="235"/>
                  <a:pt x="270" y="235"/>
                  <a:pt x="270" y="235"/>
                </a:cubicBezTo>
                <a:cubicBezTo>
                  <a:pt x="270" y="235"/>
                  <a:pt x="269" y="234"/>
                  <a:pt x="269" y="233"/>
                </a:cubicBezTo>
                <a:cubicBezTo>
                  <a:pt x="269" y="128"/>
                  <a:pt x="269" y="128"/>
                  <a:pt x="269" y="128"/>
                </a:cubicBezTo>
                <a:cubicBezTo>
                  <a:pt x="269" y="127"/>
                  <a:pt x="270" y="126"/>
                  <a:pt x="270" y="126"/>
                </a:cubicBezTo>
                <a:cubicBezTo>
                  <a:pt x="288" y="126"/>
                  <a:pt x="288" y="126"/>
                  <a:pt x="288" y="126"/>
                </a:cubicBezTo>
                <a:cubicBezTo>
                  <a:pt x="288" y="126"/>
                  <a:pt x="289" y="127"/>
                  <a:pt x="289" y="128"/>
                </a:cubicBezTo>
                <a:cubicBezTo>
                  <a:pt x="289" y="148"/>
                  <a:pt x="289" y="148"/>
                  <a:pt x="289" y="148"/>
                </a:cubicBezTo>
                <a:cubicBezTo>
                  <a:pt x="289" y="152"/>
                  <a:pt x="292" y="154"/>
                  <a:pt x="295" y="154"/>
                </a:cubicBezTo>
                <a:cubicBezTo>
                  <a:pt x="298" y="154"/>
                  <a:pt x="301" y="152"/>
                  <a:pt x="301" y="148"/>
                </a:cubicBezTo>
                <a:cubicBezTo>
                  <a:pt x="301" y="137"/>
                  <a:pt x="301" y="137"/>
                  <a:pt x="301" y="137"/>
                </a:cubicBezTo>
                <a:cubicBezTo>
                  <a:pt x="312" y="137"/>
                  <a:pt x="312" y="137"/>
                  <a:pt x="312" y="137"/>
                </a:cubicBezTo>
                <a:cubicBezTo>
                  <a:pt x="318" y="137"/>
                  <a:pt x="322" y="142"/>
                  <a:pt x="322" y="147"/>
                </a:cubicBezTo>
                <a:lnTo>
                  <a:pt x="322" y="214"/>
                </a:lnTo>
                <a:close/>
                <a:moveTo>
                  <a:pt x="305" y="242"/>
                </a:moveTo>
                <a:cubicBezTo>
                  <a:pt x="302" y="243"/>
                  <a:pt x="299" y="245"/>
                  <a:pt x="299" y="249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99" y="250"/>
                  <a:pt x="299" y="251"/>
                  <a:pt x="299" y="251"/>
                </a:cubicBezTo>
                <a:cubicBezTo>
                  <a:pt x="300" y="282"/>
                  <a:pt x="277" y="312"/>
                  <a:pt x="247" y="314"/>
                </a:cubicBezTo>
                <a:cubicBezTo>
                  <a:pt x="222" y="314"/>
                  <a:pt x="222" y="314"/>
                  <a:pt x="222" y="314"/>
                </a:cubicBezTo>
                <a:cubicBezTo>
                  <a:pt x="221" y="307"/>
                  <a:pt x="215" y="302"/>
                  <a:pt x="208" y="302"/>
                </a:cubicBezTo>
                <a:cubicBezTo>
                  <a:pt x="170" y="302"/>
                  <a:pt x="170" y="302"/>
                  <a:pt x="170" y="302"/>
                </a:cubicBezTo>
                <a:cubicBezTo>
                  <a:pt x="162" y="302"/>
                  <a:pt x="156" y="308"/>
                  <a:pt x="156" y="316"/>
                </a:cubicBezTo>
                <a:cubicBezTo>
                  <a:pt x="156" y="324"/>
                  <a:pt x="156" y="324"/>
                  <a:pt x="156" y="324"/>
                </a:cubicBezTo>
                <a:cubicBezTo>
                  <a:pt x="156" y="332"/>
                  <a:pt x="162" y="338"/>
                  <a:pt x="170" y="338"/>
                </a:cubicBezTo>
                <a:cubicBezTo>
                  <a:pt x="208" y="338"/>
                  <a:pt x="208" y="338"/>
                  <a:pt x="208" y="338"/>
                </a:cubicBezTo>
                <a:cubicBezTo>
                  <a:pt x="215" y="338"/>
                  <a:pt x="221" y="333"/>
                  <a:pt x="222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47" y="326"/>
                  <a:pt x="247" y="326"/>
                  <a:pt x="247" y="326"/>
                </a:cubicBezTo>
                <a:cubicBezTo>
                  <a:pt x="285" y="323"/>
                  <a:pt x="311" y="288"/>
                  <a:pt x="312" y="251"/>
                </a:cubicBezTo>
                <a:cubicBezTo>
                  <a:pt x="311" y="250"/>
                  <a:pt x="311" y="249"/>
                  <a:pt x="311" y="248"/>
                </a:cubicBezTo>
                <a:cubicBezTo>
                  <a:pt x="311" y="245"/>
                  <a:pt x="308" y="242"/>
                  <a:pt x="305" y="242"/>
                </a:cubicBezTo>
                <a:close/>
                <a:moveTo>
                  <a:pt x="210" y="324"/>
                </a:moveTo>
                <a:cubicBezTo>
                  <a:pt x="210" y="325"/>
                  <a:pt x="209" y="326"/>
                  <a:pt x="208" y="326"/>
                </a:cubicBezTo>
                <a:cubicBezTo>
                  <a:pt x="170" y="326"/>
                  <a:pt x="170" y="326"/>
                  <a:pt x="170" y="326"/>
                </a:cubicBezTo>
                <a:cubicBezTo>
                  <a:pt x="169" y="326"/>
                  <a:pt x="168" y="325"/>
                  <a:pt x="168" y="324"/>
                </a:cubicBezTo>
                <a:cubicBezTo>
                  <a:pt x="168" y="316"/>
                  <a:pt x="168" y="316"/>
                  <a:pt x="168" y="316"/>
                </a:cubicBezTo>
                <a:cubicBezTo>
                  <a:pt x="168" y="315"/>
                  <a:pt x="169" y="314"/>
                  <a:pt x="170" y="314"/>
                </a:cubicBezTo>
                <a:cubicBezTo>
                  <a:pt x="208" y="314"/>
                  <a:pt x="208" y="314"/>
                  <a:pt x="208" y="314"/>
                </a:cubicBezTo>
                <a:cubicBezTo>
                  <a:pt x="209" y="314"/>
                  <a:pt x="210" y="315"/>
                  <a:pt x="210" y="316"/>
                </a:cubicBezTo>
                <a:lnTo>
                  <a:pt x="210" y="324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983C09E5-3866-44EA-9199-2CB3637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643" y="3625245"/>
            <a:ext cx="435630" cy="437030"/>
          </a:xfrm>
          <a:custGeom xmlns:a="http://schemas.openxmlformats.org/drawingml/2006/main">
            <a:gdLst>
              <a:gd name="T0" fmla="*/ 126 w 333"/>
              <a:gd name="T1" fmla="*/ 197 h 335"/>
              <a:gd name="T2" fmla="*/ 119 w 333"/>
              <a:gd name="T3" fmla="*/ 222 h 335"/>
              <a:gd name="T4" fmla="*/ 44 w 333"/>
              <a:gd name="T5" fmla="*/ 236 h 335"/>
              <a:gd name="T6" fmla="*/ 12 w 333"/>
              <a:gd name="T7" fmla="*/ 260 h 335"/>
              <a:gd name="T8" fmla="*/ 12 w 333"/>
              <a:gd name="T9" fmla="*/ 333 h 335"/>
              <a:gd name="T10" fmla="*/ 87 w 333"/>
              <a:gd name="T11" fmla="*/ 333 h 335"/>
              <a:gd name="T12" fmla="*/ 87 w 333"/>
              <a:gd name="T13" fmla="*/ 260 h 335"/>
              <a:gd name="T14" fmla="*/ 56 w 333"/>
              <a:gd name="T15" fmla="*/ 236 h 335"/>
              <a:gd name="T16" fmla="*/ 92 w 333"/>
              <a:gd name="T17" fmla="*/ 234 h 335"/>
              <a:gd name="T18" fmla="*/ 132 w 333"/>
              <a:gd name="T19" fmla="*/ 220 h 335"/>
              <a:gd name="T20" fmla="*/ 22 w 333"/>
              <a:gd name="T21" fmla="*/ 323 h 335"/>
              <a:gd name="T22" fmla="*/ 306 w 333"/>
              <a:gd name="T23" fmla="*/ 258 h 335"/>
              <a:gd name="T24" fmla="*/ 266 w 333"/>
              <a:gd name="T25" fmla="*/ 222 h 335"/>
              <a:gd name="T26" fmla="*/ 199 w 333"/>
              <a:gd name="T27" fmla="*/ 203 h 335"/>
              <a:gd name="T28" fmla="*/ 187 w 333"/>
              <a:gd name="T29" fmla="*/ 203 h 335"/>
              <a:gd name="T30" fmla="*/ 219 w 333"/>
              <a:gd name="T31" fmla="*/ 234 h 335"/>
              <a:gd name="T32" fmla="*/ 267 w 333"/>
              <a:gd name="T33" fmla="*/ 236 h 335"/>
              <a:gd name="T34" fmla="*/ 235 w 333"/>
              <a:gd name="T35" fmla="*/ 260 h 335"/>
              <a:gd name="T36" fmla="*/ 235 w 333"/>
              <a:gd name="T37" fmla="*/ 333 h 335"/>
              <a:gd name="T38" fmla="*/ 310 w 333"/>
              <a:gd name="T39" fmla="*/ 333 h 335"/>
              <a:gd name="T40" fmla="*/ 310 w 333"/>
              <a:gd name="T41" fmla="*/ 260 h 335"/>
              <a:gd name="T42" fmla="*/ 245 w 333"/>
              <a:gd name="T43" fmla="*/ 270 h 335"/>
              <a:gd name="T44" fmla="*/ 245 w 333"/>
              <a:gd name="T45" fmla="*/ 323 h 335"/>
              <a:gd name="T46" fmla="*/ 168 w 333"/>
              <a:gd name="T47" fmla="*/ 201 h 335"/>
              <a:gd name="T48" fmla="*/ 156 w 333"/>
              <a:gd name="T49" fmla="*/ 258 h 335"/>
              <a:gd name="T50" fmla="*/ 122 w 333"/>
              <a:gd name="T51" fmla="*/ 264 h 335"/>
              <a:gd name="T52" fmla="*/ 128 w 333"/>
              <a:gd name="T53" fmla="*/ 335 h 335"/>
              <a:gd name="T54" fmla="*/ 200 w 333"/>
              <a:gd name="T55" fmla="*/ 329 h 335"/>
              <a:gd name="T56" fmla="*/ 194 w 333"/>
              <a:gd name="T57" fmla="*/ 258 h 335"/>
              <a:gd name="T58" fmla="*/ 134 w 333"/>
              <a:gd name="T59" fmla="*/ 270 h 335"/>
              <a:gd name="T60" fmla="*/ 37 w 333"/>
              <a:gd name="T61" fmla="*/ 211 h 335"/>
              <a:gd name="T62" fmla="*/ 92 w 333"/>
              <a:gd name="T63" fmla="*/ 206 h 335"/>
              <a:gd name="T64" fmla="*/ 12 w 333"/>
              <a:gd name="T65" fmla="*/ 157 h 335"/>
              <a:gd name="T66" fmla="*/ 55 w 333"/>
              <a:gd name="T67" fmla="*/ 110 h 335"/>
              <a:gd name="T68" fmla="*/ 71 w 333"/>
              <a:gd name="T69" fmla="*/ 39 h 335"/>
              <a:gd name="T70" fmla="*/ 61 w 333"/>
              <a:gd name="T71" fmla="*/ 31 h 335"/>
              <a:gd name="T72" fmla="*/ 0 w 333"/>
              <a:gd name="T73" fmla="*/ 157 h 335"/>
              <a:gd name="T74" fmla="*/ 295 w 333"/>
              <a:gd name="T75" fmla="*/ 111 h 335"/>
              <a:gd name="T76" fmla="*/ 127 w 333"/>
              <a:gd name="T77" fmla="*/ 0 h 335"/>
              <a:gd name="T78" fmla="*/ 99 w 333"/>
              <a:gd name="T79" fmla="*/ 18 h 335"/>
              <a:gd name="T80" fmla="*/ 194 w 333"/>
              <a:gd name="T81" fmla="*/ 59 h 335"/>
              <a:gd name="T82" fmla="*/ 228 w 333"/>
              <a:gd name="T83" fmla="*/ 57 h 335"/>
              <a:gd name="T84" fmla="*/ 280 w 333"/>
              <a:gd name="T85" fmla="*/ 128 h 335"/>
              <a:gd name="T86" fmla="*/ 289 w 333"/>
              <a:gd name="T87" fmla="*/ 136 h 335"/>
              <a:gd name="T88" fmla="*/ 234 w 333"/>
              <a:gd name="T89" fmla="*/ 199 h 335"/>
              <a:gd name="T90" fmla="*/ 298 w 333"/>
              <a:gd name="T91" fmla="*/ 211 h 335"/>
              <a:gd name="T92" fmla="*/ 293 w 333"/>
              <a:gd name="T93" fmla="*/ 124 h 335"/>
              <a:gd name="T94" fmla="*/ 81 w 333"/>
              <a:gd name="T95" fmla="*/ 16 h 335"/>
            </a:gdLst>
            <a:rect l="0" t="0" r="r" b="b"/>
            <a:pathLst>
              <a:path w="333" h="335">
                <a:moveTo>
                  <a:pt x="132" y="220"/>
                </a:moveTo>
                <a:cubicBezTo>
                  <a:pt x="132" y="203"/>
                  <a:pt x="132" y="203"/>
                  <a:pt x="132" y="203"/>
                </a:cubicBezTo>
                <a:cubicBezTo>
                  <a:pt x="132" y="200"/>
                  <a:pt x="129" y="197"/>
                  <a:pt x="126" y="197"/>
                </a:cubicBezTo>
                <a:cubicBezTo>
                  <a:pt x="123" y="197"/>
                  <a:pt x="120" y="200"/>
                  <a:pt x="120" y="203"/>
                </a:cubicBezTo>
                <a:cubicBezTo>
                  <a:pt x="120" y="220"/>
                  <a:pt x="120" y="220"/>
                  <a:pt x="120" y="220"/>
                </a:cubicBezTo>
                <a:cubicBezTo>
                  <a:pt x="120" y="221"/>
                  <a:pt x="120" y="222"/>
                  <a:pt x="119" y="222"/>
                </a:cubicBezTo>
                <a:cubicBezTo>
                  <a:pt x="119" y="222"/>
                  <a:pt x="119" y="222"/>
                  <a:pt x="119" y="222"/>
                </a:cubicBezTo>
                <a:cubicBezTo>
                  <a:pt x="57" y="222"/>
                  <a:pt x="57" y="222"/>
                  <a:pt x="57" y="222"/>
                </a:cubicBezTo>
                <a:cubicBezTo>
                  <a:pt x="49" y="223"/>
                  <a:pt x="44" y="229"/>
                  <a:pt x="44" y="236"/>
                </a:cubicBezTo>
                <a:cubicBezTo>
                  <a:pt x="44" y="258"/>
                  <a:pt x="44" y="258"/>
                  <a:pt x="44" y="258"/>
                </a:cubicBezTo>
                <a:cubicBezTo>
                  <a:pt x="16" y="258"/>
                  <a:pt x="16" y="258"/>
                  <a:pt x="16" y="258"/>
                </a:cubicBezTo>
                <a:cubicBezTo>
                  <a:pt x="15" y="258"/>
                  <a:pt x="13" y="259"/>
                  <a:pt x="12" y="260"/>
                </a:cubicBezTo>
                <a:cubicBezTo>
                  <a:pt x="11" y="261"/>
                  <a:pt x="10" y="262"/>
                  <a:pt x="10" y="264"/>
                </a:cubicBezTo>
                <a:cubicBezTo>
                  <a:pt x="10" y="329"/>
                  <a:pt x="10" y="329"/>
                  <a:pt x="10" y="329"/>
                </a:cubicBezTo>
                <a:cubicBezTo>
                  <a:pt x="10" y="330"/>
                  <a:pt x="11" y="332"/>
                  <a:pt x="12" y="333"/>
                </a:cubicBezTo>
                <a:cubicBezTo>
                  <a:pt x="13" y="334"/>
                  <a:pt x="15" y="335"/>
                  <a:pt x="16" y="335"/>
                </a:cubicBezTo>
                <a:cubicBezTo>
                  <a:pt x="83" y="335"/>
                  <a:pt x="83" y="335"/>
                  <a:pt x="83" y="335"/>
                </a:cubicBezTo>
                <a:cubicBezTo>
                  <a:pt x="84" y="335"/>
                  <a:pt x="86" y="334"/>
                  <a:pt x="87" y="333"/>
                </a:cubicBezTo>
                <a:cubicBezTo>
                  <a:pt x="88" y="332"/>
                  <a:pt x="88" y="330"/>
                  <a:pt x="88" y="329"/>
                </a:cubicBezTo>
                <a:cubicBezTo>
                  <a:pt x="88" y="264"/>
                  <a:pt x="88" y="264"/>
                  <a:pt x="88" y="264"/>
                </a:cubicBezTo>
                <a:cubicBezTo>
                  <a:pt x="88" y="262"/>
                  <a:pt x="88" y="261"/>
                  <a:pt x="87" y="260"/>
                </a:cubicBezTo>
                <a:cubicBezTo>
                  <a:pt x="86" y="259"/>
                  <a:pt x="84" y="258"/>
                  <a:pt x="83" y="258"/>
                </a:cubicBezTo>
                <a:cubicBezTo>
                  <a:pt x="56" y="258"/>
                  <a:pt x="56" y="258"/>
                  <a:pt x="56" y="258"/>
                </a:cubicBezTo>
                <a:cubicBezTo>
                  <a:pt x="56" y="236"/>
                  <a:pt x="56" y="236"/>
                  <a:pt x="56" y="236"/>
                </a:cubicBezTo>
                <a:cubicBezTo>
                  <a:pt x="56" y="236"/>
                  <a:pt x="57" y="235"/>
                  <a:pt x="57" y="235"/>
                </a:cubicBezTo>
                <a:cubicBezTo>
                  <a:pt x="57" y="234"/>
                  <a:pt x="57" y="234"/>
                  <a:pt x="57" y="234"/>
                </a:cubicBezTo>
                <a:cubicBezTo>
                  <a:pt x="92" y="234"/>
                  <a:pt x="92" y="234"/>
                  <a:pt x="92" y="234"/>
                </a:cubicBezTo>
                <a:cubicBezTo>
                  <a:pt x="102" y="234"/>
                  <a:pt x="102" y="234"/>
                  <a:pt x="102" y="234"/>
                </a:cubicBezTo>
                <a:cubicBezTo>
                  <a:pt x="119" y="234"/>
                  <a:pt x="119" y="234"/>
                  <a:pt x="119" y="234"/>
                </a:cubicBezTo>
                <a:cubicBezTo>
                  <a:pt x="127" y="234"/>
                  <a:pt x="132" y="228"/>
                  <a:pt x="132" y="220"/>
                </a:cubicBezTo>
                <a:close/>
                <a:moveTo>
                  <a:pt x="76" y="270"/>
                </a:moveTo>
                <a:cubicBezTo>
                  <a:pt x="76" y="323"/>
                  <a:pt x="76" y="323"/>
                  <a:pt x="76" y="323"/>
                </a:cubicBezTo>
                <a:cubicBezTo>
                  <a:pt x="22" y="323"/>
                  <a:pt x="22" y="323"/>
                  <a:pt x="22" y="323"/>
                </a:cubicBezTo>
                <a:cubicBezTo>
                  <a:pt x="22" y="270"/>
                  <a:pt x="22" y="270"/>
                  <a:pt x="22" y="270"/>
                </a:cubicBezTo>
                <a:lnTo>
                  <a:pt x="76" y="270"/>
                </a:lnTo>
                <a:close/>
                <a:moveTo>
                  <a:pt x="306" y="258"/>
                </a:moveTo>
                <a:cubicBezTo>
                  <a:pt x="279" y="258"/>
                  <a:pt x="279" y="258"/>
                  <a:pt x="279" y="258"/>
                </a:cubicBezTo>
                <a:cubicBezTo>
                  <a:pt x="279" y="236"/>
                  <a:pt x="279" y="236"/>
                  <a:pt x="279" y="236"/>
                </a:cubicBezTo>
                <a:cubicBezTo>
                  <a:pt x="279" y="229"/>
                  <a:pt x="273" y="223"/>
                  <a:pt x="266" y="222"/>
                </a:cubicBezTo>
                <a:cubicBezTo>
                  <a:pt x="200" y="222"/>
                  <a:pt x="200" y="222"/>
                  <a:pt x="200" y="222"/>
                </a:cubicBezTo>
                <a:cubicBezTo>
                  <a:pt x="200" y="222"/>
                  <a:pt x="199" y="222"/>
                  <a:pt x="199" y="220"/>
                </a:cubicBezTo>
                <a:cubicBezTo>
                  <a:pt x="199" y="203"/>
                  <a:pt x="199" y="203"/>
                  <a:pt x="199" y="203"/>
                </a:cubicBezTo>
                <a:cubicBezTo>
                  <a:pt x="199" y="200"/>
                  <a:pt x="196" y="197"/>
                  <a:pt x="193" y="197"/>
                </a:cubicBezTo>
                <a:cubicBezTo>
                  <a:pt x="190" y="197"/>
                  <a:pt x="187" y="200"/>
                  <a:pt x="187" y="203"/>
                </a:cubicBezTo>
                <a:cubicBezTo>
                  <a:pt x="187" y="203"/>
                  <a:pt x="187" y="203"/>
                  <a:pt x="187" y="203"/>
                </a:cubicBezTo>
                <a:cubicBezTo>
                  <a:pt x="187" y="220"/>
                  <a:pt x="187" y="220"/>
                  <a:pt x="187" y="220"/>
                </a:cubicBezTo>
                <a:cubicBezTo>
                  <a:pt x="187" y="228"/>
                  <a:pt x="193" y="234"/>
                  <a:pt x="200" y="234"/>
                </a:cubicBezTo>
                <a:cubicBezTo>
                  <a:pt x="219" y="234"/>
                  <a:pt x="219" y="234"/>
                  <a:pt x="219" y="234"/>
                </a:cubicBezTo>
                <a:cubicBezTo>
                  <a:pt x="229" y="234"/>
                  <a:pt x="229" y="234"/>
                  <a:pt x="229" y="234"/>
                </a:cubicBezTo>
                <a:cubicBezTo>
                  <a:pt x="266" y="234"/>
                  <a:pt x="266" y="234"/>
                  <a:pt x="266" y="234"/>
                </a:cubicBezTo>
                <a:cubicBezTo>
                  <a:pt x="266" y="234"/>
                  <a:pt x="267" y="235"/>
                  <a:pt x="267" y="236"/>
                </a:cubicBezTo>
                <a:cubicBezTo>
                  <a:pt x="267" y="258"/>
                  <a:pt x="267" y="258"/>
                  <a:pt x="267" y="258"/>
                </a:cubicBezTo>
                <a:cubicBezTo>
                  <a:pt x="239" y="258"/>
                  <a:pt x="239" y="258"/>
                  <a:pt x="239" y="258"/>
                </a:cubicBezTo>
                <a:cubicBezTo>
                  <a:pt x="238" y="258"/>
                  <a:pt x="236" y="259"/>
                  <a:pt x="235" y="260"/>
                </a:cubicBezTo>
                <a:cubicBezTo>
                  <a:pt x="234" y="261"/>
                  <a:pt x="233" y="262"/>
                  <a:pt x="233" y="264"/>
                </a:cubicBezTo>
                <a:cubicBezTo>
                  <a:pt x="233" y="329"/>
                  <a:pt x="233" y="329"/>
                  <a:pt x="233" y="329"/>
                </a:cubicBezTo>
                <a:cubicBezTo>
                  <a:pt x="233" y="330"/>
                  <a:pt x="234" y="332"/>
                  <a:pt x="235" y="333"/>
                </a:cubicBezTo>
                <a:cubicBezTo>
                  <a:pt x="236" y="334"/>
                  <a:pt x="238" y="335"/>
                  <a:pt x="239" y="335"/>
                </a:cubicBezTo>
                <a:cubicBezTo>
                  <a:pt x="306" y="335"/>
                  <a:pt x="306" y="335"/>
                  <a:pt x="306" y="335"/>
                </a:cubicBezTo>
                <a:cubicBezTo>
                  <a:pt x="307" y="335"/>
                  <a:pt x="309" y="334"/>
                  <a:pt x="310" y="333"/>
                </a:cubicBezTo>
                <a:cubicBezTo>
                  <a:pt x="311" y="332"/>
                  <a:pt x="311" y="330"/>
                  <a:pt x="311" y="329"/>
                </a:cubicBezTo>
                <a:cubicBezTo>
                  <a:pt x="311" y="264"/>
                  <a:pt x="311" y="264"/>
                  <a:pt x="311" y="264"/>
                </a:cubicBezTo>
                <a:cubicBezTo>
                  <a:pt x="311" y="262"/>
                  <a:pt x="311" y="261"/>
                  <a:pt x="310" y="260"/>
                </a:cubicBezTo>
                <a:cubicBezTo>
                  <a:pt x="309" y="259"/>
                  <a:pt x="307" y="258"/>
                  <a:pt x="306" y="258"/>
                </a:cubicBezTo>
                <a:close/>
                <a:moveTo>
                  <a:pt x="245" y="323"/>
                </a:moveTo>
                <a:cubicBezTo>
                  <a:pt x="245" y="270"/>
                  <a:pt x="245" y="270"/>
                  <a:pt x="245" y="270"/>
                </a:cubicBezTo>
                <a:cubicBezTo>
                  <a:pt x="299" y="270"/>
                  <a:pt x="299" y="270"/>
                  <a:pt x="299" y="270"/>
                </a:cubicBezTo>
                <a:cubicBezTo>
                  <a:pt x="300" y="323"/>
                  <a:pt x="300" y="323"/>
                  <a:pt x="300" y="323"/>
                </a:cubicBezTo>
                <a:lnTo>
                  <a:pt x="245" y="323"/>
                </a:lnTo>
                <a:close/>
                <a:moveTo>
                  <a:pt x="194" y="258"/>
                </a:moveTo>
                <a:cubicBezTo>
                  <a:pt x="168" y="258"/>
                  <a:pt x="168" y="258"/>
                  <a:pt x="168" y="258"/>
                </a:cubicBezTo>
                <a:cubicBezTo>
                  <a:pt x="168" y="201"/>
                  <a:pt x="168" y="201"/>
                  <a:pt x="168" y="201"/>
                </a:cubicBezTo>
                <a:cubicBezTo>
                  <a:pt x="168" y="198"/>
                  <a:pt x="165" y="195"/>
                  <a:pt x="162" y="195"/>
                </a:cubicBezTo>
                <a:cubicBezTo>
                  <a:pt x="159" y="195"/>
                  <a:pt x="156" y="198"/>
                  <a:pt x="156" y="201"/>
                </a:cubicBezTo>
                <a:cubicBezTo>
                  <a:pt x="156" y="258"/>
                  <a:pt x="156" y="258"/>
                  <a:pt x="156" y="258"/>
                </a:cubicBezTo>
                <a:cubicBezTo>
                  <a:pt x="128" y="258"/>
                  <a:pt x="128" y="258"/>
                  <a:pt x="128" y="258"/>
                </a:cubicBezTo>
                <a:cubicBezTo>
                  <a:pt x="126" y="258"/>
                  <a:pt x="125" y="259"/>
                  <a:pt x="124" y="260"/>
                </a:cubicBezTo>
                <a:cubicBezTo>
                  <a:pt x="122" y="261"/>
                  <a:pt x="122" y="262"/>
                  <a:pt x="122" y="264"/>
                </a:cubicBezTo>
                <a:cubicBezTo>
                  <a:pt x="122" y="329"/>
                  <a:pt x="122" y="329"/>
                  <a:pt x="122" y="329"/>
                </a:cubicBezTo>
                <a:cubicBezTo>
                  <a:pt x="122" y="330"/>
                  <a:pt x="122" y="332"/>
                  <a:pt x="124" y="333"/>
                </a:cubicBezTo>
                <a:cubicBezTo>
                  <a:pt x="125" y="334"/>
                  <a:pt x="126" y="335"/>
                  <a:pt x="128" y="335"/>
                </a:cubicBezTo>
                <a:cubicBezTo>
                  <a:pt x="194" y="335"/>
                  <a:pt x="194" y="335"/>
                  <a:pt x="194" y="335"/>
                </a:cubicBezTo>
                <a:cubicBezTo>
                  <a:pt x="196" y="335"/>
                  <a:pt x="197" y="334"/>
                  <a:pt x="198" y="333"/>
                </a:cubicBezTo>
                <a:cubicBezTo>
                  <a:pt x="199" y="332"/>
                  <a:pt x="200" y="330"/>
                  <a:pt x="200" y="329"/>
                </a:cubicBezTo>
                <a:cubicBezTo>
                  <a:pt x="200" y="264"/>
                  <a:pt x="200" y="264"/>
                  <a:pt x="200" y="264"/>
                </a:cubicBezTo>
                <a:cubicBezTo>
                  <a:pt x="200" y="262"/>
                  <a:pt x="199" y="261"/>
                  <a:pt x="198" y="260"/>
                </a:cubicBezTo>
                <a:cubicBezTo>
                  <a:pt x="197" y="259"/>
                  <a:pt x="196" y="258"/>
                  <a:pt x="194" y="258"/>
                </a:cubicBezTo>
                <a:close/>
                <a:moveTo>
                  <a:pt x="188" y="323"/>
                </a:moveTo>
                <a:cubicBezTo>
                  <a:pt x="134" y="323"/>
                  <a:pt x="134" y="323"/>
                  <a:pt x="134" y="323"/>
                </a:cubicBezTo>
                <a:cubicBezTo>
                  <a:pt x="134" y="270"/>
                  <a:pt x="134" y="270"/>
                  <a:pt x="134" y="270"/>
                </a:cubicBezTo>
                <a:cubicBezTo>
                  <a:pt x="188" y="270"/>
                  <a:pt x="188" y="270"/>
                  <a:pt x="188" y="270"/>
                </a:cubicBezTo>
                <a:lnTo>
                  <a:pt x="188" y="323"/>
                </a:lnTo>
                <a:close/>
                <a:moveTo>
                  <a:pt x="37" y="211"/>
                </a:moveTo>
                <a:cubicBezTo>
                  <a:pt x="38" y="212"/>
                  <a:pt x="39" y="212"/>
                  <a:pt x="40" y="212"/>
                </a:cubicBezTo>
                <a:cubicBezTo>
                  <a:pt x="86" y="212"/>
                  <a:pt x="86" y="212"/>
                  <a:pt x="86" y="212"/>
                </a:cubicBezTo>
                <a:cubicBezTo>
                  <a:pt x="89" y="212"/>
                  <a:pt x="92" y="209"/>
                  <a:pt x="92" y="206"/>
                </a:cubicBezTo>
                <a:cubicBezTo>
                  <a:pt x="92" y="202"/>
                  <a:pt x="89" y="200"/>
                  <a:pt x="86" y="200"/>
                </a:cubicBezTo>
                <a:cubicBezTo>
                  <a:pt x="41" y="200"/>
                  <a:pt x="41" y="200"/>
                  <a:pt x="41" y="200"/>
                </a:cubicBezTo>
                <a:cubicBezTo>
                  <a:pt x="24" y="192"/>
                  <a:pt x="12" y="176"/>
                  <a:pt x="12" y="157"/>
                </a:cubicBezTo>
                <a:cubicBezTo>
                  <a:pt x="12" y="135"/>
                  <a:pt x="28" y="117"/>
                  <a:pt x="50" y="112"/>
                </a:cubicBezTo>
                <a:cubicBezTo>
                  <a:pt x="51" y="112"/>
                  <a:pt x="51" y="112"/>
                  <a:pt x="51" y="112"/>
                </a:cubicBezTo>
                <a:cubicBezTo>
                  <a:pt x="55" y="110"/>
                  <a:pt x="55" y="110"/>
                  <a:pt x="55" y="110"/>
                </a:cubicBezTo>
                <a:cubicBezTo>
                  <a:pt x="58" y="109"/>
                  <a:pt x="60" y="106"/>
                  <a:pt x="59" y="103"/>
                </a:cubicBezTo>
                <a:cubicBezTo>
                  <a:pt x="57" y="96"/>
                  <a:pt x="55" y="89"/>
                  <a:pt x="55" y="82"/>
                </a:cubicBezTo>
                <a:cubicBezTo>
                  <a:pt x="55" y="66"/>
                  <a:pt x="61" y="51"/>
                  <a:pt x="71" y="39"/>
                </a:cubicBezTo>
                <a:cubicBezTo>
                  <a:pt x="73" y="36"/>
                  <a:pt x="72" y="33"/>
                  <a:pt x="70" y="30"/>
                </a:cubicBezTo>
                <a:cubicBezTo>
                  <a:pt x="67" y="28"/>
                  <a:pt x="63" y="29"/>
                  <a:pt x="61" y="31"/>
                </a:cubicBezTo>
                <a:cubicBezTo>
                  <a:pt x="61" y="31"/>
                  <a:pt x="61" y="31"/>
                  <a:pt x="61" y="31"/>
                </a:cubicBezTo>
                <a:cubicBezTo>
                  <a:pt x="50" y="45"/>
                  <a:pt x="43" y="63"/>
                  <a:pt x="43" y="82"/>
                </a:cubicBezTo>
                <a:cubicBezTo>
                  <a:pt x="43" y="88"/>
                  <a:pt x="44" y="95"/>
                  <a:pt x="46" y="101"/>
                </a:cubicBezTo>
                <a:cubicBezTo>
                  <a:pt x="20" y="107"/>
                  <a:pt x="0" y="130"/>
                  <a:pt x="0" y="157"/>
                </a:cubicBezTo>
                <a:cubicBezTo>
                  <a:pt x="0" y="182"/>
                  <a:pt x="16" y="203"/>
                  <a:pt x="37" y="211"/>
                </a:cubicBezTo>
                <a:close/>
                <a:moveTo>
                  <a:pt x="293" y="124"/>
                </a:moveTo>
                <a:cubicBezTo>
                  <a:pt x="294" y="120"/>
                  <a:pt x="295" y="115"/>
                  <a:pt x="295" y="111"/>
                </a:cubicBezTo>
                <a:cubicBezTo>
                  <a:pt x="295" y="74"/>
                  <a:pt x="265" y="45"/>
                  <a:pt x="228" y="45"/>
                </a:cubicBezTo>
                <a:cubicBezTo>
                  <a:pt x="219" y="45"/>
                  <a:pt x="211" y="46"/>
                  <a:pt x="203" y="49"/>
                </a:cubicBezTo>
                <a:cubicBezTo>
                  <a:pt x="190" y="20"/>
                  <a:pt x="161" y="0"/>
                  <a:pt x="127" y="0"/>
                </a:cubicBezTo>
                <a:cubicBezTo>
                  <a:pt x="115" y="0"/>
                  <a:pt x="104" y="3"/>
                  <a:pt x="94" y="7"/>
                </a:cubicBezTo>
                <a:cubicBezTo>
                  <a:pt x="91" y="8"/>
                  <a:pt x="90" y="12"/>
                  <a:pt x="91" y="15"/>
                </a:cubicBezTo>
                <a:cubicBezTo>
                  <a:pt x="92" y="18"/>
                  <a:pt x="96" y="19"/>
                  <a:pt x="99" y="18"/>
                </a:cubicBezTo>
                <a:cubicBezTo>
                  <a:pt x="107" y="14"/>
                  <a:pt x="117" y="12"/>
                  <a:pt x="127" y="12"/>
                </a:cubicBezTo>
                <a:cubicBezTo>
                  <a:pt x="157" y="12"/>
                  <a:pt x="183" y="31"/>
                  <a:pt x="194" y="58"/>
                </a:cubicBezTo>
                <a:cubicBezTo>
                  <a:pt x="194" y="59"/>
                  <a:pt x="194" y="59"/>
                  <a:pt x="194" y="59"/>
                </a:cubicBezTo>
                <a:cubicBezTo>
                  <a:pt x="194" y="61"/>
                  <a:pt x="196" y="62"/>
                  <a:pt x="197" y="63"/>
                </a:cubicBezTo>
                <a:cubicBezTo>
                  <a:pt x="199" y="63"/>
                  <a:pt x="201" y="63"/>
                  <a:pt x="202" y="63"/>
                </a:cubicBezTo>
                <a:cubicBezTo>
                  <a:pt x="210" y="59"/>
                  <a:pt x="219" y="57"/>
                  <a:pt x="228" y="57"/>
                </a:cubicBezTo>
                <a:cubicBezTo>
                  <a:pt x="258" y="57"/>
                  <a:pt x="283" y="81"/>
                  <a:pt x="283" y="111"/>
                </a:cubicBezTo>
                <a:cubicBezTo>
                  <a:pt x="283" y="117"/>
                  <a:pt x="282" y="122"/>
                  <a:pt x="280" y="127"/>
                </a:cubicBezTo>
                <a:cubicBezTo>
                  <a:pt x="280" y="128"/>
                  <a:pt x="280" y="128"/>
                  <a:pt x="280" y="128"/>
                </a:cubicBezTo>
                <a:cubicBezTo>
                  <a:pt x="279" y="130"/>
                  <a:pt x="280" y="132"/>
                  <a:pt x="281" y="134"/>
                </a:cubicBezTo>
                <a:cubicBezTo>
                  <a:pt x="282" y="135"/>
                  <a:pt x="284" y="136"/>
                  <a:pt x="286" y="136"/>
                </a:cubicBezTo>
                <a:cubicBezTo>
                  <a:pt x="287" y="136"/>
                  <a:pt x="288" y="136"/>
                  <a:pt x="289" y="136"/>
                </a:cubicBezTo>
                <a:cubicBezTo>
                  <a:pt x="307" y="136"/>
                  <a:pt x="321" y="150"/>
                  <a:pt x="321" y="168"/>
                </a:cubicBezTo>
                <a:cubicBezTo>
                  <a:pt x="321" y="183"/>
                  <a:pt x="311" y="196"/>
                  <a:pt x="297" y="199"/>
                </a:cubicBezTo>
                <a:cubicBezTo>
                  <a:pt x="234" y="199"/>
                  <a:pt x="234" y="199"/>
                  <a:pt x="234" y="199"/>
                </a:cubicBezTo>
                <a:cubicBezTo>
                  <a:pt x="231" y="199"/>
                  <a:pt x="228" y="202"/>
                  <a:pt x="228" y="205"/>
                </a:cubicBezTo>
                <a:cubicBezTo>
                  <a:pt x="228" y="209"/>
                  <a:pt x="231" y="211"/>
                  <a:pt x="234" y="211"/>
                </a:cubicBezTo>
                <a:cubicBezTo>
                  <a:pt x="298" y="211"/>
                  <a:pt x="298" y="211"/>
                  <a:pt x="298" y="211"/>
                </a:cubicBezTo>
                <a:cubicBezTo>
                  <a:pt x="300" y="211"/>
                  <a:pt x="300" y="211"/>
                  <a:pt x="300" y="211"/>
                </a:cubicBezTo>
                <a:cubicBezTo>
                  <a:pt x="319" y="206"/>
                  <a:pt x="333" y="189"/>
                  <a:pt x="333" y="168"/>
                </a:cubicBezTo>
                <a:cubicBezTo>
                  <a:pt x="333" y="145"/>
                  <a:pt x="316" y="126"/>
                  <a:pt x="293" y="124"/>
                </a:cubicBezTo>
                <a:close/>
                <a:moveTo>
                  <a:pt x="81" y="25"/>
                </a:moveTo>
                <a:cubicBezTo>
                  <a:pt x="83" y="25"/>
                  <a:pt x="85" y="23"/>
                  <a:pt x="85" y="20"/>
                </a:cubicBezTo>
                <a:cubicBezTo>
                  <a:pt x="85" y="18"/>
                  <a:pt x="83" y="16"/>
                  <a:pt x="81" y="16"/>
                </a:cubicBezTo>
                <a:cubicBezTo>
                  <a:pt x="78" y="16"/>
                  <a:pt x="76" y="18"/>
                  <a:pt x="76" y="20"/>
                </a:cubicBezTo>
                <a:cubicBezTo>
                  <a:pt x="76" y="23"/>
                  <a:pt x="78" y="25"/>
                  <a:pt x="81" y="25"/>
                </a:cubicBezTo>
                <a:close/>
              </a:path>
            </a:pathLst>
          </a:cu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508639440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evron 3">
            <a:extLst xmlns:a="http://schemas.openxmlformats.org/drawingml/2006/main"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597" y="1509825"/>
            <a:ext cx="2792321" cy="2174809"/>
          </a:xfrm>
          <a:prstGeom xmlns:a="http://schemas.openxmlformats.org/drawingml/2006/main" prst="chevron">
            <a:avLst>
              <a:gd name="adj" fmla="val 20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137196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Chevron 4">
            <a:extLst xmlns:a="http://schemas.openxmlformats.org/drawingml/2006/main">
              <a:ext uri="{FF2B5EF4-FFF2-40B4-BE49-F238E27FC236}">
                <a16:creationId xmlns:a16="http://schemas.microsoft.com/office/drawing/2014/main" id="{0AA8FFD1-2DE8-49B1-A353-F58B982F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792" y="1509825"/>
            <a:ext cx="2792321" cy="2174809"/>
          </a:xfrm>
          <a:prstGeom xmlns:a="http://schemas.openxmlformats.org/drawingml/2006/main" prst="chevron">
            <a:avLst>
              <a:gd name="adj" fmla="val 20758"/>
            </a:avLst>
          </a:prstGeom>
          <a:solidFill xmlns:a="http://schemas.openxmlformats.org/drawingml/2006/main">
            <a:srgbClr val="FDB913">
              <a:lumMod val="40000"/>
              <a:lumOff val="60000"/>
            </a:srgbClr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137196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Chevron 5">
            <a:extLst xmlns:a="http://schemas.openxmlformats.org/drawingml/2006/main"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985" y="1509825"/>
            <a:ext cx="2792324" cy="2174809"/>
          </a:xfrm>
          <a:prstGeom xmlns:a="http://schemas.openxmlformats.org/drawingml/2006/main" prst="chevron">
            <a:avLst>
              <a:gd name="adj" fmla="val 20758"/>
            </a:avLst>
          </a:prstGeom>
          <a:solidFill xmlns:a="http://schemas.openxmlformats.org/drawingml/2006/main">
            <a:srgbClr val="FDB913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137196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entagon 6">
            <a:extLst xmlns:a="http://schemas.openxmlformats.org/drawingml/2006/main"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47" y="1509825"/>
            <a:ext cx="2547856" cy="2174809"/>
          </a:xfrm>
          <a:prstGeom xmlns:a="http://schemas.openxmlformats.org/drawingml/2006/main" prst="homePlate">
            <a:avLst>
              <a:gd name="adj" fmla="val 22102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68598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Oval 8">
            <a:extLst xmlns:a="http://schemas.openxmlformats.org/drawingml/2006/main"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747" y="2325530"/>
            <a:ext cx="591747" cy="59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913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bIns="102897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Oval 9">
            <a:extLst xmlns:a="http://schemas.openxmlformats.org/drawingml/2006/main">
              <a:ext uri="{FF2B5EF4-FFF2-40B4-BE49-F238E27FC236}">
                <a16:creationId xmlns:a16="http://schemas.microsoft.com/office/drawing/2014/main" id="{6D9C0614-3307-433F-96AA-000E97B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161" y="2325530"/>
            <a:ext cx="591747" cy="59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913">
              <a:lumMod val="40000"/>
              <a:lumOff val="60000"/>
            </a:srgbClr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bIns="102897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Oval 10">
            <a:extLst xmlns:a="http://schemas.openxmlformats.org/drawingml/2006/main"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832" y="2325530"/>
            <a:ext cx="591747" cy="59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bIns="102897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52" y="2495157"/>
            <a:ext cx="131377" cy="232650"/>
          </a:xfrm>
          <a:custGeom xmlns:a="http://schemas.openxmlformats.org/drawingml/2006/main"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68598" tIns="34299" rIns="68598" bIns="34299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0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C315114-9708-453E-AC8F-4D9BBE9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932" y="2495157"/>
            <a:ext cx="131377" cy="232650"/>
          </a:xfrm>
          <a:custGeom xmlns:a="http://schemas.openxmlformats.org/drawingml/2006/main"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68598" tIns="34299" rIns="68598" bIns="34299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793" y="2495157"/>
            <a:ext cx="131377" cy="232650"/>
          </a:xfrm>
          <a:custGeom xmlns:a="http://schemas.openxmlformats.org/drawingml/2006/main"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 xmlns:a="http://schemas.openxmlformats.org/drawingml/2006/main">
            <a:sysClr val="windowText" lastClr="000000">
              <a:lumMod val="50000"/>
              <a:lumOff val="50000"/>
            </a:sys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68598" tIns="34299" rIns="68598" bIns="34299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2" name="STEP_1_DETAIL_TITLE">
            <a:extLst xmlns:a="http://schemas.openxmlformats.org/drawingml/2006/main"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25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prstClr val="black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43" name="STEP_1_BODY">
            <a:extLst xmlns:a="http://schemas.openxmlformats.org/drawingml/2006/main"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" y="4502278"/>
            <a:ext cx="2406570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4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4A0A4A1-6E7F-408A-AEF1-628C751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33" y="2038998"/>
            <a:ext cx="630440" cy="616462"/>
          </a:xfrm>
          <a:custGeom xmlns:a="http://schemas.openxmlformats.org/drawingml/2006/main">
            <a:gdLst>
              <a:gd name="T0" fmla="*/ 192 w 225"/>
              <a:gd name="T1" fmla="*/ 33 h 220"/>
              <a:gd name="T2" fmla="*/ 210 w 225"/>
              <a:gd name="T3" fmla="*/ 10 h 220"/>
              <a:gd name="T4" fmla="*/ 186 w 225"/>
              <a:gd name="T5" fmla="*/ 28 h 220"/>
              <a:gd name="T6" fmla="*/ 172 w 225"/>
              <a:gd name="T7" fmla="*/ 1 h 220"/>
              <a:gd name="T8" fmla="*/ 180 w 225"/>
              <a:gd name="T9" fmla="*/ 33 h 220"/>
              <a:gd name="T10" fmla="*/ 173 w 225"/>
              <a:gd name="T11" fmla="*/ 42 h 220"/>
              <a:gd name="T12" fmla="*/ 158 w 225"/>
              <a:gd name="T13" fmla="*/ 14 h 220"/>
              <a:gd name="T14" fmla="*/ 167 w 225"/>
              <a:gd name="T15" fmla="*/ 47 h 220"/>
              <a:gd name="T16" fmla="*/ 148 w 225"/>
              <a:gd name="T17" fmla="*/ 66 h 220"/>
              <a:gd name="T18" fmla="*/ 0 w 225"/>
              <a:gd name="T19" fmla="*/ 131 h 220"/>
              <a:gd name="T20" fmla="*/ 177 w 225"/>
              <a:gd name="T21" fmla="*/ 131 h 220"/>
              <a:gd name="T22" fmla="*/ 170 w 225"/>
              <a:gd name="T23" fmla="*/ 55 h 220"/>
              <a:gd name="T24" fmla="*/ 208 w 225"/>
              <a:gd name="T25" fmla="*/ 60 h 220"/>
              <a:gd name="T26" fmla="*/ 212 w 225"/>
              <a:gd name="T27" fmla="*/ 57 h 220"/>
              <a:gd name="T28" fmla="*/ 176 w 225"/>
              <a:gd name="T29" fmla="*/ 49 h 220"/>
              <a:gd name="T30" fmla="*/ 186 w 225"/>
              <a:gd name="T31" fmla="*/ 40 h 220"/>
              <a:gd name="T32" fmla="*/ 221 w 225"/>
              <a:gd name="T33" fmla="*/ 43 h 220"/>
              <a:gd name="T34" fmla="*/ 221 w 225"/>
              <a:gd name="T35" fmla="*/ 36 h 220"/>
              <a:gd name="T36" fmla="*/ 88 w 225"/>
              <a:gd name="T37" fmla="*/ 212 h 220"/>
              <a:gd name="T38" fmla="*/ 88 w 225"/>
              <a:gd name="T39" fmla="*/ 50 h 220"/>
              <a:gd name="T40" fmla="*/ 125 w 225"/>
              <a:gd name="T41" fmla="*/ 89 h 220"/>
              <a:gd name="T42" fmla="*/ 32 w 225"/>
              <a:gd name="T43" fmla="*/ 131 h 220"/>
              <a:gd name="T44" fmla="*/ 145 w 225"/>
              <a:gd name="T45" fmla="*/ 131 h 220"/>
              <a:gd name="T46" fmla="*/ 148 w 225"/>
              <a:gd name="T47" fmla="*/ 76 h 220"/>
              <a:gd name="T48" fmla="*/ 86 w 225"/>
              <a:gd name="T49" fmla="*/ 134 h 220"/>
              <a:gd name="T50" fmla="*/ 91 w 225"/>
              <a:gd name="T51" fmla="*/ 134 h 220"/>
              <a:gd name="T52" fmla="*/ 105 w 225"/>
              <a:gd name="T53" fmla="*/ 131 h 220"/>
              <a:gd name="T54" fmla="*/ 72 w 225"/>
              <a:gd name="T55" fmla="*/ 131 h 220"/>
              <a:gd name="T56" fmla="*/ 97 w 225"/>
              <a:gd name="T57" fmla="*/ 117 h 220"/>
              <a:gd name="T58" fmla="*/ 86 w 225"/>
              <a:gd name="T59" fmla="*/ 134 h 220"/>
              <a:gd name="T60" fmla="*/ 88 w 225"/>
              <a:gd name="T61" fmla="*/ 107 h 220"/>
              <a:gd name="T62" fmla="*/ 88 w 225"/>
              <a:gd name="T63" fmla="*/ 155 h 220"/>
              <a:gd name="T64" fmla="*/ 108 w 225"/>
              <a:gd name="T65" fmla="*/ 117 h 220"/>
              <a:gd name="T66" fmla="*/ 137 w 225"/>
              <a:gd name="T67" fmla="*/ 131 h 220"/>
              <a:gd name="T68" fmla="*/ 39 w 225"/>
              <a:gd name="T69" fmla="*/ 131 h 220"/>
              <a:gd name="T70" fmla="*/ 120 w 225"/>
              <a:gd name="T71" fmla="*/ 94 h 220"/>
            </a:gdLst>
            <a:rect l="0" t="0" r="r" b="b"/>
            <a:pathLst>
              <a:path w="225" h="220">
                <a:moveTo>
                  <a:pt x="221" y="36"/>
                </a:moveTo>
                <a:cubicBezTo>
                  <a:pt x="192" y="33"/>
                  <a:pt x="192" y="33"/>
                  <a:pt x="192" y="33"/>
                </a:cubicBezTo>
                <a:cubicBezTo>
                  <a:pt x="210" y="15"/>
                  <a:pt x="210" y="15"/>
                  <a:pt x="210" y="15"/>
                </a:cubicBezTo>
                <a:cubicBezTo>
                  <a:pt x="211" y="13"/>
                  <a:pt x="211" y="11"/>
                  <a:pt x="210" y="10"/>
                </a:cubicBezTo>
                <a:cubicBezTo>
                  <a:pt x="208" y="8"/>
                  <a:pt x="206" y="8"/>
                  <a:pt x="205" y="10"/>
                </a:cubicBezTo>
                <a:cubicBezTo>
                  <a:pt x="186" y="28"/>
                  <a:pt x="186" y="28"/>
                  <a:pt x="186" y="28"/>
                </a:cubicBezTo>
                <a:cubicBezTo>
                  <a:pt x="177" y="3"/>
                  <a:pt x="177" y="3"/>
                  <a:pt x="177" y="3"/>
                </a:cubicBezTo>
                <a:cubicBezTo>
                  <a:pt x="176" y="1"/>
                  <a:pt x="174" y="0"/>
                  <a:pt x="172" y="1"/>
                </a:cubicBezTo>
                <a:cubicBezTo>
                  <a:pt x="170" y="2"/>
                  <a:pt x="169" y="4"/>
                  <a:pt x="170" y="6"/>
                </a:cubicBezTo>
                <a:cubicBezTo>
                  <a:pt x="180" y="33"/>
                  <a:pt x="180" y="33"/>
                  <a:pt x="180" y="33"/>
                </a:cubicBezTo>
                <a:cubicBezTo>
                  <a:pt x="180" y="33"/>
                  <a:pt x="180" y="34"/>
                  <a:pt x="181" y="34"/>
                </a:cubicBezTo>
                <a:cubicBezTo>
                  <a:pt x="173" y="42"/>
                  <a:pt x="173" y="42"/>
                  <a:pt x="173" y="42"/>
                </a:cubicBezTo>
                <a:cubicBezTo>
                  <a:pt x="163" y="16"/>
                  <a:pt x="163" y="16"/>
                  <a:pt x="163" y="16"/>
                </a:cubicBezTo>
                <a:cubicBezTo>
                  <a:pt x="162" y="14"/>
                  <a:pt x="160" y="13"/>
                  <a:pt x="158" y="14"/>
                </a:cubicBezTo>
                <a:cubicBezTo>
                  <a:pt x="156" y="14"/>
                  <a:pt x="155" y="16"/>
                  <a:pt x="156" y="18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67" y="47"/>
                  <a:pt x="167" y="47"/>
                  <a:pt x="167" y="47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32" y="51"/>
                  <a:pt x="111" y="43"/>
                  <a:pt x="88" y="43"/>
                </a:cubicBezTo>
                <a:cubicBezTo>
                  <a:pt x="40" y="43"/>
                  <a:pt x="0" y="82"/>
                  <a:pt x="0" y="131"/>
                </a:cubicBezTo>
                <a:cubicBezTo>
                  <a:pt x="0" y="180"/>
                  <a:pt x="40" y="220"/>
                  <a:pt x="88" y="220"/>
                </a:cubicBezTo>
                <a:cubicBezTo>
                  <a:pt x="137" y="220"/>
                  <a:pt x="177" y="180"/>
                  <a:pt x="177" y="131"/>
                </a:cubicBezTo>
                <a:cubicBezTo>
                  <a:pt x="177" y="108"/>
                  <a:pt x="168" y="87"/>
                  <a:pt x="153" y="71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1" y="55"/>
                  <a:pt x="172" y="56"/>
                  <a:pt x="173" y="56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10" y="60"/>
                  <a:pt x="211" y="59"/>
                  <a:pt x="212" y="57"/>
                </a:cubicBezTo>
                <a:cubicBezTo>
                  <a:pt x="212" y="55"/>
                  <a:pt x="210" y="53"/>
                  <a:pt x="208" y="53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5" y="39"/>
                  <a:pt x="186" y="39"/>
                  <a:pt x="186" y="40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1" y="43"/>
                  <a:pt x="221" y="43"/>
                  <a:pt x="221" y="43"/>
                </a:cubicBezTo>
                <a:cubicBezTo>
                  <a:pt x="223" y="43"/>
                  <a:pt x="224" y="42"/>
                  <a:pt x="225" y="40"/>
                </a:cubicBezTo>
                <a:cubicBezTo>
                  <a:pt x="225" y="38"/>
                  <a:pt x="223" y="36"/>
                  <a:pt x="221" y="36"/>
                </a:cubicBezTo>
                <a:close/>
                <a:moveTo>
                  <a:pt x="169" y="131"/>
                </a:moveTo>
                <a:cubicBezTo>
                  <a:pt x="169" y="176"/>
                  <a:pt x="133" y="212"/>
                  <a:pt x="88" y="212"/>
                </a:cubicBezTo>
                <a:cubicBezTo>
                  <a:pt x="44" y="212"/>
                  <a:pt x="7" y="176"/>
                  <a:pt x="7" y="131"/>
                </a:cubicBezTo>
                <a:cubicBezTo>
                  <a:pt x="7" y="86"/>
                  <a:pt x="44" y="50"/>
                  <a:pt x="88" y="50"/>
                </a:cubicBezTo>
                <a:cubicBezTo>
                  <a:pt x="109" y="50"/>
                  <a:pt x="129" y="58"/>
                  <a:pt x="143" y="71"/>
                </a:cubicBezTo>
                <a:cubicBezTo>
                  <a:pt x="125" y="89"/>
                  <a:pt x="125" y="89"/>
                  <a:pt x="125" y="89"/>
                </a:cubicBezTo>
                <a:cubicBezTo>
                  <a:pt x="115" y="80"/>
                  <a:pt x="103" y="75"/>
                  <a:pt x="88" y="75"/>
                </a:cubicBezTo>
                <a:cubicBezTo>
                  <a:pt x="57" y="75"/>
                  <a:pt x="32" y="100"/>
                  <a:pt x="32" y="131"/>
                </a:cubicBezTo>
                <a:cubicBezTo>
                  <a:pt x="32" y="162"/>
                  <a:pt x="57" y="187"/>
                  <a:pt x="88" y="187"/>
                </a:cubicBezTo>
                <a:cubicBezTo>
                  <a:pt x="119" y="187"/>
                  <a:pt x="145" y="162"/>
                  <a:pt x="145" y="131"/>
                </a:cubicBezTo>
                <a:cubicBezTo>
                  <a:pt x="145" y="117"/>
                  <a:pt x="139" y="104"/>
                  <a:pt x="131" y="94"/>
                </a:cubicBezTo>
                <a:cubicBezTo>
                  <a:pt x="148" y="76"/>
                  <a:pt x="148" y="76"/>
                  <a:pt x="148" y="76"/>
                </a:cubicBezTo>
                <a:cubicBezTo>
                  <a:pt x="161" y="91"/>
                  <a:pt x="169" y="110"/>
                  <a:pt x="169" y="131"/>
                </a:cubicBezTo>
                <a:close/>
                <a:moveTo>
                  <a:pt x="86" y="134"/>
                </a:moveTo>
                <a:cubicBezTo>
                  <a:pt x="86" y="134"/>
                  <a:pt x="87" y="135"/>
                  <a:pt x="88" y="135"/>
                </a:cubicBezTo>
                <a:cubicBezTo>
                  <a:pt x="89" y="135"/>
                  <a:pt x="90" y="134"/>
                  <a:pt x="91" y="134"/>
                </a:cubicBezTo>
                <a:cubicBezTo>
                  <a:pt x="102" y="122"/>
                  <a:pt x="102" y="122"/>
                  <a:pt x="102" y="122"/>
                </a:cubicBezTo>
                <a:cubicBezTo>
                  <a:pt x="104" y="125"/>
                  <a:pt x="105" y="128"/>
                  <a:pt x="105" y="131"/>
                </a:cubicBezTo>
                <a:cubicBezTo>
                  <a:pt x="105" y="140"/>
                  <a:pt x="97" y="148"/>
                  <a:pt x="88" y="148"/>
                </a:cubicBezTo>
                <a:cubicBezTo>
                  <a:pt x="79" y="148"/>
                  <a:pt x="72" y="140"/>
                  <a:pt x="72" y="131"/>
                </a:cubicBezTo>
                <a:cubicBezTo>
                  <a:pt x="72" y="122"/>
                  <a:pt x="79" y="114"/>
                  <a:pt x="88" y="114"/>
                </a:cubicBezTo>
                <a:cubicBezTo>
                  <a:pt x="92" y="114"/>
                  <a:pt x="95" y="115"/>
                  <a:pt x="97" y="117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4" y="130"/>
                  <a:pt x="84" y="132"/>
                  <a:pt x="86" y="134"/>
                </a:cubicBezTo>
                <a:close/>
                <a:moveTo>
                  <a:pt x="102" y="112"/>
                </a:moveTo>
                <a:cubicBezTo>
                  <a:pt x="98" y="109"/>
                  <a:pt x="94" y="107"/>
                  <a:pt x="88" y="107"/>
                </a:cubicBezTo>
                <a:cubicBezTo>
                  <a:pt x="75" y="107"/>
                  <a:pt x="64" y="118"/>
                  <a:pt x="64" y="131"/>
                </a:cubicBezTo>
                <a:cubicBezTo>
                  <a:pt x="64" y="144"/>
                  <a:pt x="75" y="155"/>
                  <a:pt x="88" y="155"/>
                </a:cubicBezTo>
                <a:cubicBezTo>
                  <a:pt x="102" y="155"/>
                  <a:pt x="112" y="144"/>
                  <a:pt x="112" y="131"/>
                </a:cubicBezTo>
                <a:cubicBezTo>
                  <a:pt x="112" y="126"/>
                  <a:pt x="111" y="121"/>
                  <a:pt x="108" y="117"/>
                </a:cubicBezTo>
                <a:cubicBezTo>
                  <a:pt x="125" y="99"/>
                  <a:pt x="125" y="99"/>
                  <a:pt x="125" y="99"/>
                </a:cubicBezTo>
                <a:cubicBezTo>
                  <a:pt x="133" y="108"/>
                  <a:pt x="137" y="119"/>
                  <a:pt x="137" y="131"/>
                </a:cubicBezTo>
                <a:cubicBezTo>
                  <a:pt x="137" y="158"/>
                  <a:pt x="115" y="180"/>
                  <a:pt x="88" y="180"/>
                </a:cubicBezTo>
                <a:cubicBezTo>
                  <a:pt x="61" y="180"/>
                  <a:pt x="39" y="158"/>
                  <a:pt x="39" y="131"/>
                </a:cubicBezTo>
                <a:cubicBezTo>
                  <a:pt x="39" y="104"/>
                  <a:pt x="61" y="82"/>
                  <a:pt x="88" y="82"/>
                </a:cubicBezTo>
                <a:cubicBezTo>
                  <a:pt x="100" y="82"/>
                  <a:pt x="112" y="87"/>
                  <a:pt x="120" y="94"/>
                </a:cubicBezTo>
                <a:lnTo>
                  <a:pt x="102" y="112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5" name="Freeform 28">
            <a:extLst xmlns:a="http://schemas.openxmlformats.org/drawingml/2006/main"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88" y="2120340"/>
            <a:ext cx="838436" cy="453778"/>
          </a:xfrm>
          <a:custGeom xmlns:a="http://schemas.openxmlformats.org/drawingml/2006/main"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46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352" y="2057804"/>
            <a:ext cx="577410" cy="578848"/>
          </a:xfrm>
          <a:custGeom xmlns:a="http://schemas.openxmlformats.org/drawingml/2006/main"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47" name="STEP_1_LABEL">
            <a:extLst xmlns:a="http://schemas.openxmlformats.org/drawingml/2006/main"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89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</a:p>
        </p:txBody>
      </p:sp>
      <p:sp>
        <p:nvSpPr>
          <p:cNvPr id="48" name="STEP_2_LABEL">
            <a:extLst xmlns:a="http://schemas.openxmlformats.org/drawingml/2006/main"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739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</a:p>
        </p:txBody>
      </p:sp>
      <p:sp>
        <p:nvSpPr>
          <p:cNvPr id="49" name="STEP_3_LABEL">
            <a:extLst xmlns:a="http://schemas.openxmlformats.org/drawingml/2006/main">
              <a:ext uri="{FF2B5EF4-FFF2-40B4-BE49-F238E27FC236}">
                <a16:creationId xmlns:a16="http://schemas.microsoft.com/office/drawing/2014/main" id="{88933380-D607-4DA7-995E-8DB5FA8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7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</a:p>
        </p:txBody>
      </p:sp>
      <p:sp>
        <p:nvSpPr>
          <p:cNvPr id="50" name="Freeform 405">
            <a:extLst xmlns:a="http://schemas.openxmlformats.org/drawingml/2006/main"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066" y="2027941"/>
            <a:ext cx="435112" cy="626562"/>
          </a:xfrm>
          <a:custGeom xmlns:a="http://schemas.openxmlformats.org/drawingml/2006/main"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51" name="STEP_4_LABEL">
            <a:extLst xmlns:a="http://schemas.openxmlformats.org/drawingml/2006/main"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055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</a:p>
        </p:txBody>
      </p:sp>
      <p:sp>
        <p:nvSpPr>
          <p:cNvPr id="52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3D8C2488-DE37-4E6D-92E9-246EF93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39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B913">
                <a:lumMod val="75000"/>
              </a:srgbClr>
            </a:solidFill>
            <a:prstDash val="solid"/>
            <a:tailEnd type="oval"/>
          </a:ln>
        </p:spPr>
      </p:sp>
      <p:sp>
        <p:nvSpPr>
          <p:cNvPr id="53" name="STEP_2_DETAIL_TITLE">
            <a:extLst xmlns:a="http://schemas.openxmlformats.org/drawingml/2006/main"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875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prstClr val="black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54" name="STEP_2_BODY">
            <a:extLst xmlns:a="http://schemas.openxmlformats.org/drawingml/2006/main"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20" y="4502278"/>
            <a:ext cx="2406570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5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C4A0F3A6-0CDE-428B-9419-252BFC2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306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B913"/>
            </a:solidFill>
            <a:prstDash val="solid"/>
            <a:tailEnd type="oval"/>
          </a:ln>
        </p:spPr>
      </p:sp>
      <p:sp>
        <p:nvSpPr>
          <p:cNvPr id="56" name="STEP_3_DETAIL_TITLE">
            <a:extLst xmlns:a="http://schemas.openxmlformats.org/drawingml/2006/main">
              <a:ext uri="{FF2B5EF4-FFF2-40B4-BE49-F238E27FC236}">
                <a16:creationId xmlns:a16="http://schemas.microsoft.com/office/drawing/2014/main" id="{7D83ADCB-7DFA-4E43-BFF3-F87E4BB1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823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prstClr val="black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57" name="STEP_3_BODY">
            <a:extLst xmlns:a="http://schemas.openxmlformats.org/drawingml/2006/main">
              <a:ext uri="{FF2B5EF4-FFF2-40B4-BE49-F238E27FC236}">
                <a16:creationId xmlns:a16="http://schemas.microsoft.com/office/drawing/2014/main" id="{C586E2CA-04C3-4EB5-AEB0-51B38ED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68" y="4502278"/>
            <a:ext cx="2406570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8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6B1955E0-3D2C-4DD1-ADB4-C706753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253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  <a:tailEnd type="oval"/>
          </a:ln>
        </p:spPr>
      </p:sp>
      <p:sp>
        <p:nvSpPr>
          <p:cNvPr id="59" name="STEP_4_DETAIL_TITLE">
            <a:extLst xmlns:a="http://schemas.openxmlformats.org/drawingml/2006/main"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91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prstClr val="black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60" name="STEP_4_BODY">
            <a:extLst xmlns:a="http://schemas.openxmlformats.org/drawingml/2006/main"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36" y="4502278"/>
            <a:ext cx="2406570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61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A4C5B162-83BA-4197-9462-4E6DE9E0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622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2323"/>
            </a:solidFill>
            <a:prstDash val="solid"/>
            <a:tailEnd type="oval"/>
          </a:ln>
        </p:spPr>
      </p:sp>
      <p:sp>
        <p:nvSpPr>
          <p:cNvPr id="62" name="Shape 0">
            <a:extLst xmlns:a="http://schemas.openxmlformats.org/drawingml/2006/main"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 xmlns:a="http://schemas.openxmlformats.org/drawingml/2006/main"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912"/>
            <a:ext cx="2880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 lnSpcReduction="1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4720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evron 3">
            <a:extLst xmlns:a="http://schemas.openxmlformats.org/drawingml/2006/main">
              <a:ext uri="{FF2B5EF4-FFF2-40B4-BE49-F238E27FC236}">
                <a16:creationId xmlns:a16="http://schemas.microsoft.com/office/drawing/2014/main" id="{57396596-D097-40F9-B423-EB4384CD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597" y="1509825"/>
            <a:ext cx="3307131" cy="2174809"/>
          </a:xfrm>
          <a:prstGeom xmlns:a="http://schemas.openxmlformats.org/drawingml/2006/main" prst="chevron">
            <a:avLst>
              <a:gd name="adj" fmla="val 20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137196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Chevron 5">
            <a:extLst xmlns:a="http://schemas.openxmlformats.org/drawingml/2006/main">
              <a:ext uri="{FF2B5EF4-FFF2-40B4-BE49-F238E27FC236}">
                <a16:creationId xmlns:a16="http://schemas.microsoft.com/office/drawing/2014/main" id="{511CD34B-C4B8-45E6-9D8C-EAD321EC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017" y="1509825"/>
            <a:ext cx="3307135" cy="2174809"/>
          </a:xfrm>
          <a:prstGeom xmlns:a="http://schemas.openxmlformats.org/drawingml/2006/main" prst="chevron">
            <a:avLst>
              <a:gd name="adj" fmla="val 20758"/>
            </a:avLst>
          </a:prstGeom>
          <a:solidFill xmlns:a="http://schemas.openxmlformats.org/drawingml/2006/main">
            <a:srgbClr val="FDB913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137196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entagon 6">
            <a:extLst xmlns:a="http://schemas.openxmlformats.org/drawingml/2006/main">
              <a:ext uri="{FF2B5EF4-FFF2-40B4-BE49-F238E27FC236}">
                <a16:creationId xmlns:a16="http://schemas.microsoft.com/office/drawing/2014/main" id="{E1A7405D-3F18-4B04-AD5E-07D6259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46" y="1509825"/>
            <a:ext cx="3017595" cy="2174809"/>
          </a:xfrm>
          <a:prstGeom xmlns:a="http://schemas.openxmlformats.org/drawingml/2006/main" prst="homePlate">
            <a:avLst>
              <a:gd name="adj" fmla="val 22102"/>
            </a:avLst>
          </a:prstGeom>
          <a:solidFill xmlns:a="http://schemas.openxmlformats.org/drawingml/2006/main">
            <a:srgbClr val="F58220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vert="horz" lIns="68598" tIns="0" bIns="68598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Oval 8">
            <a:extLst xmlns:a="http://schemas.openxmlformats.org/drawingml/2006/main">
              <a:ext uri="{FF2B5EF4-FFF2-40B4-BE49-F238E27FC236}">
                <a16:creationId xmlns:a16="http://schemas.microsoft.com/office/drawing/2014/main" id="{70BB707D-0DBF-4E46-95CB-3908651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647" y="2325530"/>
            <a:ext cx="591747" cy="59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B913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bIns="102897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Oval 10">
            <a:extLst xmlns:a="http://schemas.openxmlformats.org/drawingml/2006/main">
              <a:ext uri="{FF2B5EF4-FFF2-40B4-BE49-F238E27FC236}">
                <a16:creationId xmlns:a16="http://schemas.microsoft.com/office/drawing/2014/main" id="{1C717022-3286-45EC-8014-C4194D8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699" y="2325530"/>
            <a:ext cx="591747" cy="59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6350" cmpd="sng">
            <a:noFill/>
            <a:prstDash val="solid"/>
          </a:ln>
        </p:spPr>
        <p:txBody>
          <a:bodyPr xmlns:a="http://schemas.openxmlformats.org/drawingml/2006/main" bIns="102897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90C8AB8-AC64-41BF-8EBD-F072EFA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52" y="2495157"/>
            <a:ext cx="131377" cy="232650"/>
          </a:xfrm>
          <a:custGeom xmlns:a="http://schemas.openxmlformats.org/drawingml/2006/main"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68598" tIns="34299" rIns="68598" bIns="34299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2119EA5-5906-4C58-8E45-2D8994F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660" y="2495157"/>
            <a:ext cx="131377" cy="232650"/>
          </a:xfrm>
          <a:custGeom xmlns:a="http://schemas.openxmlformats.org/drawingml/2006/main">
            <a:rect l="0" t="0" r="r" b="b"/>
            <a:pathLst>
              <a:path w="96" h="168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 xmlns:a="http://schemas.openxmlformats.org/drawingml/2006/main">
            <a:sysClr val="windowText" lastClr="000000">
              <a:lumMod val="50000"/>
              <a:lumOff val="50000"/>
            </a:sys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68598" tIns="34299" rIns="68598" bIns="34299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2" name="STEP_1_DETAIL_TITLE">
            <a:extLst xmlns:a="http://schemas.openxmlformats.org/drawingml/2006/main">
              <a:ext uri="{FF2B5EF4-FFF2-40B4-BE49-F238E27FC236}">
                <a16:creationId xmlns:a16="http://schemas.microsoft.com/office/drawing/2014/main" id="{7762EA2D-3684-4477-A54F-A1457F5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769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srgbClr val="3F454F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43" name="STEP_1_BODY">
            <a:extLst xmlns:a="http://schemas.openxmlformats.org/drawingml/2006/main">
              <a:ext uri="{FF2B5EF4-FFF2-40B4-BE49-F238E27FC236}">
                <a16:creationId xmlns:a16="http://schemas.microsoft.com/office/drawing/2014/main" id="{C530E608-259E-4E28-BE06-0F713D7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63" y="4502278"/>
            <a:ext cx="2872618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5" name="Freeform 28">
            <a:extLst xmlns:a="http://schemas.openxmlformats.org/drawingml/2006/main">
              <a:ext uri="{FF2B5EF4-FFF2-40B4-BE49-F238E27FC236}">
                <a16:creationId xmlns:a16="http://schemas.microsoft.com/office/drawing/2014/main" id="{4A966496-02B7-465F-BA9C-9630765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433" y="2120340"/>
            <a:ext cx="838436" cy="453778"/>
          </a:xfrm>
          <a:custGeom xmlns:a="http://schemas.openxmlformats.org/drawingml/2006/main">
            <a:gdLst>
              <a:gd name="T0" fmla="*/ 135 w 279"/>
              <a:gd name="T1" fmla="*/ 11 h 151"/>
              <a:gd name="T2" fmla="*/ 135 w 279"/>
              <a:gd name="T3" fmla="*/ 16 h 151"/>
              <a:gd name="T4" fmla="*/ 128 w 279"/>
              <a:gd name="T5" fmla="*/ 23 h 151"/>
              <a:gd name="T6" fmla="*/ 215 w 279"/>
              <a:gd name="T7" fmla="*/ 61 h 151"/>
              <a:gd name="T8" fmla="*/ 191 w 279"/>
              <a:gd name="T9" fmla="*/ 84 h 151"/>
              <a:gd name="T10" fmla="*/ 218 w 279"/>
              <a:gd name="T11" fmla="*/ 64 h 151"/>
              <a:gd name="T12" fmla="*/ 248 w 279"/>
              <a:gd name="T13" fmla="*/ 45 h 151"/>
              <a:gd name="T14" fmla="*/ 205 w 279"/>
              <a:gd name="T15" fmla="*/ 12 h 151"/>
              <a:gd name="T16" fmla="*/ 157 w 279"/>
              <a:gd name="T17" fmla="*/ 14 h 151"/>
              <a:gd name="T18" fmla="*/ 116 w 279"/>
              <a:gd name="T19" fmla="*/ 12 h 151"/>
              <a:gd name="T20" fmla="*/ 88 w 279"/>
              <a:gd name="T21" fmla="*/ 13 h 151"/>
              <a:gd name="T22" fmla="*/ 23 w 279"/>
              <a:gd name="T23" fmla="*/ 45 h 151"/>
              <a:gd name="T24" fmla="*/ 8 w 279"/>
              <a:gd name="T25" fmla="*/ 119 h 151"/>
              <a:gd name="T26" fmla="*/ 110 w 279"/>
              <a:gd name="T27" fmla="*/ 94 h 151"/>
              <a:gd name="T28" fmla="*/ 129 w 279"/>
              <a:gd name="T29" fmla="*/ 65 h 151"/>
              <a:gd name="T30" fmla="*/ 148 w 279"/>
              <a:gd name="T31" fmla="*/ 84 h 151"/>
              <a:gd name="T32" fmla="*/ 172 w 279"/>
              <a:gd name="T33" fmla="*/ 123 h 151"/>
              <a:gd name="T34" fmla="*/ 135 w 279"/>
              <a:gd name="T35" fmla="*/ 5 h 151"/>
              <a:gd name="T36" fmla="*/ 118 w 279"/>
              <a:gd name="T37" fmla="*/ 23 h 151"/>
              <a:gd name="T38" fmla="*/ 5 w 279"/>
              <a:gd name="T39" fmla="*/ 90 h 151"/>
              <a:gd name="T40" fmla="*/ 54 w 279"/>
              <a:gd name="T41" fmla="*/ 140 h 151"/>
              <a:gd name="T42" fmla="*/ 109 w 279"/>
              <a:gd name="T43" fmla="*/ 88 h 151"/>
              <a:gd name="T44" fmla="*/ 57 w 279"/>
              <a:gd name="T45" fmla="*/ 25 h 151"/>
              <a:gd name="T46" fmla="*/ 110 w 279"/>
              <a:gd name="T47" fmla="*/ 49 h 151"/>
              <a:gd name="T48" fmla="*/ 135 w 279"/>
              <a:gd name="T49" fmla="*/ 57 h 151"/>
              <a:gd name="T50" fmla="*/ 113 w 279"/>
              <a:gd name="T51" fmla="*/ 19 h 151"/>
              <a:gd name="T52" fmla="*/ 157 w 279"/>
              <a:gd name="T53" fmla="*/ 19 h 151"/>
              <a:gd name="T54" fmla="*/ 135 w 279"/>
              <a:gd name="T55" fmla="*/ 57 h 151"/>
              <a:gd name="T56" fmla="*/ 151 w 279"/>
              <a:gd name="T57" fmla="*/ 81 h 151"/>
              <a:gd name="T58" fmla="*/ 183 w 279"/>
              <a:gd name="T59" fmla="*/ 20 h 151"/>
              <a:gd name="T60" fmla="*/ 222 w 279"/>
              <a:gd name="T61" fmla="*/ 32 h 151"/>
              <a:gd name="T62" fmla="*/ 181 w 279"/>
              <a:gd name="T63" fmla="*/ 47 h 151"/>
              <a:gd name="T64" fmla="*/ 166 w 279"/>
              <a:gd name="T65" fmla="*/ 89 h 151"/>
              <a:gd name="T66" fmla="*/ 216 w 279"/>
              <a:gd name="T67" fmla="*/ 140 h 151"/>
              <a:gd name="T68" fmla="*/ 215 w 279"/>
              <a:gd name="T69" fmla="*/ 130 h 151"/>
              <a:gd name="T70" fmla="*/ 216 w 279"/>
              <a:gd name="T71" fmla="*/ 125 h 151"/>
              <a:gd name="T72" fmla="*/ 251 w 279"/>
              <a:gd name="T73" fmla="*/ 90 h 151"/>
              <a:gd name="T74" fmla="*/ 53 w 279"/>
              <a:gd name="T75" fmla="*/ 61 h 151"/>
              <a:gd name="T76" fmla="*/ 29 w 279"/>
              <a:gd name="T77" fmla="*/ 84 h 151"/>
              <a:gd name="T78" fmla="*/ 54 w 279"/>
              <a:gd name="T79" fmla="*/ 66 h 151"/>
              <a:gd name="T80" fmla="*/ 56 w 279"/>
              <a:gd name="T81" fmla="*/ 62 h 151"/>
              <a:gd name="T82" fmla="*/ 55 w 279"/>
              <a:gd name="T83" fmla="*/ 130 h 151"/>
              <a:gd name="T84" fmla="*/ 55 w 279"/>
              <a:gd name="T85" fmla="*/ 125 h 151"/>
              <a:gd name="T86" fmla="*/ 90 w 279"/>
              <a:gd name="T87" fmla="*/ 90 h 151"/>
            </a:gdLst>
            <a:rect l="0" t="0" r="r" b="b"/>
            <a:pathLst>
              <a:path w="279" h="151">
                <a:moveTo>
                  <a:pt x="135" y="34"/>
                </a:moveTo>
                <a:cubicBezTo>
                  <a:pt x="142" y="34"/>
                  <a:pt x="147" y="29"/>
                  <a:pt x="147" y="23"/>
                </a:cubicBezTo>
                <a:cubicBezTo>
                  <a:pt x="147" y="16"/>
                  <a:pt x="142" y="11"/>
                  <a:pt x="135" y="11"/>
                </a:cubicBezTo>
                <a:cubicBezTo>
                  <a:pt x="129" y="11"/>
                  <a:pt x="124" y="16"/>
                  <a:pt x="123" y="22"/>
                </a:cubicBezTo>
                <a:cubicBezTo>
                  <a:pt x="123" y="29"/>
                  <a:pt x="129" y="34"/>
                  <a:pt x="135" y="34"/>
                </a:cubicBezTo>
                <a:close/>
                <a:moveTo>
                  <a:pt x="135" y="16"/>
                </a:moveTo>
                <a:cubicBezTo>
                  <a:pt x="139" y="16"/>
                  <a:pt x="142" y="19"/>
                  <a:pt x="142" y="23"/>
                </a:cubicBezTo>
                <a:cubicBezTo>
                  <a:pt x="142" y="26"/>
                  <a:pt x="139" y="30"/>
                  <a:pt x="135" y="30"/>
                </a:cubicBezTo>
                <a:cubicBezTo>
                  <a:pt x="131" y="29"/>
                  <a:pt x="128" y="26"/>
                  <a:pt x="128" y="23"/>
                </a:cubicBezTo>
                <a:cubicBezTo>
                  <a:pt x="128" y="19"/>
                  <a:pt x="131" y="16"/>
                  <a:pt x="135" y="16"/>
                </a:cubicBezTo>
                <a:close/>
                <a:moveTo>
                  <a:pt x="215" y="61"/>
                </a:moveTo>
                <a:cubicBezTo>
                  <a:pt x="215" y="61"/>
                  <a:pt x="215" y="61"/>
                  <a:pt x="215" y="61"/>
                </a:cubicBezTo>
                <a:cubicBezTo>
                  <a:pt x="211" y="62"/>
                  <a:pt x="208" y="62"/>
                  <a:pt x="205" y="64"/>
                </a:cubicBezTo>
                <a:cubicBezTo>
                  <a:pt x="197" y="67"/>
                  <a:pt x="192" y="73"/>
                  <a:pt x="189" y="80"/>
                </a:cubicBezTo>
                <a:cubicBezTo>
                  <a:pt x="189" y="82"/>
                  <a:pt x="189" y="83"/>
                  <a:pt x="191" y="84"/>
                </a:cubicBezTo>
                <a:cubicBezTo>
                  <a:pt x="192" y="84"/>
                  <a:pt x="193" y="84"/>
                  <a:pt x="194" y="82"/>
                </a:cubicBezTo>
                <a:cubicBezTo>
                  <a:pt x="198" y="72"/>
                  <a:pt x="205" y="67"/>
                  <a:pt x="215" y="66"/>
                </a:cubicBezTo>
                <a:cubicBezTo>
                  <a:pt x="217" y="66"/>
                  <a:pt x="218" y="65"/>
                  <a:pt x="218" y="64"/>
                </a:cubicBezTo>
                <a:cubicBezTo>
                  <a:pt x="218" y="62"/>
                  <a:pt x="216" y="61"/>
                  <a:pt x="215" y="61"/>
                </a:cubicBezTo>
                <a:close/>
                <a:moveTo>
                  <a:pt x="262" y="60"/>
                </a:moveTo>
                <a:cubicBezTo>
                  <a:pt x="258" y="54"/>
                  <a:pt x="253" y="49"/>
                  <a:pt x="248" y="45"/>
                </a:cubicBezTo>
                <a:cubicBezTo>
                  <a:pt x="245" y="43"/>
                  <a:pt x="242" y="42"/>
                  <a:pt x="239" y="40"/>
                </a:cubicBezTo>
                <a:cubicBezTo>
                  <a:pt x="236" y="37"/>
                  <a:pt x="232" y="34"/>
                  <a:pt x="229" y="31"/>
                </a:cubicBezTo>
                <a:cubicBezTo>
                  <a:pt x="221" y="25"/>
                  <a:pt x="213" y="19"/>
                  <a:pt x="205" y="12"/>
                </a:cubicBezTo>
                <a:cubicBezTo>
                  <a:pt x="198" y="7"/>
                  <a:pt x="189" y="7"/>
                  <a:pt x="182" y="13"/>
                </a:cubicBezTo>
                <a:cubicBezTo>
                  <a:pt x="182" y="13"/>
                  <a:pt x="181" y="14"/>
                  <a:pt x="180" y="14"/>
                </a:cubicBezTo>
                <a:cubicBezTo>
                  <a:pt x="172" y="14"/>
                  <a:pt x="165" y="14"/>
                  <a:pt x="157" y="14"/>
                </a:cubicBezTo>
                <a:cubicBezTo>
                  <a:pt x="156" y="14"/>
                  <a:pt x="155" y="13"/>
                  <a:pt x="155" y="13"/>
                </a:cubicBezTo>
                <a:cubicBezTo>
                  <a:pt x="151" y="5"/>
                  <a:pt x="144" y="1"/>
                  <a:pt x="136" y="1"/>
                </a:cubicBezTo>
                <a:cubicBezTo>
                  <a:pt x="127" y="0"/>
                  <a:pt x="120" y="5"/>
                  <a:pt x="116" y="12"/>
                </a:cubicBezTo>
                <a:cubicBezTo>
                  <a:pt x="115" y="13"/>
                  <a:pt x="115" y="14"/>
                  <a:pt x="113" y="14"/>
                </a:cubicBezTo>
                <a:cubicBezTo>
                  <a:pt x="106" y="14"/>
                  <a:pt x="98" y="14"/>
                  <a:pt x="90" y="14"/>
                </a:cubicBezTo>
                <a:cubicBezTo>
                  <a:pt x="89" y="14"/>
                  <a:pt x="88" y="13"/>
                  <a:pt x="88" y="13"/>
                </a:cubicBezTo>
                <a:cubicBezTo>
                  <a:pt x="81" y="7"/>
                  <a:pt x="72" y="7"/>
                  <a:pt x="65" y="12"/>
                </a:cubicBezTo>
                <a:cubicBezTo>
                  <a:pt x="56" y="20"/>
                  <a:pt x="47" y="27"/>
                  <a:pt x="37" y="34"/>
                </a:cubicBezTo>
                <a:cubicBezTo>
                  <a:pt x="33" y="38"/>
                  <a:pt x="27" y="42"/>
                  <a:pt x="23" y="45"/>
                </a:cubicBezTo>
                <a:cubicBezTo>
                  <a:pt x="19" y="48"/>
                  <a:pt x="16" y="50"/>
                  <a:pt x="14" y="53"/>
                </a:cubicBezTo>
                <a:cubicBezTo>
                  <a:pt x="4" y="64"/>
                  <a:pt x="0" y="76"/>
                  <a:pt x="0" y="89"/>
                </a:cubicBezTo>
                <a:cubicBezTo>
                  <a:pt x="0" y="100"/>
                  <a:pt x="3" y="110"/>
                  <a:pt x="8" y="119"/>
                </a:cubicBezTo>
                <a:cubicBezTo>
                  <a:pt x="21" y="139"/>
                  <a:pt x="45" y="149"/>
                  <a:pt x="68" y="143"/>
                </a:cubicBezTo>
                <a:cubicBezTo>
                  <a:pt x="90" y="137"/>
                  <a:pt x="106" y="119"/>
                  <a:pt x="109" y="96"/>
                </a:cubicBezTo>
                <a:cubicBezTo>
                  <a:pt x="109" y="95"/>
                  <a:pt x="110" y="94"/>
                  <a:pt x="110" y="94"/>
                </a:cubicBezTo>
                <a:cubicBezTo>
                  <a:pt x="114" y="91"/>
                  <a:pt x="118" y="88"/>
                  <a:pt x="122" y="85"/>
                </a:cubicBezTo>
                <a:cubicBezTo>
                  <a:pt x="127" y="80"/>
                  <a:pt x="130" y="74"/>
                  <a:pt x="129" y="67"/>
                </a:cubicBezTo>
                <a:cubicBezTo>
                  <a:pt x="128" y="66"/>
                  <a:pt x="129" y="66"/>
                  <a:pt x="129" y="65"/>
                </a:cubicBezTo>
                <a:cubicBezTo>
                  <a:pt x="131" y="61"/>
                  <a:pt x="138" y="61"/>
                  <a:pt x="141" y="64"/>
                </a:cubicBezTo>
                <a:cubicBezTo>
                  <a:pt x="141" y="65"/>
                  <a:pt x="142" y="66"/>
                  <a:pt x="141" y="67"/>
                </a:cubicBezTo>
                <a:cubicBezTo>
                  <a:pt x="140" y="74"/>
                  <a:pt x="142" y="80"/>
                  <a:pt x="148" y="84"/>
                </a:cubicBezTo>
                <a:cubicBezTo>
                  <a:pt x="152" y="88"/>
                  <a:pt x="156" y="91"/>
                  <a:pt x="160" y="94"/>
                </a:cubicBezTo>
                <a:cubicBezTo>
                  <a:pt x="161" y="95"/>
                  <a:pt x="161" y="96"/>
                  <a:pt x="161" y="97"/>
                </a:cubicBezTo>
                <a:cubicBezTo>
                  <a:pt x="163" y="106"/>
                  <a:pt x="166" y="115"/>
                  <a:pt x="172" y="123"/>
                </a:cubicBezTo>
                <a:cubicBezTo>
                  <a:pt x="188" y="144"/>
                  <a:pt x="218" y="151"/>
                  <a:pt x="241" y="138"/>
                </a:cubicBezTo>
                <a:cubicBezTo>
                  <a:pt x="270" y="123"/>
                  <a:pt x="279" y="87"/>
                  <a:pt x="262" y="60"/>
                </a:cubicBezTo>
                <a:close/>
                <a:moveTo>
                  <a:pt x="135" y="5"/>
                </a:moveTo>
                <a:cubicBezTo>
                  <a:pt x="144" y="5"/>
                  <a:pt x="152" y="13"/>
                  <a:pt x="153" y="22"/>
                </a:cubicBezTo>
                <a:cubicBezTo>
                  <a:pt x="153" y="31"/>
                  <a:pt x="145" y="40"/>
                  <a:pt x="136" y="40"/>
                </a:cubicBezTo>
                <a:cubicBezTo>
                  <a:pt x="125" y="40"/>
                  <a:pt x="118" y="31"/>
                  <a:pt x="118" y="23"/>
                </a:cubicBezTo>
                <a:cubicBezTo>
                  <a:pt x="118" y="13"/>
                  <a:pt x="125" y="5"/>
                  <a:pt x="135" y="5"/>
                </a:cubicBezTo>
                <a:close/>
                <a:moveTo>
                  <a:pt x="54" y="140"/>
                </a:moveTo>
                <a:cubicBezTo>
                  <a:pt x="27" y="139"/>
                  <a:pt x="4" y="117"/>
                  <a:pt x="5" y="90"/>
                </a:cubicBezTo>
                <a:cubicBezTo>
                  <a:pt x="5" y="62"/>
                  <a:pt x="27" y="39"/>
                  <a:pt x="55" y="40"/>
                </a:cubicBezTo>
                <a:cubicBezTo>
                  <a:pt x="82" y="40"/>
                  <a:pt x="105" y="62"/>
                  <a:pt x="105" y="90"/>
                </a:cubicBezTo>
                <a:cubicBezTo>
                  <a:pt x="105" y="118"/>
                  <a:pt x="81" y="140"/>
                  <a:pt x="54" y="140"/>
                </a:cubicBezTo>
                <a:close/>
                <a:moveTo>
                  <a:pt x="119" y="80"/>
                </a:moveTo>
                <a:cubicBezTo>
                  <a:pt x="116" y="83"/>
                  <a:pt x="114" y="85"/>
                  <a:pt x="111" y="87"/>
                </a:cubicBezTo>
                <a:cubicBezTo>
                  <a:pt x="110" y="88"/>
                  <a:pt x="110" y="88"/>
                  <a:pt x="109" y="88"/>
                </a:cubicBezTo>
                <a:cubicBezTo>
                  <a:pt x="109" y="71"/>
                  <a:pt x="102" y="57"/>
                  <a:pt x="89" y="47"/>
                </a:cubicBezTo>
                <a:cubicBezTo>
                  <a:pt x="75" y="36"/>
                  <a:pt x="60" y="33"/>
                  <a:pt x="43" y="36"/>
                </a:cubicBezTo>
                <a:cubicBezTo>
                  <a:pt x="48" y="32"/>
                  <a:pt x="52" y="28"/>
                  <a:pt x="57" y="25"/>
                </a:cubicBezTo>
                <a:cubicBezTo>
                  <a:pt x="60" y="22"/>
                  <a:pt x="64" y="19"/>
                  <a:pt x="68" y="16"/>
                </a:cubicBezTo>
                <a:cubicBezTo>
                  <a:pt x="74" y="11"/>
                  <a:pt x="81" y="12"/>
                  <a:pt x="86" y="18"/>
                </a:cubicBezTo>
                <a:cubicBezTo>
                  <a:pt x="94" y="28"/>
                  <a:pt x="102" y="39"/>
                  <a:pt x="110" y="49"/>
                </a:cubicBezTo>
                <a:cubicBezTo>
                  <a:pt x="114" y="53"/>
                  <a:pt x="118" y="58"/>
                  <a:pt x="121" y="63"/>
                </a:cubicBezTo>
                <a:cubicBezTo>
                  <a:pt x="126" y="68"/>
                  <a:pt x="125" y="76"/>
                  <a:pt x="119" y="80"/>
                </a:cubicBezTo>
                <a:close/>
                <a:moveTo>
                  <a:pt x="135" y="57"/>
                </a:moveTo>
                <a:cubicBezTo>
                  <a:pt x="132" y="57"/>
                  <a:pt x="129" y="59"/>
                  <a:pt x="126" y="61"/>
                </a:cubicBezTo>
                <a:cubicBezTo>
                  <a:pt x="115" y="47"/>
                  <a:pt x="104" y="33"/>
                  <a:pt x="93" y="19"/>
                </a:cubicBezTo>
                <a:cubicBezTo>
                  <a:pt x="113" y="19"/>
                  <a:pt x="113" y="19"/>
                  <a:pt x="113" y="19"/>
                </a:cubicBezTo>
                <a:cubicBezTo>
                  <a:pt x="112" y="26"/>
                  <a:pt x="114" y="33"/>
                  <a:pt x="120" y="38"/>
                </a:cubicBezTo>
                <a:cubicBezTo>
                  <a:pt x="125" y="43"/>
                  <a:pt x="130" y="45"/>
                  <a:pt x="136" y="44"/>
                </a:cubicBezTo>
                <a:cubicBezTo>
                  <a:pt x="148" y="44"/>
                  <a:pt x="159" y="33"/>
                  <a:pt x="157" y="19"/>
                </a:cubicBezTo>
                <a:cubicBezTo>
                  <a:pt x="177" y="19"/>
                  <a:pt x="177" y="19"/>
                  <a:pt x="177" y="19"/>
                </a:cubicBezTo>
                <a:cubicBezTo>
                  <a:pt x="166" y="33"/>
                  <a:pt x="155" y="47"/>
                  <a:pt x="144" y="61"/>
                </a:cubicBezTo>
                <a:cubicBezTo>
                  <a:pt x="141" y="58"/>
                  <a:pt x="139" y="57"/>
                  <a:pt x="135" y="57"/>
                </a:cubicBezTo>
                <a:close/>
                <a:moveTo>
                  <a:pt x="161" y="89"/>
                </a:moveTo>
                <a:cubicBezTo>
                  <a:pt x="160" y="88"/>
                  <a:pt x="160" y="88"/>
                  <a:pt x="160" y="88"/>
                </a:cubicBezTo>
                <a:cubicBezTo>
                  <a:pt x="157" y="85"/>
                  <a:pt x="154" y="83"/>
                  <a:pt x="151" y="81"/>
                </a:cubicBezTo>
                <a:cubicBezTo>
                  <a:pt x="145" y="76"/>
                  <a:pt x="144" y="68"/>
                  <a:pt x="149" y="62"/>
                </a:cubicBezTo>
                <a:cubicBezTo>
                  <a:pt x="159" y="50"/>
                  <a:pt x="168" y="38"/>
                  <a:pt x="178" y="26"/>
                </a:cubicBezTo>
                <a:cubicBezTo>
                  <a:pt x="179" y="24"/>
                  <a:pt x="181" y="22"/>
                  <a:pt x="183" y="20"/>
                </a:cubicBezTo>
                <a:cubicBezTo>
                  <a:pt x="184" y="18"/>
                  <a:pt x="185" y="17"/>
                  <a:pt x="187" y="16"/>
                </a:cubicBezTo>
                <a:cubicBezTo>
                  <a:pt x="191" y="12"/>
                  <a:pt x="197" y="12"/>
                  <a:pt x="202" y="16"/>
                </a:cubicBezTo>
                <a:cubicBezTo>
                  <a:pt x="209" y="21"/>
                  <a:pt x="215" y="27"/>
                  <a:pt x="222" y="32"/>
                </a:cubicBezTo>
                <a:cubicBezTo>
                  <a:pt x="223" y="33"/>
                  <a:pt x="225" y="34"/>
                  <a:pt x="226" y="35"/>
                </a:cubicBezTo>
                <a:cubicBezTo>
                  <a:pt x="226" y="35"/>
                  <a:pt x="226" y="36"/>
                  <a:pt x="226" y="36"/>
                </a:cubicBezTo>
                <a:cubicBezTo>
                  <a:pt x="210" y="33"/>
                  <a:pt x="195" y="36"/>
                  <a:pt x="181" y="47"/>
                </a:cubicBezTo>
                <a:cubicBezTo>
                  <a:pt x="168" y="58"/>
                  <a:pt x="162" y="72"/>
                  <a:pt x="161" y="89"/>
                </a:cubicBezTo>
                <a:close/>
                <a:moveTo>
                  <a:pt x="216" y="140"/>
                </a:moveTo>
                <a:cubicBezTo>
                  <a:pt x="189" y="140"/>
                  <a:pt x="166" y="117"/>
                  <a:pt x="166" y="89"/>
                </a:cubicBezTo>
                <a:cubicBezTo>
                  <a:pt x="166" y="62"/>
                  <a:pt x="188" y="40"/>
                  <a:pt x="216" y="40"/>
                </a:cubicBezTo>
                <a:cubicBezTo>
                  <a:pt x="243" y="40"/>
                  <a:pt x="266" y="62"/>
                  <a:pt x="266" y="90"/>
                </a:cubicBezTo>
                <a:cubicBezTo>
                  <a:pt x="266" y="117"/>
                  <a:pt x="243" y="140"/>
                  <a:pt x="216" y="140"/>
                </a:cubicBezTo>
                <a:close/>
                <a:moveTo>
                  <a:pt x="216" y="49"/>
                </a:moveTo>
                <a:cubicBezTo>
                  <a:pt x="194" y="49"/>
                  <a:pt x="176" y="67"/>
                  <a:pt x="176" y="90"/>
                </a:cubicBezTo>
                <a:cubicBezTo>
                  <a:pt x="176" y="111"/>
                  <a:pt x="193" y="130"/>
                  <a:pt x="215" y="130"/>
                </a:cubicBezTo>
                <a:cubicBezTo>
                  <a:pt x="238" y="130"/>
                  <a:pt x="256" y="112"/>
                  <a:pt x="256" y="90"/>
                </a:cubicBezTo>
                <a:cubicBezTo>
                  <a:pt x="256" y="68"/>
                  <a:pt x="238" y="50"/>
                  <a:pt x="216" y="49"/>
                </a:cubicBezTo>
                <a:close/>
                <a:moveTo>
                  <a:pt x="216" y="125"/>
                </a:moveTo>
                <a:cubicBezTo>
                  <a:pt x="197" y="125"/>
                  <a:pt x="180" y="109"/>
                  <a:pt x="180" y="90"/>
                </a:cubicBezTo>
                <a:cubicBezTo>
                  <a:pt x="181" y="70"/>
                  <a:pt x="196" y="54"/>
                  <a:pt x="216" y="54"/>
                </a:cubicBezTo>
                <a:cubicBezTo>
                  <a:pt x="235" y="54"/>
                  <a:pt x="251" y="70"/>
                  <a:pt x="251" y="90"/>
                </a:cubicBezTo>
                <a:cubicBezTo>
                  <a:pt x="251" y="109"/>
                  <a:pt x="235" y="125"/>
                  <a:pt x="216" y="125"/>
                </a:cubicBezTo>
                <a:close/>
                <a:moveTo>
                  <a:pt x="56" y="62"/>
                </a:moveTo>
                <a:cubicBezTo>
                  <a:pt x="55" y="61"/>
                  <a:pt x="54" y="61"/>
                  <a:pt x="53" y="61"/>
                </a:cubicBezTo>
                <a:cubicBezTo>
                  <a:pt x="47" y="62"/>
                  <a:pt x="42" y="64"/>
                  <a:pt x="37" y="68"/>
                </a:cubicBezTo>
                <a:cubicBezTo>
                  <a:pt x="33" y="71"/>
                  <a:pt x="30" y="75"/>
                  <a:pt x="28" y="81"/>
                </a:cubicBezTo>
                <a:cubicBezTo>
                  <a:pt x="28" y="82"/>
                  <a:pt x="28" y="83"/>
                  <a:pt x="29" y="84"/>
                </a:cubicBezTo>
                <a:cubicBezTo>
                  <a:pt x="31" y="84"/>
                  <a:pt x="32" y="84"/>
                  <a:pt x="33" y="82"/>
                </a:cubicBezTo>
                <a:cubicBezTo>
                  <a:pt x="33" y="82"/>
                  <a:pt x="33" y="81"/>
                  <a:pt x="33" y="81"/>
                </a:cubicBezTo>
                <a:cubicBezTo>
                  <a:pt x="37" y="71"/>
                  <a:pt x="44" y="67"/>
                  <a:pt x="54" y="66"/>
                </a:cubicBezTo>
                <a:cubicBezTo>
                  <a:pt x="55" y="66"/>
                  <a:pt x="55" y="66"/>
                  <a:pt x="56" y="66"/>
                </a:cubicBezTo>
                <a:cubicBezTo>
                  <a:pt x="57" y="66"/>
                  <a:pt x="58" y="66"/>
                  <a:pt x="58" y="64"/>
                </a:cubicBezTo>
                <a:cubicBezTo>
                  <a:pt x="58" y="63"/>
                  <a:pt x="58" y="62"/>
                  <a:pt x="56" y="62"/>
                </a:cubicBezTo>
                <a:close/>
                <a:moveTo>
                  <a:pt x="55" y="49"/>
                </a:moveTo>
                <a:cubicBezTo>
                  <a:pt x="32" y="50"/>
                  <a:pt x="15" y="67"/>
                  <a:pt x="14" y="89"/>
                </a:cubicBezTo>
                <a:cubicBezTo>
                  <a:pt x="14" y="112"/>
                  <a:pt x="32" y="130"/>
                  <a:pt x="55" y="130"/>
                </a:cubicBezTo>
                <a:cubicBezTo>
                  <a:pt x="77" y="130"/>
                  <a:pt x="95" y="112"/>
                  <a:pt x="95" y="90"/>
                </a:cubicBezTo>
                <a:cubicBezTo>
                  <a:pt x="95" y="68"/>
                  <a:pt x="77" y="49"/>
                  <a:pt x="55" y="49"/>
                </a:cubicBezTo>
                <a:close/>
                <a:moveTo>
                  <a:pt x="55" y="125"/>
                </a:moveTo>
                <a:cubicBezTo>
                  <a:pt x="35" y="125"/>
                  <a:pt x="19" y="109"/>
                  <a:pt x="19" y="90"/>
                </a:cubicBezTo>
                <a:cubicBezTo>
                  <a:pt x="19" y="70"/>
                  <a:pt x="35" y="54"/>
                  <a:pt x="55" y="54"/>
                </a:cubicBezTo>
                <a:cubicBezTo>
                  <a:pt x="74" y="54"/>
                  <a:pt x="90" y="70"/>
                  <a:pt x="90" y="90"/>
                </a:cubicBezTo>
                <a:cubicBezTo>
                  <a:pt x="90" y="110"/>
                  <a:pt x="74" y="125"/>
                  <a:pt x="55" y="125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46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8AAE902-96A3-4FFB-B2BF-2549417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664" y="2057804"/>
            <a:ext cx="577410" cy="578848"/>
          </a:xfrm>
          <a:custGeom xmlns:a="http://schemas.openxmlformats.org/drawingml/2006/main">
            <a:gdLst>
              <a:gd name="T0" fmla="*/ 159 w 200"/>
              <a:gd name="T1" fmla="*/ 3 h 201"/>
              <a:gd name="T2" fmla="*/ 84 w 200"/>
              <a:gd name="T3" fmla="*/ 47 h 201"/>
              <a:gd name="T4" fmla="*/ 54 w 200"/>
              <a:gd name="T5" fmla="*/ 55 h 201"/>
              <a:gd name="T6" fmla="*/ 26 w 200"/>
              <a:gd name="T7" fmla="*/ 90 h 201"/>
              <a:gd name="T8" fmla="*/ 41 w 200"/>
              <a:gd name="T9" fmla="*/ 115 h 201"/>
              <a:gd name="T10" fmla="*/ 41 w 200"/>
              <a:gd name="T11" fmla="*/ 134 h 201"/>
              <a:gd name="T12" fmla="*/ 76 w 200"/>
              <a:gd name="T13" fmla="*/ 164 h 201"/>
              <a:gd name="T14" fmla="*/ 97 w 200"/>
              <a:gd name="T15" fmla="*/ 186 h 201"/>
              <a:gd name="T16" fmla="*/ 149 w 200"/>
              <a:gd name="T17" fmla="*/ 144 h 201"/>
              <a:gd name="T18" fmla="*/ 154 w 200"/>
              <a:gd name="T19" fmla="*/ 117 h 201"/>
              <a:gd name="T20" fmla="*/ 159 w 200"/>
              <a:gd name="T21" fmla="*/ 111 h 201"/>
              <a:gd name="T22" fmla="*/ 200 w 200"/>
              <a:gd name="T23" fmla="*/ 4 h 201"/>
              <a:gd name="T24" fmla="*/ 28 w 200"/>
              <a:gd name="T25" fmla="*/ 100 h 201"/>
              <a:gd name="T26" fmla="*/ 61 w 200"/>
              <a:gd name="T27" fmla="*/ 60 h 201"/>
              <a:gd name="T28" fmla="*/ 76 w 200"/>
              <a:gd name="T29" fmla="*/ 56 h 201"/>
              <a:gd name="T30" fmla="*/ 47 w 200"/>
              <a:gd name="T31" fmla="*/ 108 h 201"/>
              <a:gd name="T32" fmla="*/ 78 w 200"/>
              <a:gd name="T33" fmla="*/ 155 h 201"/>
              <a:gd name="T34" fmla="*/ 46 w 200"/>
              <a:gd name="T35" fmla="*/ 128 h 201"/>
              <a:gd name="T36" fmla="*/ 49 w 200"/>
              <a:gd name="T37" fmla="*/ 120 h 201"/>
              <a:gd name="T38" fmla="*/ 78 w 200"/>
              <a:gd name="T39" fmla="*/ 155 h 201"/>
              <a:gd name="T40" fmla="*/ 142 w 200"/>
              <a:gd name="T41" fmla="*/ 139 h 201"/>
              <a:gd name="T42" fmla="*/ 100 w 200"/>
              <a:gd name="T43" fmla="*/ 172 h 201"/>
              <a:gd name="T44" fmla="*/ 145 w 200"/>
              <a:gd name="T45" fmla="*/ 122 h 201"/>
              <a:gd name="T46" fmla="*/ 176 w 200"/>
              <a:gd name="T47" fmla="*/ 78 h 201"/>
              <a:gd name="T48" fmla="*/ 89 w 200"/>
              <a:gd name="T49" fmla="*/ 146 h 201"/>
              <a:gd name="T50" fmla="*/ 55 w 200"/>
              <a:gd name="T51" fmla="*/ 114 h 201"/>
              <a:gd name="T52" fmla="*/ 84 w 200"/>
              <a:gd name="T53" fmla="*/ 63 h 201"/>
              <a:gd name="T54" fmla="*/ 148 w 200"/>
              <a:gd name="T55" fmla="*/ 14 h 201"/>
              <a:gd name="T56" fmla="*/ 192 w 200"/>
              <a:gd name="T57" fmla="*/ 9 h 201"/>
              <a:gd name="T58" fmla="*/ 50 w 200"/>
              <a:gd name="T59" fmla="*/ 153 h 201"/>
              <a:gd name="T60" fmla="*/ 24 w 200"/>
              <a:gd name="T61" fmla="*/ 171 h 201"/>
              <a:gd name="T62" fmla="*/ 5 w 200"/>
              <a:gd name="T63" fmla="*/ 196 h 201"/>
              <a:gd name="T64" fmla="*/ 20 w 200"/>
              <a:gd name="T65" fmla="*/ 186 h 201"/>
              <a:gd name="T66" fmla="*/ 50 w 200"/>
              <a:gd name="T67" fmla="*/ 153 h 201"/>
              <a:gd name="T68" fmla="*/ 31 w 200"/>
              <a:gd name="T69" fmla="*/ 193 h 201"/>
              <a:gd name="T70" fmla="*/ 37 w 200"/>
              <a:gd name="T71" fmla="*/ 198 h 201"/>
              <a:gd name="T72" fmla="*/ 63 w 200"/>
              <a:gd name="T73" fmla="*/ 172 h 201"/>
              <a:gd name="T74" fmla="*/ 57 w 200"/>
              <a:gd name="T75" fmla="*/ 167 h 201"/>
              <a:gd name="T76" fmla="*/ 34 w 200"/>
              <a:gd name="T77" fmla="*/ 143 h 201"/>
              <a:gd name="T78" fmla="*/ 28 w 200"/>
              <a:gd name="T79" fmla="*/ 138 h 201"/>
              <a:gd name="T80" fmla="*/ 15 w 200"/>
              <a:gd name="T81" fmla="*/ 151 h 201"/>
              <a:gd name="T82" fmla="*/ 2 w 200"/>
              <a:gd name="T83" fmla="*/ 170 h 201"/>
              <a:gd name="T84" fmla="*/ 111 w 200"/>
              <a:gd name="T85" fmla="*/ 48 h 201"/>
              <a:gd name="T86" fmla="*/ 153 w 200"/>
              <a:gd name="T87" fmla="*/ 89 h 201"/>
              <a:gd name="T88" fmla="*/ 111 w 200"/>
              <a:gd name="T89" fmla="*/ 48 h 201"/>
              <a:gd name="T90" fmla="*/ 117 w 200"/>
              <a:gd name="T91" fmla="*/ 84 h 201"/>
              <a:gd name="T92" fmla="*/ 148 w 200"/>
              <a:gd name="T93" fmla="*/ 53 h 201"/>
            </a:gdLst>
            <a:rect l="0" t="0" r="r" b="b"/>
            <a:pathLst>
              <a:path w="200" h="201">
                <a:moveTo>
                  <a:pt x="196" y="0"/>
                </a:moveTo>
                <a:cubicBezTo>
                  <a:pt x="183" y="0"/>
                  <a:pt x="171" y="1"/>
                  <a:pt x="159" y="3"/>
                </a:cubicBezTo>
                <a:cubicBezTo>
                  <a:pt x="129" y="8"/>
                  <a:pt x="105" y="22"/>
                  <a:pt x="87" y="45"/>
                </a:cubicBezTo>
                <a:cubicBezTo>
                  <a:pt x="86" y="46"/>
                  <a:pt x="85" y="47"/>
                  <a:pt x="84" y="47"/>
                </a:cubicBezTo>
                <a:cubicBezTo>
                  <a:pt x="78" y="48"/>
                  <a:pt x="72" y="49"/>
                  <a:pt x="66" y="49"/>
                </a:cubicBezTo>
                <a:cubicBezTo>
                  <a:pt x="61" y="49"/>
                  <a:pt x="56" y="51"/>
                  <a:pt x="54" y="55"/>
                </a:cubicBezTo>
                <a:cubicBezTo>
                  <a:pt x="53" y="56"/>
                  <a:pt x="53" y="56"/>
                  <a:pt x="53" y="57"/>
                </a:cubicBezTo>
                <a:cubicBezTo>
                  <a:pt x="44" y="68"/>
                  <a:pt x="35" y="79"/>
                  <a:pt x="26" y="90"/>
                </a:cubicBezTo>
                <a:cubicBezTo>
                  <a:pt x="22" y="94"/>
                  <a:pt x="19" y="99"/>
                  <a:pt x="15" y="103"/>
                </a:cubicBezTo>
                <a:cubicBezTo>
                  <a:pt x="24" y="107"/>
                  <a:pt x="32" y="111"/>
                  <a:pt x="41" y="115"/>
                </a:cubicBezTo>
                <a:cubicBezTo>
                  <a:pt x="41" y="116"/>
                  <a:pt x="41" y="116"/>
                  <a:pt x="40" y="116"/>
                </a:cubicBezTo>
                <a:cubicBezTo>
                  <a:pt x="35" y="122"/>
                  <a:pt x="36" y="128"/>
                  <a:pt x="41" y="134"/>
                </a:cubicBezTo>
                <a:cubicBezTo>
                  <a:pt x="50" y="142"/>
                  <a:pt x="58" y="151"/>
                  <a:pt x="67" y="160"/>
                </a:cubicBezTo>
                <a:cubicBezTo>
                  <a:pt x="70" y="162"/>
                  <a:pt x="72" y="164"/>
                  <a:pt x="76" y="164"/>
                </a:cubicBezTo>
                <a:cubicBezTo>
                  <a:pt x="80" y="164"/>
                  <a:pt x="83" y="162"/>
                  <a:pt x="86" y="159"/>
                </a:cubicBezTo>
                <a:cubicBezTo>
                  <a:pt x="90" y="168"/>
                  <a:pt x="93" y="177"/>
                  <a:pt x="97" y="186"/>
                </a:cubicBezTo>
                <a:cubicBezTo>
                  <a:pt x="107" y="178"/>
                  <a:pt x="116" y="171"/>
                  <a:pt x="125" y="163"/>
                </a:cubicBezTo>
                <a:cubicBezTo>
                  <a:pt x="133" y="157"/>
                  <a:pt x="141" y="150"/>
                  <a:pt x="149" y="144"/>
                </a:cubicBezTo>
                <a:cubicBezTo>
                  <a:pt x="150" y="143"/>
                  <a:pt x="151" y="142"/>
                  <a:pt x="151" y="141"/>
                </a:cubicBezTo>
                <a:cubicBezTo>
                  <a:pt x="152" y="133"/>
                  <a:pt x="153" y="125"/>
                  <a:pt x="154" y="117"/>
                </a:cubicBezTo>
                <a:cubicBezTo>
                  <a:pt x="154" y="116"/>
                  <a:pt x="154" y="115"/>
                  <a:pt x="155" y="114"/>
                </a:cubicBezTo>
                <a:cubicBezTo>
                  <a:pt x="156" y="113"/>
                  <a:pt x="157" y="112"/>
                  <a:pt x="159" y="111"/>
                </a:cubicBezTo>
                <a:cubicBezTo>
                  <a:pt x="173" y="99"/>
                  <a:pt x="184" y="85"/>
                  <a:pt x="190" y="69"/>
                </a:cubicBezTo>
                <a:cubicBezTo>
                  <a:pt x="198" y="48"/>
                  <a:pt x="200" y="26"/>
                  <a:pt x="200" y="4"/>
                </a:cubicBezTo>
                <a:cubicBezTo>
                  <a:pt x="200" y="2"/>
                  <a:pt x="199" y="0"/>
                  <a:pt x="196" y="0"/>
                </a:cubicBezTo>
                <a:close/>
                <a:moveTo>
                  <a:pt x="28" y="100"/>
                </a:moveTo>
                <a:cubicBezTo>
                  <a:pt x="32" y="95"/>
                  <a:pt x="36" y="90"/>
                  <a:pt x="40" y="86"/>
                </a:cubicBezTo>
                <a:cubicBezTo>
                  <a:pt x="47" y="77"/>
                  <a:pt x="54" y="68"/>
                  <a:pt x="61" y="60"/>
                </a:cubicBezTo>
                <a:cubicBezTo>
                  <a:pt x="62" y="58"/>
                  <a:pt x="63" y="58"/>
                  <a:pt x="65" y="57"/>
                </a:cubicBezTo>
                <a:cubicBezTo>
                  <a:pt x="68" y="57"/>
                  <a:pt x="72" y="57"/>
                  <a:pt x="76" y="56"/>
                </a:cubicBezTo>
                <a:cubicBezTo>
                  <a:pt x="77" y="56"/>
                  <a:pt x="78" y="56"/>
                  <a:pt x="78" y="56"/>
                </a:cubicBezTo>
                <a:cubicBezTo>
                  <a:pt x="68" y="73"/>
                  <a:pt x="57" y="91"/>
                  <a:pt x="47" y="108"/>
                </a:cubicBezTo>
                <a:cubicBezTo>
                  <a:pt x="41" y="106"/>
                  <a:pt x="34" y="103"/>
                  <a:pt x="28" y="100"/>
                </a:cubicBezTo>
                <a:close/>
                <a:moveTo>
                  <a:pt x="78" y="155"/>
                </a:moveTo>
                <a:cubicBezTo>
                  <a:pt x="76" y="156"/>
                  <a:pt x="75" y="156"/>
                  <a:pt x="73" y="154"/>
                </a:cubicBezTo>
                <a:cubicBezTo>
                  <a:pt x="64" y="145"/>
                  <a:pt x="55" y="136"/>
                  <a:pt x="46" y="128"/>
                </a:cubicBezTo>
                <a:cubicBezTo>
                  <a:pt x="45" y="126"/>
                  <a:pt x="45" y="124"/>
                  <a:pt x="46" y="122"/>
                </a:cubicBezTo>
                <a:cubicBezTo>
                  <a:pt x="47" y="121"/>
                  <a:pt x="48" y="120"/>
                  <a:pt x="49" y="120"/>
                </a:cubicBezTo>
                <a:cubicBezTo>
                  <a:pt x="59" y="130"/>
                  <a:pt x="70" y="141"/>
                  <a:pt x="81" y="152"/>
                </a:cubicBezTo>
                <a:cubicBezTo>
                  <a:pt x="80" y="153"/>
                  <a:pt x="79" y="154"/>
                  <a:pt x="78" y="155"/>
                </a:cubicBezTo>
                <a:close/>
                <a:moveTo>
                  <a:pt x="143" y="138"/>
                </a:moveTo>
                <a:cubicBezTo>
                  <a:pt x="143" y="138"/>
                  <a:pt x="142" y="139"/>
                  <a:pt x="142" y="139"/>
                </a:cubicBezTo>
                <a:cubicBezTo>
                  <a:pt x="128" y="150"/>
                  <a:pt x="115" y="161"/>
                  <a:pt x="101" y="172"/>
                </a:cubicBezTo>
                <a:cubicBezTo>
                  <a:pt x="101" y="172"/>
                  <a:pt x="101" y="172"/>
                  <a:pt x="100" y="172"/>
                </a:cubicBezTo>
                <a:cubicBezTo>
                  <a:pt x="98" y="166"/>
                  <a:pt x="95" y="160"/>
                  <a:pt x="92" y="154"/>
                </a:cubicBezTo>
                <a:cubicBezTo>
                  <a:pt x="110" y="143"/>
                  <a:pt x="127" y="133"/>
                  <a:pt x="145" y="122"/>
                </a:cubicBezTo>
                <a:cubicBezTo>
                  <a:pt x="144" y="127"/>
                  <a:pt x="143" y="132"/>
                  <a:pt x="143" y="138"/>
                </a:cubicBezTo>
                <a:close/>
                <a:moveTo>
                  <a:pt x="176" y="78"/>
                </a:moveTo>
                <a:cubicBezTo>
                  <a:pt x="169" y="91"/>
                  <a:pt x="158" y="101"/>
                  <a:pt x="147" y="110"/>
                </a:cubicBezTo>
                <a:cubicBezTo>
                  <a:pt x="129" y="123"/>
                  <a:pt x="109" y="134"/>
                  <a:pt x="89" y="146"/>
                </a:cubicBezTo>
                <a:cubicBezTo>
                  <a:pt x="88" y="146"/>
                  <a:pt x="87" y="146"/>
                  <a:pt x="86" y="145"/>
                </a:cubicBezTo>
                <a:cubicBezTo>
                  <a:pt x="76" y="135"/>
                  <a:pt x="66" y="125"/>
                  <a:pt x="55" y="114"/>
                </a:cubicBezTo>
                <a:cubicBezTo>
                  <a:pt x="54" y="114"/>
                  <a:pt x="54" y="113"/>
                  <a:pt x="55" y="112"/>
                </a:cubicBezTo>
                <a:cubicBezTo>
                  <a:pt x="65" y="95"/>
                  <a:pt x="74" y="79"/>
                  <a:pt x="84" y="63"/>
                </a:cubicBezTo>
                <a:cubicBezTo>
                  <a:pt x="91" y="53"/>
                  <a:pt x="99" y="43"/>
                  <a:pt x="108" y="35"/>
                </a:cubicBezTo>
                <a:cubicBezTo>
                  <a:pt x="120" y="25"/>
                  <a:pt x="133" y="18"/>
                  <a:pt x="148" y="14"/>
                </a:cubicBezTo>
                <a:cubicBezTo>
                  <a:pt x="162" y="10"/>
                  <a:pt x="176" y="9"/>
                  <a:pt x="191" y="8"/>
                </a:cubicBezTo>
                <a:cubicBezTo>
                  <a:pt x="191" y="8"/>
                  <a:pt x="191" y="9"/>
                  <a:pt x="192" y="9"/>
                </a:cubicBezTo>
                <a:cubicBezTo>
                  <a:pt x="192" y="33"/>
                  <a:pt x="189" y="57"/>
                  <a:pt x="176" y="78"/>
                </a:cubicBezTo>
                <a:close/>
                <a:moveTo>
                  <a:pt x="50" y="153"/>
                </a:moveTo>
                <a:cubicBezTo>
                  <a:pt x="49" y="150"/>
                  <a:pt x="45" y="150"/>
                  <a:pt x="43" y="152"/>
                </a:cubicBezTo>
                <a:cubicBezTo>
                  <a:pt x="36" y="158"/>
                  <a:pt x="30" y="165"/>
                  <a:pt x="24" y="171"/>
                </a:cubicBezTo>
                <a:cubicBezTo>
                  <a:pt x="18" y="177"/>
                  <a:pt x="12" y="183"/>
                  <a:pt x="5" y="189"/>
                </a:cubicBezTo>
                <a:cubicBezTo>
                  <a:pt x="3" y="192"/>
                  <a:pt x="3" y="194"/>
                  <a:pt x="5" y="196"/>
                </a:cubicBezTo>
                <a:cubicBezTo>
                  <a:pt x="7" y="198"/>
                  <a:pt x="9" y="197"/>
                  <a:pt x="11" y="195"/>
                </a:cubicBezTo>
                <a:cubicBezTo>
                  <a:pt x="14" y="192"/>
                  <a:pt x="17" y="189"/>
                  <a:pt x="20" y="186"/>
                </a:cubicBezTo>
                <a:cubicBezTo>
                  <a:pt x="30" y="177"/>
                  <a:pt x="39" y="168"/>
                  <a:pt x="48" y="158"/>
                </a:cubicBezTo>
                <a:cubicBezTo>
                  <a:pt x="50" y="157"/>
                  <a:pt x="51" y="155"/>
                  <a:pt x="50" y="153"/>
                </a:cubicBezTo>
                <a:close/>
                <a:moveTo>
                  <a:pt x="57" y="167"/>
                </a:moveTo>
                <a:cubicBezTo>
                  <a:pt x="49" y="175"/>
                  <a:pt x="40" y="184"/>
                  <a:pt x="31" y="193"/>
                </a:cubicBezTo>
                <a:cubicBezTo>
                  <a:pt x="29" y="195"/>
                  <a:pt x="29" y="197"/>
                  <a:pt x="31" y="199"/>
                </a:cubicBezTo>
                <a:cubicBezTo>
                  <a:pt x="33" y="201"/>
                  <a:pt x="35" y="201"/>
                  <a:pt x="37" y="198"/>
                </a:cubicBezTo>
                <a:cubicBezTo>
                  <a:pt x="41" y="194"/>
                  <a:pt x="46" y="190"/>
                  <a:pt x="50" y="186"/>
                </a:cubicBezTo>
                <a:cubicBezTo>
                  <a:pt x="54" y="181"/>
                  <a:pt x="59" y="177"/>
                  <a:pt x="63" y="172"/>
                </a:cubicBezTo>
                <a:cubicBezTo>
                  <a:pt x="65" y="171"/>
                  <a:pt x="65" y="168"/>
                  <a:pt x="63" y="167"/>
                </a:cubicBezTo>
                <a:cubicBezTo>
                  <a:pt x="62" y="165"/>
                  <a:pt x="59" y="165"/>
                  <a:pt x="57" y="167"/>
                </a:cubicBezTo>
                <a:close/>
                <a:moveTo>
                  <a:pt x="8" y="169"/>
                </a:moveTo>
                <a:cubicBezTo>
                  <a:pt x="17" y="161"/>
                  <a:pt x="25" y="152"/>
                  <a:pt x="34" y="143"/>
                </a:cubicBezTo>
                <a:cubicBezTo>
                  <a:pt x="36" y="141"/>
                  <a:pt x="36" y="139"/>
                  <a:pt x="34" y="137"/>
                </a:cubicBezTo>
                <a:cubicBezTo>
                  <a:pt x="32" y="135"/>
                  <a:pt x="30" y="136"/>
                  <a:pt x="28" y="138"/>
                </a:cubicBezTo>
                <a:cubicBezTo>
                  <a:pt x="24" y="142"/>
                  <a:pt x="19" y="146"/>
                  <a:pt x="15" y="151"/>
                </a:cubicBezTo>
                <a:cubicBezTo>
                  <a:pt x="15" y="151"/>
                  <a:pt x="15" y="151"/>
                  <a:pt x="15" y="151"/>
                </a:cubicBezTo>
                <a:cubicBezTo>
                  <a:pt x="11" y="155"/>
                  <a:pt x="7" y="159"/>
                  <a:pt x="2" y="163"/>
                </a:cubicBezTo>
                <a:cubicBezTo>
                  <a:pt x="0" y="166"/>
                  <a:pt x="0" y="168"/>
                  <a:pt x="2" y="170"/>
                </a:cubicBezTo>
                <a:cubicBezTo>
                  <a:pt x="3" y="172"/>
                  <a:pt x="6" y="171"/>
                  <a:pt x="8" y="169"/>
                </a:cubicBezTo>
                <a:close/>
                <a:moveTo>
                  <a:pt x="111" y="48"/>
                </a:moveTo>
                <a:cubicBezTo>
                  <a:pt x="99" y="59"/>
                  <a:pt x="99" y="78"/>
                  <a:pt x="111" y="90"/>
                </a:cubicBezTo>
                <a:cubicBezTo>
                  <a:pt x="122" y="101"/>
                  <a:pt x="141" y="101"/>
                  <a:pt x="153" y="89"/>
                </a:cubicBezTo>
                <a:cubicBezTo>
                  <a:pt x="165" y="78"/>
                  <a:pt x="165" y="59"/>
                  <a:pt x="154" y="47"/>
                </a:cubicBezTo>
                <a:cubicBezTo>
                  <a:pt x="142" y="36"/>
                  <a:pt x="123" y="36"/>
                  <a:pt x="111" y="48"/>
                </a:cubicBezTo>
                <a:close/>
                <a:moveTo>
                  <a:pt x="147" y="83"/>
                </a:moveTo>
                <a:cubicBezTo>
                  <a:pt x="138" y="92"/>
                  <a:pt x="125" y="92"/>
                  <a:pt x="117" y="84"/>
                </a:cubicBezTo>
                <a:cubicBezTo>
                  <a:pt x="108" y="76"/>
                  <a:pt x="109" y="62"/>
                  <a:pt x="117" y="54"/>
                </a:cubicBezTo>
                <a:cubicBezTo>
                  <a:pt x="126" y="45"/>
                  <a:pt x="139" y="45"/>
                  <a:pt x="148" y="53"/>
                </a:cubicBezTo>
                <a:cubicBezTo>
                  <a:pt x="156" y="61"/>
                  <a:pt x="156" y="75"/>
                  <a:pt x="147" y="83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</a:endParaRPr>
          </a:p>
        </p:txBody>
      </p:sp>
      <p:sp>
        <p:nvSpPr>
          <p:cNvPr id="47" name="STEP_1_LABEL">
            <a:extLst xmlns:a="http://schemas.openxmlformats.org/drawingml/2006/main">
              <a:ext uri="{FF2B5EF4-FFF2-40B4-BE49-F238E27FC236}">
                <a16:creationId xmlns:a16="http://schemas.microsoft.com/office/drawing/2014/main" id="{CE52517C-569C-4F3A-B23B-EF0BFA2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33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</a:p>
        </p:txBody>
      </p:sp>
      <p:sp>
        <p:nvSpPr>
          <p:cNvPr id="48" name="STEP_2_LABEL">
            <a:extLst xmlns:a="http://schemas.openxmlformats.org/drawingml/2006/main">
              <a:ext uri="{FF2B5EF4-FFF2-40B4-BE49-F238E27FC236}">
                <a16:creationId xmlns:a16="http://schemas.microsoft.com/office/drawing/2014/main" id="{E893F003-78C2-4048-943D-2D3DF0C4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916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white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</a:p>
        </p:txBody>
      </p:sp>
      <p:sp>
        <p:nvSpPr>
          <p:cNvPr id="50" name="Freeform 405">
            <a:extLst xmlns:a="http://schemas.openxmlformats.org/drawingml/2006/main">
              <a:ext uri="{FF2B5EF4-FFF2-40B4-BE49-F238E27FC236}">
                <a16:creationId xmlns:a16="http://schemas.microsoft.com/office/drawing/2014/main" id="{CABCEC68-C250-4D76-B00C-DCEA45B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78" y="2027941"/>
            <a:ext cx="435112" cy="626562"/>
          </a:xfrm>
          <a:custGeom xmlns:a="http://schemas.openxmlformats.org/drawingml/2006/main">
            <a:gdLst>
              <a:gd name="T0" fmla="*/ 111 w 130"/>
              <a:gd name="T1" fmla="*/ 26 h 190"/>
              <a:gd name="T2" fmla="*/ 111 w 130"/>
              <a:gd name="T3" fmla="*/ 25 h 190"/>
              <a:gd name="T4" fmla="*/ 96 w 130"/>
              <a:gd name="T5" fmla="*/ 1 h 190"/>
              <a:gd name="T6" fmla="*/ 84 w 130"/>
              <a:gd name="T7" fmla="*/ 27 h 190"/>
              <a:gd name="T8" fmla="*/ 76 w 130"/>
              <a:gd name="T9" fmla="*/ 12 h 190"/>
              <a:gd name="T10" fmla="*/ 46 w 130"/>
              <a:gd name="T11" fmla="*/ 12 h 190"/>
              <a:gd name="T12" fmla="*/ 37 w 130"/>
              <a:gd name="T13" fmla="*/ 55 h 190"/>
              <a:gd name="T14" fmla="*/ 37 w 130"/>
              <a:gd name="T15" fmla="*/ 49 h 190"/>
              <a:gd name="T16" fmla="*/ 35 w 130"/>
              <a:gd name="T17" fmla="*/ 39 h 190"/>
              <a:gd name="T18" fmla="*/ 32 w 130"/>
              <a:gd name="T19" fmla="*/ 3 h 190"/>
              <a:gd name="T20" fmla="*/ 23 w 130"/>
              <a:gd name="T21" fmla="*/ 14 h 190"/>
              <a:gd name="T22" fmla="*/ 22 w 130"/>
              <a:gd name="T23" fmla="*/ 40 h 190"/>
              <a:gd name="T24" fmla="*/ 21 w 130"/>
              <a:gd name="T25" fmla="*/ 49 h 190"/>
              <a:gd name="T26" fmla="*/ 21 w 130"/>
              <a:gd name="T27" fmla="*/ 63 h 190"/>
              <a:gd name="T28" fmla="*/ 0 w 130"/>
              <a:gd name="T29" fmla="*/ 90 h 190"/>
              <a:gd name="T30" fmla="*/ 10 w 130"/>
              <a:gd name="T31" fmla="*/ 168 h 190"/>
              <a:gd name="T32" fmla="*/ 120 w 130"/>
              <a:gd name="T33" fmla="*/ 164 h 190"/>
              <a:gd name="T34" fmla="*/ 130 w 130"/>
              <a:gd name="T35" fmla="*/ 90 h 190"/>
              <a:gd name="T36" fmla="*/ 98 w 130"/>
              <a:gd name="T37" fmla="*/ 5 h 190"/>
              <a:gd name="T38" fmla="*/ 102 w 130"/>
              <a:gd name="T39" fmla="*/ 25 h 190"/>
              <a:gd name="T40" fmla="*/ 94 w 130"/>
              <a:gd name="T41" fmla="*/ 25 h 190"/>
              <a:gd name="T42" fmla="*/ 88 w 130"/>
              <a:gd name="T43" fmla="*/ 25 h 190"/>
              <a:gd name="T44" fmla="*/ 89 w 130"/>
              <a:gd name="T45" fmla="*/ 30 h 190"/>
              <a:gd name="T46" fmla="*/ 97 w 130"/>
              <a:gd name="T47" fmla="*/ 30 h 190"/>
              <a:gd name="T48" fmla="*/ 101 w 130"/>
              <a:gd name="T49" fmla="*/ 28 h 190"/>
              <a:gd name="T50" fmla="*/ 108 w 130"/>
              <a:gd name="T51" fmla="*/ 29 h 190"/>
              <a:gd name="T52" fmla="*/ 87 w 130"/>
              <a:gd name="T53" fmla="*/ 29 h 190"/>
              <a:gd name="T54" fmla="*/ 61 w 130"/>
              <a:gd name="T55" fmla="*/ 51 h 190"/>
              <a:gd name="T56" fmla="*/ 49 w 130"/>
              <a:gd name="T57" fmla="*/ 43 h 190"/>
              <a:gd name="T58" fmla="*/ 60 w 130"/>
              <a:gd name="T59" fmla="*/ 40 h 190"/>
              <a:gd name="T60" fmla="*/ 60 w 130"/>
              <a:gd name="T61" fmla="*/ 34 h 190"/>
              <a:gd name="T62" fmla="*/ 49 w 130"/>
              <a:gd name="T63" fmla="*/ 31 h 190"/>
              <a:gd name="T64" fmla="*/ 61 w 130"/>
              <a:gd name="T65" fmla="*/ 23 h 190"/>
              <a:gd name="T66" fmla="*/ 49 w 130"/>
              <a:gd name="T67" fmla="*/ 14 h 190"/>
              <a:gd name="T68" fmla="*/ 49 w 130"/>
              <a:gd name="T69" fmla="*/ 63 h 190"/>
              <a:gd name="T70" fmla="*/ 26 w 130"/>
              <a:gd name="T71" fmla="*/ 16 h 190"/>
              <a:gd name="T72" fmla="*/ 36 w 130"/>
              <a:gd name="T73" fmla="*/ 22 h 190"/>
              <a:gd name="T74" fmla="*/ 31 w 130"/>
              <a:gd name="T75" fmla="*/ 38 h 190"/>
              <a:gd name="T76" fmla="*/ 26 w 130"/>
              <a:gd name="T77" fmla="*/ 38 h 190"/>
              <a:gd name="T78" fmla="*/ 24 w 130"/>
              <a:gd name="T79" fmla="*/ 47 h 190"/>
              <a:gd name="T80" fmla="*/ 25 w 130"/>
              <a:gd name="T81" fmla="*/ 41 h 190"/>
              <a:gd name="T82" fmla="*/ 32 w 130"/>
              <a:gd name="T83" fmla="*/ 41 h 190"/>
              <a:gd name="T84" fmla="*/ 33 w 130"/>
              <a:gd name="T85" fmla="*/ 44 h 190"/>
              <a:gd name="T86" fmla="*/ 33 w 130"/>
              <a:gd name="T87" fmla="*/ 50 h 190"/>
              <a:gd name="T88" fmla="*/ 24 w 130"/>
              <a:gd name="T89" fmla="*/ 63 h 190"/>
              <a:gd name="T90" fmla="*/ 33 w 130"/>
              <a:gd name="T91" fmla="*/ 50 h 190"/>
              <a:gd name="T92" fmla="*/ 31 w 130"/>
              <a:gd name="T93" fmla="*/ 187 h 190"/>
              <a:gd name="T94" fmla="*/ 69 w 130"/>
              <a:gd name="T95" fmla="*/ 151 h 190"/>
              <a:gd name="T96" fmla="*/ 69 w 130"/>
              <a:gd name="T97" fmla="*/ 122 h 190"/>
              <a:gd name="T98" fmla="*/ 117 w 130"/>
              <a:gd name="T99" fmla="*/ 92 h 190"/>
              <a:gd name="T100" fmla="*/ 13 w 130"/>
              <a:gd name="T101" fmla="*/ 125 h 190"/>
              <a:gd name="T102" fmla="*/ 13 w 130"/>
              <a:gd name="T103" fmla="*/ 148 h 190"/>
              <a:gd name="T104" fmla="*/ 3 w 130"/>
              <a:gd name="T105" fmla="*/ 75 h 190"/>
              <a:gd name="T106" fmla="*/ 89 w 130"/>
              <a:gd name="T107" fmla="*/ 72 h 190"/>
              <a:gd name="T108" fmla="*/ 127 w 130"/>
              <a:gd name="T109" fmla="*/ 66 h 190"/>
            </a:gdLst>
            <a:rect l="0" t="0" r="r" b="b"/>
            <a:pathLst>
              <a:path w="130" h="190">
                <a:moveTo>
                  <a:pt x="128" y="63"/>
                </a:moveTo>
                <a:cubicBezTo>
                  <a:pt x="111" y="63"/>
                  <a:pt x="111" y="63"/>
                  <a:pt x="111" y="63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1" y="26"/>
                  <a:pt x="111" y="25"/>
                  <a:pt x="111" y="25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99" y="1"/>
                  <a:pt x="99" y="1"/>
                  <a:pt x="99" y="1"/>
                </a:cubicBezTo>
                <a:cubicBezTo>
                  <a:pt x="99" y="0"/>
                  <a:pt x="98" y="0"/>
                  <a:pt x="98" y="0"/>
                </a:cubicBezTo>
                <a:cubicBezTo>
                  <a:pt x="97" y="0"/>
                  <a:pt x="96" y="0"/>
                  <a:pt x="96" y="1"/>
                </a:cubicBezTo>
                <a:cubicBezTo>
                  <a:pt x="85" y="24"/>
                  <a:pt x="85" y="24"/>
                  <a:pt x="85" y="24"/>
                </a:cubicBezTo>
                <a:cubicBezTo>
                  <a:pt x="84" y="25"/>
                  <a:pt x="84" y="25"/>
                  <a:pt x="84" y="25"/>
                </a:cubicBezTo>
                <a:cubicBezTo>
                  <a:pt x="84" y="25"/>
                  <a:pt x="84" y="26"/>
                  <a:pt x="84" y="27"/>
                </a:cubicBezTo>
                <a:cubicBezTo>
                  <a:pt x="84" y="63"/>
                  <a:pt x="84" y="63"/>
                  <a:pt x="84" y="6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12"/>
                  <a:pt x="76" y="12"/>
                  <a:pt x="76" y="12"/>
                </a:cubicBezTo>
                <a:cubicBezTo>
                  <a:pt x="76" y="11"/>
                  <a:pt x="76" y="11"/>
                  <a:pt x="75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1"/>
                  <a:pt x="46" y="11"/>
                  <a:pt x="46" y="12"/>
                </a:cubicBezTo>
                <a:cubicBezTo>
                  <a:pt x="46" y="63"/>
                  <a:pt x="46" y="63"/>
                  <a:pt x="46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1"/>
                  <a:pt x="37" y="58"/>
                  <a:pt x="37" y="55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9"/>
                  <a:pt x="37" y="49"/>
                  <a:pt x="37" y="49"/>
                </a:cubicBezTo>
                <a:cubicBezTo>
                  <a:pt x="37" y="44"/>
                  <a:pt x="37" y="44"/>
                  <a:pt x="37" y="44"/>
                </a:cubicBezTo>
                <a:cubicBezTo>
                  <a:pt x="37" y="42"/>
                  <a:pt x="36" y="41"/>
                  <a:pt x="36" y="40"/>
                </a:cubicBezTo>
                <a:cubicBezTo>
                  <a:pt x="35" y="40"/>
                  <a:pt x="35" y="39"/>
                  <a:pt x="35" y="39"/>
                </a:cubicBezTo>
                <a:cubicBezTo>
                  <a:pt x="37" y="35"/>
                  <a:pt x="39" y="30"/>
                  <a:pt x="39" y="22"/>
                </a:cubicBezTo>
                <a:cubicBezTo>
                  <a:pt x="39" y="18"/>
                  <a:pt x="38" y="14"/>
                  <a:pt x="36" y="10"/>
                </a:cubicBezTo>
                <a:cubicBezTo>
                  <a:pt x="35" y="8"/>
                  <a:pt x="34" y="5"/>
                  <a:pt x="32" y="3"/>
                </a:cubicBezTo>
                <a:cubicBezTo>
                  <a:pt x="31" y="3"/>
                  <a:pt x="31" y="3"/>
                  <a:pt x="30" y="3"/>
                </a:cubicBezTo>
                <a:cubicBezTo>
                  <a:pt x="30" y="3"/>
                  <a:pt x="29" y="3"/>
                  <a:pt x="29" y="4"/>
                </a:cubicBezTo>
                <a:cubicBezTo>
                  <a:pt x="28" y="9"/>
                  <a:pt x="26" y="11"/>
                  <a:pt x="23" y="14"/>
                </a:cubicBezTo>
                <a:cubicBezTo>
                  <a:pt x="21" y="16"/>
                  <a:pt x="19" y="19"/>
                  <a:pt x="19" y="23"/>
                </a:cubicBezTo>
                <a:cubicBezTo>
                  <a:pt x="19" y="30"/>
                  <a:pt x="20" y="35"/>
                  <a:pt x="23" y="39"/>
                </a:cubicBezTo>
                <a:cubicBezTo>
                  <a:pt x="23" y="39"/>
                  <a:pt x="22" y="40"/>
                  <a:pt x="22" y="40"/>
                </a:cubicBezTo>
                <a:cubicBezTo>
                  <a:pt x="21" y="41"/>
                  <a:pt x="21" y="42"/>
                  <a:pt x="21" y="44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9"/>
                  <a:pt x="21" y="61"/>
                  <a:pt x="21" y="63"/>
                </a:cubicBezTo>
                <a:cubicBezTo>
                  <a:pt x="2" y="63"/>
                  <a:pt x="2" y="63"/>
                  <a:pt x="2" y="63"/>
                </a:cubicBezTo>
                <a:cubicBezTo>
                  <a:pt x="1" y="63"/>
                  <a:pt x="0" y="63"/>
                  <a:pt x="0" y="6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1"/>
                  <a:pt x="1" y="92"/>
                  <a:pt x="2" y="92"/>
                </a:cubicBezTo>
                <a:cubicBezTo>
                  <a:pt x="10" y="92"/>
                  <a:pt x="10" y="92"/>
                  <a:pt x="10" y="92"/>
                </a:cubicBezTo>
                <a:cubicBezTo>
                  <a:pt x="10" y="168"/>
                  <a:pt x="10" y="168"/>
                  <a:pt x="10" y="168"/>
                </a:cubicBezTo>
                <a:cubicBezTo>
                  <a:pt x="10" y="180"/>
                  <a:pt x="20" y="190"/>
                  <a:pt x="31" y="190"/>
                </a:cubicBezTo>
                <a:cubicBezTo>
                  <a:pt x="94" y="190"/>
                  <a:pt x="94" y="190"/>
                  <a:pt x="94" y="190"/>
                </a:cubicBezTo>
                <a:cubicBezTo>
                  <a:pt x="108" y="190"/>
                  <a:pt x="120" y="178"/>
                  <a:pt x="120" y="164"/>
                </a:cubicBezTo>
                <a:cubicBezTo>
                  <a:pt x="120" y="92"/>
                  <a:pt x="120" y="92"/>
                  <a:pt x="120" y="92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29" y="92"/>
                  <a:pt x="130" y="91"/>
                  <a:pt x="130" y="90"/>
                </a:cubicBezTo>
                <a:cubicBezTo>
                  <a:pt x="130" y="64"/>
                  <a:pt x="130" y="64"/>
                  <a:pt x="130" y="64"/>
                </a:cubicBezTo>
                <a:cubicBezTo>
                  <a:pt x="130" y="63"/>
                  <a:pt x="129" y="63"/>
                  <a:pt x="128" y="63"/>
                </a:cubicBezTo>
                <a:close/>
                <a:moveTo>
                  <a:pt x="98" y="5"/>
                </a:moveTo>
                <a:cubicBezTo>
                  <a:pt x="108" y="25"/>
                  <a:pt x="108" y="25"/>
                  <a:pt x="108" y="25"/>
                </a:cubicBezTo>
                <a:cubicBezTo>
                  <a:pt x="105" y="27"/>
                  <a:pt x="105" y="27"/>
                  <a:pt x="105" y="27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102" y="24"/>
                  <a:pt x="101" y="24"/>
                  <a:pt x="100" y="25"/>
                </a:cubicBezTo>
                <a:cubicBezTo>
                  <a:pt x="98" y="27"/>
                  <a:pt x="98" y="27"/>
                  <a:pt x="98" y="27"/>
                </a:cubicBezTo>
                <a:cubicBezTo>
                  <a:pt x="94" y="25"/>
                  <a:pt x="94" y="25"/>
                  <a:pt x="94" y="25"/>
                </a:cubicBezTo>
                <a:cubicBezTo>
                  <a:pt x="93" y="24"/>
                  <a:pt x="93" y="24"/>
                  <a:pt x="92" y="25"/>
                </a:cubicBezTo>
                <a:cubicBezTo>
                  <a:pt x="90" y="27"/>
                  <a:pt x="90" y="27"/>
                  <a:pt x="90" y="27"/>
                </a:cubicBezTo>
                <a:cubicBezTo>
                  <a:pt x="88" y="25"/>
                  <a:pt x="88" y="25"/>
                  <a:pt x="88" y="25"/>
                </a:cubicBezTo>
                <a:lnTo>
                  <a:pt x="98" y="5"/>
                </a:lnTo>
                <a:close/>
                <a:moveTo>
                  <a:pt x="87" y="29"/>
                </a:moveTo>
                <a:cubicBezTo>
                  <a:pt x="89" y="30"/>
                  <a:pt x="89" y="30"/>
                  <a:pt x="89" y="30"/>
                </a:cubicBezTo>
                <a:cubicBezTo>
                  <a:pt x="90" y="30"/>
                  <a:pt x="91" y="30"/>
                  <a:pt x="91" y="30"/>
                </a:cubicBezTo>
                <a:cubicBezTo>
                  <a:pt x="93" y="28"/>
                  <a:pt x="93" y="28"/>
                  <a:pt x="93" y="28"/>
                </a:cubicBezTo>
                <a:cubicBezTo>
                  <a:pt x="97" y="30"/>
                  <a:pt x="97" y="30"/>
                  <a:pt x="97" y="30"/>
                </a:cubicBezTo>
                <a:cubicBezTo>
                  <a:pt x="97" y="31"/>
                  <a:pt x="98" y="31"/>
                  <a:pt x="98" y="31"/>
                </a:cubicBezTo>
                <a:cubicBezTo>
                  <a:pt x="98" y="31"/>
                  <a:pt x="99" y="31"/>
                  <a:pt x="99" y="30"/>
                </a:cubicBezTo>
                <a:cubicBezTo>
                  <a:pt x="101" y="28"/>
                  <a:pt x="101" y="28"/>
                  <a:pt x="101" y="28"/>
                </a:cubicBezTo>
                <a:cubicBezTo>
                  <a:pt x="104" y="30"/>
                  <a:pt x="104" y="30"/>
                  <a:pt x="104" y="30"/>
                </a:cubicBezTo>
                <a:cubicBezTo>
                  <a:pt x="104" y="31"/>
                  <a:pt x="105" y="31"/>
                  <a:pt x="106" y="30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108" y="63"/>
                  <a:pt x="108" y="63"/>
                  <a:pt x="108" y="63"/>
                </a:cubicBezTo>
                <a:cubicBezTo>
                  <a:pt x="87" y="63"/>
                  <a:pt x="87" y="63"/>
                  <a:pt x="87" y="63"/>
                </a:cubicBezTo>
                <a:lnTo>
                  <a:pt x="87" y="29"/>
                </a:lnTo>
                <a:close/>
                <a:moveTo>
                  <a:pt x="49" y="53"/>
                </a:moveTo>
                <a:cubicBezTo>
                  <a:pt x="60" y="53"/>
                  <a:pt x="60" y="53"/>
                  <a:pt x="60" y="53"/>
                </a:cubicBezTo>
                <a:cubicBezTo>
                  <a:pt x="61" y="53"/>
                  <a:pt x="61" y="52"/>
                  <a:pt x="61" y="51"/>
                </a:cubicBezTo>
                <a:cubicBezTo>
                  <a:pt x="61" y="50"/>
                  <a:pt x="61" y="49"/>
                  <a:pt x="6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3"/>
                  <a:pt x="49" y="43"/>
                  <a:pt x="49" y="43"/>
                </a:cubicBezTo>
                <a:cubicBezTo>
                  <a:pt x="60" y="43"/>
                  <a:pt x="60" y="43"/>
                  <a:pt x="60" y="43"/>
                </a:cubicBezTo>
                <a:cubicBezTo>
                  <a:pt x="61" y="43"/>
                  <a:pt x="61" y="42"/>
                  <a:pt x="61" y="42"/>
                </a:cubicBezTo>
                <a:cubicBezTo>
                  <a:pt x="61" y="41"/>
                  <a:pt x="61" y="40"/>
                  <a:pt x="60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49" y="34"/>
                  <a:pt x="49" y="34"/>
                  <a:pt x="49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1" y="34"/>
                  <a:pt x="61" y="33"/>
                  <a:pt x="61" y="32"/>
                </a:cubicBezTo>
                <a:cubicBezTo>
                  <a:pt x="61" y="31"/>
                  <a:pt x="61" y="31"/>
                  <a:pt x="60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9" y="24"/>
                  <a:pt x="49" y="24"/>
                  <a:pt x="49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61" y="24"/>
                  <a:pt x="61" y="23"/>
                  <a:pt x="61" y="23"/>
                </a:cubicBezTo>
                <a:cubicBezTo>
                  <a:pt x="61" y="22"/>
                  <a:pt x="61" y="21"/>
                  <a:pt x="60" y="21"/>
                </a:cubicBezTo>
                <a:cubicBezTo>
                  <a:pt x="49" y="21"/>
                  <a:pt x="49" y="21"/>
                  <a:pt x="49" y="21"/>
                </a:cubicBezTo>
                <a:cubicBezTo>
                  <a:pt x="49" y="14"/>
                  <a:pt x="49" y="14"/>
                  <a:pt x="49" y="14"/>
                </a:cubicBezTo>
                <a:cubicBezTo>
                  <a:pt x="73" y="14"/>
                  <a:pt x="73" y="14"/>
                  <a:pt x="73" y="14"/>
                </a:cubicBezTo>
                <a:cubicBezTo>
                  <a:pt x="73" y="63"/>
                  <a:pt x="73" y="63"/>
                  <a:pt x="73" y="63"/>
                </a:cubicBezTo>
                <a:cubicBezTo>
                  <a:pt x="49" y="63"/>
                  <a:pt x="49" y="63"/>
                  <a:pt x="49" y="63"/>
                </a:cubicBezTo>
                <a:lnTo>
                  <a:pt x="49" y="53"/>
                </a:lnTo>
                <a:close/>
                <a:moveTo>
                  <a:pt x="22" y="23"/>
                </a:moveTo>
                <a:cubicBezTo>
                  <a:pt x="22" y="20"/>
                  <a:pt x="24" y="18"/>
                  <a:pt x="26" y="16"/>
                </a:cubicBezTo>
                <a:cubicBezTo>
                  <a:pt x="28" y="14"/>
                  <a:pt x="30" y="11"/>
                  <a:pt x="31" y="8"/>
                </a:cubicBezTo>
                <a:cubicBezTo>
                  <a:pt x="32" y="9"/>
                  <a:pt x="33" y="10"/>
                  <a:pt x="33" y="11"/>
                </a:cubicBezTo>
                <a:cubicBezTo>
                  <a:pt x="35" y="15"/>
                  <a:pt x="36" y="19"/>
                  <a:pt x="36" y="22"/>
                </a:cubicBezTo>
                <a:cubicBezTo>
                  <a:pt x="36" y="30"/>
                  <a:pt x="34" y="35"/>
                  <a:pt x="32" y="38"/>
                </a:cubicBezTo>
                <a:cubicBezTo>
                  <a:pt x="32" y="38"/>
                  <a:pt x="32" y="38"/>
                  <a:pt x="32" y="38"/>
                </a:cubicBezTo>
                <a:cubicBezTo>
                  <a:pt x="32" y="38"/>
                  <a:pt x="31" y="38"/>
                  <a:pt x="31" y="38"/>
                </a:cubicBezTo>
                <a:cubicBezTo>
                  <a:pt x="31" y="38"/>
                  <a:pt x="31" y="39"/>
                  <a:pt x="31" y="39"/>
                </a:cubicBezTo>
                <a:cubicBezTo>
                  <a:pt x="29" y="39"/>
                  <a:pt x="28" y="39"/>
                  <a:pt x="27" y="39"/>
                </a:cubicBezTo>
                <a:cubicBezTo>
                  <a:pt x="27" y="38"/>
                  <a:pt x="26" y="38"/>
                  <a:pt x="26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3" y="35"/>
                  <a:pt x="22" y="30"/>
                  <a:pt x="22" y="23"/>
                </a:cubicBezTo>
                <a:close/>
                <a:moveTo>
                  <a:pt x="24" y="47"/>
                </a:moveTo>
                <a:cubicBezTo>
                  <a:pt x="24" y="44"/>
                  <a:pt x="24" y="44"/>
                  <a:pt x="24" y="44"/>
                </a:cubicBezTo>
                <a:cubicBezTo>
                  <a:pt x="24" y="43"/>
                  <a:pt x="24" y="42"/>
                  <a:pt x="25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2"/>
                  <a:pt x="28" y="42"/>
                  <a:pt x="29" y="42"/>
                </a:cubicBezTo>
                <a:cubicBezTo>
                  <a:pt x="30" y="42"/>
                  <a:pt x="31" y="42"/>
                  <a:pt x="32" y="41"/>
                </a:cubicBezTo>
                <a:cubicBezTo>
                  <a:pt x="32" y="41"/>
                  <a:pt x="33" y="41"/>
                  <a:pt x="33" y="41"/>
                </a:cubicBezTo>
                <a:cubicBezTo>
                  <a:pt x="33" y="41"/>
                  <a:pt x="33" y="41"/>
                  <a:pt x="33" y="41"/>
                </a:cubicBezTo>
                <a:cubicBezTo>
                  <a:pt x="33" y="42"/>
                  <a:pt x="33" y="43"/>
                  <a:pt x="33" y="44"/>
                </a:cubicBezTo>
                <a:cubicBezTo>
                  <a:pt x="33" y="47"/>
                  <a:pt x="33" y="47"/>
                  <a:pt x="33" y="47"/>
                </a:cubicBezTo>
                <a:lnTo>
                  <a:pt x="24" y="47"/>
                </a:lnTo>
                <a:close/>
                <a:moveTo>
                  <a:pt x="33" y="50"/>
                </a:moveTo>
                <a:cubicBezTo>
                  <a:pt x="33" y="55"/>
                  <a:pt x="33" y="55"/>
                  <a:pt x="33" y="55"/>
                </a:cubicBezTo>
                <a:cubicBezTo>
                  <a:pt x="33" y="58"/>
                  <a:pt x="33" y="61"/>
                  <a:pt x="33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4" y="61"/>
                  <a:pt x="24" y="59"/>
                  <a:pt x="24" y="56"/>
                </a:cubicBezTo>
                <a:cubicBezTo>
                  <a:pt x="24" y="50"/>
                  <a:pt x="24" y="50"/>
                  <a:pt x="24" y="50"/>
                </a:cubicBezTo>
                <a:lnTo>
                  <a:pt x="33" y="50"/>
                </a:lnTo>
                <a:close/>
                <a:moveTo>
                  <a:pt x="117" y="164"/>
                </a:moveTo>
                <a:cubicBezTo>
                  <a:pt x="117" y="177"/>
                  <a:pt x="106" y="187"/>
                  <a:pt x="94" y="187"/>
                </a:cubicBezTo>
                <a:cubicBezTo>
                  <a:pt x="31" y="187"/>
                  <a:pt x="31" y="187"/>
                  <a:pt x="31" y="187"/>
                </a:cubicBezTo>
                <a:cubicBezTo>
                  <a:pt x="21" y="187"/>
                  <a:pt x="13" y="179"/>
                  <a:pt x="13" y="168"/>
                </a:cubicBezTo>
                <a:cubicBezTo>
                  <a:pt x="13" y="151"/>
                  <a:pt x="13" y="151"/>
                  <a:pt x="13" y="151"/>
                </a:cubicBezTo>
                <a:cubicBezTo>
                  <a:pt x="69" y="151"/>
                  <a:pt x="69" y="151"/>
                  <a:pt x="69" y="151"/>
                </a:cubicBezTo>
                <a:cubicBezTo>
                  <a:pt x="70" y="151"/>
                  <a:pt x="70" y="151"/>
                  <a:pt x="70" y="150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2"/>
                  <a:pt x="69" y="122"/>
                </a:cubicBezTo>
                <a:cubicBezTo>
                  <a:pt x="13" y="122"/>
                  <a:pt x="13" y="122"/>
                  <a:pt x="13" y="122"/>
                </a:cubicBezTo>
                <a:cubicBezTo>
                  <a:pt x="13" y="92"/>
                  <a:pt x="13" y="92"/>
                  <a:pt x="13" y="92"/>
                </a:cubicBezTo>
                <a:cubicBezTo>
                  <a:pt x="117" y="92"/>
                  <a:pt x="117" y="92"/>
                  <a:pt x="117" y="92"/>
                </a:cubicBezTo>
                <a:lnTo>
                  <a:pt x="117" y="164"/>
                </a:lnTo>
                <a:close/>
                <a:moveTo>
                  <a:pt x="13" y="148"/>
                </a:moveTo>
                <a:cubicBezTo>
                  <a:pt x="13" y="125"/>
                  <a:pt x="13" y="125"/>
                  <a:pt x="13" y="125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48"/>
                  <a:pt x="67" y="148"/>
                  <a:pt x="67" y="148"/>
                </a:cubicBezTo>
                <a:lnTo>
                  <a:pt x="13" y="148"/>
                </a:lnTo>
                <a:close/>
                <a:moveTo>
                  <a:pt x="127" y="89"/>
                </a:moveTo>
                <a:cubicBezTo>
                  <a:pt x="3" y="89"/>
                  <a:pt x="3" y="89"/>
                  <a:pt x="3" y="89"/>
                </a:cubicBezTo>
                <a:cubicBezTo>
                  <a:pt x="3" y="75"/>
                  <a:pt x="3" y="75"/>
                  <a:pt x="3" y="75"/>
                </a:cubicBezTo>
                <a:cubicBezTo>
                  <a:pt x="89" y="75"/>
                  <a:pt x="89" y="75"/>
                  <a:pt x="89" y="75"/>
                </a:cubicBezTo>
                <a:cubicBezTo>
                  <a:pt x="90" y="75"/>
                  <a:pt x="91" y="74"/>
                  <a:pt x="91" y="73"/>
                </a:cubicBezTo>
                <a:cubicBezTo>
                  <a:pt x="91" y="73"/>
                  <a:pt x="90" y="72"/>
                  <a:pt x="89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66"/>
                  <a:pt x="3" y="66"/>
                  <a:pt x="3" y="66"/>
                </a:cubicBezTo>
                <a:cubicBezTo>
                  <a:pt x="127" y="66"/>
                  <a:pt x="127" y="66"/>
                  <a:pt x="127" y="66"/>
                </a:cubicBezTo>
                <a:lnTo>
                  <a:pt x="127" y="89"/>
                </a:lnTo>
                <a:close/>
              </a:path>
            </a:pathLst>
          </a:custGeom>
          <a:solidFill xmlns:a="http://schemas.openxmlformats.org/drawingml/2006/main">
            <a:srgbClr val="F5822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51" name="STEP_3_LABEL">
            <a:extLst xmlns:a="http://schemas.openxmlformats.org/drawingml/2006/main">
              <a:ext uri="{FF2B5EF4-FFF2-40B4-BE49-F238E27FC236}">
                <a16:creationId xmlns:a16="http://schemas.microsoft.com/office/drawing/2014/main" id="{05163BB9-E63E-46B1-B5B8-F0BBAC4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199" y="2784460"/>
            <a:ext cx="128913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PROCESS STEP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</a:p>
        </p:txBody>
      </p:sp>
      <p:sp>
        <p:nvSpPr>
          <p:cNvPr id="52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5335E7B3-B2D8-4152-B771-6ADF6C0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83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B913">
                <a:lumMod val="75000"/>
              </a:srgbClr>
            </a:solidFill>
            <a:prstDash val="solid"/>
            <a:tailEnd type="oval"/>
          </a:ln>
        </p:spPr>
      </p:sp>
      <p:sp>
        <p:nvSpPr>
          <p:cNvPr id="53" name="STEP_2_DETAIL_TITLE">
            <a:extLst xmlns:a="http://schemas.openxmlformats.org/drawingml/2006/main">
              <a:ext uri="{FF2B5EF4-FFF2-40B4-BE49-F238E27FC236}">
                <a16:creationId xmlns:a16="http://schemas.microsoft.com/office/drawing/2014/main" id="{13220A2D-CE70-470E-87F2-08E031AB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052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srgbClr val="3F454F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54" name="STEP_2_BODY">
            <a:extLst xmlns:a="http://schemas.openxmlformats.org/drawingml/2006/main">
              <a:ext uri="{FF2B5EF4-FFF2-40B4-BE49-F238E27FC236}">
                <a16:creationId xmlns:a16="http://schemas.microsoft.com/office/drawing/2014/main" id="{C9AC0C0B-B509-40F1-A601-2FAD3CD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246" y="4502278"/>
            <a:ext cx="2872618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5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9F86CA57-5F87-4307-9A74-66E28EAF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483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B913"/>
            </a:solidFill>
            <a:prstDash val="solid"/>
            <a:tailEnd type="oval"/>
          </a:ln>
        </p:spPr>
      </p:sp>
      <p:sp>
        <p:nvSpPr>
          <p:cNvPr id="59" name="STEP_3_DETAIL_TITLE">
            <a:extLst xmlns:a="http://schemas.openxmlformats.org/drawingml/2006/main">
              <a:ext uri="{FF2B5EF4-FFF2-40B4-BE49-F238E27FC236}">
                <a16:creationId xmlns:a16="http://schemas.microsoft.com/office/drawing/2014/main" id="{9A16E7A8-F29A-4789-959B-19D6847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335" y="4206047"/>
            <a:ext cx="181086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TITLE TEXT HERE</a:t>
            </a:r>
            <a:endParaRPr sz="1500">
              <a:solidFill>
                <a:srgbClr val="3F454F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60" name="STEP_3_BODY">
            <a:extLst xmlns:a="http://schemas.openxmlformats.org/drawingml/2006/main">
              <a:ext uri="{FF2B5EF4-FFF2-40B4-BE49-F238E27FC236}">
                <a16:creationId xmlns:a16="http://schemas.microsoft.com/office/drawing/2014/main" id="{6F07A14D-EBF2-4D91-831A-3775016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29" y="4502278"/>
            <a:ext cx="2872618" cy="2174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amet, consectetur adipiscing elit, sed do eiusmod tempor is incididunt ut labore et dolore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Lorem ipsum dolor sit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amet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consectetur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adipiscing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elit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, sed do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eiusmod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tempor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is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incididunt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ut</a:t>
            </a: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 labore et dolore</a:t>
            </a:r>
          </a:p>
          <a:p xmlns:a="http://schemas.openxmlformats.org/drawingml/2006/main">
            <a:pPr marL="0" indent="0" algn="ctr">
              <a:lnSpc>
                <a:spcPts val="1550"/>
              </a:lnSpc>
              <a:spcBef>
                <a:spcPts val="0"/>
              </a:spcBef>
              <a:buFont typeface="Arial"/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61" name="Straight Connector 49">
            <a:extLst xmlns:a="http://schemas.openxmlformats.org/drawingml/2006/main">
              <a:ext uri="{FF2B5EF4-FFF2-40B4-BE49-F238E27FC236}">
                <a16:creationId xmlns:a16="http://schemas.microsoft.com/office/drawing/2014/main" id="{0BE8C789-8115-4788-8355-FD42784C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766" y="3684634"/>
            <a:ext cx="0" cy="4059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2323"/>
            </a:solidFill>
            <a:prstDash val="solid"/>
            <a:tailEnd type="oval"/>
          </a:ln>
        </p:spPr>
      </p:sp>
      <p:sp>
        <p:nvSpPr>
          <p:cNvPr id="62" name="Shape 0">
            <a:extLst xmlns:a="http://schemas.openxmlformats.org/drawingml/2006/main">
              <a:ext uri="{FF2B5EF4-FFF2-40B4-BE49-F238E27FC236}">
                <a16:creationId xmlns:a16="http://schemas.microsoft.com/office/drawing/2014/main" id="{00DE15C7-DF63-4610-BE7A-1219092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63" name="TITLE">
            <a:extLst xmlns:a="http://schemas.openxmlformats.org/drawingml/2006/main">
              <a:ext uri="{FF2B5EF4-FFF2-40B4-BE49-F238E27FC236}">
                <a16:creationId xmlns:a16="http://schemas.microsoft.com/office/drawing/2014/main" id="{D90C65AA-95F8-4CBD-9F20-389EE90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912"/>
            <a:ext cx="2880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 lnSpcReduction="1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9000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ETRIC_1_TITLE">
            <a:extLst xmlns:a="http://schemas.openxmlformats.org/drawingml/2006/main">
              <a:ext uri="{FF2B5EF4-FFF2-40B4-BE49-F238E27FC236}">
                <a16:creationId xmlns:a16="http://schemas.microsoft.com/office/drawing/2014/main" id="{58568BE1-5CC1-40CC-84AE-378231B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6" y="1220393"/>
            <a:ext cx="64953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BUDGET</a:t>
            </a:r>
          </a:p>
        </p:txBody>
      </p:sp>
      <p:sp>
        <p:nvSpPr>
          <p:cNvPr id="34" name="METRIC_1_BODY">
            <a:extLst xmlns:a="http://schemas.openxmlformats.org/drawingml/2006/main">
              <a:ext uri="{FF2B5EF4-FFF2-40B4-BE49-F238E27FC236}">
                <a16:creationId xmlns:a16="http://schemas.microsoft.com/office/drawing/2014/main" id="{955B0815-76CA-4347-B8F8-1D5714F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4" y="1553083"/>
            <a:ext cx="3416386" cy="1333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6" name="METRIC_1_VALUE">
            <a:extLst xmlns:a="http://schemas.openxmlformats.org/drawingml/2006/main">
              <a:ext uri="{FF2B5EF4-FFF2-40B4-BE49-F238E27FC236}">
                <a16:creationId xmlns:a16="http://schemas.microsoft.com/office/drawing/2014/main" id="{48A03C06-7BBB-4AE1-B46B-920F69F3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9" y="1166531"/>
            <a:ext cx="7970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$ 4.7M</a:t>
            </a:r>
          </a:p>
        </p:txBody>
      </p:sp>
      <p:sp>
        <p:nvSpPr>
          <p:cNvPr id="44" name="METRIC_2_TITLE">
            <a:extLst xmlns:a="http://schemas.openxmlformats.org/drawingml/2006/main">
              <a:ext uri="{FF2B5EF4-FFF2-40B4-BE49-F238E27FC236}">
                <a16:creationId xmlns:a16="http://schemas.microsoft.com/office/drawing/2014/main" id="{6EF323D8-BB2B-4F5E-B11C-7B1D46F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6" y="2833837"/>
            <a:ext cx="80182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SPENDING</a:t>
            </a:r>
          </a:p>
        </p:txBody>
      </p:sp>
      <p:sp>
        <p:nvSpPr>
          <p:cNvPr id="45" name="METRIC_2_BODY">
            <a:extLst xmlns:a="http://schemas.openxmlformats.org/drawingml/2006/main">
              <a:ext uri="{FF2B5EF4-FFF2-40B4-BE49-F238E27FC236}">
                <a16:creationId xmlns:a16="http://schemas.microsoft.com/office/drawing/2014/main" id="{155A52D7-A7FC-4E5B-B3C6-57D8D53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5" y="3166527"/>
            <a:ext cx="3416386" cy="1333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6" name="METRIC_2_VALUE">
            <a:extLst xmlns:a="http://schemas.openxmlformats.org/drawingml/2006/main">
              <a:ext uri="{FF2B5EF4-FFF2-40B4-BE49-F238E27FC236}">
                <a16:creationId xmlns:a16="http://schemas.microsoft.com/office/drawing/2014/main" id="{133487C7-4945-492A-8D72-F2F8CB6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31" y="2779975"/>
            <a:ext cx="795411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$ 3.5M</a:t>
            </a:r>
          </a:p>
        </p:txBody>
      </p:sp>
      <p:sp>
        <p:nvSpPr>
          <p:cNvPr id="48" name="METRIC_3_TITLE">
            <a:extLst xmlns:a="http://schemas.openxmlformats.org/drawingml/2006/main">
              <a:ext uri="{FF2B5EF4-FFF2-40B4-BE49-F238E27FC236}">
                <a16:creationId xmlns:a16="http://schemas.microsoft.com/office/drawing/2014/main" id="{081EDF5A-19B9-4EB7-BB3E-4FE60D5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6" y="4447281"/>
            <a:ext cx="63671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SAVING</a:t>
            </a:r>
          </a:p>
        </p:txBody>
      </p:sp>
      <p:sp>
        <p:nvSpPr>
          <p:cNvPr id="49" name="METRIC_3_BODY">
            <a:extLst xmlns:a="http://schemas.openxmlformats.org/drawingml/2006/main">
              <a:ext uri="{FF2B5EF4-FFF2-40B4-BE49-F238E27FC236}">
                <a16:creationId xmlns:a16="http://schemas.microsoft.com/office/drawing/2014/main" id="{692C4463-0283-4A4B-854F-E8013E78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745" y="4779971"/>
            <a:ext cx="3416386" cy="1333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0" name="METRIC_3_VALUE">
            <a:extLst xmlns:a="http://schemas.openxmlformats.org/drawingml/2006/main">
              <a:ext uri="{FF2B5EF4-FFF2-40B4-BE49-F238E27FC236}">
                <a16:creationId xmlns:a16="http://schemas.microsoft.com/office/drawing/2014/main" id="{787F2C3E-EC66-417A-B1A4-1325830A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832" y="4393419"/>
            <a:ext cx="63511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$ 5M</a:t>
            </a:r>
          </a:p>
        </p:txBody>
      </p:sp>
      <p:graphicFrame>
        <p:nvGraphicFramePr>
          <p:cNvPr id="61" name="Chart 5"/>
          <p:cNvGraphicFramePr/>
          <p:nvPr/>
        </p:nvGraphicFramePr>
        <p:xfrm>
          <a:off xmlns:a="http://schemas.openxmlformats.org/drawingml/2006/main" x="6820355" y="1367873"/>
          <a:ext xmlns:a="http://schemas.openxmlformats.org/drawingml/2006/main" cx="4737463" cy="398517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6eb96f51d9498d"/>
          </a:graphicData>
        </a:graphic>
      </p:graphicFrame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1" y="438912"/>
            <a:ext cx="381761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786271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METRIC_1_TITLE">
            <a:extLst xmlns:a="http://schemas.openxmlformats.org/drawingml/2006/main">
              <a:ext uri="{FF2B5EF4-FFF2-40B4-BE49-F238E27FC236}">
                <a16:creationId xmlns:a16="http://schemas.microsoft.com/office/drawing/2014/main" id="{18AC9BCB-2DA9-4F4A-9615-6F21E61E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4" y="492667"/>
            <a:ext cx="64953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BUDGET</a:t>
            </a:r>
          </a:p>
        </p:txBody>
      </p:sp>
      <p:sp>
        <p:nvSpPr>
          <p:cNvPr id="34" name="METRIC_1_BODY">
            <a:extLst xmlns:a="http://schemas.openxmlformats.org/drawingml/2006/main">
              <a:ext uri="{FF2B5EF4-FFF2-40B4-BE49-F238E27FC236}">
                <a16:creationId xmlns:a16="http://schemas.microsoft.com/office/drawing/2014/main" id="{57D41ACF-B508-4230-AF75-3EC486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2" y="825357"/>
            <a:ext cx="4166368" cy="1128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6" name="METRIC_1_VALUE">
            <a:extLst xmlns:a="http://schemas.openxmlformats.org/drawingml/2006/main">
              <a:ext uri="{FF2B5EF4-FFF2-40B4-BE49-F238E27FC236}">
                <a16:creationId xmlns:a16="http://schemas.microsoft.com/office/drawing/2014/main" id="{16B8243F-C1C4-45E8-8C0D-F3F5669B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27" y="438805"/>
            <a:ext cx="7970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$ 4.7M</a:t>
            </a:r>
          </a:p>
        </p:txBody>
      </p:sp>
      <p:sp>
        <p:nvSpPr>
          <p:cNvPr id="44" name="METRIC_2_TITLE">
            <a:extLst xmlns:a="http://schemas.openxmlformats.org/drawingml/2006/main">
              <a:ext uri="{FF2B5EF4-FFF2-40B4-BE49-F238E27FC236}">
                <a16:creationId xmlns:a16="http://schemas.microsoft.com/office/drawing/2014/main" id="{ED65D30E-2655-41E7-9E23-83C4C30B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4" y="2106111"/>
            <a:ext cx="80182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SPENDING</a:t>
            </a:r>
          </a:p>
        </p:txBody>
      </p:sp>
      <p:sp>
        <p:nvSpPr>
          <p:cNvPr id="45" name="METRIC_2_BODY">
            <a:extLst xmlns:a="http://schemas.openxmlformats.org/drawingml/2006/main">
              <a:ext uri="{FF2B5EF4-FFF2-40B4-BE49-F238E27FC236}">
                <a16:creationId xmlns:a16="http://schemas.microsoft.com/office/drawing/2014/main" id="{9B8B32EE-9DED-498B-BF5A-ADACB76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2" y="2438801"/>
            <a:ext cx="4166367" cy="1128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6" name="METRIC_2_VALUE">
            <a:extLst xmlns:a="http://schemas.openxmlformats.org/drawingml/2006/main">
              <a:ext uri="{FF2B5EF4-FFF2-40B4-BE49-F238E27FC236}">
                <a16:creationId xmlns:a16="http://schemas.microsoft.com/office/drawing/2014/main" id="{ACC1D2A0-BF6E-4DB2-98AF-FC68D94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29" y="2052249"/>
            <a:ext cx="795411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$ 3.5M</a:t>
            </a:r>
          </a:p>
        </p:txBody>
      </p:sp>
      <p:sp>
        <p:nvSpPr>
          <p:cNvPr id="48" name="METRIC_3_TITLE">
            <a:extLst xmlns:a="http://schemas.openxmlformats.org/drawingml/2006/main">
              <a:ext uri="{FF2B5EF4-FFF2-40B4-BE49-F238E27FC236}">
                <a16:creationId xmlns:a16="http://schemas.microsoft.com/office/drawing/2014/main" id="{BBAE67A5-D5B3-409F-ADE8-6324B4E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4" y="3719555"/>
            <a:ext cx="63671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SAVING</a:t>
            </a:r>
          </a:p>
        </p:txBody>
      </p:sp>
      <p:sp>
        <p:nvSpPr>
          <p:cNvPr id="49" name="METRIC_3_BODY">
            <a:extLst xmlns:a="http://schemas.openxmlformats.org/drawingml/2006/main">
              <a:ext uri="{FF2B5EF4-FFF2-40B4-BE49-F238E27FC236}">
                <a16:creationId xmlns:a16="http://schemas.microsoft.com/office/drawing/2014/main" id="{B619AB7E-D620-4D54-B594-6332E36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43" y="4052245"/>
            <a:ext cx="4166366" cy="1128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0" name="METRIC_3_VALUE">
            <a:extLst xmlns:a="http://schemas.openxmlformats.org/drawingml/2006/main">
              <a:ext uri="{FF2B5EF4-FFF2-40B4-BE49-F238E27FC236}">
                <a16:creationId xmlns:a16="http://schemas.microsoft.com/office/drawing/2014/main" id="{54486488-85E3-4C8C-8714-9B483BA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30" y="3665693"/>
            <a:ext cx="63511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$ 5M</a:t>
            </a:r>
          </a:p>
        </p:txBody>
      </p:sp>
      <p:graphicFrame>
        <p:nvGraphicFramePr>
          <p:cNvPr id="61" name="Chart 5"/>
          <p:cNvGraphicFramePr/>
          <p:nvPr/>
        </p:nvGraphicFramePr>
        <p:xfrm>
          <a:off xmlns:a="http://schemas.openxmlformats.org/drawingml/2006/main" x="6820355" y="1367873"/>
          <a:ext xmlns:a="http://schemas.openxmlformats.org/drawingml/2006/main" cx="4737463" cy="398517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88059abfc94bc4"/>
          </a:graphicData>
        </a:graphic>
      </p:graphicFrame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1" y="438912"/>
            <a:ext cx="381761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ЦИФРЫ ИССЛЕДОВАНИЯ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5" name="METRIC_4_TITLE">
            <a:extLst xmlns:a="http://schemas.openxmlformats.org/drawingml/2006/main">
              <a:ext uri="{FF2B5EF4-FFF2-40B4-BE49-F238E27FC236}">
                <a16:creationId xmlns:a16="http://schemas.microsoft.com/office/drawing/2014/main" id="{FDF19D22-34CE-4D17-98F7-8A03CEF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39" y="5233885"/>
            <a:ext cx="63671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Bahnschrift SemiBold Condensed"/>
                <a:ea typeface="Bahnschrift SemiBold Condensed"/>
                <a:cs typeface="Bahnschrift SemiBold Condensed"/>
              </a:rPr>
              <a:t>SAVING</a:t>
            </a:r>
          </a:p>
        </p:txBody>
      </p:sp>
      <p:sp>
        <p:nvSpPr>
          <p:cNvPr id="16" name="METRIC_4_BODY">
            <a:extLst xmlns:a="http://schemas.openxmlformats.org/drawingml/2006/main">
              <a:ext uri="{FF2B5EF4-FFF2-40B4-BE49-F238E27FC236}">
                <a16:creationId xmlns:a16="http://schemas.microsoft.com/office/drawing/2014/main" id="{D961A2FD-AE35-487B-BCA3-2284589C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38" y="5566575"/>
            <a:ext cx="4166366" cy="1128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600"/>
              </a:lnSpc>
              <a:buNone/>
            </a:pP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 This is the sample Dummy Text insert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your desired text here because this the.</a:t>
            </a:r>
          </a:p>
          <a:p xmlns:a="http://schemas.openxmlformats.org/drawingml/2006/main">
            <a:pPr>
              <a:lnSpc>
                <a:spcPts val="1600"/>
              </a:lnSpc>
              <a:buNone/>
            </a:pP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" name="METRIC_4_VALUE">
            <a:extLst xmlns:a="http://schemas.openxmlformats.org/drawingml/2006/main">
              <a:ext uri="{FF2B5EF4-FFF2-40B4-BE49-F238E27FC236}">
                <a16:creationId xmlns:a16="http://schemas.microsoft.com/office/drawing/2014/main" id="{35EA1AD5-06E6-4AE7-A60C-3E1AE94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25" y="5180023"/>
            <a:ext cx="63511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00">
                <a:solidFill>
                  <a:schemeClr val="accent2"/>
                </a:solidFill>
                <a:latin typeface="Bahnschrift SemiBold Condensed"/>
                <a:ea typeface="Bahnschrift SemiBold Condensed"/>
                <a:cs typeface="Bahnschrift SemiBold Condensed"/>
              </a:rPr>
              <a:t>$ 5M</a:t>
            </a:r>
          </a:p>
        </p:txBody>
      </p:sp>
    </p:spTree>
    <p:extLst>
      <p:ext uri="{BB962C8B-B14F-4D97-AF65-F5344CB8AC3E}">
        <p14:creationId xmlns:p14="http://schemas.microsoft.com/office/powerpoint/2010/main" val="345078647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hape 0">
            <a:extLst xmlns:a="http://schemas.openxmlformats.org/drawingml/2006/main">
              <a:ext uri="{FF2B5EF4-FFF2-40B4-BE49-F238E27FC236}">
                <a16:creationId xmlns:a16="http://schemas.microsoft.com/office/drawing/2014/main" id="{F164822A-3FBB-4227-B88B-F6021C6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3643948"/>
            <a:ext cx="12192000" cy="5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1F984CBA-60D8-4BF1-8A34-E5FF4AF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0"/>
            <a:ext cx="0" cy="113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766CBBE-838A-4567-B858-76D1300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1" y="438912"/>
            <a:ext cx="381761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ТАЙМЛАЙН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5" name="Line 7">
            <a:extLst xmlns:a="http://schemas.openxmlformats.org/drawingml/2006/main">
              <a:ext uri="{FF2B5EF4-FFF2-40B4-BE49-F238E27FC236}">
                <a16:creationId xmlns:a16="http://schemas.microsoft.com/office/drawing/2014/main" id="{6125EE07-EC7E-414C-8DCE-056C0B93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49382" y="2878702"/>
            <a:ext cx="0" cy="14782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232323"/>
            </a:solidFill>
            <a:prstDash val="sysDot"/>
            <a:headEnd type="oval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16" name="EVENT_1_TITLE">
            <a:extLst xmlns:a="http://schemas.openxmlformats.org/drawingml/2006/main">
              <a:ext uri="{FF2B5EF4-FFF2-40B4-BE49-F238E27FC236}">
                <a16:creationId xmlns:a16="http://schemas.microsoft.com/office/drawing/2014/main" id="{B0FD9CD8-C3B1-4AA2-AAAC-5527577F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852" y="4585355"/>
            <a:ext cx="103906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DESCRIPTION</a:t>
            </a:r>
          </a:p>
        </p:txBody>
      </p:sp>
      <p:sp>
        <p:nvSpPr>
          <p:cNvPr id="17" name="EVENT_1_BODY">
            <a:extLst xmlns:a="http://schemas.openxmlformats.org/drawingml/2006/main">
              <a:ext uri="{FF2B5EF4-FFF2-40B4-BE49-F238E27FC236}">
                <a16:creationId xmlns:a16="http://schemas.microsoft.com/office/drawing/2014/main" id="{D74EB8F3-D8FA-4FB6-8433-9EA1F6F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71" y="4928814"/>
            <a:ext cx="2105024" cy="17340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 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8" name="EVENT_2_TITLE">
            <a:extLst xmlns:a="http://schemas.openxmlformats.org/drawingml/2006/main">
              <a:ext uri="{FF2B5EF4-FFF2-40B4-BE49-F238E27FC236}">
                <a16:creationId xmlns:a16="http://schemas.microsoft.com/office/drawing/2014/main" id="{488DD87C-8BA7-489C-B337-1FB5E305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215" y="397651"/>
            <a:ext cx="103906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DESCRIPTION</a:t>
            </a:r>
          </a:p>
        </p:txBody>
      </p:sp>
      <p:sp>
        <p:nvSpPr>
          <p:cNvPr id="19" name="EVENT_2_BODY">
            <a:extLst xmlns:a="http://schemas.openxmlformats.org/drawingml/2006/main">
              <a:ext uri="{FF2B5EF4-FFF2-40B4-BE49-F238E27FC236}">
                <a16:creationId xmlns:a16="http://schemas.microsoft.com/office/drawing/2014/main" id="{9EB03CF9-A3C3-49E7-A62F-D9C31D8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694" y="736205"/>
            <a:ext cx="2105024" cy="18747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</a:t>
            </a:r>
          </a:p>
        </p:txBody>
      </p:sp>
      <p:sp>
        <p:nvSpPr>
          <p:cNvPr id="20" name="Oval 6">
            <a:extLst xmlns:a="http://schemas.openxmlformats.org/drawingml/2006/main">
              <a:ext uri="{FF2B5EF4-FFF2-40B4-BE49-F238E27FC236}">
                <a16:creationId xmlns:a16="http://schemas.microsoft.com/office/drawing/2014/main" id="{C95585F0-62F5-4BA6-B6D7-F023EE0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203" y="3310182"/>
            <a:ext cx="690358" cy="691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635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1" name="Line 9">
            <a:extLst xmlns:a="http://schemas.openxmlformats.org/drawingml/2006/main">
              <a:ext uri="{FF2B5EF4-FFF2-40B4-BE49-F238E27FC236}">
                <a16:creationId xmlns:a16="http://schemas.microsoft.com/office/drawing/2014/main" id="{9D0FD6FA-9992-4C5D-9192-40CF2A1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117" y="2878702"/>
            <a:ext cx="0" cy="1554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232323"/>
            </a:solidFill>
            <a:prstDash val="sysDot"/>
            <a:headEnd type="oval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2" name="Line 11">
            <a:extLst xmlns:a="http://schemas.openxmlformats.org/drawingml/2006/main">
              <a:ext uri="{FF2B5EF4-FFF2-40B4-BE49-F238E27FC236}">
                <a16:creationId xmlns:a16="http://schemas.microsoft.com/office/drawing/2014/main" id="{4AED69D1-9FBA-4341-97B6-BF9C2EE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850" y="2878702"/>
            <a:ext cx="0" cy="14782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232323"/>
            </a:solidFill>
            <a:prstDash val="sysDot"/>
            <a:headEnd type="oval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3" name="Line 13">
            <a:extLst xmlns:a="http://schemas.openxmlformats.org/drawingml/2006/main">
              <a:ext uri="{FF2B5EF4-FFF2-40B4-BE49-F238E27FC236}">
                <a16:creationId xmlns:a16="http://schemas.microsoft.com/office/drawing/2014/main" id="{648C726E-5B79-40EA-8BC8-61D07F7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42619" y="2878702"/>
            <a:ext cx="0" cy="14782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232323"/>
            </a:solidFill>
            <a:prstDash val="sysDot"/>
            <a:headEnd type="oval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4" name="Line 9">
            <a:extLst xmlns:a="http://schemas.openxmlformats.org/drawingml/2006/main">
              <a:ext uri="{FF2B5EF4-FFF2-40B4-BE49-F238E27FC236}">
                <a16:creationId xmlns:a16="http://schemas.microsoft.com/office/drawing/2014/main" id="{43ED7B39-E5ED-4E97-A9E4-199C91A0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883" y="2878702"/>
            <a:ext cx="0" cy="1554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232323"/>
            </a:solidFill>
            <a:prstDash val="sysDot"/>
            <a:headEnd type="oval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5" name="Oval 6">
            <a:extLst xmlns:a="http://schemas.openxmlformats.org/drawingml/2006/main">
              <a:ext uri="{FF2B5EF4-FFF2-40B4-BE49-F238E27FC236}">
                <a16:creationId xmlns:a16="http://schemas.microsoft.com/office/drawing/2014/main" id="{B2649892-4994-489C-B20B-1F004B76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37" y="3310182"/>
            <a:ext cx="690358" cy="691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 w="635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6" name="Oval 6">
            <a:extLst xmlns:a="http://schemas.openxmlformats.org/drawingml/2006/main">
              <a:ext uri="{FF2B5EF4-FFF2-40B4-BE49-F238E27FC236}">
                <a16:creationId xmlns:a16="http://schemas.microsoft.com/office/drawing/2014/main" id="{6E74245E-A08E-42C8-93DB-2BF6A42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821" y="3310182"/>
            <a:ext cx="690358" cy="691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7" name="Oval 6">
            <a:extLst xmlns:a="http://schemas.openxmlformats.org/drawingml/2006/main">
              <a:ext uri="{FF2B5EF4-FFF2-40B4-BE49-F238E27FC236}">
                <a16:creationId xmlns:a16="http://schemas.microsoft.com/office/drawing/2014/main" id="{E39F6DFC-00D2-45B8-BB20-E9FE1EF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704" y="3310182"/>
            <a:ext cx="690358" cy="691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2323">
              <a:lumMod val="75000"/>
              <a:lumOff val="25000"/>
            </a:srgbClr>
          </a:solidFill>
          <a:ln xmlns:a="http://schemas.openxmlformats.org/drawingml/2006/main" w="635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8" name="Oval 6">
            <a:extLst xmlns:a="http://schemas.openxmlformats.org/drawingml/2006/main">
              <a:ext uri="{FF2B5EF4-FFF2-40B4-BE49-F238E27FC236}">
                <a16:creationId xmlns:a16="http://schemas.microsoft.com/office/drawing/2014/main" id="{167160E1-8F3F-4881-944B-65F7E26D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39" y="3310182"/>
            <a:ext cx="690358" cy="691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6350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29" name="EVENT_3_TITLE">
            <a:extLst xmlns:a="http://schemas.openxmlformats.org/drawingml/2006/main">
              <a:ext uri="{FF2B5EF4-FFF2-40B4-BE49-F238E27FC236}">
                <a16:creationId xmlns:a16="http://schemas.microsoft.com/office/drawing/2014/main" id="{D7369DAA-2F83-4326-B8BF-4EA79AFB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467" y="4585355"/>
            <a:ext cx="103906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DESCRIPTION</a:t>
            </a:r>
          </a:p>
        </p:txBody>
      </p:sp>
      <p:sp>
        <p:nvSpPr>
          <p:cNvPr id="30" name="EVENT_3_BODY">
            <a:extLst xmlns:a="http://schemas.openxmlformats.org/drawingml/2006/main">
              <a:ext uri="{FF2B5EF4-FFF2-40B4-BE49-F238E27FC236}">
                <a16:creationId xmlns:a16="http://schemas.microsoft.com/office/drawing/2014/main" id="{71704727-8D42-425F-A118-EA4AE8FF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928688"/>
            <a:ext cx="2105024" cy="17353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 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</a:t>
            </a:r>
          </a:p>
        </p:txBody>
      </p:sp>
      <p:sp>
        <p:nvSpPr>
          <p:cNvPr id="31" name="EVENT_4_TITLE">
            <a:extLst xmlns:a="http://schemas.openxmlformats.org/drawingml/2006/main">
              <a:ext uri="{FF2B5EF4-FFF2-40B4-BE49-F238E27FC236}">
                <a16:creationId xmlns:a16="http://schemas.microsoft.com/office/drawing/2014/main" id="{669C7F73-8F7B-41F8-972C-A0701C0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198" y="397651"/>
            <a:ext cx="103906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DESCRIPTION</a:t>
            </a:r>
          </a:p>
        </p:txBody>
      </p:sp>
      <p:sp>
        <p:nvSpPr>
          <p:cNvPr id="32" name="EVENT_4_BODY">
            <a:extLst xmlns:a="http://schemas.openxmlformats.org/drawingml/2006/main">
              <a:ext uri="{FF2B5EF4-FFF2-40B4-BE49-F238E27FC236}">
                <a16:creationId xmlns:a16="http://schemas.microsoft.com/office/drawing/2014/main" id="{8CC8485B-9D79-43E4-A10D-FFDEFB5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283" y="777467"/>
            <a:ext cx="2105024" cy="1833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</a:t>
            </a:r>
          </a:p>
        </p:txBody>
      </p:sp>
      <p:sp>
        <p:nvSpPr>
          <p:cNvPr id="35" name="EVENT_5_TITLE">
            <a:extLst xmlns:a="http://schemas.openxmlformats.org/drawingml/2006/main">
              <a:ext uri="{FF2B5EF4-FFF2-40B4-BE49-F238E27FC236}">
                <a16:creationId xmlns:a16="http://schemas.microsoft.com/office/drawing/2014/main" id="{1BCCF66D-EA31-476F-843F-516ED01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145" y="4585355"/>
            <a:ext cx="103906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prstClr val="black"/>
                </a:solidFill>
                <a:latin typeface="Bahnschrift SemiBold Condensed"/>
                <a:ea typeface="Bahnschrift SemiBold Condensed"/>
                <a:cs typeface="Bahnschrift SemiBold Condensed"/>
              </a:rPr>
              <a:t>DESCRIPTION</a:t>
            </a:r>
          </a:p>
        </p:txBody>
      </p:sp>
      <p:sp>
        <p:nvSpPr>
          <p:cNvPr id="37" name="EVENT_5_BODY">
            <a:extLst xmlns:a="http://schemas.openxmlformats.org/drawingml/2006/main">
              <a:ext uri="{FF2B5EF4-FFF2-40B4-BE49-F238E27FC236}">
                <a16:creationId xmlns:a16="http://schemas.microsoft.com/office/drawing/2014/main" id="{0AA100A2-48D4-4310-8AFD-62FD8759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941" y="4928814"/>
            <a:ext cx="2105024" cy="1735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 Placeholder document 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design, Lorem ipsum use ipsum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r>
              <a:rPr sz="1400">
                <a:solidFill>
                  <a:prstClr val="black">
                    <a:lumMod val="50000"/>
                    <a:lumOff val="50000"/>
                  </a:prstClr>
                </a:solidFill>
                <a:latin typeface="Nunito"/>
                <a:ea typeface="Nunito"/>
                <a:cs typeface="Nunito"/>
              </a:rPr>
              <a:t>placeholder text.</a:t>
            </a:r>
          </a:p>
          <a:p xmlns:a="http://schemas.openxmlformats.org/drawingml/2006/main">
            <a:pPr algn="ctr">
              <a:lnSpc>
                <a:spcPts val="1600"/>
              </a:lnSpc>
              <a:buNone/>
            </a:pPr>
            <a:endParaRPr sz="1400">
              <a:solidFill>
                <a:prstClr val="black">
                  <a:lumMod val="50000"/>
                  <a:lumOff val="50000"/>
                </a:prst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49732C12-939C-4346-9493-0EC58F2E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383" y="3514579"/>
            <a:ext cx="279998" cy="282727"/>
          </a:xfrm>
          <a:custGeom xmlns:a="http://schemas.openxmlformats.org/drawingml/2006/main">
            <a:gdLst>
              <a:gd name="T0" fmla="*/ 24 w 154"/>
              <a:gd name="T1" fmla="*/ 0 h 155"/>
              <a:gd name="T2" fmla="*/ 0 w 154"/>
              <a:gd name="T3" fmla="*/ 49 h 155"/>
              <a:gd name="T4" fmla="*/ 24 w 154"/>
              <a:gd name="T5" fmla="*/ 155 h 155"/>
              <a:gd name="T6" fmla="*/ 48 w 154"/>
              <a:gd name="T7" fmla="*/ 49 h 155"/>
              <a:gd name="T8" fmla="*/ 24 w 154"/>
              <a:gd name="T9" fmla="*/ 10 h 155"/>
              <a:gd name="T10" fmla="*/ 24 w 154"/>
              <a:gd name="T11" fmla="*/ 24 h 155"/>
              <a:gd name="T12" fmla="*/ 29 w 154"/>
              <a:gd name="T13" fmla="*/ 140 h 155"/>
              <a:gd name="T14" fmla="*/ 19 w 154"/>
              <a:gd name="T15" fmla="*/ 72 h 155"/>
              <a:gd name="T16" fmla="*/ 29 w 154"/>
              <a:gd name="T17" fmla="*/ 140 h 155"/>
              <a:gd name="T18" fmla="*/ 36 w 154"/>
              <a:gd name="T19" fmla="*/ 57 h 155"/>
              <a:gd name="T20" fmla="*/ 33 w 154"/>
              <a:gd name="T21" fmla="*/ 60 h 155"/>
              <a:gd name="T22" fmla="*/ 19 w 154"/>
              <a:gd name="T23" fmla="*/ 62 h 155"/>
              <a:gd name="T24" fmla="*/ 12 w 154"/>
              <a:gd name="T25" fmla="*/ 57 h 155"/>
              <a:gd name="T26" fmla="*/ 10 w 154"/>
              <a:gd name="T27" fmla="*/ 53 h 155"/>
              <a:gd name="T28" fmla="*/ 11 w 154"/>
              <a:gd name="T29" fmla="*/ 44 h 155"/>
              <a:gd name="T30" fmla="*/ 15 w 154"/>
              <a:gd name="T31" fmla="*/ 37 h 155"/>
              <a:gd name="T32" fmla="*/ 24 w 154"/>
              <a:gd name="T33" fmla="*/ 34 h 155"/>
              <a:gd name="T34" fmla="*/ 33 w 154"/>
              <a:gd name="T35" fmla="*/ 37 h 155"/>
              <a:gd name="T36" fmla="*/ 38 w 154"/>
              <a:gd name="T37" fmla="*/ 44 h 155"/>
              <a:gd name="T38" fmla="*/ 38 w 154"/>
              <a:gd name="T39" fmla="*/ 53 h 155"/>
              <a:gd name="T40" fmla="*/ 130 w 154"/>
              <a:gd name="T41" fmla="*/ 0 h 155"/>
              <a:gd name="T42" fmla="*/ 106 w 154"/>
              <a:gd name="T43" fmla="*/ 49 h 155"/>
              <a:gd name="T44" fmla="*/ 130 w 154"/>
              <a:gd name="T45" fmla="*/ 155 h 155"/>
              <a:gd name="T46" fmla="*/ 154 w 154"/>
              <a:gd name="T47" fmla="*/ 49 h 155"/>
              <a:gd name="T48" fmla="*/ 130 w 154"/>
              <a:gd name="T49" fmla="*/ 10 h 155"/>
              <a:gd name="T50" fmla="*/ 130 w 154"/>
              <a:gd name="T51" fmla="*/ 24 h 155"/>
              <a:gd name="T52" fmla="*/ 135 w 154"/>
              <a:gd name="T53" fmla="*/ 140 h 155"/>
              <a:gd name="T54" fmla="*/ 125 w 154"/>
              <a:gd name="T55" fmla="*/ 72 h 155"/>
              <a:gd name="T56" fmla="*/ 135 w 154"/>
              <a:gd name="T57" fmla="*/ 140 h 155"/>
              <a:gd name="T58" fmla="*/ 142 w 154"/>
              <a:gd name="T59" fmla="*/ 57 h 155"/>
              <a:gd name="T60" fmla="*/ 139 w 154"/>
              <a:gd name="T61" fmla="*/ 60 h 155"/>
              <a:gd name="T62" fmla="*/ 125 w 154"/>
              <a:gd name="T63" fmla="*/ 62 h 155"/>
              <a:gd name="T64" fmla="*/ 118 w 154"/>
              <a:gd name="T65" fmla="*/ 57 h 155"/>
              <a:gd name="T66" fmla="*/ 116 w 154"/>
              <a:gd name="T67" fmla="*/ 53 h 155"/>
              <a:gd name="T68" fmla="*/ 117 w 154"/>
              <a:gd name="T69" fmla="*/ 44 h 155"/>
              <a:gd name="T70" fmla="*/ 121 w 154"/>
              <a:gd name="T71" fmla="*/ 37 h 155"/>
              <a:gd name="T72" fmla="*/ 130 w 154"/>
              <a:gd name="T73" fmla="*/ 34 h 155"/>
              <a:gd name="T74" fmla="*/ 139 w 154"/>
              <a:gd name="T75" fmla="*/ 37 h 155"/>
              <a:gd name="T76" fmla="*/ 144 w 154"/>
              <a:gd name="T77" fmla="*/ 44 h 155"/>
              <a:gd name="T78" fmla="*/ 144 w 154"/>
              <a:gd name="T79" fmla="*/ 53 h 155"/>
              <a:gd name="T80" fmla="*/ 77 w 154"/>
              <a:gd name="T81" fmla="*/ 0 h 155"/>
              <a:gd name="T82" fmla="*/ 53 w 154"/>
              <a:gd name="T83" fmla="*/ 106 h 155"/>
              <a:gd name="T84" fmla="*/ 77 w 154"/>
              <a:gd name="T85" fmla="*/ 155 h 155"/>
              <a:gd name="T86" fmla="*/ 101 w 154"/>
              <a:gd name="T87" fmla="*/ 106 h 155"/>
              <a:gd name="T88" fmla="*/ 77 w 154"/>
              <a:gd name="T89" fmla="*/ 10 h 155"/>
              <a:gd name="T90" fmla="*/ 77 w 154"/>
              <a:gd name="T91" fmla="*/ 82 h 155"/>
              <a:gd name="T92" fmla="*/ 82 w 154"/>
              <a:gd name="T93" fmla="*/ 140 h 155"/>
              <a:gd name="T94" fmla="*/ 72 w 154"/>
              <a:gd name="T95" fmla="*/ 130 h 155"/>
              <a:gd name="T96" fmla="*/ 82 w 154"/>
              <a:gd name="T97" fmla="*/ 140 h 155"/>
              <a:gd name="T98" fmla="*/ 89 w 154"/>
              <a:gd name="T99" fmla="*/ 115 h 155"/>
              <a:gd name="T100" fmla="*/ 86 w 154"/>
              <a:gd name="T101" fmla="*/ 118 h 155"/>
              <a:gd name="T102" fmla="*/ 72 w 154"/>
              <a:gd name="T103" fmla="*/ 120 h 155"/>
              <a:gd name="T104" fmla="*/ 65 w 154"/>
              <a:gd name="T105" fmla="*/ 115 h 155"/>
              <a:gd name="T106" fmla="*/ 63 w 154"/>
              <a:gd name="T107" fmla="*/ 110 h 155"/>
              <a:gd name="T108" fmla="*/ 64 w 154"/>
              <a:gd name="T109" fmla="*/ 102 h 155"/>
              <a:gd name="T110" fmla="*/ 68 w 154"/>
              <a:gd name="T111" fmla="*/ 95 h 155"/>
              <a:gd name="T112" fmla="*/ 77 w 154"/>
              <a:gd name="T113" fmla="*/ 92 h 155"/>
              <a:gd name="T114" fmla="*/ 86 w 154"/>
              <a:gd name="T115" fmla="*/ 95 h 155"/>
              <a:gd name="T116" fmla="*/ 91 w 154"/>
              <a:gd name="T117" fmla="*/ 102 h 155"/>
              <a:gd name="T118" fmla="*/ 91 w 154"/>
              <a:gd name="T119" fmla="*/ 111 h 155"/>
            </a:gdLst>
            <a:rect l="0" t="0" r="r" b="b"/>
            <a:pathLst>
              <a:path w="154" h="155">
                <a:moveTo>
                  <a:pt x="39" y="29"/>
                </a:moveTo>
                <a:cubicBezTo>
                  <a:pt x="39" y="15"/>
                  <a:pt x="39" y="15"/>
                  <a:pt x="39" y="15"/>
                </a:cubicBezTo>
                <a:cubicBezTo>
                  <a:pt x="39" y="7"/>
                  <a:pt x="32" y="0"/>
                  <a:pt x="24" y="0"/>
                </a:cubicBezTo>
                <a:cubicBezTo>
                  <a:pt x="16" y="0"/>
                  <a:pt x="10" y="7"/>
                  <a:pt x="10" y="15"/>
                </a:cubicBezTo>
                <a:cubicBezTo>
                  <a:pt x="10" y="29"/>
                  <a:pt x="10" y="29"/>
                  <a:pt x="10" y="29"/>
                </a:cubicBezTo>
                <a:cubicBezTo>
                  <a:pt x="4" y="34"/>
                  <a:pt x="0" y="41"/>
                  <a:pt x="0" y="49"/>
                </a:cubicBezTo>
                <a:cubicBezTo>
                  <a:pt x="0" y="56"/>
                  <a:pt x="4" y="63"/>
                  <a:pt x="10" y="68"/>
                </a:cubicBezTo>
                <a:cubicBezTo>
                  <a:pt x="10" y="140"/>
                  <a:pt x="10" y="140"/>
                  <a:pt x="10" y="140"/>
                </a:cubicBezTo>
                <a:cubicBezTo>
                  <a:pt x="10" y="148"/>
                  <a:pt x="16" y="155"/>
                  <a:pt x="24" y="155"/>
                </a:cubicBezTo>
                <a:cubicBezTo>
                  <a:pt x="32" y="155"/>
                  <a:pt x="39" y="148"/>
                  <a:pt x="39" y="140"/>
                </a:cubicBezTo>
                <a:cubicBezTo>
                  <a:pt x="39" y="68"/>
                  <a:pt x="39" y="68"/>
                  <a:pt x="39" y="68"/>
                </a:cubicBezTo>
                <a:cubicBezTo>
                  <a:pt x="44" y="63"/>
                  <a:pt x="48" y="56"/>
                  <a:pt x="48" y="49"/>
                </a:cubicBezTo>
                <a:cubicBezTo>
                  <a:pt x="48" y="41"/>
                  <a:pt x="44" y="34"/>
                  <a:pt x="39" y="29"/>
                </a:cubicBezTo>
                <a:close/>
                <a:moveTo>
                  <a:pt x="19" y="15"/>
                </a:moveTo>
                <a:cubicBezTo>
                  <a:pt x="19" y="12"/>
                  <a:pt x="21" y="10"/>
                  <a:pt x="24" y="10"/>
                </a:cubicBezTo>
                <a:cubicBezTo>
                  <a:pt x="27" y="10"/>
                  <a:pt x="29" y="12"/>
                  <a:pt x="29" y="15"/>
                </a:cubicBezTo>
                <a:cubicBezTo>
                  <a:pt x="29" y="25"/>
                  <a:pt x="29" y="25"/>
                  <a:pt x="29" y="25"/>
                </a:cubicBezTo>
                <a:cubicBezTo>
                  <a:pt x="27" y="25"/>
                  <a:pt x="26" y="24"/>
                  <a:pt x="24" y="24"/>
                </a:cubicBezTo>
                <a:cubicBezTo>
                  <a:pt x="22" y="24"/>
                  <a:pt x="21" y="25"/>
                  <a:pt x="19" y="25"/>
                </a:cubicBezTo>
                <a:lnTo>
                  <a:pt x="19" y="15"/>
                </a:lnTo>
                <a:close/>
                <a:moveTo>
                  <a:pt x="29" y="140"/>
                </a:moveTo>
                <a:cubicBezTo>
                  <a:pt x="29" y="143"/>
                  <a:pt x="27" y="145"/>
                  <a:pt x="24" y="145"/>
                </a:cubicBezTo>
                <a:cubicBezTo>
                  <a:pt x="21" y="145"/>
                  <a:pt x="19" y="143"/>
                  <a:pt x="19" y="140"/>
                </a:cubicBezTo>
                <a:cubicBezTo>
                  <a:pt x="19" y="72"/>
                  <a:pt x="19" y="72"/>
                  <a:pt x="19" y="72"/>
                </a:cubicBezTo>
                <a:cubicBezTo>
                  <a:pt x="21" y="73"/>
                  <a:pt x="22" y="73"/>
                  <a:pt x="24" y="73"/>
                </a:cubicBezTo>
                <a:cubicBezTo>
                  <a:pt x="26" y="73"/>
                  <a:pt x="27" y="73"/>
                  <a:pt x="29" y="72"/>
                </a:cubicBezTo>
                <a:lnTo>
                  <a:pt x="29" y="140"/>
                </a:lnTo>
                <a:close/>
                <a:moveTo>
                  <a:pt x="38" y="53"/>
                </a:moveTo>
                <a:cubicBezTo>
                  <a:pt x="38" y="53"/>
                  <a:pt x="38" y="53"/>
                  <a:pt x="38" y="53"/>
                </a:cubicBezTo>
                <a:cubicBezTo>
                  <a:pt x="37" y="55"/>
                  <a:pt x="37" y="56"/>
                  <a:pt x="36" y="57"/>
                </a:cubicBezTo>
                <a:cubicBezTo>
                  <a:pt x="36" y="57"/>
                  <a:pt x="36" y="57"/>
                  <a:pt x="36" y="57"/>
                </a:cubicBezTo>
                <a:cubicBezTo>
                  <a:pt x="35" y="58"/>
                  <a:pt x="34" y="59"/>
                  <a:pt x="33" y="60"/>
                </a:cubicBezTo>
                <a:cubicBezTo>
                  <a:pt x="33" y="60"/>
                  <a:pt x="33" y="60"/>
                  <a:pt x="33" y="60"/>
                </a:cubicBezTo>
                <a:cubicBezTo>
                  <a:pt x="32" y="61"/>
                  <a:pt x="30" y="62"/>
                  <a:pt x="29" y="62"/>
                </a:cubicBezTo>
                <a:cubicBezTo>
                  <a:pt x="27" y="63"/>
                  <a:pt x="26" y="63"/>
                  <a:pt x="24" y="63"/>
                </a:cubicBezTo>
                <a:cubicBezTo>
                  <a:pt x="22" y="63"/>
                  <a:pt x="21" y="63"/>
                  <a:pt x="19" y="62"/>
                </a:cubicBezTo>
                <a:cubicBezTo>
                  <a:pt x="18" y="62"/>
                  <a:pt x="17" y="61"/>
                  <a:pt x="15" y="60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59"/>
                  <a:pt x="13" y="58"/>
                  <a:pt x="12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2" y="56"/>
                  <a:pt x="11" y="55"/>
                  <a:pt x="11" y="53"/>
                </a:cubicBezTo>
                <a:cubicBezTo>
                  <a:pt x="10" y="53"/>
                  <a:pt x="10" y="53"/>
                  <a:pt x="10" y="53"/>
                </a:cubicBezTo>
                <a:cubicBezTo>
                  <a:pt x="10" y="51"/>
                  <a:pt x="10" y="50"/>
                  <a:pt x="10" y="49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10" y="44"/>
                  <a:pt x="11" y="44"/>
                </a:cubicBezTo>
                <a:cubicBezTo>
                  <a:pt x="11" y="43"/>
                  <a:pt x="12" y="41"/>
                  <a:pt x="12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3" y="39"/>
                  <a:pt x="14" y="38"/>
                  <a:pt x="15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18" y="36"/>
                  <a:pt x="19" y="35"/>
                </a:cubicBezTo>
                <a:cubicBezTo>
                  <a:pt x="21" y="34"/>
                  <a:pt x="22" y="34"/>
                  <a:pt x="24" y="34"/>
                </a:cubicBezTo>
                <a:cubicBezTo>
                  <a:pt x="26" y="34"/>
                  <a:pt x="27" y="34"/>
                  <a:pt x="29" y="35"/>
                </a:cubicBezTo>
                <a:cubicBezTo>
                  <a:pt x="30" y="36"/>
                  <a:pt x="32" y="36"/>
                  <a:pt x="33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4" y="38"/>
                  <a:pt x="35" y="39"/>
                  <a:pt x="36" y="40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7" y="43"/>
                  <a:pt x="38" y="44"/>
                </a:cubicBezTo>
                <a:cubicBezTo>
                  <a:pt x="38" y="44"/>
                  <a:pt x="38" y="44"/>
                  <a:pt x="38" y="45"/>
                </a:cubicBezTo>
                <a:cubicBezTo>
                  <a:pt x="38" y="46"/>
                  <a:pt x="39" y="47"/>
                  <a:pt x="39" y="49"/>
                </a:cubicBezTo>
                <a:cubicBezTo>
                  <a:pt x="39" y="50"/>
                  <a:pt x="38" y="51"/>
                  <a:pt x="38" y="53"/>
                </a:cubicBezTo>
                <a:close/>
                <a:moveTo>
                  <a:pt x="145" y="29"/>
                </a:moveTo>
                <a:cubicBezTo>
                  <a:pt x="145" y="15"/>
                  <a:pt x="145" y="15"/>
                  <a:pt x="145" y="15"/>
                </a:cubicBezTo>
                <a:cubicBezTo>
                  <a:pt x="145" y="7"/>
                  <a:pt x="138" y="0"/>
                  <a:pt x="130" y="0"/>
                </a:cubicBezTo>
                <a:cubicBezTo>
                  <a:pt x="122" y="0"/>
                  <a:pt x="116" y="7"/>
                  <a:pt x="116" y="15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0" y="34"/>
                  <a:pt x="106" y="41"/>
                  <a:pt x="106" y="49"/>
                </a:cubicBezTo>
                <a:cubicBezTo>
                  <a:pt x="106" y="56"/>
                  <a:pt x="110" y="63"/>
                  <a:pt x="116" y="68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16" y="148"/>
                  <a:pt x="122" y="155"/>
                  <a:pt x="130" y="155"/>
                </a:cubicBezTo>
                <a:cubicBezTo>
                  <a:pt x="138" y="155"/>
                  <a:pt x="145" y="148"/>
                  <a:pt x="145" y="140"/>
                </a:cubicBezTo>
                <a:cubicBezTo>
                  <a:pt x="145" y="68"/>
                  <a:pt x="145" y="68"/>
                  <a:pt x="145" y="68"/>
                </a:cubicBezTo>
                <a:cubicBezTo>
                  <a:pt x="150" y="63"/>
                  <a:pt x="154" y="56"/>
                  <a:pt x="154" y="49"/>
                </a:cubicBezTo>
                <a:cubicBezTo>
                  <a:pt x="154" y="41"/>
                  <a:pt x="150" y="34"/>
                  <a:pt x="145" y="29"/>
                </a:cubicBezTo>
                <a:close/>
                <a:moveTo>
                  <a:pt x="125" y="15"/>
                </a:moveTo>
                <a:cubicBezTo>
                  <a:pt x="125" y="12"/>
                  <a:pt x="127" y="10"/>
                  <a:pt x="130" y="10"/>
                </a:cubicBezTo>
                <a:cubicBezTo>
                  <a:pt x="133" y="10"/>
                  <a:pt x="135" y="12"/>
                  <a:pt x="135" y="15"/>
                </a:cubicBezTo>
                <a:cubicBezTo>
                  <a:pt x="135" y="25"/>
                  <a:pt x="135" y="25"/>
                  <a:pt x="135" y="25"/>
                </a:cubicBezTo>
                <a:cubicBezTo>
                  <a:pt x="133" y="25"/>
                  <a:pt x="132" y="24"/>
                  <a:pt x="130" y="24"/>
                </a:cubicBezTo>
                <a:cubicBezTo>
                  <a:pt x="129" y="24"/>
                  <a:pt x="127" y="25"/>
                  <a:pt x="125" y="25"/>
                </a:cubicBezTo>
                <a:lnTo>
                  <a:pt x="125" y="15"/>
                </a:lnTo>
                <a:close/>
                <a:moveTo>
                  <a:pt x="135" y="140"/>
                </a:moveTo>
                <a:cubicBezTo>
                  <a:pt x="135" y="143"/>
                  <a:pt x="133" y="145"/>
                  <a:pt x="130" y="145"/>
                </a:cubicBezTo>
                <a:cubicBezTo>
                  <a:pt x="127" y="145"/>
                  <a:pt x="125" y="143"/>
                  <a:pt x="125" y="140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7" y="73"/>
                  <a:pt x="129" y="73"/>
                  <a:pt x="130" y="73"/>
                </a:cubicBezTo>
                <a:cubicBezTo>
                  <a:pt x="132" y="73"/>
                  <a:pt x="133" y="73"/>
                  <a:pt x="135" y="72"/>
                </a:cubicBezTo>
                <a:lnTo>
                  <a:pt x="135" y="140"/>
                </a:lnTo>
                <a:close/>
                <a:moveTo>
                  <a:pt x="144" y="53"/>
                </a:moveTo>
                <a:cubicBezTo>
                  <a:pt x="144" y="53"/>
                  <a:pt x="144" y="53"/>
                  <a:pt x="144" y="53"/>
                </a:cubicBezTo>
                <a:cubicBezTo>
                  <a:pt x="143" y="55"/>
                  <a:pt x="143" y="56"/>
                  <a:pt x="142" y="57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41" y="58"/>
                  <a:pt x="140" y="59"/>
                  <a:pt x="139" y="60"/>
                </a:cubicBezTo>
                <a:cubicBezTo>
                  <a:pt x="139" y="60"/>
                  <a:pt x="139" y="60"/>
                  <a:pt x="139" y="60"/>
                </a:cubicBezTo>
                <a:cubicBezTo>
                  <a:pt x="138" y="61"/>
                  <a:pt x="136" y="62"/>
                  <a:pt x="135" y="62"/>
                </a:cubicBezTo>
                <a:cubicBezTo>
                  <a:pt x="133" y="63"/>
                  <a:pt x="132" y="63"/>
                  <a:pt x="130" y="63"/>
                </a:cubicBezTo>
                <a:cubicBezTo>
                  <a:pt x="128" y="63"/>
                  <a:pt x="127" y="63"/>
                  <a:pt x="125" y="62"/>
                </a:cubicBezTo>
                <a:cubicBezTo>
                  <a:pt x="124" y="62"/>
                  <a:pt x="123" y="61"/>
                  <a:pt x="121" y="60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0" y="59"/>
                  <a:pt x="119" y="58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6"/>
                  <a:pt x="117" y="55"/>
                  <a:pt x="117" y="53"/>
                </a:cubicBezTo>
                <a:cubicBezTo>
                  <a:pt x="117" y="53"/>
                  <a:pt x="116" y="53"/>
                  <a:pt x="116" y="53"/>
                </a:cubicBezTo>
                <a:cubicBezTo>
                  <a:pt x="116" y="51"/>
                  <a:pt x="116" y="50"/>
                  <a:pt x="116" y="49"/>
                </a:cubicBezTo>
                <a:cubicBezTo>
                  <a:pt x="116" y="47"/>
                  <a:pt x="116" y="46"/>
                  <a:pt x="116" y="45"/>
                </a:cubicBezTo>
                <a:cubicBezTo>
                  <a:pt x="116" y="44"/>
                  <a:pt x="117" y="44"/>
                  <a:pt x="117" y="44"/>
                </a:cubicBezTo>
                <a:cubicBezTo>
                  <a:pt x="117" y="43"/>
                  <a:pt x="118" y="41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9" y="39"/>
                  <a:pt x="120" y="38"/>
                  <a:pt x="121" y="37"/>
                </a:cubicBezTo>
                <a:cubicBezTo>
                  <a:pt x="121" y="37"/>
                  <a:pt x="121" y="37"/>
                  <a:pt x="121" y="37"/>
                </a:cubicBezTo>
                <a:cubicBezTo>
                  <a:pt x="123" y="36"/>
                  <a:pt x="124" y="36"/>
                  <a:pt x="125" y="35"/>
                </a:cubicBezTo>
                <a:cubicBezTo>
                  <a:pt x="127" y="34"/>
                  <a:pt x="128" y="34"/>
                  <a:pt x="130" y="34"/>
                </a:cubicBezTo>
                <a:cubicBezTo>
                  <a:pt x="132" y="34"/>
                  <a:pt x="133" y="34"/>
                  <a:pt x="135" y="35"/>
                </a:cubicBezTo>
                <a:cubicBezTo>
                  <a:pt x="136" y="36"/>
                  <a:pt x="138" y="36"/>
                  <a:pt x="139" y="37"/>
                </a:cubicBezTo>
                <a:cubicBezTo>
                  <a:pt x="139" y="37"/>
                  <a:pt x="139" y="37"/>
                  <a:pt x="139" y="37"/>
                </a:cubicBezTo>
                <a:cubicBezTo>
                  <a:pt x="140" y="38"/>
                  <a:pt x="141" y="39"/>
                  <a:pt x="142" y="40"/>
                </a:cubicBezTo>
                <a:cubicBezTo>
                  <a:pt x="142" y="40"/>
                  <a:pt x="142" y="40"/>
                  <a:pt x="142" y="40"/>
                </a:cubicBezTo>
                <a:cubicBezTo>
                  <a:pt x="143" y="41"/>
                  <a:pt x="143" y="43"/>
                  <a:pt x="144" y="44"/>
                </a:cubicBezTo>
                <a:cubicBezTo>
                  <a:pt x="144" y="44"/>
                  <a:pt x="144" y="44"/>
                  <a:pt x="144" y="45"/>
                </a:cubicBezTo>
                <a:cubicBezTo>
                  <a:pt x="144" y="46"/>
                  <a:pt x="145" y="47"/>
                  <a:pt x="145" y="49"/>
                </a:cubicBezTo>
                <a:cubicBezTo>
                  <a:pt x="145" y="50"/>
                  <a:pt x="144" y="51"/>
                  <a:pt x="144" y="53"/>
                </a:cubicBezTo>
                <a:close/>
                <a:moveTo>
                  <a:pt x="92" y="87"/>
                </a:moveTo>
                <a:cubicBezTo>
                  <a:pt x="92" y="15"/>
                  <a:pt x="92" y="15"/>
                  <a:pt x="92" y="15"/>
                </a:cubicBezTo>
                <a:cubicBezTo>
                  <a:pt x="92" y="7"/>
                  <a:pt x="85" y="0"/>
                  <a:pt x="77" y="0"/>
                </a:cubicBezTo>
                <a:cubicBezTo>
                  <a:pt x="69" y="0"/>
                  <a:pt x="63" y="7"/>
                  <a:pt x="63" y="15"/>
                </a:cubicBezTo>
                <a:cubicBezTo>
                  <a:pt x="63" y="87"/>
                  <a:pt x="63" y="87"/>
                  <a:pt x="63" y="87"/>
                </a:cubicBezTo>
                <a:cubicBezTo>
                  <a:pt x="57" y="92"/>
                  <a:pt x="53" y="99"/>
                  <a:pt x="53" y="106"/>
                </a:cubicBezTo>
                <a:cubicBezTo>
                  <a:pt x="53" y="114"/>
                  <a:pt x="57" y="121"/>
                  <a:pt x="63" y="126"/>
                </a:cubicBezTo>
                <a:cubicBezTo>
                  <a:pt x="63" y="140"/>
                  <a:pt x="63" y="140"/>
                  <a:pt x="63" y="140"/>
                </a:cubicBezTo>
                <a:cubicBezTo>
                  <a:pt x="63" y="148"/>
                  <a:pt x="69" y="155"/>
                  <a:pt x="77" y="155"/>
                </a:cubicBezTo>
                <a:cubicBezTo>
                  <a:pt x="85" y="155"/>
                  <a:pt x="92" y="148"/>
                  <a:pt x="92" y="140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7" y="121"/>
                  <a:pt x="101" y="114"/>
                  <a:pt x="101" y="106"/>
                </a:cubicBezTo>
                <a:cubicBezTo>
                  <a:pt x="101" y="99"/>
                  <a:pt x="97" y="92"/>
                  <a:pt x="92" y="87"/>
                </a:cubicBezTo>
                <a:close/>
                <a:moveTo>
                  <a:pt x="72" y="15"/>
                </a:moveTo>
                <a:cubicBezTo>
                  <a:pt x="72" y="12"/>
                  <a:pt x="74" y="10"/>
                  <a:pt x="77" y="10"/>
                </a:cubicBezTo>
                <a:cubicBezTo>
                  <a:pt x="80" y="10"/>
                  <a:pt x="82" y="12"/>
                  <a:pt x="82" y="15"/>
                </a:cubicBezTo>
                <a:cubicBezTo>
                  <a:pt x="82" y="83"/>
                  <a:pt x="82" y="83"/>
                  <a:pt x="82" y="83"/>
                </a:cubicBezTo>
                <a:cubicBezTo>
                  <a:pt x="80" y="83"/>
                  <a:pt x="79" y="82"/>
                  <a:pt x="77" y="82"/>
                </a:cubicBezTo>
                <a:cubicBezTo>
                  <a:pt x="75" y="82"/>
                  <a:pt x="74" y="83"/>
                  <a:pt x="72" y="83"/>
                </a:cubicBezTo>
                <a:lnTo>
                  <a:pt x="72" y="15"/>
                </a:lnTo>
                <a:close/>
                <a:moveTo>
                  <a:pt x="82" y="140"/>
                </a:moveTo>
                <a:cubicBezTo>
                  <a:pt x="82" y="143"/>
                  <a:pt x="80" y="145"/>
                  <a:pt x="77" y="145"/>
                </a:cubicBezTo>
                <a:cubicBezTo>
                  <a:pt x="74" y="145"/>
                  <a:pt x="72" y="143"/>
                  <a:pt x="72" y="14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4" y="130"/>
                  <a:pt x="75" y="131"/>
                  <a:pt x="77" y="131"/>
                </a:cubicBezTo>
                <a:cubicBezTo>
                  <a:pt x="79" y="131"/>
                  <a:pt x="80" y="130"/>
                  <a:pt x="82" y="130"/>
                </a:cubicBezTo>
                <a:lnTo>
                  <a:pt x="82" y="140"/>
                </a:lnTo>
                <a:close/>
                <a:moveTo>
                  <a:pt x="91" y="111"/>
                </a:moveTo>
                <a:cubicBezTo>
                  <a:pt x="91" y="111"/>
                  <a:pt x="91" y="111"/>
                  <a:pt x="91" y="111"/>
                </a:cubicBezTo>
                <a:cubicBezTo>
                  <a:pt x="90" y="113"/>
                  <a:pt x="90" y="114"/>
                  <a:pt x="89" y="115"/>
                </a:cubicBezTo>
                <a:cubicBezTo>
                  <a:pt x="89" y="115"/>
                  <a:pt x="89" y="115"/>
                  <a:pt x="89" y="115"/>
                </a:cubicBezTo>
                <a:cubicBezTo>
                  <a:pt x="88" y="116"/>
                  <a:pt x="87" y="117"/>
                  <a:pt x="86" y="118"/>
                </a:cubicBezTo>
                <a:cubicBezTo>
                  <a:pt x="86" y="118"/>
                  <a:pt x="86" y="118"/>
                  <a:pt x="86" y="118"/>
                </a:cubicBezTo>
                <a:cubicBezTo>
                  <a:pt x="85" y="119"/>
                  <a:pt x="83" y="120"/>
                  <a:pt x="82" y="120"/>
                </a:cubicBezTo>
                <a:cubicBezTo>
                  <a:pt x="80" y="121"/>
                  <a:pt x="79" y="121"/>
                  <a:pt x="77" y="121"/>
                </a:cubicBezTo>
                <a:cubicBezTo>
                  <a:pt x="75" y="121"/>
                  <a:pt x="74" y="121"/>
                  <a:pt x="72" y="120"/>
                </a:cubicBezTo>
                <a:cubicBezTo>
                  <a:pt x="71" y="120"/>
                  <a:pt x="70" y="119"/>
                  <a:pt x="68" y="118"/>
                </a:cubicBezTo>
                <a:cubicBezTo>
                  <a:pt x="68" y="118"/>
                  <a:pt x="68" y="118"/>
                  <a:pt x="68" y="118"/>
                </a:cubicBezTo>
                <a:cubicBezTo>
                  <a:pt x="67" y="117"/>
                  <a:pt x="66" y="116"/>
                  <a:pt x="65" y="115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65" y="114"/>
                  <a:pt x="64" y="113"/>
                  <a:pt x="64" y="111"/>
                </a:cubicBezTo>
                <a:cubicBezTo>
                  <a:pt x="63" y="111"/>
                  <a:pt x="63" y="111"/>
                  <a:pt x="63" y="110"/>
                </a:cubicBezTo>
                <a:cubicBezTo>
                  <a:pt x="63" y="109"/>
                  <a:pt x="63" y="108"/>
                  <a:pt x="63" y="106"/>
                </a:cubicBezTo>
                <a:cubicBezTo>
                  <a:pt x="63" y="105"/>
                  <a:pt x="63" y="104"/>
                  <a:pt x="63" y="102"/>
                </a:cubicBezTo>
                <a:cubicBezTo>
                  <a:pt x="63" y="102"/>
                  <a:pt x="63" y="102"/>
                  <a:pt x="64" y="102"/>
                </a:cubicBezTo>
                <a:cubicBezTo>
                  <a:pt x="64" y="100"/>
                  <a:pt x="65" y="99"/>
                  <a:pt x="65" y="98"/>
                </a:cubicBezTo>
                <a:cubicBezTo>
                  <a:pt x="65" y="98"/>
                  <a:pt x="65" y="98"/>
                  <a:pt x="65" y="98"/>
                </a:cubicBezTo>
                <a:cubicBezTo>
                  <a:pt x="66" y="97"/>
                  <a:pt x="67" y="96"/>
                  <a:pt x="68" y="95"/>
                </a:cubicBezTo>
                <a:cubicBezTo>
                  <a:pt x="68" y="95"/>
                  <a:pt x="68" y="95"/>
                  <a:pt x="68" y="95"/>
                </a:cubicBezTo>
                <a:cubicBezTo>
                  <a:pt x="70" y="94"/>
                  <a:pt x="71" y="93"/>
                  <a:pt x="72" y="93"/>
                </a:cubicBezTo>
                <a:cubicBezTo>
                  <a:pt x="74" y="92"/>
                  <a:pt x="75" y="92"/>
                  <a:pt x="77" y="92"/>
                </a:cubicBezTo>
                <a:cubicBezTo>
                  <a:pt x="79" y="92"/>
                  <a:pt x="80" y="92"/>
                  <a:pt x="82" y="93"/>
                </a:cubicBezTo>
                <a:cubicBezTo>
                  <a:pt x="83" y="93"/>
                  <a:pt x="85" y="94"/>
                  <a:pt x="86" y="95"/>
                </a:cubicBezTo>
                <a:cubicBezTo>
                  <a:pt x="86" y="95"/>
                  <a:pt x="86" y="95"/>
                  <a:pt x="86" y="95"/>
                </a:cubicBezTo>
                <a:cubicBezTo>
                  <a:pt x="87" y="96"/>
                  <a:pt x="88" y="97"/>
                  <a:pt x="89" y="98"/>
                </a:cubicBezTo>
                <a:cubicBezTo>
                  <a:pt x="89" y="98"/>
                  <a:pt x="89" y="98"/>
                  <a:pt x="89" y="98"/>
                </a:cubicBezTo>
                <a:cubicBezTo>
                  <a:pt x="90" y="99"/>
                  <a:pt x="90" y="100"/>
                  <a:pt x="91" y="102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4"/>
                  <a:pt x="92" y="105"/>
                  <a:pt x="92" y="106"/>
                </a:cubicBezTo>
                <a:cubicBezTo>
                  <a:pt x="92" y="108"/>
                  <a:pt x="91" y="109"/>
                  <a:pt x="91" y="111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9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780D10A-4D47-453D-9855-17B768B4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379" y="3503205"/>
            <a:ext cx="305475" cy="305475"/>
          </a:xfrm>
          <a:custGeom xmlns:a="http://schemas.openxmlformats.org/drawingml/2006/main">
            <a:gdLst>
              <a:gd name="T0" fmla="*/ 110 w 160"/>
              <a:gd name="T1" fmla="*/ 0 h 160"/>
              <a:gd name="T2" fmla="*/ 60 w 160"/>
              <a:gd name="T3" fmla="*/ 50 h 160"/>
              <a:gd name="T4" fmla="*/ 63 w 160"/>
              <a:gd name="T5" fmla="*/ 68 h 160"/>
              <a:gd name="T6" fmla="*/ 3 w 160"/>
              <a:gd name="T7" fmla="*/ 129 h 160"/>
              <a:gd name="T8" fmla="*/ 0 w 160"/>
              <a:gd name="T9" fmla="*/ 135 h 160"/>
              <a:gd name="T10" fmla="*/ 0 w 160"/>
              <a:gd name="T11" fmla="*/ 150 h 160"/>
              <a:gd name="T12" fmla="*/ 10 w 160"/>
              <a:gd name="T13" fmla="*/ 160 h 160"/>
              <a:gd name="T14" fmla="*/ 25 w 160"/>
              <a:gd name="T15" fmla="*/ 160 h 160"/>
              <a:gd name="T16" fmla="*/ 31 w 160"/>
              <a:gd name="T17" fmla="*/ 157 h 160"/>
              <a:gd name="T18" fmla="*/ 38 w 160"/>
              <a:gd name="T19" fmla="*/ 150 h 160"/>
              <a:gd name="T20" fmla="*/ 50 w 160"/>
              <a:gd name="T21" fmla="*/ 150 h 160"/>
              <a:gd name="T22" fmla="*/ 60 w 160"/>
              <a:gd name="T23" fmla="*/ 140 h 160"/>
              <a:gd name="T24" fmla="*/ 60 w 160"/>
              <a:gd name="T25" fmla="*/ 130 h 160"/>
              <a:gd name="T26" fmla="*/ 70 w 160"/>
              <a:gd name="T27" fmla="*/ 130 h 160"/>
              <a:gd name="T28" fmla="*/ 80 w 160"/>
              <a:gd name="T29" fmla="*/ 120 h 160"/>
              <a:gd name="T30" fmla="*/ 80 w 160"/>
              <a:gd name="T31" fmla="*/ 108 h 160"/>
              <a:gd name="T32" fmla="*/ 92 w 160"/>
              <a:gd name="T33" fmla="*/ 96 h 160"/>
              <a:gd name="T34" fmla="*/ 110 w 160"/>
              <a:gd name="T35" fmla="*/ 100 h 160"/>
              <a:gd name="T36" fmla="*/ 160 w 160"/>
              <a:gd name="T37" fmla="*/ 50 h 160"/>
              <a:gd name="T38" fmla="*/ 110 w 160"/>
              <a:gd name="T39" fmla="*/ 0 h 160"/>
              <a:gd name="T40" fmla="*/ 110 w 160"/>
              <a:gd name="T41" fmla="*/ 90 h 160"/>
              <a:gd name="T42" fmla="*/ 90 w 160"/>
              <a:gd name="T43" fmla="*/ 84 h 160"/>
              <a:gd name="T44" fmla="*/ 88 w 160"/>
              <a:gd name="T45" fmla="*/ 86 h 160"/>
              <a:gd name="T46" fmla="*/ 82 w 160"/>
              <a:gd name="T47" fmla="*/ 92 h 160"/>
              <a:gd name="T48" fmla="*/ 73 w 160"/>
              <a:gd name="T49" fmla="*/ 101 h 160"/>
              <a:gd name="T50" fmla="*/ 70 w 160"/>
              <a:gd name="T51" fmla="*/ 108 h 160"/>
              <a:gd name="T52" fmla="*/ 70 w 160"/>
              <a:gd name="T53" fmla="*/ 120 h 160"/>
              <a:gd name="T54" fmla="*/ 60 w 160"/>
              <a:gd name="T55" fmla="*/ 120 h 160"/>
              <a:gd name="T56" fmla="*/ 50 w 160"/>
              <a:gd name="T57" fmla="*/ 130 h 160"/>
              <a:gd name="T58" fmla="*/ 50 w 160"/>
              <a:gd name="T59" fmla="*/ 140 h 160"/>
              <a:gd name="T60" fmla="*/ 38 w 160"/>
              <a:gd name="T61" fmla="*/ 140 h 160"/>
              <a:gd name="T62" fmla="*/ 31 w 160"/>
              <a:gd name="T63" fmla="*/ 143 h 160"/>
              <a:gd name="T64" fmla="*/ 24 w 160"/>
              <a:gd name="T65" fmla="*/ 150 h 160"/>
              <a:gd name="T66" fmla="*/ 10 w 160"/>
              <a:gd name="T67" fmla="*/ 150 h 160"/>
              <a:gd name="T68" fmla="*/ 10 w 160"/>
              <a:gd name="T69" fmla="*/ 136 h 160"/>
              <a:gd name="T70" fmla="*/ 68 w 160"/>
              <a:gd name="T71" fmla="*/ 77 h 160"/>
              <a:gd name="T72" fmla="*/ 68 w 160"/>
              <a:gd name="T73" fmla="*/ 77 h 160"/>
              <a:gd name="T74" fmla="*/ 76 w 160"/>
              <a:gd name="T75" fmla="*/ 70 h 160"/>
              <a:gd name="T76" fmla="*/ 70 w 160"/>
              <a:gd name="T77" fmla="*/ 50 h 160"/>
              <a:gd name="T78" fmla="*/ 110 w 160"/>
              <a:gd name="T79" fmla="*/ 10 h 160"/>
              <a:gd name="T80" fmla="*/ 150 w 160"/>
              <a:gd name="T81" fmla="*/ 50 h 160"/>
              <a:gd name="T82" fmla="*/ 110 w 160"/>
              <a:gd name="T83" fmla="*/ 90 h 160"/>
              <a:gd name="T84" fmla="*/ 139 w 160"/>
              <a:gd name="T85" fmla="*/ 41 h 160"/>
              <a:gd name="T86" fmla="*/ 119 w 160"/>
              <a:gd name="T87" fmla="*/ 21 h 160"/>
              <a:gd name="T88" fmla="*/ 114 w 160"/>
              <a:gd name="T89" fmla="*/ 20 h 160"/>
              <a:gd name="T90" fmla="*/ 100 w 160"/>
              <a:gd name="T91" fmla="*/ 34 h 160"/>
              <a:gd name="T92" fmla="*/ 100 w 160"/>
              <a:gd name="T93" fmla="*/ 36 h 160"/>
              <a:gd name="T94" fmla="*/ 101 w 160"/>
              <a:gd name="T95" fmla="*/ 39 h 160"/>
              <a:gd name="T96" fmla="*/ 121 w 160"/>
              <a:gd name="T97" fmla="*/ 59 h 160"/>
              <a:gd name="T98" fmla="*/ 126 w 160"/>
              <a:gd name="T99" fmla="*/ 60 h 160"/>
              <a:gd name="T100" fmla="*/ 140 w 160"/>
              <a:gd name="T101" fmla="*/ 46 h 160"/>
              <a:gd name="T102" fmla="*/ 140 w 160"/>
              <a:gd name="T103" fmla="*/ 44 h 160"/>
              <a:gd name="T104" fmla="*/ 139 w 160"/>
              <a:gd name="T105" fmla="*/ 41 h 160"/>
              <a:gd name="T106" fmla="*/ 124 w 160"/>
              <a:gd name="T107" fmla="*/ 55 h 160"/>
              <a:gd name="T108" fmla="*/ 105 w 160"/>
              <a:gd name="T109" fmla="*/ 36 h 160"/>
              <a:gd name="T110" fmla="*/ 116 w 160"/>
              <a:gd name="T111" fmla="*/ 25 h 160"/>
              <a:gd name="T112" fmla="*/ 135 w 160"/>
              <a:gd name="T113" fmla="*/ 44 h 160"/>
              <a:gd name="T114" fmla="*/ 124 w 160"/>
              <a:gd name="T115" fmla="*/ 55 h 160"/>
            </a:gdLst>
            <a:rect l="0" t="0" r="r" b="b"/>
            <a:pathLst>
              <a:path w="160" h="160">
                <a:moveTo>
                  <a:pt x="110" y="0"/>
                </a:moveTo>
                <a:cubicBezTo>
                  <a:pt x="82" y="0"/>
                  <a:pt x="60" y="22"/>
                  <a:pt x="60" y="50"/>
                </a:cubicBezTo>
                <a:cubicBezTo>
                  <a:pt x="60" y="56"/>
                  <a:pt x="61" y="62"/>
                  <a:pt x="63" y="68"/>
                </a:cubicBezTo>
                <a:cubicBezTo>
                  <a:pt x="3" y="129"/>
                  <a:pt x="3" y="129"/>
                  <a:pt x="3" y="129"/>
                </a:cubicBezTo>
                <a:cubicBezTo>
                  <a:pt x="1" y="131"/>
                  <a:pt x="0" y="132"/>
                  <a:pt x="0" y="135"/>
                </a:cubicBezTo>
                <a:cubicBezTo>
                  <a:pt x="0" y="150"/>
                  <a:pt x="0" y="150"/>
                  <a:pt x="0" y="150"/>
                </a:cubicBezTo>
                <a:cubicBezTo>
                  <a:pt x="0" y="155"/>
                  <a:pt x="4" y="160"/>
                  <a:pt x="10" y="160"/>
                </a:cubicBezTo>
                <a:cubicBezTo>
                  <a:pt x="25" y="160"/>
                  <a:pt x="25" y="160"/>
                  <a:pt x="25" y="160"/>
                </a:cubicBezTo>
                <a:cubicBezTo>
                  <a:pt x="28" y="160"/>
                  <a:pt x="29" y="159"/>
                  <a:pt x="31" y="157"/>
                </a:cubicBezTo>
                <a:cubicBezTo>
                  <a:pt x="38" y="150"/>
                  <a:pt x="38" y="150"/>
                  <a:pt x="38" y="150"/>
                </a:cubicBezTo>
                <a:cubicBezTo>
                  <a:pt x="50" y="150"/>
                  <a:pt x="50" y="150"/>
                  <a:pt x="50" y="150"/>
                </a:cubicBezTo>
                <a:cubicBezTo>
                  <a:pt x="55" y="150"/>
                  <a:pt x="60" y="146"/>
                  <a:pt x="60" y="140"/>
                </a:cubicBezTo>
                <a:cubicBezTo>
                  <a:pt x="60" y="130"/>
                  <a:pt x="60" y="130"/>
                  <a:pt x="60" y="130"/>
                </a:cubicBezTo>
                <a:cubicBezTo>
                  <a:pt x="70" y="130"/>
                  <a:pt x="70" y="130"/>
                  <a:pt x="70" y="130"/>
                </a:cubicBezTo>
                <a:cubicBezTo>
                  <a:pt x="75" y="130"/>
                  <a:pt x="80" y="126"/>
                  <a:pt x="80" y="120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92" y="96"/>
                  <a:pt x="92" y="96"/>
                  <a:pt x="92" y="96"/>
                </a:cubicBezTo>
                <a:cubicBezTo>
                  <a:pt x="97" y="99"/>
                  <a:pt x="104" y="100"/>
                  <a:pt x="110" y="100"/>
                </a:cubicBezTo>
                <a:cubicBezTo>
                  <a:pt x="138" y="100"/>
                  <a:pt x="160" y="78"/>
                  <a:pt x="160" y="50"/>
                </a:cubicBezTo>
                <a:cubicBezTo>
                  <a:pt x="160" y="22"/>
                  <a:pt x="138" y="0"/>
                  <a:pt x="110" y="0"/>
                </a:cubicBezTo>
                <a:close/>
                <a:moveTo>
                  <a:pt x="110" y="90"/>
                </a:moveTo>
                <a:cubicBezTo>
                  <a:pt x="103" y="90"/>
                  <a:pt x="96" y="88"/>
                  <a:pt x="90" y="84"/>
                </a:cubicBezTo>
                <a:cubicBezTo>
                  <a:pt x="88" y="86"/>
                  <a:pt x="88" y="86"/>
                  <a:pt x="88" y="86"/>
                </a:cubicBezTo>
                <a:cubicBezTo>
                  <a:pt x="82" y="92"/>
                  <a:pt x="82" y="92"/>
                  <a:pt x="82" y="9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1" y="103"/>
                  <a:pt x="70" y="106"/>
                  <a:pt x="70" y="108"/>
                </a:cubicBezTo>
                <a:cubicBezTo>
                  <a:pt x="70" y="120"/>
                  <a:pt x="70" y="120"/>
                  <a:pt x="70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54" y="120"/>
                  <a:pt x="50" y="124"/>
                  <a:pt x="50" y="130"/>
                </a:cubicBezTo>
                <a:cubicBezTo>
                  <a:pt x="50" y="140"/>
                  <a:pt x="50" y="140"/>
                  <a:pt x="50" y="140"/>
                </a:cubicBezTo>
                <a:cubicBezTo>
                  <a:pt x="38" y="140"/>
                  <a:pt x="38" y="140"/>
                  <a:pt x="38" y="140"/>
                </a:cubicBezTo>
                <a:cubicBezTo>
                  <a:pt x="36" y="140"/>
                  <a:pt x="33" y="141"/>
                  <a:pt x="31" y="143"/>
                </a:cubicBezTo>
                <a:cubicBezTo>
                  <a:pt x="24" y="150"/>
                  <a:pt x="24" y="150"/>
                  <a:pt x="24" y="150"/>
                </a:cubicBezTo>
                <a:cubicBezTo>
                  <a:pt x="10" y="150"/>
                  <a:pt x="10" y="150"/>
                  <a:pt x="10" y="150"/>
                </a:cubicBezTo>
                <a:cubicBezTo>
                  <a:pt x="10" y="136"/>
                  <a:pt x="10" y="136"/>
                  <a:pt x="10" y="136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76" y="70"/>
                  <a:pt x="76" y="70"/>
                  <a:pt x="76" y="70"/>
                </a:cubicBezTo>
                <a:cubicBezTo>
                  <a:pt x="72" y="64"/>
                  <a:pt x="70" y="57"/>
                  <a:pt x="70" y="50"/>
                </a:cubicBezTo>
                <a:cubicBezTo>
                  <a:pt x="70" y="28"/>
                  <a:pt x="88" y="10"/>
                  <a:pt x="110" y="10"/>
                </a:cubicBezTo>
                <a:cubicBezTo>
                  <a:pt x="132" y="10"/>
                  <a:pt x="150" y="28"/>
                  <a:pt x="150" y="50"/>
                </a:cubicBezTo>
                <a:cubicBezTo>
                  <a:pt x="150" y="72"/>
                  <a:pt x="132" y="90"/>
                  <a:pt x="110" y="90"/>
                </a:cubicBezTo>
                <a:close/>
                <a:moveTo>
                  <a:pt x="139" y="41"/>
                </a:moveTo>
                <a:cubicBezTo>
                  <a:pt x="134" y="33"/>
                  <a:pt x="127" y="26"/>
                  <a:pt x="119" y="21"/>
                </a:cubicBezTo>
                <a:cubicBezTo>
                  <a:pt x="118" y="20"/>
                  <a:pt x="116" y="20"/>
                  <a:pt x="114" y="20"/>
                </a:cubicBezTo>
                <a:cubicBezTo>
                  <a:pt x="107" y="23"/>
                  <a:pt x="103" y="27"/>
                  <a:pt x="100" y="34"/>
                </a:cubicBezTo>
                <a:cubicBezTo>
                  <a:pt x="100" y="35"/>
                  <a:pt x="100" y="35"/>
                  <a:pt x="100" y="36"/>
                </a:cubicBezTo>
                <a:cubicBezTo>
                  <a:pt x="100" y="37"/>
                  <a:pt x="100" y="38"/>
                  <a:pt x="101" y="39"/>
                </a:cubicBezTo>
                <a:cubicBezTo>
                  <a:pt x="107" y="47"/>
                  <a:pt x="113" y="53"/>
                  <a:pt x="121" y="59"/>
                </a:cubicBezTo>
                <a:cubicBezTo>
                  <a:pt x="122" y="60"/>
                  <a:pt x="124" y="60"/>
                  <a:pt x="126" y="60"/>
                </a:cubicBezTo>
                <a:cubicBezTo>
                  <a:pt x="133" y="57"/>
                  <a:pt x="137" y="52"/>
                  <a:pt x="140" y="46"/>
                </a:cubicBezTo>
                <a:cubicBezTo>
                  <a:pt x="140" y="45"/>
                  <a:pt x="140" y="44"/>
                  <a:pt x="140" y="44"/>
                </a:cubicBezTo>
                <a:cubicBezTo>
                  <a:pt x="140" y="43"/>
                  <a:pt x="140" y="42"/>
                  <a:pt x="139" y="41"/>
                </a:cubicBezTo>
                <a:close/>
                <a:moveTo>
                  <a:pt x="124" y="55"/>
                </a:moveTo>
                <a:cubicBezTo>
                  <a:pt x="117" y="50"/>
                  <a:pt x="110" y="43"/>
                  <a:pt x="105" y="36"/>
                </a:cubicBezTo>
                <a:cubicBezTo>
                  <a:pt x="107" y="30"/>
                  <a:pt x="111" y="27"/>
                  <a:pt x="116" y="25"/>
                </a:cubicBezTo>
                <a:cubicBezTo>
                  <a:pt x="123" y="30"/>
                  <a:pt x="130" y="37"/>
                  <a:pt x="135" y="44"/>
                </a:cubicBezTo>
                <a:cubicBezTo>
                  <a:pt x="133" y="49"/>
                  <a:pt x="129" y="53"/>
                  <a:pt x="124" y="55"/>
                </a:cubicBez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5787B80-09F9-40CA-9201-57C61F5C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012" y="3501954"/>
            <a:ext cx="307976" cy="307976"/>
          </a:xfrm>
          <a:custGeom xmlns:a="http://schemas.openxmlformats.org/drawingml/2006/main"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1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6B5A1C3-9389-4338-8F6E-944E1316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760" y="3478658"/>
            <a:ext cx="310247" cy="354568"/>
          </a:xfrm>
          <a:custGeom xmlns:a="http://schemas.openxmlformats.org/drawingml/2006/main">
            <a:gdLst>
              <a:gd name="T0" fmla="*/ 95 w 126"/>
              <a:gd name="T1" fmla="*/ 57 h 144"/>
              <a:gd name="T2" fmla="*/ 55 w 126"/>
              <a:gd name="T3" fmla="*/ 1 h 144"/>
              <a:gd name="T4" fmla="*/ 4 w 126"/>
              <a:gd name="T5" fmla="*/ 73 h 144"/>
              <a:gd name="T6" fmla="*/ 79 w 126"/>
              <a:gd name="T7" fmla="*/ 37 h 144"/>
              <a:gd name="T8" fmla="*/ 36 w 126"/>
              <a:gd name="T9" fmla="*/ 83 h 144"/>
              <a:gd name="T10" fmla="*/ 26 w 126"/>
              <a:gd name="T11" fmla="*/ 35 h 144"/>
              <a:gd name="T12" fmla="*/ 21 w 126"/>
              <a:gd name="T13" fmla="*/ 48 h 144"/>
              <a:gd name="T14" fmla="*/ 56 w 126"/>
              <a:gd name="T15" fmla="*/ 21 h 144"/>
              <a:gd name="T16" fmla="*/ 66 w 126"/>
              <a:gd name="T17" fmla="*/ 47 h 144"/>
              <a:gd name="T18" fmla="*/ 41 w 126"/>
              <a:gd name="T19" fmla="*/ 105 h 144"/>
              <a:gd name="T20" fmla="*/ 41 w 126"/>
              <a:gd name="T21" fmla="*/ 105 h 144"/>
              <a:gd name="T22" fmla="*/ 47 w 126"/>
              <a:gd name="T23" fmla="*/ 112 h 144"/>
              <a:gd name="T24" fmla="*/ 47 w 126"/>
              <a:gd name="T25" fmla="*/ 112 h 144"/>
              <a:gd name="T26" fmla="*/ 53 w 126"/>
              <a:gd name="T27" fmla="*/ 134 h 144"/>
              <a:gd name="T28" fmla="*/ 72 w 126"/>
              <a:gd name="T29" fmla="*/ 56 h 144"/>
              <a:gd name="T30" fmla="*/ 57 w 126"/>
              <a:gd name="T31" fmla="*/ 102 h 144"/>
              <a:gd name="T32" fmla="*/ 57 w 126"/>
              <a:gd name="T33" fmla="*/ 99 h 144"/>
              <a:gd name="T34" fmla="*/ 87 w 126"/>
              <a:gd name="T35" fmla="*/ 98 h 144"/>
              <a:gd name="T36" fmla="*/ 58 w 126"/>
              <a:gd name="T37" fmla="*/ 104 h 144"/>
              <a:gd name="T38" fmla="*/ 53 w 126"/>
              <a:gd name="T39" fmla="*/ 98 h 144"/>
              <a:gd name="T40" fmla="*/ 52 w 126"/>
              <a:gd name="T41" fmla="*/ 84 h 144"/>
              <a:gd name="T42" fmla="*/ 72 w 126"/>
              <a:gd name="T43" fmla="*/ 64 h 144"/>
              <a:gd name="T44" fmla="*/ 95 w 126"/>
              <a:gd name="T45" fmla="*/ 86 h 144"/>
              <a:gd name="T46" fmla="*/ 52 w 126"/>
              <a:gd name="T47" fmla="*/ 89 h 144"/>
              <a:gd name="T48" fmla="*/ 58 w 126"/>
              <a:gd name="T49" fmla="*/ 71 h 144"/>
              <a:gd name="T50" fmla="*/ 60 w 126"/>
              <a:gd name="T51" fmla="*/ 77 h 144"/>
              <a:gd name="T52" fmla="*/ 61 w 126"/>
              <a:gd name="T53" fmla="*/ 76 h 144"/>
              <a:gd name="T54" fmla="*/ 66 w 126"/>
              <a:gd name="T55" fmla="*/ 73 h 144"/>
              <a:gd name="T56" fmla="*/ 66 w 126"/>
              <a:gd name="T57" fmla="*/ 74 h 144"/>
              <a:gd name="T58" fmla="*/ 73 w 126"/>
              <a:gd name="T59" fmla="*/ 72 h 144"/>
              <a:gd name="T60" fmla="*/ 72 w 126"/>
              <a:gd name="T61" fmla="*/ 73 h 144"/>
              <a:gd name="T62" fmla="*/ 78 w 126"/>
              <a:gd name="T63" fmla="*/ 77 h 144"/>
              <a:gd name="T64" fmla="*/ 76 w 126"/>
              <a:gd name="T65" fmla="*/ 73 h 144"/>
              <a:gd name="T66" fmla="*/ 81 w 126"/>
              <a:gd name="T67" fmla="*/ 77 h 144"/>
              <a:gd name="T68" fmla="*/ 85 w 126"/>
              <a:gd name="T69" fmla="*/ 74 h 144"/>
              <a:gd name="T70" fmla="*/ 85 w 126"/>
              <a:gd name="T71" fmla="*/ 73 h 144"/>
              <a:gd name="T72" fmla="*/ 58 w 126"/>
              <a:gd name="T73" fmla="*/ 85 h 144"/>
              <a:gd name="T74" fmla="*/ 57 w 126"/>
              <a:gd name="T75" fmla="*/ 86 h 144"/>
              <a:gd name="T76" fmla="*/ 60 w 126"/>
              <a:gd name="T77" fmla="*/ 87 h 144"/>
              <a:gd name="T78" fmla="*/ 65 w 126"/>
              <a:gd name="T79" fmla="*/ 90 h 144"/>
              <a:gd name="T80" fmla="*/ 66 w 126"/>
              <a:gd name="T81" fmla="*/ 89 h 144"/>
              <a:gd name="T82" fmla="*/ 70 w 126"/>
              <a:gd name="T83" fmla="*/ 87 h 144"/>
              <a:gd name="T84" fmla="*/ 70 w 126"/>
              <a:gd name="T85" fmla="*/ 86 h 144"/>
              <a:gd name="T86" fmla="*/ 78 w 126"/>
              <a:gd name="T87" fmla="*/ 85 h 144"/>
              <a:gd name="T88" fmla="*/ 77 w 126"/>
              <a:gd name="T89" fmla="*/ 86 h 144"/>
              <a:gd name="T90" fmla="*/ 83 w 126"/>
              <a:gd name="T91" fmla="*/ 90 h 144"/>
              <a:gd name="T92" fmla="*/ 81 w 126"/>
              <a:gd name="T93" fmla="*/ 86 h 144"/>
              <a:gd name="T94" fmla="*/ 86 w 126"/>
              <a:gd name="T95" fmla="*/ 86 h 144"/>
              <a:gd name="T96" fmla="*/ 90 w 126"/>
              <a:gd name="T97" fmla="*/ 88 h 144"/>
              <a:gd name="T98" fmla="*/ 92 w 126"/>
              <a:gd name="T99" fmla="*/ 88 h 144"/>
              <a:gd name="T100" fmla="*/ 92 w 126"/>
              <a:gd name="T101" fmla="*/ 88 h 144"/>
              <a:gd name="T102" fmla="*/ 63 w 126"/>
              <a:gd name="T103" fmla="*/ 98 h 144"/>
              <a:gd name="T104" fmla="*/ 62 w 126"/>
              <a:gd name="T105" fmla="*/ 99 h 144"/>
              <a:gd name="T106" fmla="*/ 66 w 126"/>
              <a:gd name="T107" fmla="*/ 104 h 144"/>
              <a:gd name="T108" fmla="*/ 71 w 126"/>
              <a:gd name="T109" fmla="*/ 99 h 144"/>
              <a:gd name="T110" fmla="*/ 75 w 126"/>
              <a:gd name="T111" fmla="*/ 100 h 144"/>
              <a:gd name="T112" fmla="*/ 75 w 126"/>
              <a:gd name="T113" fmla="*/ 99 h 144"/>
              <a:gd name="T114" fmla="*/ 83 w 126"/>
              <a:gd name="T115" fmla="*/ 98 h 144"/>
              <a:gd name="T116" fmla="*/ 82 w 126"/>
              <a:gd name="T117" fmla="*/ 99 h 144"/>
            </a:gdLst>
            <a:rect l="0" t="0" r="r" b="b"/>
            <a:pathLst>
              <a:path w="126" h="144">
                <a:moveTo>
                  <a:pt x="3" y="41"/>
                </a:moveTo>
                <a:cubicBezTo>
                  <a:pt x="3" y="42"/>
                  <a:pt x="4" y="42"/>
                  <a:pt x="7" y="39"/>
                </a:cubicBezTo>
                <a:cubicBezTo>
                  <a:pt x="8" y="39"/>
                  <a:pt x="10" y="37"/>
                  <a:pt x="12" y="35"/>
                </a:cubicBezTo>
                <a:cubicBezTo>
                  <a:pt x="12" y="34"/>
                  <a:pt x="12" y="34"/>
                  <a:pt x="12" y="34"/>
                </a:cubicBezTo>
                <a:cubicBezTo>
                  <a:pt x="19" y="26"/>
                  <a:pt x="33" y="6"/>
                  <a:pt x="54" y="7"/>
                </a:cubicBezTo>
                <a:cubicBezTo>
                  <a:pt x="71" y="9"/>
                  <a:pt x="84" y="22"/>
                  <a:pt x="89" y="45"/>
                </a:cubicBezTo>
                <a:cubicBezTo>
                  <a:pt x="90" y="46"/>
                  <a:pt x="90" y="46"/>
                  <a:pt x="90" y="47"/>
                </a:cubicBezTo>
                <a:cubicBezTo>
                  <a:pt x="91" y="51"/>
                  <a:pt x="92" y="55"/>
                  <a:pt x="95" y="57"/>
                </a:cubicBezTo>
                <a:cubicBezTo>
                  <a:pt x="95" y="57"/>
                  <a:pt x="96" y="57"/>
                  <a:pt x="96" y="57"/>
                </a:cubicBezTo>
                <a:cubicBezTo>
                  <a:pt x="97" y="57"/>
                  <a:pt x="98" y="57"/>
                  <a:pt x="99" y="56"/>
                </a:cubicBezTo>
                <a:cubicBezTo>
                  <a:pt x="100" y="55"/>
                  <a:pt x="99" y="53"/>
                  <a:pt x="98" y="52"/>
                </a:cubicBezTo>
                <a:cubicBezTo>
                  <a:pt x="98" y="51"/>
                  <a:pt x="97" y="48"/>
                  <a:pt x="96" y="45"/>
                </a:cubicBezTo>
                <a:cubicBezTo>
                  <a:pt x="96" y="45"/>
                  <a:pt x="96" y="45"/>
                  <a:pt x="96" y="45"/>
                </a:cubicBezTo>
                <a:cubicBezTo>
                  <a:pt x="96" y="44"/>
                  <a:pt x="96" y="44"/>
                  <a:pt x="95" y="44"/>
                </a:cubicBezTo>
                <a:cubicBezTo>
                  <a:pt x="94" y="40"/>
                  <a:pt x="92" y="30"/>
                  <a:pt x="86" y="21"/>
                </a:cubicBezTo>
                <a:cubicBezTo>
                  <a:pt x="78" y="9"/>
                  <a:pt x="68" y="2"/>
                  <a:pt x="55" y="1"/>
                </a:cubicBezTo>
                <a:cubicBezTo>
                  <a:pt x="54" y="1"/>
                  <a:pt x="54" y="1"/>
                  <a:pt x="54" y="1"/>
                </a:cubicBezTo>
                <a:cubicBezTo>
                  <a:pt x="30" y="0"/>
                  <a:pt x="14" y="21"/>
                  <a:pt x="8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5" y="34"/>
                  <a:pt x="3" y="35"/>
                  <a:pt x="2" y="36"/>
                </a:cubicBezTo>
                <a:cubicBezTo>
                  <a:pt x="2" y="36"/>
                  <a:pt x="2" y="36"/>
                  <a:pt x="1" y="36"/>
                </a:cubicBezTo>
                <a:cubicBezTo>
                  <a:pt x="0" y="37"/>
                  <a:pt x="0" y="38"/>
                  <a:pt x="0" y="39"/>
                </a:cubicBezTo>
                <a:cubicBezTo>
                  <a:pt x="0" y="40"/>
                  <a:pt x="1" y="41"/>
                  <a:pt x="3" y="41"/>
                </a:cubicBezTo>
                <a:close/>
                <a:moveTo>
                  <a:pt x="4" y="73"/>
                </a:moveTo>
                <a:cubicBezTo>
                  <a:pt x="14" y="70"/>
                  <a:pt x="23" y="64"/>
                  <a:pt x="24" y="64"/>
                </a:cubicBezTo>
                <a:cubicBezTo>
                  <a:pt x="37" y="56"/>
                  <a:pt x="49" y="43"/>
                  <a:pt x="49" y="43"/>
                </a:cubicBezTo>
                <a:cubicBezTo>
                  <a:pt x="54" y="38"/>
                  <a:pt x="61" y="32"/>
                  <a:pt x="67" y="34"/>
                </a:cubicBezTo>
                <a:cubicBezTo>
                  <a:pt x="70" y="35"/>
                  <a:pt x="72" y="37"/>
                  <a:pt x="74" y="39"/>
                </a:cubicBezTo>
                <a:cubicBezTo>
                  <a:pt x="75" y="43"/>
                  <a:pt x="75" y="47"/>
                  <a:pt x="73" y="51"/>
                </a:cubicBezTo>
                <a:cubicBezTo>
                  <a:pt x="73" y="51"/>
                  <a:pt x="73" y="52"/>
                  <a:pt x="73" y="52"/>
                </a:cubicBezTo>
                <a:cubicBezTo>
                  <a:pt x="75" y="52"/>
                  <a:pt x="77" y="53"/>
                  <a:pt x="79" y="53"/>
                </a:cubicBezTo>
                <a:cubicBezTo>
                  <a:pt x="81" y="47"/>
                  <a:pt x="81" y="41"/>
                  <a:pt x="79" y="37"/>
                </a:cubicBezTo>
                <a:cubicBezTo>
                  <a:pt x="77" y="33"/>
                  <a:pt x="73" y="30"/>
                  <a:pt x="68" y="28"/>
                </a:cubicBezTo>
                <a:cubicBezTo>
                  <a:pt x="61" y="26"/>
                  <a:pt x="52" y="30"/>
                  <a:pt x="44" y="39"/>
                </a:cubicBezTo>
                <a:cubicBezTo>
                  <a:pt x="44" y="39"/>
                  <a:pt x="33" y="52"/>
                  <a:pt x="20" y="59"/>
                </a:cubicBezTo>
                <a:cubicBezTo>
                  <a:pt x="20" y="59"/>
                  <a:pt x="12" y="64"/>
                  <a:pt x="2" y="67"/>
                </a:cubicBezTo>
                <a:cubicBezTo>
                  <a:pt x="1" y="67"/>
                  <a:pt x="0" y="69"/>
                  <a:pt x="0" y="71"/>
                </a:cubicBezTo>
                <a:cubicBezTo>
                  <a:pt x="1" y="72"/>
                  <a:pt x="2" y="73"/>
                  <a:pt x="4" y="73"/>
                </a:cubicBezTo>
                <a:close/>
                <a:moveTo>
                  <a:pt x="36" y="87"/>
                </a:moveTo>
                <a:cubicBezTo>
                  <a:pt x="36" y="86"/>
                  <a:pt x="36" y="85"/>
                  <a:pt x="36" y="83"/>
                </a:cubicBezTo>
                <a:cubicBezTo>
                  <a:pt x="27" y="89"/>
                  <a:pt x="16" y="95"/>
                  <a:pt x="8" y="99"/>
                </a:cubicBezTo>
                <a:cubicBezTo>
                  <a:pt x="6" y="99"/>
                  <a:pt x="5" y="101"/>
                  <a:pt x="6" y="103"/>
                </a:cubicBezTo>
                <a:cubicBezTo>
                  <a:pt x="6" y="104"/>
                  <a:pt x="8" y="105"/>
                  <a:pt x="9" y="105"/>
                </a:cubicBezTo>
                <a:cubicBezTo>
                  <a:pt x="9" y="105"/>
                  <a:pt x="10" y="105"/>
                  <a:pt x="10" y="104"/>
                </a:cubicBezTo>
                <a:cubicBezTo>
                  <a:pt x="18" y="101"/>
                  <a:pt x="28" y="95"/>
                  <a:pt x="36" y="91"/>
                </a:cubicBezTo>
                <a:cubicBezTo>
                  <a:pt x="36" y="89"/>
                  <a:pt x="36" y="88"/>
                  <a:pt x="36" y="87"/>
                </a:cubicBezTo>
                <a:close/>
                <a:moveTo>
                  <a:pt x="30" y="30"/>
                </a:moveTo>
                <a:cubicBezTo>
                  <a:pt x="28" y="32"/>
                  <a:pt x="27" y="34"/>
                  <a:pt x="26" y="35"/>
                </a:cubicBezTo>
                <a:cubicBezTo>
                  <a:pt x="24" y="37"/>
                  <a:pt x="22" y="39"/>
                  <a:pt x="20" y="41"/>
                </a:cubicBezTo>
                <a:cubicBezTo>
                  <a:pt x="18" y="43"/>
                  <a:pt x="16" y="44"/>
                  <a:pt x="14" y="45"/>
                </a:cubicBezTo>
                <a:cubicBezTo>
                  <a:pt x="11" y="47"/>
                  <a:pt x="9" y="48"/>
                  <a:pt x="6" y="50"/>
                </a:cubicBezTo>
                <a:cubicBezTo>
                  <a:pt x="5" y="50"/>
                  <a:pt x="4" y="50"/>
                  <a:pt x="3" y="51"/>
                </a:cubicBezTo>
                <a:cubicBezTo>
                  <a:pt x="2" y="51"/>
                  <a:pt x="1" y="53"/>
                  <a:pt x="1" y="54"/>
                </a:cubicBezTo>
                <a:cubicBezTo>
                  <a:pt x="2" y="56"/>
                  <a:pt x="3" y="57"/>
                  <a:pt x="5" y="57"/>
                </a:cubicBezTo>
                <a:cubicBezTo>
                  <a:pt x="8" y="56"/>
                  <a:pt x="11" y="54"/>
                  <a:pt x="14" y="52"/>
                </a:cubicBezTo>
                <a:cubicBezTo>
                  <a:pt x="16" y="51"/>
                  <a:pt x="19" y="50"/>
                  <a:pt x="21" y="48"/>
                </a:cubicBezTo>
                <a:cubicBezTo>
                  <a:pt x="25" y="45"/>
                  <a:pt x="29" y="41"/>
                  <a:pt x="32" y="37"/>
                </a:cubicBezTo>
                <a:cubicBezTo>
                  <a:pt x="33" y="35"/>
                  <a:pt x="35" y="34"/>
                  <a:pt x="36" y="32"/>
                </a:cubicBezTo>
                <a:cubicBezTo>
                  <a:pt x="37" y="31"/>
                  <a:pt x="38" y="31"/>
                  <a:pt x="39" y="30"/>
                </a:cubicBezTo>
                <a:cubicBezTo>
                  <a:pt x="39" y="29"/>
                  <a:pt x="40" y="29"/>
                  <a:pt x="40" y="29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2" y="28"/>
                  <a:pt x="42" y="28"/>
                </a:cubicBezTo>
                <a:cubicBezTo>
                  <a:pt x="44" y="26"/>
                  <a:pt x="46" y="24"/>
                  <a:pt x="48" y="23"/>
                </a:cubicBezTo>
                <a:cubicBezTo>
                  <a:pt x="51" y="22"/>
                  <a:pt x="53" y="21"/>
                  <a:pt x="56" y="21"/>
                </a:cubicBezTo>
                <a:cubicBezTo>
                  <a:pt x="57" y="20"/>
                  <a:pt x="57" y="20"/>
                  <a:pt x="57" y="20"/>
                </a:cubicBezTo>
                <a:cubicBezTo>
                  <a:pt x="59" y="20"/>
                  <a:pt x="61" y="19"/>
                  <a:pt x="61" y="17"/>
                </a:cubicBezTo>
                <a:cubicBezTo>
                  <a:pt x="61" y="16"/>
                  <a:pt x="59" y="14"/>
                  <a:pt x="57" y="14"/>
                </a:cubicBezTo>
                <a:cubicBezTo>
                  <a:pt x="46" y="15"/>
                  <a:pt x="37" y="22"/>
                  <a:pt x="30" y="30"/>
                </a:cubicBezTo>
                <a:close/>
                <a:moveTo>
                  <a:pt x="6" y="89"/>
                </a:moveTo>
                <a:cubicBezTo>
                  <a:pt x="10" y="87"/>
                  <a:pt x="24" y="82"/>
                  <a:pt x="39" y="72"/>
                </a:cubicBezTo>
                <a:cubicBezTo>
                  <a:pt x="43" y="63"/>
                  <a:pt x="51" y="57"/>
                  <a:pt x="60" y="54"/>
                </a:cubicBezTo>
                <a:cubicBezTo>
                  <a:pt x="62" y="52"/>
                  <a:pt x="64" y="49"/>
                  <a:pt x="66" y="47"/>
                </a:cubicBezTo>
                <a:cubicBezTo>
                  <a:pt x="67" y="46"/>
                  <a:pt x="66" y="44"/>
                  <a:pt x="65" y="43"/>
                </a:cubicBezTo>
                <a:cubicBezTo>
                  <a:pt x="64" y="42"/>
                  <a:pt x="62" y="42"/>
                  <a:pt x="61" y="43"/>
                </a:cubicBezTo>
                <a:cubicBezTo>
                  <a:pt x="43" y="69"/>
                  <a:pt x="10" y="81"/>
                  <a:pt x="4" y="83"/>
                </a:cubicBezTo>
                <a:cubicBezTo>
                  <a:pt x="4" y="83"/>
                  <a:pt x="4" y="83"/>
                  <a:pt x="4" y="83"/>
                </a:cubicBezTo>
                <a:cubicBezTo>
                  <a:pt x="2" y="84"/>
                  <a:pt x="1" y="85"/>
                  <a:pt x="2" y="87"/>
                </a:cubicBezTo>
                <a:cubicBezTo>
                  <a:pt x="3" y="88"/>
                  <a:pt x="4" y="89"/>
                  <a:pt x="5" y="89"/>
                </a:cubicBezTo>
                <a:cubicBezTo>
                  <a:pt x="5" y="89"/>
                  <a:pt x="6" y="89"/>
                  <a:pt x="6" y="89"/>
                </a:cubicBezTo>
                <a:close/>
                <a:moveTo>
                  <a:pt x="41" y="105"/>
                </a:moveTo>
                <a:cubicBezTo>
                  <a:pt x="40" y="103"/>
                  <a:pt x="39" y="101"/>
                  <a:pt x="38" y="99"/>
                </a:cubicBezTo>
                <a:cubicBezTo>
                  <a:pt x="37" y="100"/>
                  <a:pt x="36" y="101"/>
                  <a:pt x="35" y="101"/>
                </a:cubicBezTo>
                <a:cubicBezTo>
                  <a:pt x="27" y="106"/>
                  <a:pt x="19" y="112"/>
                  <a:pt x="15" y="113"/>
                </a:cubicBezTo>
                <a:cubicBezTo>
                  <a:pt x="13" y="113"/>
                  <a:pt x="12" y="115"/>
                  <a:pt x="13" y="117"/>
                </a:cubicBezTo>
                <a:cubicBezTo>
                  <a:pt x="13" y="118"/>
                  <a:pt x="14" y="119"/>
                  <a:pt x="16" y="119"/>
                </a:cubicBezTo>
                <a:cubicBezTo>
                  <a:pt x="16" y="119"/>
                  <a:pt x="16" y="119"/>
                  <a:pt x="17" y="119"/>
                </a:cubicBezTo>
                <a:cubicBezTo>
                  <a:pt x="21" y="118"/>
                  <a:pt x="30" y="112"/>
                  <a:pt x="38" y="106"/>
                </a:cubicBezTo>
                <a:cubicBezTo>
                  <a:pt x="39" y="106"/>
                  <a:pt x="40" y="105"/>
                  <a:pt x="41" y="105"/>
                </a:cubicBezTo>
                <a:close/>
                <a:moveTo>
                  <a:pt x="81" y="122"/>
                </a:moveTo>
                <a:cubicBezTo>
                  <a:pt x="81" y="122"/>
                  <a:pt x="80" y="121"/>
                  <a:pt x="79" y="121"/>
                </a:cubicBezTo>
                <a:cubicBezTo>
                  <a:pt x="76" y="122"/>
                  <a:pt x="74" y="122"/>
                  <a:pt x="71" y="122"/>
                </a:cubicBezTo>
                <a:cubicBezTo>
                  <a:pt x="70" y="122"/>
                  <a:pt x="69" y="122"/>
                  <a:pt x="69" y="122"/>
                </a:cubicBezTo>
                <a:cubicBezTo>
                  <a:pt x="73" y="124"/>
                  <a:pt x="76" y="127"/>
                  <a:pt x="79" y="128"/>
                </a:cubicBezTo>
                <a:cubicBezTo>
                  <a:pt x="81" y="128"/>
                  <a:pt x="83" y="127"/>
                  <a:pt x="83" y="126"/>
                </a:cubicBezTo>
                <a:cubicBezTo>
                  <a:pt x="84" y="124"/>
                  <a:pt x="83" y="122"/>
                  <a:pt x="81" y="122"/>
                </a:cubicBezTo>
                <a:close/>
                <a:moveTo>
                  <a:pt x="47" y="112"/>
                </a:moveTo>
                <a:cubicBezTo>
                  <a:pt x="42" y="115"/>
                  <a:pt x="36" y="119"/>
                  <a:pt x="29" y="124"/>
                </a:cubicBezTo>
                <a:cubicBezTo>
                  <a:pt x="27" y="125"/>
                  <a:pt x="26" y="127"/>
                  <a:pt x="25" y="127"/>
                </a:cubicBezTo>
                <a:cubicBezTo>
                  <a:pt x="24" y="128"/>
                  <a:pt x="23" y="130"/>
                  <a:pt x="24" y="131"/>
                </a:cubicBezTo>
                <a:cubicBezTo>
                  <a:pt x="25" y="132"/>
                  <a:pt x="26" y="133"/>
                  <a:pt x="27" y="133"/>
                </a:cubicBezTo>
                <a:cubicBezTo>
                  <a:pt x="27" y="133"/>
                  <a:pt x="28" y="133"/>
                  <a:pt x="29" y="132"/>
                </a:cubicBezTo>
                <a:cubicBezTo>
                  <a:pt x="30" y="131"/>
                  <a:pt x="31" y="130"/>
                  <a:pt x="33" y="129"/>
                </a:cubicBezTo>
                <a:cubicBezTo>
                  <a:pt x="37" y="126"/>
                  <a:pt x="46" y="119"/>
                  <a:pt x="52" y="116"/>
                </a:cubicBezTo>
                <a:cubicBezTo>
                  <a:pt x="50" y="115"/>
                  <a:pt x="48" y="114"/>
                  <a:pt x="47" y="112"/>
                </a:cubicBezTo>
                <a:close/>
                <a:moveTo>
                  <a:pt x="71" y="137"/>
                </a:moveTo>
                <a:cubicBezTo>
                  <a:pt x="69" y="136"/>
                  <a:pt x="68" y="135"/>
                  <a:pt x="66" y="134"/>
                </a:cubicBezTo>
                <a:cubicBezTo>
                  <a:pt x="61" y="130"/>
                  <a:pt x="57" y="127"/>
                  <a:pt x="52" y="128"/>
                </a:cubicBezTo>
                <a:cubicBezTo>
                  <a:pt x="47" y="129"/>
                  <a:pt x="38" y="137"/>
                  <a:pt x="37" y="139"/>
                </a:cubicBezTo>
                <a:cubicBezTo>
                  <a:pt x="36" y="140"/>
                  <a:pt x="36" y="142"/>
                  <a:pt x="37" y="143"/>
                </a:cubicBezTo>
                <a:cubicBezTo>
                  <a:pt x="37" y="144"/>
                  <a:pt x="38" y="144"/>
                  <a:pt x="39" y="144"/>
                </a:cubicBezTo>
                <a:cubicBezTo>
                  <a:pt x="40" y="144"/>
                  <a:pt x="41" y="144"/>
                  <a:pt x="41" y="143"/>
                </a:cubicBezTo>
                <a:cubicBezTo>
                  <a:pt x="45" y="139"/>
                  <a:pt x="51" y="134"/>
                  <a:pt x="53" y="134"/>
                </a:cubicBezTo>
                <a:cubicBezTo>
                  <a:pt x="55" y="133"/>
                  <a:pt x="59" y="136"/>
                  <a:pt x="63" y="139"/>
                </a:cubicBezTo>
                <a:cubicBezTo>
                  <a:pt x="64" y="140"/>
                  <a:pt x="66" y="141"/>
                  <a:pt x="68" y="142"/>
                </a:cubicBezTo>
                <a:cubicBezTo>
                  <a:pt x="69" y="143"/>
                  <a:pt x="71" y="143"/>
                  <a:pt x="72" y="141"/>
                </a:cubicBezTo>
                <a:cubicBezTo>
                  <a:pt x="73" y="140"/>
                  <a:pt x="72" y="138"/>
                  <a:pt x="71" y="137"/>
                </a:cubicBezTo>
                <a:close/>
                <a:moveTo>
                  <a:pt x="123" y="133"/>
                </a:moveTo>
                <a:cubicBezTo>
                  <a:pt x="96" y="105"/>
                  <a:pt x="96" y="105"/>
                  <a:pt x="96" y="105"/>
                </a:cubicBezTo>
                <a:cubicBezTo>
                  <a:pt x="100" y="100"/>
                  <a:pt x="103" y="93"/>
                  <a:pt x="103" y="86"/>
                </a:cubicBezTo>
                <a:cubicBezTo>
                  <a:pt x="103" y="70"/>
                  <a:pt x="89" y="56"/>
                  <a:pt x="72" y="56"/>
                </a:cubicBezTo>
                <a:cubicBezTo>
                  <a:pt x="55" y="56"/>
                  <a:pt x="42" y="70"/>
                  <a:pt x="42" y="86"/>
                </a:cubicBezTo>
                <a:cubicBezTo>
                  <a:pt x="42" y="103"/>
                  <a:pt x="55" y="117"/>
                  <a:pt x="72" y="117"/>
                </a:cubicBezTo>
                <a:cubicBezTo>
                  <a:pt x="77" y="117"/>
                  <a:pt x="82" y="115"/>
                  <a:pt x="87" y="113"/>
                </a:cubicBezTo>
                <a:cubicBezTo>
                  <a:pt x="115" y="141"/>
                  <a:pt x="115" y="141"/>
                  <a:pt x="115" y="141"/>
                </a:cubicBezTo>
                <a:cubicBezTo>
                  <a:pt x="116" y="142"/>
                  <a:pt x="118" y="143"/>
                  <a:pt x="119" y="143"/>
                </a:cubicBezTo>
                <a:cubicBezTo>
                  <a:pt x="121" y="143"/>
                  <a:pt x="122" y="142"/>
                  <a:pt x="123" y="141"/>
                </a:cubicBezTo>
                <a:cubicBezTo>
                  <a:pt x="126" y="139"/>
                  <a:pt x="126" y="135"/>
                  <a:pt x="123" y="133"/>
                </a:cubicBezTo>
                <a:close/>
                <a:moveTo>
                  <a:pt x="57" y="102"/>
                </a:moveTo>
                <a:cubicBezTo>
                  <a:pt x="57" y="102"/>
                  <a:pt x="57" y="102"/>
                  <a:pt x="57" y="102"/>
                </a:cubicBezTo>
                <a:cubicBezTo>
                  <a:pt x="57" y="102"/>
                  <a:pt x="57" y="102"/>
                  <a:pt x="57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2"/>
                  <a:pt x="56" y="102"/>
                </a:cubicBezTo>
                <a:cubicBezTo>
                  <a:pt x="56" y="102"/>
                  <a:pt x="56" y="101"/>
                  <a:pt x="56" y="101"/>
                </a:cubicBezTo>
                <a:cubicBezTo>
                  <a:pt x="56" y="100"/>
                  <a:pt x="56" y="99"/>
                  <a:pt x="56" y="99"/>
                </a:cubicBezTo>
                <a:cubicBezTo>
                  <a:pt x="56" y="99"/>
                  <a:pt x="56" y="99"/>
                  <a:pt x="57" y="99"/>
                </a:cubicBezTo>
                <a:cubicBezTo>
                  <a:pt x="57" y="99"/>
                  <a:pt x="57" y="99"/>
                  <a:pt x="57" y="99"/>
                </a:cubicBezTo>
                <a:cubicBezTo>
                  <a:pt x="57" y="100"/>
                  <a:pt x="57" y="100"/>
                  <a:pt x="57" y="101"/>
                </a:cubicBezTo>
                <a:cubicBezTo>
                  <a:pt x="57" y="101"/>
                  <a:pt x="57" y="102"/>
                  <a:pt x="57" y="102"/>
                </a:cubicBezTo>
                <a:close/>
                <a:moveTo>
                  <a:pt x="92" y="98"/>
                </a:moveTo>
                <a:cubicBezTo>
                  <a:pt x="91" y="98"/>
                  <a:pt x="90" y="98"/>
                  <a:pt x="90" y="98"/>
                </a:cubicBezTo>
                <a:cubicBezTo>
                  <a:pt x="90" y="99"/>
                  <a:pt x="90" y="100"/>
                  <a:pt x="90" y="101"/>
                </a:cubicBezTo>
                <a:cubicBezTo>
                  <a:pt x="89" y="101"/>
                  <a:pt x="89" y="102"/>
                  <a:pt x="88" y="102"/>
                </a:cubicBezTo>
                <a:cubicBezTo>
                  <a:pt x="88" y="98"/>
                  <a:pt x="88" y="98"/>
                  <a:pt x="88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5" y="99"/>
                  <a:pt x="85" y="99"/>
                  <a:pt x="85" y="99"/>
                </a:cubicBezTo>
                <a:cubicBezTo>
                  <a:pt x="85" y="100"/>
                  <a:pt x="85" y="100"/>
                  <a:pt x="85" y="100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0"/>
                  <a:pt x="86" y="100"/>
                  <a:pt x="86" y="99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6" y="104"/>
                  <a:pt x="86" y="104"/>
                  <a:pt x="86" y="104"/>
                </a:cubicBezTo>
                <a:cubicBezTo>
                  <a:pt x="83" y="107"/>
                  <a:pt x="78" y="109"/>
                  <a:pt x="72" y="109"/>
                </a:cubicBezTo>
                <a:cubicBezTo>
                  <a:pt x="67" y="109"/>
                  <a:pt x="62" y="107"/>
                  <a:pt x="58" y="104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59" y="103"/>
                  <a:pt x="59" y="102"/>
                  <a:pt x="59" y="101"/>
                </a:cubicBezTo>
                <a:cubicBezTo>
                  <a:pt x="59" y="100"/>
                  <a:pt x="59" y="99"/>
                  <a:pt x="58" y="98"/>
                </a:cubicBezTo>
                <a:cubicBezTo>
                  <a:pt x="58" y="98"/>
                  <a:pt x="57" y="98"/>
                  <a:pt x="57" y="98"/>
                </a:cubicBezTo>
                <a:cubicBezTo>
                  <a:pt x="56" y="98"/>
                  <a:pt x="55" y="98"/>
                  <a:pt x="55" y="98"/>
                </a:cubicBezTo>
                <a:cubicBezTo>
                  <a:pt x="55" y="99"/>
                  <a:pt x="55" y="99"/>
                  <a:pt x="54" y="100"/>
                </a:cubicBezTo>
                <a:cubicBezTo>
                  <a:pt x="54" y="100"/>
                  <a:pt x="54" y="99"/>
                  <a:pt x="54" y="99"/>
                </a:cubicBezTo>
                <a:cubicBezTo>
                  <a:pt x="54" y="99"/>
                  <a:pt x="53" y="99"/>
                  <a:pt x="53" y="98"/>
                </a:cubicBezTo>
                <a:cubicBezTo>
                  <a:pt x="53" y="98"/>
                  <a:pt x="53" y="98"/>
                  <a:pt x="53" y="98"/>
                </a:cubicBezTo>
                <a:cubicBezTo>
                  <a:pt x="51" y="95"/>
                  <a:pt x="50" y="93"/>
                  <a:pt x="50" y="90"/>
                </a:cubicBezTo>
                <a:cubicBezTo>
                  <a:pt x="50" y="90"/>
                  <a:pt x="50" y="90"/>
                  <a:pt x="50" y="90"/>
                </a:cubicBezTo>
                <a:cubicBezTo>
                  <a:pt x="50" y="90"/>
                  <a:pt x="51" y="91"/>
                  <a:pt x="52" y="91"/>
                </a:cubicBezTo>
                <a:cubicBezTo>
                  <a:pt x="52" y="91"/>
                  <a:pt x="53" y="90"/>
                  <a:pt x="53" y="90"/>
                </a:cubicBezTo>
                <a:cubicBezTo>
                  <a:pt x="54" y="89"/>
                  <a:pt x="54" y="89"/>
                  <a:pt x="54" y="88"/>
                </a:cubicBezTo>
                <a:cubicBezTo>
                  <a:pt x="54" y="87"/>
                  <a:pt x="54" y="86"/>
                  <a:pt x="53" y="85"/>
                </a:cubicBezTo>
                <a:cubicBezTo>
                  <a:pt x="53" y="85"/>
                  <a:pt x="52" y="84"/>
                  <a:pt x="52" y="84"/>
                </a:cubicBezTo>
                <a:cubicBezTo>
                  <a:pt x="51" y="84"/>
                  <a:pt x="50" y="85"/>
                  <a:pt x="50" y="85"/>
                </a:cubicBezTo>
                <a:cubicBezTo>
                  <a:pt x="50" y="85"/>
                  <a:pt x="50" y="86"/>
                  <a:pt x="50" y="86"/>
                </a:cubicBezTo>
                <a:cubicBezTo>
                  <a:pt x="50" y="83"/>
                  <a:pt x="50" y="80"/>
                  <a:pt x="51" y="78"/>
                </a:cubicBezTo>
                <a:cubicBezTo>
                  <a:pt x="52" y="78"/>
                  <a:pt x="52" y="78"/>
                  <a:pt x="52" y="78"/>
                </a:cubicBezTo>
                <a:cubicBezTo>
                  <a:pt x="52" y="78"/>
                  <a:pt x="53" y="77"/>
                  <a:pt x="53" y="77"/>
                </a:cubicBezTo>
                <a:cubicBezTo>
                  <a:pt x="54" y="76"/>
                  <a:pt x="54" y="76"/>
                  <a:pt x="54" y="74"/>
                </a:cubicBezTo>
                <a:cubicBezTo>
                  <a:pt x="54" y="74"/>
                  <a:pt x="54" y="74"/>
                  <a:pt x="54" y="73"/>
                </a:cubicBezTo>
                <a:cubicBezTo>
                  <a:pt x="58" y="68"/>
                  <a:pt x="65" y="64"/>
                  <a:pt x="72" y="64"/>
                </a:cubicBezTo>
                <a:cubicBezTo>
                  <a:pt x="79" y="64"/>
                  <a:pt x="86" y="67"/>
                  <a:pt x="90" y="73"/>
                </a:cubicBezTo>
                <a:cubicBezTo>
                  <a:pt x="90" y="73"/>
                  <a:pt x="90" y="73"/>
                  <a:pt x="90" y="73"/>
                </a:cubicBezTo>
                <a:cubicBezTo>
                  <a:pt x="90" y="74"/>
                  <a:pt x="90" y="74"/>
                  <a:pt x="90" y="74"/>
                </a:cubicBezTo>
                <a:cubicBezTo>
                  <a:pt x="91" y="74"/>
                  <a:pt x="91" y="74"/>
                  <a:pt x="91" y="74"/>
                </a:cubicBezTo>
                <a:cubicBezTo>
                  <a:pt x="91" y="74"/>
                  <a:pt x="91" y="75"/>
                  <a:pt x="91" y="75"/>
                </a:cubicBezTo>
                <a:cubicBezTo>
                  <a:pt x="91" y="77"/>
                  <a:pt x="91" y="77"/>
                  <a:pt x="91" y="77"/>
                </a:cubicBezTo>
                <a:cubicBezTo>
                  <a:pt x="93" y="77"/>
                  <a:pt x="93" y="77"/>
                  <a:pt x="93" y="77"/>
                </a:cubicBezTo>
                <a:cubicBezTo>
                  <a:pt x="94" y="80"/>
                  <a:pt x="95" y="83"/>
                  <a:pt x="95" y="86"/>
                </a:cubicBezTo>
                <a:cubicBezTo>
                  <a:pt x="95" y="90"/>
                  <a:pt x="93" y="94"/>
                  <a:pt x="92" y="98"/>
                </a:cubicBezTo>
                <a:close/>
                <a:moveTo>
                  <a:pt x="51" y="88"/>
                </a:moveTo>
                <a:cubicBezTo>
                  <a:pt x="51" y="87"/>
                  <a:pt x="51" y="86"/>
                  <a:pt x="51" y="86"/>
                </a:cubicBezTo>
                <a:cubicBezTo>
                  <a:pt x="51" y="86"/>
                  <a:pt x="51" y="86"/>
                  <a:pt x="52" y="86"/>
                </a:cubicBezTo>
                <a:cubicBezTo>
                  <a:pt x="52" y="86"/>
                  <a:pt x="52" y="86"/>
                  <a:pt x="52" y="86"/>
                </a:cubicBezTo>
                <a:cubicBezTo>
                  <a:pt x="52" y="86"/>
                  <a:pt x="52" y="87"/>
                  <a:pt x="52" y="88"/>
                </a:cubicBezTo>
                <a:cubicBezTo>
                  <a:pt x="52" y="88"/>
                  <a:pt x="52" y="89"/>
                  <a:pt x="52" y="89"/>
                </a:cubicBezTo>
                <a:cubicBezTo>
                  <a:pt x="52" y="89"/>
                  <a:pt x="52" y="89"/>
                  <a:pt x="52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51" y="89"/>
                  <a:pt x="51" y="88"/>
                  <a:pt x="51" y="88"/>
                </a:cubicBezTo>
                <a:close/>
                <a:moveTo>
                  <a:pt x="56" y="74"/>
                </a:moveTo>
                <a:cubicBezTo>
                  <a:pt x="56" y="73"/>
                  <a:pt x="56" y="73"/>
                  <a:pt x="56" y="73"/>
                </a:cubicBezTo>
                <a:cubicBezTo>
                  <a:pt x="56" y="74"/>
                  <a:pt x="56" y="74"/>
                  <a:pt x="56" y="74"/>
                </a:cubicBezTo>
                <a:cubicBezTo>
                  <a:pt x="56" y="77"/>
                  <a:pt x="56" y="77"/>
                  <a:pt x="56" y="77"/>
                </a:cubicBezTo>
                <a:cubicBezTo>
                  <a:pt x="58" y="77"/>
                  <a:pt x="58" y="77"/>
                  <a:pt x="58" y="77"/>
                </a:cubicBezTo>
                <a:cubicBezTo>
                  <a:pt x="58" y="71"/>
                  <a:pt x="58" y="71"/>
                  <a:pt x="5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55" y="73"/>
                  <a:pt x="55" y="73"/>
                  <a:pt x="55" y="73"/>
                </a:cubicBezTo>
                <a:cubicBezTo>
                  <a:pt x="55" y="74"/>
                  <a:pt x="55" y="74"/>
                  <a:pt x="55" y="74"/>
                </a:cubicBezTo>
                <a:lnTo>
                  <a:pt x="56" y="74"/>
                </a:lnTo>
                <a:close/>
                <a:moveTo>
                  <a:pt x="62" y="71"/>
                </a:moveTo>
                <a:cubicBezTo>
                  <a:pt x="61" y="71"/>
                  <a:pt x="60" y="72"/>
                  <a:pt x="60" y="72"/>
                </a:cubicBezTo>
                <a:cubicBezTo>
                  <a:pt x="60" y="73"/>
                  <a:pt x="59" y="73"/>
                  <a:pt x="59" y="74"/>
                </a:cubicBezTo>
                <a:cubicBezTo>
                  <a:pt x="59" y="75"/>
                  <a:pt x="60" y="76"/>
                  <a:pt x="60" y="77"/>
                </a:cubicBezTo>
                <a:cubicBezTo>
                  <a:pt x="60" y="77"/>
                  <a:pt x="61" y="78"/>
                  <a:pt x="62" y="78"/>
                </a:cubicBezTo>
                <a:cubicBezTo>
                  <a:pt x="62" y="78"/>
                  <a:pt x="63" y="77"/>
                  <a:pt x="63" y="77"/>
                </a:cubicBezTo>
                <a:cubicBezTo>
                  <a:pt x="64" y="76"/>
                  <a:pt x="64" y="76"/>
                  <a:pt x="64" y="74"/>
                </a:cubicBezTo>
                <a:cubicBezTo>
                  <a:pt x="64" y="73"/>
                  <a:pt x="64" y="73"/>
                  <a:pt x="63" y="72"/>
                </a:cubicBezTo>
                <a:cubicBezTo>
                  <a:pt x="63" y="72"/>
                  <a:pt x="62" y="71"/>
                  <a:pt x="62" y="71"/>
                </a:cubicBezTo>
                <a:close/>
                <a:moveTo>
                  <a:pt x="62" y="76"/>
                </a:moveTo>
                <a:cubicBezTo>
                  <a:pt x="62" y="76"/>
                  <a:pt x="62" y="76"/>
                  <a:pt x="62" y="76"/>
                </a:cubicBezTo>
                <a:cubicBezTo>
                  <a:pt x="61" y="76"/>
                  <a:pt x="61" y="76"/>
                  <a:pt x="61" y="76"/>
                </a:cubicBezTo>
                <a:cubicBezTo>
                  <a:pt x="61" y="76"/>
                  <a:pt x="61" y="75"/>
                  <a:pt x="61" y="74"/>
                </a:cubicBezTo>
                <a:cubicBezTo>
                  <a:pt x="61" y="74"/>
                  <a:pt x="61" y="73"/>
                  <a:pt x="61" y="73"/>
                </a:cubicBezTo>
                <a:cubicBezTo>
                  <a:pt x="61" y="73"/>
                  <a:pt x="61" y="73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73"/>
                  <a:pt x="62" y="74"/>
                  <a:pt x="62" y="74"/>
                </a:cubicBezTo>
                <a:cubicBezTo>
                  <a:pt x="62" y="75"/>
                  <a:pt x="62" y="76"/>
                  <a:pt x="62" y="76"/>
                </a:cubicBezTo>
                <a:close/>
                <a:moveTo>
                  <a:pt x="66" y="74"/>
                </a:moveTo>
                <a:cubicBezTo>
                  <a:pt x="66" y="73"/>
                  <a:pt x="66" y="73"/>
                  <a:pt x="66" y="73"/>
                </a:cubicBezTo>
                <a:cubicBezTo>
                  <a:pt x="66" y="74"/>
                  <a:pt x="66" y="74"/>
                  <a:pt x="66" y="74"/>
                </a:cubicBezTo>
                <a:cubicBezTo>
                  <a:pt x="66" y="77"/>
                  <a:pt x="66" y="77"/>
                  <a:pt x="66" y="77"/>
                </a:cubicBezTo>
                <a:cubicBezTo>
                  <a:pt x="68" y="77"/>
                  <a:pt x="68" y="77"/>
                  <a:pt x="68" y="77"/>
                </a:cubicBezTo>
                <a:cubicBezTo>
                  <a:pt x="68" y="71"/>
                  <a:pt x="68" y="71"/>
                  <a:pt x="68" y="71"/>
                </a:cubicBezTo>
                <a:cubicBezTo>
                  <a:pt x="67" y="71"/>
                  <a:pt x="67" y="71"/>
                  <a:pt x="67" y="71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4"/>
                  <a:pt x="65" y="74"/>
                  <a:pt x="65" y="74"/>
                </a:cubicBezTo>
                <a:lnTo>
                  <a:pt x="66" y="74"/>
                </a:lnTo>
                <a:close/>
                <a:moveTo>
                  <a:pt x="72" y="71"/>
                </a:moveTo>
                <a:cubicBezTo>
                  <a:pt x="71" y="71"/>
                  <a:pt x="70" y="72"/>
                  <a:pt x="70" y="72"/>
                </a:cubicBezTo>
                <a:cubicBezTo>
                  <a:pt x="70" y="73"/>
                  <a:pt x="69" y="73"/>
                  <a:pt x="69" y="74"/>
                </a:cubicBezTo>
                <a:cubicBezTo>
                  <a:pt x="69" y="75"/>
                  <a:pt x="70" y="76"/>
                  <a:pt x="70" y="77"/>
                </a:cubicBezTo>
                <a:cubicBezTo>
                  <a:pt x="70" y="77"/>
                  <a:pt x="71" y="78"/>
                  <a:pt x="72" y="78"/>
                </a:cubicBezTo>
                <a:cubicBezTo>
                  <a:pt x="72" y="78"/>
                  <a:pt x="73" y="77"/>
                  <a:pt x="73" y="77"/>
                </a:cubicBezTo>
                <a:cubicBezTo>
                  <a:pt x="74" y="76"/>
                  <a:pt x="74" y="76"/>
                  <a:pt x="74" y="74"/>
                </a:cubicBezTo>
                <a:cubicBezTo>
                  <a:pt x="74" y="73"/>
                  <a:pt x="74" y="73"/>
                  <a:pt x="73" y="72"/>
                </a:cubicBezTo>
                <a:cubicBezTo>
                  <a:pt x="73" y="72"/>
                  <a:pt x="72" y="71"/>
                  <a:pt x="72" y="71"/>
                </a:cubicBezTo>
                <a:close/>
                <a:moveTo>
                  <a:pt x="72" y="76"/>
                </a:moveTo>
                <a:cubicBezTo>
                  <a:pt x="72" y="76"/>
                  <a:pt x="72" y="76"/>
                  <a:pt x="72" y="76"/>
                </a:cubicBezTo>
                <a:cubicBezTo>
                  <a:pt x="71" y="76"/>
                  <a:pt x="71" y="76"/>
                  <a:pt x="71" y="76"/>
                </a:cubicBezTo>
                <a:cubicBezTo>
                  <a:pt x="71" y="76"/>
                  <a:pt x="71" y="75"/>
                  <a:pt x="71" y="74"/>
                </a:cubicBezTo>
                <a:cubicBezTo>
                  <a:pt x="71" y="74"/>
                  <a:pt x="71" y="73"/>
                  <a:pt x="71" y="73"/>
                </a:cubicBezTo>
                <a:cubicBezTo>
                  <a:pt x="71" y="73"/>
                  <a:pt x="71" y="73"/>
                  <a:pt x="72" y="73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73"/>
                  <a:pt x="72" y="74"/>
                  <a:pt x="72" y="74"/>
                </a:cubicBezTo>
                <a:cubicBezTo>
                  <a:pt x="72" y="75"/>
                  <a:pt x="72" y="76"/>
                  <a:pt x="72" y="76"/>
                </a:cubicBezTo>
                <a:close/>
                <a:moveTo>
                  <a:pt x="77" y="71"/>
                </a:moveTo>
                <a:cubicBezTo>
                  <a:pt x="76" y="71"/>
                  <a:pt x="75" y="72"/>
                  <a:pt x="75" y="72"/>
                </a:cubicBezTo>
                <a:cubicBezTo>
                  <a:pt x="75" y="73"/>
                  <a:pt x="74" y="73"/>
                  <a:pt x="74" y="74"/>
                </a:cubicBezTo>
                <a:cubicBezTo>
                  <a:pt x="74" y="75"/>
                  <a:pt x="75" y="76"/>
                  <a:pt x="75" y="77"/>
                </a:cubicBezTo>
                <a:cubicBezTo>
                  <a:pt x="75" y="77"/>
                  <a:pt x="76" y="78"/>
                  <a:pt x="77" y="78"/>
                </a:cubicBezTo>
                <a:cubicBezTo>
                  <a:pt x="77" y="78"/>
                  <a:pt x="78" y="77"/>
                  <a:pt x="78" y="77"/>
                </a:cubicBezTo>
                <a:cubicBezTo>
                  <a:pt x="79" y="76"/>
                  <a:pt x="79" y="76"/>
                  <a:pt x="79" y="74"/>
                </a:cubicBezTo>
                <a:cubicBezTo>
                  <a:pt x="79" y="73"/>
                  <a:pt x="79" y="73"/>
                  <a:pt x="78" y="72"/>
                </a:cubicBezTo>
                <a:cubicBezTo>
                  <a:pt x="78" y="72"/>
                  <a:pt x="77" y="71"/>
                  <a:pt x="77" y="71"/>
                </a:cubicBezTo>
                <a:close/>
                <a:moveTo>
                  <a:pt x="77" y="76"/>
                </a:moveTo>
                <a:cubicBezTo>
                  <a:pt x="77" y="76"/>
                  <a:pt x="77" y="76"/>
                  <a:pt x="77" y="76"/>
                </a:cubicBezTo>
                <a:cubicBezTo>
                  <a:pt x="76" y="76"/>
                  <a:pt x="76" y="76"/>
                  <a:pt x="76" y="76"/>
                </a:cubicBezTo>
                <a:cubicBezTo>
                  <a:pt x="76" y="76"/>
                  <a:pt x="76" y="75"/>
                  <a:pt x="76" y="74"/>
                </a:cubicBezTo>
                <a:cubicBezTo>
                  <a:pt x="76" y="74"/>
                  <a:pt x="76" y="73"/>
                  <a:pt x="76" y="73"/>
                </a:cubicBezTo>
                <a:cubicBezTo>
                  <a:pt x="76" y="73"/>
                  <a:pt x="76" y="73"/>
                  <a:pt x="77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3"/>
                  <a:pt x="77" y="74"/>
                  <a:pt x="77" y="74"/>
                </a:cubicBezTo>
                <a:cubicBezTo>
                  <a:pt x="77" y="75"/>
                  <a:pt x="77" y="76"/>
                  <a:pt x="77" y="76"/>
                </a:cubicBezTo>
                <a:close/>
                <a:moveTo>
                  <a:pt x="81" y="74"/>
                </a:moveTo>
                <a:cubicBezTo>
                  <a:pt x="81" y="73"/>
                  <a:pt x="81" y="73"/>
                  <a:pt x="81" y="73"/>
                </a:cubicBezTo>
                <a:cubicBezTo>
                  <a:pt x="81" y="74"/>
                  <a:pt x="81" y="74"/>
                  <a:pt x="81" y="74"/>
                </a:cubicBezTo>
                <a:cubicBezTo>
                  <a:pt x="81" y="77"/>
                  <a:pt x="81" y="77"/>
                  <a:pt x="81" y="77"/>
                </a:cubicBezTo>
                <a:cubicBezTo>
                  <a:pt x="83" y="77"/>
                  <a:pt x="83" y="77"/>
                  <a:pt x="83" y="77"/>
                </a:cubicBezTo>
                <a:cubicBezTo>
                  <a:pt x="83" y="71"/>
                  <a:pt x="83" y="71"/>
                  <a:pt x="83" y="71"/>
                </a:cubicBezTo>
                <a:cubicBezTo>
                  <a:pt x="82" y="71"/>
                  <a:pt x="82" y="71"/>
                  <a:pt x="82" y="71"/>
                </a:cubicBezTo>
                <a:cubicBezTo>
                  <a:pt x="80" y="73"/>
                  <a:pt x="80" y="73"/>
                  <a:pt x="80" y="73"/>
                </a:cubicBezTo>
                <a:cubicBezTo>
                  <a:pt x="80" y="74"/>
                  <a:pt x="80" y="74"/>
                  <a:pt x="80" y="74"/>
                </a:cubicBezTo>
                <a:lnTo>
                  <a:pt x="81" y="74"/>
                </a:lnTo>
                <a:close/>
                <a:moveTo>
                  <a:pt x="85" y="73"/>
                </a:moveTo>
                <a:cubicBezTo>
                  <a:pt x="85" y="74"/>
                  <a:pt x="85" y="74"/>
                  <a:pt x="85" y="74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3"/>
                  <a:pt x="86" y="73"/>
                  <a:pt x="86" y="73"/>
                </a:cubicBezTo>
                <a:cubicBezTo>
                  <a:pt x="86" y="74"/>
                  <a:pt x="86" y="74"/>
                  <a:pt x="86" y="74"/>
                </a:cubicBezTo>
                <a:cubicBezTo>
                  <a:pt x="86" y="77"/>
                  <a:pt x="86" y="77"/>
                  <a:pt x="86" y="77"/>
                </a:cubicBezTo>
                <a:cubicBezTo>
                  <a:pt x="88" y="77"/>
                  <a:pt x="88" y="77"/>
                  <a:pt x="88" y="77"/>
                </a:cubicBezTo>
                <a:cubicBezTo>
                  <a:pt x="88" y="71"/>
                  <a:pt x="88" y="71"/>
                  <a:pt x="88" y="71"/>
                </a:cubicBezTo>
                <a:cubicBezTo>
                  <a:pt x="87" y="71"/>
                  <a:pt x="87" y="71"/>
                  <a:pt x="87" y="71"/>
                </a:cubicBezTo>
                <a:lnTo>
                  <a:pt x="85" y="73"/>
                </a:lnTo>
                <a:close/>
                <a:moveTo>
                  <a:pt x="57" y="84"/>
                </a:moveTo>
                <a:cubicBezTo>
                  <a:pt x="56" y="84"/>
                  <a:pt x="55" y="85"/>
                  <a:pt x="55" y="85"/>
                </a:cubicBezTo>
                <a:cubicBezTo>
                  <a:pt x="55" y="86"/>
                  <a:pt x="54" y="86"/>
                  <a:pt x="54" y="88"/>
                </a:cubicBezTo>
                <a:cubicBezTo>
                  <a:pt x="54" y="89"/>
                  <a:pt x="55" y="89"/>
                  <a:pt x="55" y="90"/>
                </a:cubicBezTo>
                <a:cubicBezTo>
                  <a:pt x="55" y="90"/>
                  <a:pt x="56" y="91"/>
                  <a:pt x="57" y="91"/>
                </a:cubicBezTo>
                <a:cubicBezTo>
                  <a:pt x="57" y="91"/>
                  <a:pt x="58" y="90"/>
                  <a:pt x="58" y="90"/>
                </a:cubicBezTo>
                <a:cubicBezTo>
                  <a:pt x="59" y="89"/>
                  <a:pt x="59" y="89"/>
                  <a:pt x="59" y="88"/>
                </a:cubicBezTo>
                <a:cubicBezTo>
                  <a:pt x="59" y="87"/>
                  <a:pt x="59" y="86"/>
                  <a:pt x="58" y="85"/>
                </a:cubicBezTo>
                <a:cubicBezTo>
                  <a:pt x="58" y="85"/>
                  <a:pt x="57" y="84"/>
                  <a:pt x="57" y="84"/>
                </a:cubicBezTo>
                <a:close/>
                <a:moveTo>
                  <a:pt x="57" y="89"/>
                </a:moveTo>
                <a:cubicBezTo>
                  <a:pt x="57" y="89"/>
                  <a:pt x="57" y="89"/>
                  <a:pt x="57" y="89"/>
                </a:cubicBezTo>
                <a:cubicBezTo>
                  <a:pt x="56" y="89"/>
                  <a:pt x="56" y="89"/>
                  <a:pt x="56" y="89"/>
                </a:cubicBezTo>
                <a:cubicBezTo>
                  <a:pt x="56" y="89"/>
                  <a:pt x="56" y="88"/>
                  <a:pt x="56" y="88"/>
                </a:cubicBezTo>
                <a:cubicBezTo>
                  <a:pt x="56" y="87"/>
                  <a:pt x="56" y="86"/>
                  <a:pt x="56" y="86"/>
                </a:cubicBezTo>
                <a:cubicBezTo>
                  <a:pt x="56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7" y="86"/>
                  <a:pt x="57" y="87"/>
                  <a:pt x="57" y="88"/>
                </a:cubicBezTo>
                <a:cubicBezTo>
                  <a:pt x="57" y="88"/>
                  <a:pt x="57" y="89"/>
                  <a:pt x="57" y="89"/>
                </a:cubicBezTo>
                <a:close/>
                <a:moveTo>
                  <a:pt x="61" y="91"/>
                </a:moveTo>
                <a:cubicBezTo>
                  <a:pt x="63" y="91"/>
                  <a:pt x="63" y="91"/>
                  <a:pt x="63" y="91"/>
                </a:cubicBezTo>
                <a:cubicBezTo>
                  <a:pt x="63" y="85"/>
                  <a:pt x="63" y="85"/>
                  <a:pt x="63" y="85"/>
                </a:cubicBezTo>
                <a:cubicBezTo>
                  <a:pt x="62" y="85"/>
                  <a:pt x="62" y="85"/>
                  <a:pt x="62" y="85"/>
                </a:cubicBezTo>
                <a:cubicBezTo>
                  <a:pt x="60" y="86"/>
                  <a:pt x="60" y="86"/>
                  <a:pt x="60" y="86"/>
                </a:cubicBezTo>
                <a:cubicBezTo>
                  <a:pt x="60" y="87"/>
                  <a:pt x="60" y="87"/>
                  <a:pt x="60" y="87"/>
                </a:cubicBezTo>
                <a:cubicBezTo>
                  <a:pt x="61" y="87"/>
                  <a:pt x="61" y="87"/>
                  <a:pt x="61" y="87"/>
                </a:cubicBezTo>
                <a:cubicBezTo>
                  <a:pt x="61" y="87"/>
                  <a:pt x="61" y="86"/>
                  <a:pt x="61" y="86"/>
                </a:cubicBezTo>
                <a:cubicBezTo>
                  <a:pt x="61" y="87"/>
                  <a:pt x="61" y="87"/>
                  <a:pt x="61" y="87"/>
                </a:cubicBezTo>
                <a:lnTo>
                  <a:pt x="61" y="91"/>
                </a:lnTo>
                <a:close/>
                <a:moveTo>
                  <a:pt x="67" y="84"/>
                </a:moveTo>
                <a:cubicBezTo>
                  <a:pt x="66" y="84"/>
                  <a:pt x="65" y="85"/>
                  <a:pt x="65" y="85"/>
                </a:cubicBezTo>
                <a:cubicBezTo>
                  <a:pt x="65" y="86"/>
                  <a:pt x="64" y="86"/>
                  <a:pt x="64" y="88"/>
                </a:cubicBezTo>
                <a:cubicBezTo>
                  <a:pt x="64" y="89"/>
                  <a:pt x="65" y="89"/>
                  <a:pt x="65" y="90"/>
                </a:cubicBezTo>
                <a:cubicBezTo>
                  <a:pt x="65" y="90"/>
                  <a:pt x="66" y="91"/>
                  <a:pt x="67" y="91"/>
                </a:cubicBezTo>
                <a:cubicBezTo>
                  <a:pt x="67" y="91"/>
                  <a:pt x="68" y="90"/>
                  <a:pt x="68" y="90"/>
                </a:cubicBezTo>
                <a:cubicBezTo>
                  <a:pt x="69" y="89"/>
                  <a:pt x="69" y="89"/>
                  <a:pt x="69" y="88"/>
                </a:cubicBezTo>
                <a:cubicBezTo>
                  <a:pt x="69" y="87"/>
                  <a:pt x="69" y="86"/>
                  <a:pt x="68" y="85"/>
                </a:cubicBezTo>
                <a:cubicBezTo>
                  <a:pt x="68" y="85"/>
                  <a:pt x="67" y="84"/>
                  <a:pt x="67" y="84"/>
                </a:cubicBezTo>
                <a:close/>
                <a:moveTo>
                  <a:pt x="67" y="89"/>
                </a:moveTo>
                <a:cubicBezTo>
                  <a:pt x="67" y="89"/>
                  <a:pt x="67" y="89"/>
                  <a:pt x="67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66" y="89"/>
                  <a:pt x="66" y="88"/>
                  <a:pt x="66" y="88"/>
                </a:cubicBezTo>
                <a:cubicBezTo>
                  <a:pt x="66" y="87"/>
                  <a:pt x="66" y="86"/>
                  <a:pt x="66" y="86"/>
                </a:cubicBezTo>
                <a:cubicBezTo>
                  <a:pt x="66" y="86"/>
                  <a:pt x="66" y="86"/>
                  <a:pt x="67" y="86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6"/>
                  <a:pt x="67" y="87"/>
                  <a:pt x="67" y="88"/>
                </a:cubicBezTo>
                <a:cubicBezTo>
                  <a:pt x="67" y="88"/>
                  <a:pt x="67" y="89"/>
                  <a:pt x="67" y="89"/>
                </a:cubicBezTo>
                <a:close/>
                <a:moveTo>
                  <a:pt x="70" y="86"/>
                </a:moveTo>
                <a:cubicBezTo>
                  <a:pt x="70" y="87"/>
                  <a:pt x="70" y="87"/>
                  <a:pt x="70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6"/>
                  <a:pt x="71" y="86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91"/>
                  <a:pt x="71" y="91"/>
                  <a:pt x="71" y="91"/>
                </a:cubicBezTo>
                <a:cubicBezTo>
                  <a:pt x="73" y="91"/>
                  <a:pt x="73" y="91"/>
                  <a:pt x="73" y="91"/>
                </a:cubicBezTo>
                <a:cubicBezTo>
                  <a:pt x="73" y="85"/>
                  <a:pt x="73" y="85"/>
                  <a:pt x="73" y="85"/>
                </a:cubicBezTo>
                <a:cubicBezTo>
                  <a:pt x="72" y="85"/>
                  <a:pt x="72" y="85"/>
                  <a:pt x="72" y="85"/>
                </a:cubicBezTo>
                <a:lnTo>
                  <a:pt x="70" y="86"/>
                </a:lnTo>
                <a:close/>
                <a:moveTo>
                  <a:pt x="77" y="84"/>
                </a:moveTo>
                <a:cubicBezTo>
                  <a:pt x="76" y="84"/>
                  <a:pt x="75" y="85"/>
                  <a:pt x="75" y="85"/>
                </a:cubicBezTo>
                <a:cubicBezTo>
                  <a:pt x="75" y="86"/>
                  <a:pt x="74" y="86"/>
                  <a:pt x="74" y="88"/>
                </a:cubicBezTo>
                <a:cubicBezTo>
                  <a:pt x="74" y="89"/>
                  <a:pt x="75" y="89"/>
                  <a:pt x="75" y="90"/>
                </a:cubicBezTo>
                <a:cubicBezTo>
                  <a:pt x="75" y="90"/>
                  <a:pt x="76" y="91"/>
                  <a:pt x="77" y="91"/>
                </a:cubicBezTo>
                <a:cubicBezTo>
                  <a:pt x="77" y="91"/>
                  <a:pt x="78" y="90"/>
                  <a:pt x="78" y="90"/>
                </a:cubicBezTo>
                <a:cubicBezTo>
                  <a:pt x="79" y="89"/>
                  <a:pt x="79" y="89"/>
                  <a:pt x="79" y="88"/>
                </a:cubicBezTo>
                <a:cubicBezTo>
                  <a:pt x="79" y="87"/>
                  <a:pt x="79" y="86"/>
                  <a:pt x="78" y="85"/>
                </a:cubicBezTo>
                <a:cubicBezTo>
                  <a:pt x="78" y="85"/>
                  <a:pt x="77" y="84"/>
                  <a:pt x="77" y="84"/>
                </a:cubicBezTo>
                <a:close/>
                <a:moveTo>
                  <a:pt x="77" y="89"/>
                </a:moveTo>
                <a:cubicBezTo>
                  <a:pt x="77" y="89"/>
                  <a:pt x="77" y="89"/>
                  <a:pt x="77" y="89"/>
                </a:cubicBezTo>
                <a:cubicBezTo>
                  <a:pt x="76" y="89"/>
                  <a:pt x="76" y="89"/>
                  <a:pt x="76" y="89"/>
                </a:cubicBezTo>
                <a:cubicBezTo>
                  <a:pt x="76" y="89"/>
                  <a:pt x="76" y="88"/>
                  <a:pt x="76" y="88"/>
                </a:cubicBezTo>
                <a:cubicBezTo>
                  <a:pt x="76" y="87"/>
                  <a:pt x="76" y="86"/>
                  <a:pt x="76" y="86"/>
                </a:cubicBezTo>
                <a:cubicBezTo>
                  <a:pt x="76" y="86"/>
                  <a:pt x="76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7"/>
                  <a:pt x="77" y="88"/>
                </a:cubicBezTo>
                <a:cubicBezTo>
                  <a:pt x="77" y="88"/>
                  <a:pt x="77" y="89"/>
                  <a:pt x="77" y="89"/>
                </a:cubicBezTo>
                <a:close/>
                <a:moveTo>
                  <a:pt x="82" y="84"/>
                </a:moveTo>
                <a:cubicBezTo>
                  <a:pt x="81" y="84"/>
                  <a:pt x="80" y="85"/>
                  <a:pt x="80" y="85"/>
                </a:cubicBezTo>
                <a:cubicBezTo>
                  <a:pt x="80" y="86"/>
                  <a:pt x="80" y="86"/>
                  <a:pt x="80" y="88"/>
                </a:cubicBezTo>
                <a:cubicBezTo>
                  <a:pt x="80" y="89"/>
                  <a:pt x="80" y="89"/>
                  <a:pt x="80" y="90"/>
                </a:cubicBezTo>
                <a:cubicBezTo>
                  <a:pt x="80" y="90"/>
                  <a:pt x="81" y="91"/>
                  <a:pt x="82" y="91"/>
                </a:cubicBezTo>
                <a:cubicBezTo>
                  <a:pt x="82" y="91"/>
                  <a:pt x="83" y="90"/>
                  <a:pt x="83" y="90"/>
                </a:cubicBezTo>
                <a:cubicBezTo>
                  <a:pt x="84" y="89"/>
                  <a:pt x="84" y="89"/>
                  <a:pt x="84" y="88"/>
                </a:cubicBezTo>
                <a:cubicBezTo>
                  <a:pt x="84" y="87"/>
                  <a:pt x="84" y="86"/>
                  <a:pt x="83" y="85"/>
                </a:cubicBezTo>
                <a:cubicBezTo>
                  <a:pt x="83" y="85"/>
                  <a:pt x="82" y="84"/>
                  <a:pt x="82" y="84"/>
                </a:cubicBezTo>
                <a:close/>
                <a:moveTo>
                  <a:pt x="82" y="89"/>
                </a:moveTo>
                <a:cubicBezTo>
                  <a:pt x="82" y="89"/>
                  <a:pt x="82" y="89"/>
                  <a:pt x="82" y="89"/>
                </a:cubicBezTo>
                <a:cubicBezTo>
                  <a:pt x="82" y="89"/>
                  <a:pt x="81" y="89"/>
                  <a:pt x="81" y="89"/>
                </a:cubicBezTo>
                <a:cubicBezTo>
                  <a:pt x="81" y="89"/>
                  <a:pt x="81" y="88"/>
                  <a:pt x="81" y="88"/>
                </a:cubicBezTo>
                <a:cubicBezTo>
                  <a:pt x="81" y="87"/>
                  <a:pt x="81" y="86"/>
                  <a:pt x="81" y="86"/>
                </a:cubicBezTo>
                <a:cubicBezTo>
                  <a:pt x="81" y="86"/>
                  <a:pt x="82" y="86"/>
                  <a:pt x="82" y="86"/>
                </a:cubicBezTo>
                <a:cubicBezTo>
                  <a:pt x="82" y="86"/>
                  <a:pt x="82" y="86"/>
                  <a:pt x="82" y="86"/>
                </a:cubicBezTo>
                <a:cubicBezTo>
                  <a:pt x="82" y="86"/>
                  <a:pt x="82" y="87"/>
                  <a:pt x="82" y="88"/>
                </a:cubicBezTo>
                <a:cubicBezTo>
                  <a:pt x="82" y="88"/>
                  <a:pt x="82" y="89"/>
                  <a:pt x="82" y="89"/>
                </a:cubicBezTo>
                <a:close/>
                <a:moveTo>
                  <a:pt x="85" y="86"/>
                </a:moveTo>
                <a:cubicBezTo>
                  <a:pt x="85" y="87"/>
                  <a:pt x="85" y="87"/>
                  <a:pt x="85" y="87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87"/>
                  <a:pt x="86" y="86"/>
                  <a:pt x="86" y="86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91"/>
                  <a:pt x="86" y="91"/>
                  <a:pt x="86" y="91"/>
                </a:cubicBezTo>
                <a:cubicBezTo>
                  <a:pt x="88" y="91"/>
                  <a:pt x="88" y="91"/>
                  <a:pt x="88" y="91"/>
                </a:cubicBezTo>
                <a:cubicBezTo>
                  <a:pt x="88" y="85"/>
                  <a:pt x="88" y="85"/>
                  <a:pt x="88" y="85"/>
                </a:cubicBezTo>
                <a:cubicBezTo>
                  <a:pt x="87" y="85"/>
                  <a:pt x="87" y="85"/>
                  <a:pt x="87" y="85"/>
                </a:cubicBezTo>
                <a:lnTo>
                  <a:pt x="85" y="86"/>
                </a:lnTo>
                <a:close/>
                <a:moveTo>
                  <a:pt x="90" y="85"/>
                </a:moveTo>
                <a:cubicBezTo>
                  <a:pt x="90" y="86"/>
                  <a:pt x="90" y="86"/>
                  <a:pt x="90" y="88"/>
                </a:cubicBezTo>
                <a:cubicBezTo>
                  <a:pt x="90" y="89"/>
                  <a:pt x="90" y="89"/>
                  <a:pt x="90" y="90"/>
                </a:cubicBezTo>
                <a:cubicBezTo>
                  <a:pt x="90" y="90"/>
                  <a:pt x="91" y="91"/>
                  <a:pt x="92" y="91"/>
                </a:cubicBezTo>
                <a:cubicBezTo>
                  <a:pt x="92" y="91"/>
                  <a:pt x="93" y="90"/>
                  <a:pt x="93" y="90"/>
                </a:cubicBezTo>
                <a:cubicBezTo>
                  <a:pt x="94" y="89"/>
                  <a:pt x="94" y="89"/>
                  <a:pt x="94" y="88"/>
                </a:cubicBezTo>
                <a:cubicBezTo>
                  <a:pt x="94" y="87"/>
                  <a:pt x="94" y="86"/>
                  <a:pt x="93" y="85"/>
                </a:cubicBezTo>
                <a:cubicBezTo>
                  <a:pt x="93" y="85"/>
                  <a:pt x="92" y="84"/>
                  <a:pt x="92" y="84"/>
                </a:cubicBezTo>
                <a:cubicBezTo>
                  <a:pt x="91" y="84"/>
                  <a:pt x="90" y="85"/>
                  <a:pt x="90" y="85"/>
                </a:cubicBezTo>
                <a:close/>
                <a:moveTo>
                  <a:pt x="92" y="88"/>
                </a:moveTo>
                <a:cubicBezTo>
                  <a:pt x="92" y="88"/>
                  <a:pt x="92" y="89"/>
                  <a:pt x="92" y="89"/>
                </a:cubicBezTo>
                <a:cubicBezTo>
                  <a:pt x="92" y="89"/>
                  <a:pt x="92" y="89"/>
                  <a:pt x="92" y="89"/>
                </a:cubicBezTo>
                <a:cubicBezTo>
                  <a:pt x="92" y="89"/>
                  <a:pt x="91" y="89"/>
                  <a:pt x="91" y="89"/>
                </a:cubicBezTo>
                <a:cubicBezTo>
                  <a:pt x="91" y="89"/>
                  <a:pt x="91" y="88"/>
                  <a:pt x="91" y="88"/>
                </a:cubicBezTo>
                <a:cubicBezTo>
                  <a:pt x="91" y="87"/>
                  <a:pt x="91" y="86"/>
                  <a:pt x="91" y="86"/>
                </a:cubicBezTo>
                <a:cubicBezTo>
                  <a:pt x="91" y="86"/>
                  <a:pt x="92" y="86"/>
                  <a:pt x="92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92" y="86"/>
                  <a:pt x="92" y="87"/>
                  <a:pt x="92" y="88"/>
                </a:cubicBezTo>
                <a:close/>
                <a:moveTo>
                  <a:pt x="62" y="98"/>
                </a:moveTo>
                <a:cubicBezTo>
                  <a:pt x="61" y="98"/>
                  <a:pt x="60" y="98"/>
                  <a:pt x="60" y="98"/>
                </a:cubicBezTo>
                <a:cubicBezTo>
                  <a:pt x="60" y="99"/>
                  <a:pt x="59" y="100"/>
                  <a:pt x="59" y="101"/>
                </a:cubicBezTo>
                <a:cubicBezTo>
                  <a:pt x="59" y="102"/>
                  <a:pt x="60" y="103"/>
                  <a:pt x="60" y="103"/>
                </a:cubicBezTo>
                <a:cubicBezTo>
                  <a:pt x="60" y="104"/>
                  <a:pt x="61" y="104"/>
                  <a:pt x="62" y="104"/>
                </a:cubicBezTo>
                <a:cubicBezTo>
                  <a:pt x="62" y="104"/>
                  <a:pt x="63" y="104"/>
                  <a:pt x="63" y="103"/>
                </a:cubicBezTo>
                <a:cubicBezTo>
                  <a:pt x="64" y="103"/>
                  <a:pt x="64" y="102"/>
                  <a:pt x="64" y="101"/>
                </a:cubicBezTo>
                <a:cubicBezTo>
                  <a:pt x="64" y="100"/>
                  <a:pt x="64" y="99"/>
                  <a:pt x="63" y="98"/>
                </a:cubicBezTo>
                <a:cubicBezTo>
                  <a:pt x="63" y="98"/>
                  <a:pt x="62" y="98"/>
                  <a:pt x="62" y="98"/>
                </a:cubicBezTo>
                <a:close/>
                <a:moveTo>
                  <a:pt x="62" y="102"/>
                </a:moveTo>
                <a:cubicBezTo>
                  <a:pt x="62" y="102"/>
                  <a:pt x="62" y="102"/>
                  <a:pt x="62" y="102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102"/>
                  <a:pt x="61" y="101"/>
                  <a:pt x="61" y="101"/>
                </a:cubicBezTo>
                <a:cubicBezTo>
                  <a:pt x="61" y="100"/>
                  <a:pt x="61" y="99"/>
                  <a:pt x="61" y="99"/>
                </a:cubicBezTo>
                <a:cubicBezTo>
                  <a:pt x="61" y="99"/>
                  <a:pt x="61" y="99"/>
                  <a:pt x="62" y="99"/>
                </a:cubicBezTo>
                <a:cubicBezTo>
                  <a:pt x="62" y="99"/>
                  <a:pt x="62" y="99"/>
                  <a:pt x="62" y="99"/>
                </a:cubicBezTo>
                <a:cubicBezTo>
                  <a:pt x="62" y="100"/>
                  <a:pt x="62" y="100"/>
                  <a:pt x="62" y="101"/>
                </a:cubicBezTo>
                <a:cubicBezTo>
                  <a:pt x="62" y="101"/>
                  <a:pt x="62" y="102"/>
                  <a:pt x="62" y="102"/>
                </a:cubicBezTo>
                <a:close/>
                <a:moveTo>
                  <a:pt x="65" y="99"/>
                </a:moveTo>
                <a:cubicBezTo>
                  <a:pt x="65" y="100"/>
                  <a:pt x="65" y="100"/>
                  <a:pt x="65" y="100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0"/>
                  <a:pt x="66" y="100"/>
                  <a:pt x="66" y="99"/>
                </a:cubicBezTo>
                <a:cubicBezTo>
                  <a:pt x="66" y="100"/>
                  <a:pt x="66" y="100"/>
                  <a:pt x="66" y="100"/>
                </a:cubicBezTo>
                <a:cubicBezTo>
                  <a:pt x="66" y="104"/>
                  <a:pt x="66" y="104"/>
                  <a:pt x="66" y="104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98"/>
                  <a:pt x="68" y="98"/>
                  <a:pt x="68" y="98"/>
                </a:cubicBezTo>
                <a:cubicBezTo>
                  <a:pt x="67" y="98"/>
                  <a:pt x="67" y="98"/>
                  <a:pt x="67" y="98"/>
                </a:cubicBezTo>
                <a:lnTo>
                  <a:pt x="65" y="99"/>
                </a:lnTo>
                <a:close/>
                <a:moveTo>
                  <a:pt x="70" y="99"/>
                </a:moveTo>
                <a:cubicBezTo>
                  <a:pt x="70" y="100"/>
                  <a:pt x="70" y="100"/>
                  <a:pt x="70" y="100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1" y="100"/>
                  <a:pt x="71" y="99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4"/>
                  <a:pt x="71" y="104"/>
                  <a:pt x="71" y="104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98"/>
                  <a:pt x="73" y="98"/>
                  <a:pt x="73" y="98"/>
                </a:cubicBezTo>
                <a:cubicBezTo>
                  <a:pt x="72" y="98"/>
                  <a:pt x="72" y="98"/>
                  <a:pt x="72" y="98"/>
                </a:cubicBezTo>
                <a:lnTo>
                  <a:pt x="70" y="99"/>
                </a:lnTo>
                <a:close/>
                <a:moveTo>
                  <a:pt x="75" y="99"/>
                </a:moveTo>
                <a:cubicBezTo>
                  <a:pt x="75" y="100"/>
                  <a:pt x="75" y="100"/>
                  <a:pt x="75" y="100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0"/>
                  <a:pt x="76" y="100"/>
                  <a:pt x="76" y="99"/>
                </a:cubicBezTo>
                <a:cubicBezTo>
                  <a:pt x="76" y="100"/>
                  <a:pt x="76" y="100"/>
                  <a:pt x="76" y="100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78" y="104"/>
                  <a:pt x="78" y="104"/>
                  <a:pt x="78" y="104"/>
                </a:cubicBezTo>
                <a:cubicBezTo>
                  <a:pt x="78" y="98"/>
                  <a:pt x="78" y="98"/>
                  <a:pt x="78" y="98"/>
                </a:cubicBezTo>
                <a:cubicBezTo>
                  <a:pt x="77" y="98"/>
                  <a:pt x="77" y="98"/>
                  <a:pt x="77" y="98"/>
                </a:cubicBezTo>
                <a:lnTo>
                  <a:pt x="75" y="99"/>
                </a:lnTo>
                <a:close/>
                <a:moveTo>
                  <a:pt x="82" y="98"/>
                </a:moveTo>
                <a:cubicBezTo>
                  <a:pt x="81" y="98"/>
                  <a:pt x="80" y="98"/>
                  <a:pt x="80" y="98"/>
                </a:cubicBezTo>
                <a:cubicBezTo>
                  <a:pt x="80" y="99"/>
                  <a:pt x="80" y="100"/>
                  <a:pt x="80" y="101"/>
                </a:cubicBezTo>
                <a:cubicBezTo>
                  <a:pt x="80" y="102"/>
                  <a:pt x="80" y="103"/>
                  <a:pt x="80" y="103"/>
                </a:cubicBezTo>
                <a:cubicBezTo>
                  <a:pt x="80" y="104"/>
                  <a:pt x="81" y="104"/>
                  <a:pt x="82" y="104"/>
                </a:cubicBezTo>
                <a:cubicBezTo>
                  <a:pt x="82" y="104"/>
                  <a:pt x="83" y="104"/>
                  <a:pt x="83" y="103"/>
                </a:cubicBezTo>
                <a:cubicBezTo>
                  <a:pt x="84" y="103"/>
                  <a:pt x="84" y="102"/>
                  <a:pt x="84" y="101"/>
                </a:cubicBezTo>
                <a:cubicBezTo>
                  <a:pt x="84" y="100"/>
                  <a:pt x="84" y="99"/>
                  <a:pt x="83" y="98"/>
                </a:cubicBezTo>
                <a:cubicBezTo>
                  <a:pt x="83" y="98"/>
                  <a:pt x="82" y="98"/>
                  <a:pt x="82" y="98"/>
                </a:cubicBezTo>
                <a:close/>
                <a:moveTo>
                  <a:pt x="82" y="102"/>
                </a:moveTo>
                <a:cubicBezTo>
                  <a:pt x="82" y="102"/>
                  <a:pt x="82" y="102"/>
                  <a:pt x="82" y="102"/>
                </a:cubicBezTo>
                <a:cubicBezTo>
                  <a:pt x="82" y="102"/>
                  <a:pt x="81" y="102"/>
                  <a:pt x="81" y="102"/>
                </a:cubicBezTo>
                <a:cubicBezTo>
                  <a:pt x="81" y="102"/>
                  <a:pt x="81" y="101"/>
                  <a:pt x="81" y="101"/>
                </a:cubicBezTo>
                <a:cubicBezTo>
                  <a:pt x="81" y="100"/>
                  <a:pt x="81" y="99"/>
                  <a:pt x="81" y="99"/>
                </a:cubicBezTo>
                <a:cubicBezTo>
                  <a:pt x="81" y="99"/>
                  <a:pt x="82" y="99"/>
                  <a:pt x="82" y="99"/>
                </a:cubicBezTo>
                <a:cubicBezTo>
                  <a:pt x="82" y="99"/>
                  <a:pt x="82" y="99"/>
                  <a:pt x="82" y="99"/>
                </a:cubicBezTo>
                <a:cubicBezTo>
                  <a:pt x="82" y="100"/>
                  <a:pt x="82" y="100"/>
                  <a:pt x="82" y="101"/>
                </a:cubicBezTo>
                <a:cubicBezTo>
                  <a:pt x="82" y="101"/>
                  <a:pt x="82" y="102"/>
                  <a:pt x="82" y="102"/>
                </a:cubicBezTo>
                <a:close/>
              </a:path>
            </a:pathLst>
          </a:custGeom>
          <a:solidFill xmlns:a="http://schemas.openxmlformats.org/drawingml/2006/main">
            <a:sysClr val="window" lastClr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2" name="Freeform 64">
            <a:extLst xmlns:a="http://schemas.openxmlformats.org/drawingml/2006/main">
              <a:ext uri="{FF2B5EF4-FFF2-40B4-BE49-F238E27FC236}">
                <a16:creationId xmlns:a16="http://schemas.microsoft.com/office/drawing/2014/main" id="{BB31E137-906C-4766-BC85-BA006D8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161" y="3474073"/>
            <a:ext cx="364914" cy="363738"/>
          </a:xfrm>
          <a:custGeom xmlns:a="http://schemas.openxmlformats.org/drawingml/2006/main">
            <a:gdLst>
              <a:gd name="T0" fmla="*/ 25 w 155"/>
              <a:gd name="T1" fmla="*/ 102 h 154"/>
              <a:gd name="T2" fmla="*/ 30 w 155"/>
              <a:gd name="T3" fmla="*/ 110 h 154"/>
              <a:gd name="T4" fmla="*/ 38 w 155"/>
              <a:gd name="T5" fmla="*/ 105 h 154"/>
              <a:gd name="T6" fmla="*/ 33 w 155"/>
              <a:gd name="T7" fmla="*/ 97 h 154"/>
              <a:gd name="T8" fmla="*/ 25 w 155"/>
              <a:gd name="T9" fmla="*/ 102 h 154"/>
              <a:gd name="T10" fmla="*/ 44 w 155"/>
              <a:gd name="T11" fmla="*/ 125 h 154"/>
              <a:gd name="T12" fmla="*/ 53 w 155"/>
              <a:gd name="T13" fmla="*/ 130 h 154"/>
              <a:gd name="T14" fmla="*/ 58 w 155"/>
              <a:gd name="T15" fmla="*/ 121 h 154"/>
              <a:gd name="T16" fmla="*/ 49 w 155"/>
              <a:gd name="T17" fmla="*/ 116 h 154"/>
              <a:gd name="T18" fmla="*/ 44 w 155"/>
              <a:gd name="T19" fmla="*/ 125 h 154"/>
              <a:gd name="T20" fmla="*/ 25 w 155"/>
              <a:gd name="T21" fmla="*/ 52 h 154"/>
              <a:gd name="T22" fmla="*/ 33 w 155"/>
              <a:gd name="T23" fmla="*/ 57 h 154"/>
              <a:gd name="T24" fmla="*/ 38 w 155"/>
              <a:gd name="T25" fmla="*/ 49 h 154"/>
              <a:gd name="T26" fmla="*/ 30 w 155"/>
              <a:gd name="T27" fmla="*/ 44 h 154"/>
              <a:gd name="T28" fmla="*/ 25 w 155"/>
              <a:gd name="T29" fmla="*/ 52 h 154"/>
              <a:gd name="T30" fmla="*/ 29 w 155"/>
              <a:gd name="T31" fmla="*/ 72 h 154"/>
              <a:gd name="T32" fmla="*/ 20 w 155"/>
              <a:gd name="T33" fmla="*/ 72 h 154"/>
              <a:gd name="T34" fmla="*/ 20 w 155"/>
              <a:gd name="T35" fmla="*/ 82 h 154"/>
              <a:gd name="T36" fmla="*/ 29 w 155"/>
              <a:gd name="T37" fmla="*/ 82 h 154"/>
              <a:gd name="T38" fmla="*/ 29 w 155"/>
              <a:gd name="T39" fmla="*/ 72 h 154"/>
              <a:gd name="T40" fmla="*/ 77 w 155"/>
              <a:gd name="T41" fmla="*/ 19 h 154"/>
              <a:gd name="T42" fmla="*/ 77 w 155"/>
              <a:gd name="T43" fmla="*/ 77 h 154"/>
              <a:gd name="T44" fmla="*/ 135 w 155"/>
              <a:gd name="T45" fmla="*/ 77 h 154"/>
              <a:gd name="T46" fmla="*/ 77 w 155"/>
              <a:gd name="T47" fmla="*/ 19 h 154"/>
              <a:gd name="T48" fmla="*/ 73 w 155"/>
              <a:gd name="T49" fmla="*/ 135 h 154"/>
              <a:gd name="T50" fmla="*/ 82 w 155"/>
              <a:gd name="T51" fmla="*/ 135 h 154"/>
              <a:gd name="T52" fmla="*/ 82 w 155"/>
              <a:gd name="T53" fmla="*/ 125 h 154"/>
              <a:gd name="T54" fmla="*/ 73 w 155"/>
              <a:gd name="T55" fmla="*/ 125 h 154"/>
              <a:gd name="T56" fmla="*/ 73 w 155"/>
              <a:gd name="T57" fmla="*/ 135 h 154"/>
              <a:gd name="T58" fmla="*/ 77 w 155"/>
              <a:gd name="T59" fmla="*/ 0 h 154"/>
              <a:gd name="T60" fmla="*/ 0 w 155"/>
              <a:gd name="T61" fmla="*/ 77 h 154"/>
              <a:gd name="T62" fmla="*/ 77 w 155"/>
              <a:gd name="T63" fmla="*/ 154 h 154"/>
              <a:gd name="T64" fmla="*/ 155 w 155"/>
              <a:gd name="T65" fmla="*/ 77 h 154"/>
              <a:gd name="T66" fmla="*/ 77 w 155"/>
              <a:gd name="T67" fmla="*/ 0 h 154"/>
              <a:gd name="T68" fmla="*/ 77 w 155"/>
              <a:gd name="T69" fmla="*/ 145 h 154"/>
              <a:gd name="T70" fmla="*/ 10 w 155"/>
              <a:gd name="T71" fmla="*/ 77 h 154"/>
              <a:gd name="T72" fmla="*/ 77 w 155"/>
              <a:gd name="T73" fmla="*/ 9 h 154"/>
              <a:gd name="T74" fmla="*/ 145 w 155"/>
              <a:gd name="T75" fmla="*/ 77 h 154"/>
              <a:gd name="T76" fmla="*/ 77 w 155"/>
              <a:gd name="T77" fmla="*/ 145 h 154"/>
              <a:gd name="T78" fmla="*/ 44 w 155"/>
              <a:gd name="T79" fmla="*/ 29 h 154"/>
              <a:gd name="T80" fmla="*/ 49 w 155"/>
              <a:gd name="T81" fmla="*/ 38 h 154"/>
              <a:gd name="T82" fmla="*/ 58 w 155"/>
              <a:gd name="T83" fmla="*/ 33 h 154"/>
              <a:gd name="T84" fmla="*/ 53 w 155"/>
              <a:gd name="T85" fmla="*/ 24 h 154"/>
              <a:gd name="T86" fmla="*/ 44 w 155"/>
              <a:gd name="T87" fmla="*/ 29 h 154"/>
              <a:gd name="T88" fmla="*/ 117 w 155"/>
              <a:gd name="T89" fmla="*/ 105 h 154"/>
              <a:gd name="T90" fmla="*/ 125 w 155"/>
              <a:gd name="T91" fmla="*/ 110 h 154"/>
              <a:gd name="T92" fmla="*/ 130 w 155"/>
              <a:gd name="T93" fmla="*/ 102 h 154"/>
              <a:gd name="T94" fmla="*/ 122 w 155"/>
              <a:gd name="T95" fmla="*/ 97 h 154"/>
              <a:gd name="T96" fmla="*/ 117 w 155"/>
              <a:gd name="T97" fmla="*/ 105 h 154"/>
              <a:gd name="T98" fmla="*/ 97 w 155"/>
              <a:gd name="T99" fmla="*/ 121 h 154"/>
              <a:gd name="T100" fmla="*/ 102 w 155"/>
              <a:gd name="T101" fmla="*/ 130 h 154"/>
              <a:gd name="T102" fmla="*/ 111 w 155"/>
              <a:gd name="T103" fmla="*/ 125 h 154"/>
              <a:gd name="T104" fmla="*/ 106 w 155"/>
              <a:gd name="T105" fmla="*/ 116 h 154"/>
              <a:gd name="T106" fmla="*/ 97 w 155"/>
              <a:gd name="T107" fmla="*/ 121 h 154"/>
            </a:gdLst>
            <a:rect l="0" t="0" r="r" b="b"/>
            <a:pathLst>
              <a:path w="155" h="154">
                <a:moveTo>
                  <a:pt x="25" y="102"/>
                </a:moveTo>
                <a:cubicBezTo>
                  <a:pt x="30" y="110"/>
                  <a:pt x="30" y="110"/>
                  <a:pt x="30" y="110"/>
                </a:cubicBezTo>
                <a:cubicBezTo>
                  <a:pt x="38" y="105"/>
                  <a:pt x="38" y="105"/>
                  <a:pt x="38" y="105"/>
                </a:cubicBezTo>
                <a:cubicBezTo>
                  <a:pt x="33" y="97"/>
                  <a:pt x="33" y="97"/>
                  <a:pt x="33" y="97"/>
                </a:cubicBezTo>
                <a:lnTo>
                  <a:pt x="25" y="102"/>
                </a:lnTo>
                <a:close/>
                <a:moveTo>
                  <a:pt x="44" y="125"/>
                </a:moveTo>
                <a:cubicBezTo>
                  <a:pt x="53" y="130"/>
                  <a:pt x="53" y="130"/>
                  <a:pt x="53" y="130"/>
                </a:cubicBezTo>
                <a:cubicBezTo>
                  <a:pt x="58" y="121"/>
                  <a:pt x="58" y="121"/>
                  <a:pt x="58" y="121"/>
                </a:cubicBezTo>
                <a:cubicBezTo>
                  <a:pt x="49" y="116"/>
                  <a:pt x="49" y="116"/>
                  <a:pt x="49" y="116"/>
                </a:cubicBezTo>
                <a:lnTo>
                  <a:pt x="44" y="125"/>
                </a:lnTo>
                <a:close/>
                <a:moveTo>
                  <a:pt x="25" y="52"/>
                </a:moveTo>
                <a:cubicBezTo>
                  <a:pt x="33" y="57"/>
                  <a:pt x="33" y="57"/>
                  <a:pt x="33" y="57"/>
                </a:cubicBezTo>
                <a:cubicBezTo>
                  <a:pt x="38" y="49"/>
                  <a:pt x="38" y="49"/>
                  <a:pt x="38" y="49"/>
                </a:cubicBezTo>
                <a:cubicBezTo>
                  <a:pt x="30" y="44"/>
                  <a:pt x="30" y="44"/>
                  <a:pt x="30" y="44"/>
                </a:cubicBezTo>
                <a:lnTo>
                  <a:pt x="25" y="52"/>
                </a:lnTo>
                <a:close/>
                <a:moveTo>
                  <a:pt x="29" y="72"/>
                </a:moveTo>
                <a:cubicBezTo>
                  <a:pt x="20" y="72"/>
                  <a:pt x="20" y="72"/>
                  <a:pt x="20" y="72"/>
                </a:cubicBezTo>
                <a:cubicBezTo>
                  <a:pt x="20" y="82"/>
                  <a:pt x="20" y="82"/>
                  <a:pt x="20" y="82"/>
                </a:cubicBezTo>
                <a:cubicBezTo>
                  <a:pt x="29" y="82"/>
                  <a:pt x="29" y="82"/>
                  <a:pt x="29" y="82"/>
                </a:cubicBezTo>
                <a:lnTo>
                  <a:pt x="29" y="72"/>
                </a:lnTo>
                <a:close/>
                <a:moveTo>
                  <a:pt x="77" y="19"/>
                </a:moveTo>
                <a:cubicBezTo>
                  <a:pt x="77" y="77"/>
                  <a:pt x="77" y="77"/>
                  <a:pt x="77" y="77"/>
                </a:cubicBezTo>
                <a:cubicBezTo>
                  <a:pt x="135" y="77"/>
                  <a:pt x="135" y="77"/>
                  <a:pt x="135" y="77"/>
                </a:cubicBezTo>
                <a:cubicBezTo>
                  <a:pt x="135" y="45"/>
                  <a:pt x="109" y="19"/>
                  <a:pt x="77" y="19"/>
                </a:cubicBezTo>
                <a:close/>
                <a:moveTo>
                  <a:pt x="73" y="135"/>
                </a:moveTo>
                <a:cubicBezTo>
                  <a:pt x="82" y="135"/>
                  <a:pt x="82" y="135"/>
                  <a:pt x="82" y="135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3" y="125"/>
                  <a:pt x="73" y="125"/>
                  <a:pt x="73" y="125"/>
                </a:cubicBezTo>
                <a:lnTo>
                  <a:pt x="73" y="135"/>
                </a:lnTo>
                <a:close/>
                <a:moveTo>
                  <a:pt x="77" y="0"/>
                </a:moveTo>
                <a:cubicBezTo>
                  <a:pt x="35" y="0"/>
                  <a:pt x="0" y="34"/>
                  <a:pt x="0" y="77"/>
                </a:cubicBezTo>
                <a:cubicBezTo>
                  <a:pt x="0" y="120"/>
                  <a:pt x="35" y="154"/>
                  <a:pt x="77" y="154"/>
                </a:cubicBezTo>
                <a:cubicBezTo>
                  <a:pt x="120" y="154"/>
                  <a:pt x="155" y="120"/>
                  <a:pt x="155" y="77"/>
                </a:cubicBezTo>
                <a:cubicBezTo>
                  <a:pt x="155" y="34"/>
                  <a:pt x="120" y="0"/>
                  <a:pt x="77" y="0"/>
                </a:cubicBezTo>
                <a:close/>
                <a:moveTo>
                  <a:pt x="77" y="145"/>
                </a:moveTo>
                <a:cubicBezTo>
                  <a:pt x="40" y="145"/>
                  <a:pt x="10" y="114"/>
                  <a:pt x="10" y="77"/>
                </a:cubicBezTo>
                <a:cubicBezTo>
                  <a:pt x="10" y="40"/>
                  <a:pt x="40" y="9"/>
                  <a:pt x="77" y="9"/>
                </a:cubicBezTo>
                <a:cubicBezTo>
                  <a:pt x="115" y="9"/>
                  <a:pt x="145" y="40"/>
                  <a:pt x="145" y="77"/>
                </a:cubicBezTo>
                <a:cubicBezTo>
                  <a:pt x="145" y="114"/>
                  <a:pt x="115" y="145"/>
                  <a:pt x="77" y="145"/>
                </a:cubicBezTo>
                <a:close/>
                <a:moveTo>
                  <a:pt x="44" y="29"/>
                </a:moveTo>
                <a:cubicBezTo>
                  <a:pt x="49" y="38"/>
                  <a:pt x="49" y="38"/>
                  <a:pt x="49" y="38"/>
                </a:cubicBezTo>
                <a:cubicBezTo>
                  <a:pt x="58" y="33"/>
                  <a:pt x="58" y="33"/>
                  <a:pt x="58" y="33"/>
                </a:cubicBezTo>
                <a:cubicBezTo>
                  <a:pt x="53" y="24"/>
                  <a:pt x="53" y="24"/>
                  <a:pt x="53" y="24"/>
                </a:cubicBezTo>
                <a:lnTo>
                  <a:pt x="44" y="29"/>
                </a:lnTo>
                <a:close/>
                <a:moveTo>
                  <a:pt x="117" y="105"/>
                </a:moveTo>
                <a:cubicBezTo>
                  <a:pt x="125" y="110"/>
                  <a:pt x="125" y="110"/>
                  <a:pt x="125" y="110"/>
                </a:cubicBezTo>
                <a:cubicBezTo>
                  <a:pt x="130" y="102"/>
                  <a:pt x="130" y="102"/>
                  <a:pt x="130" y="102"/>
                </a:cubicBezTo>
                <a:cubicBezTo>
                  <a:pt x="122" y="97"/>
                  <a:pt x="122" y="97"/>
                  <a:pt x="122" y="97"/>
                </a:cubicBezTo>
                <a:lnTo>
                  <a:pt x="117" y="105"/>
                </a:lnTo>
                <a:close/>
                <a:moveTo>
                  <a:pt x="97" y="121"/>
                </a:moveTo>
                <a:cubicBezTo>
                  <a:pt x="102" y="130"/>
                  <a:pt x="102" y="130"/>
                  <a:pt x="102" y="130"/>
                </a:cubicBezTo>
                <a:cubicBezTo>
                  <a:pt x="111" y="125"/>
                  <a:pt x="111" y="125"/>
                  <a:pt x="111" y="125"/>
                </a:cubicBezTo>
                <a:cubicBezTo>
                  <a:pt x="106" y="116"/>
                  <a:pt x="106" y="116"/>
                  <a:pt x="106" y="116"/>
                </a:cubicBezTo>
                <a:lnTo>
                  <a:pt x="97" y="121"/>
                </a:lnTo>
                <a:close/>
              </a:path>
            </a:pathLst>
          </a:custGeom>
          <a:solidFill xmlns:a="http://schemas.openxmlformats.org/drawingml/2006/main">
            <a:srgbClr val="23232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4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5DB7F4-BC10-4B26-8E8B-787010E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77" y="150145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ysClr val="window" lastClr="FFFFFF">
              <a:lumMod val="95000"/>
            </a:sysClr>
          </a:solidFill>
        </p:spPr>
      </p:sp>
    </p:spTree>
    <p:extLst>
      <p:ext uri="{BB962C8B-B14F-4D97-AF65-F5344CB8AC3E}">
        <p14:creationId xmlns:p14="http://schemas.microsoft.com/office/powerpoint/2010/main" val="120741864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Здесь текст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noAutofit/>
      </a:bodyPr>
      <a:lstStyle>
        <a:defPPr algn="l">
          <a:defRPr sz="1600" dirty="0">
            <a:effectLst/>
            <a:latin typeface="Nunito" panose="00000500000000000000" pitchFamily="2" charset="-52"/>
            <a:ea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alette Gears Bright 1">
      <a:dk1>
        <a:srgbClr val="2F3740"/>
      </a:dk1>
      <a:lt1>
        <a:srgbClr val="FFFFFF"/>
      </a:lt1>
      <a:dk2>
        <a:srgbClr val="676C74"/>
      </a:dk2>
      <a:lt2>
        <a:srgbClr val="EEF1F4"/>
      </a:lt2>
      <a:accent1>
        <a:srgbClr val="F5340B"/>
      </a:accent1>
      <a:accent2>
        <a:srgbClr val="21C535"/>
      </a:accent2>
      <a:accent3>
        <a:srgbClr val="FFB219"/>
      </a:accent3>
      <a:accent4>
        <a:srgbClr val="FA7E7E"/>
      </a:accent4>
      <a:accent5>
        <a:srgbClr val="64E46D"/>
      </a:accent5>
      <a:accent6>
        <a:srgbClr val="F7D8A5"/>
      </a:accent6>
      <a:hlink>
        <a:srgbClr val="21C535"/>
      </a:hlink>
      <a:folHlink>
        <a:srgbClr val="1AAC3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lette Gears Brigh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2026-08-31T07:47:02.4400000Z</dcterms:created>
  <dcterms:modified xsi:type="dcterms:W3CDTF">2026-08-31T07:47:02.4400000Z</dcterms:modified>
</coreProperties>
</file>