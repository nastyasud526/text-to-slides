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064a8a1514422" /><Relationship Type="http://schemas.openxmlformats.org/officeDocument/2006/relationships/extended-properties" Target="/docProps/app.xml" Id="R2f75dfcf52a24af6" /><Relationship Type="http://schemas.openxmlformats.org/officeDocument/2006/relationships/officeDocument" Target="/ppt/presentation.xml" Id="R90720f694e29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8311d08c741ff"/>
    <p:sldMasterId xmlns:r="http://schemas.openxmlformats.org/officeDocument/2006/relationships" id="2147483655" r:id="R70797cdf0d2f40af"/>
  </p:sldMasterIdLst>
  <p:notesMasterIdLst>
    <p:notesMasterId xmlns:r="http://schemas.openxmlformats.org/officeDocument/2006/relationships" r:id="Re26a1a4596674194"/>
  </p:notesMasterIdLst>
  <p:sldIdLst>
    <p:sldId xmlns:r="http://schemas.openxmlformats.org/officeDocument/2006/relationships" id="256" r:id="R7ab6eef0e1c54f75"/>
    <p:sldId xmlns:r="http://schemas.openxmlformats.org/officeDocument/2006/relationships" id="257" r:id="Re29ab2d6d2c0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ab6dbbe4d44f6" /><Relationship Type="http://schemas.openxmlformats.org/officeDocument/2006/relationships/slideMaster" Target="/ppt/slideMasters/slideMaster1.xml" Id="R8248311d08c741ff" /><Relationship Type="http://schemas.openxmlformats.org/officeDocument/2006/relationships/slideMaster" Target="/ppt/slideMasters/slideMaster2.xml" Id="R70797cdf0d2f40af" /><Relationship Type="http://schemas.openxmlformats.org/officeDocument/2006/relationships/notesMaster" Target="/ppt/notesMasters/notesMaster1.xml" Id="Re26a1a4596674194" /><Relationship Type="http://schemas.openxmlformats.org/officeDocument/2006/relationships/presProps" Target="/ppt/presProps.xml" Id="R9408900c43784057" /><Relationship Type="http://schemas.openxmlformats.org/officeDocument/2006/relationships/viewProps" Target="/ppt/viewProps.xml" Id="R9726685647cd4b89" /><Relationship Type="http://schemas.openxmlformats.org/officeDocument/2006/relationships/tableStyles" Target="/ppt/tableStyles.xml" Id="R288e99db2ed64b44" /><Relationship Type="http://schemas.openxmlformats.org/officeDocument/2006/relationships/slide" Target="/ppt/slides/slide1.xml" Id="R7ab6eef0e1c54f75" /><Relationship Type="http://schemas.openxmlformats.org/officeDocument/2006/relationships/slide" Target="/ppt/slides/slide2.xml" Id="Re29ab2d6d2c0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4ab68f349c3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1e086f5004c96" /><Relationship Type="http://schemas.openxmlformats.org/officeDocument/2006/relationships/notesMaster" Target="/ppt/notesMasters/notesMaster1.xml" Id="Rfae453c4aa48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8f7179fb5c41cc" /><Relationship Type="http://schemas.openxmlformats.org/officeDocument/2006/relationships/notesMaster" Target="/ppt/notesMasters/notesMaster1.xml" Id="R53754cefd71d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Титульный слайд урока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
Пустой слайд только для интерактивностей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5085839ba41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c01e801004c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eed61f0b948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96ea424e14b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05468f09d42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b8e8665aa4d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fa820d391e49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1b5333da2e4d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6e631a78604b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f188b0b7c149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209398f43843d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7a31fdb7804e1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cb15c1a3864ac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16a7bb42d548e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9a420e39274ac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2e340badf64f6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822ae8731d454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ded32d518c42a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078f0e740c472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ab7412d318482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01be32862e44b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6e9e8d08e3498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361113b0a5459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3eea3b203e4a1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2f3279a1294e2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6b579ee93c46d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29c81958bf47a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68e8b6e5c5439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88c8fb015e4ba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4daec308514c0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1e3eb7f01b4c4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f542f9719d4f1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6e60ffe7da48b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bdfbe7bf9b45a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1c3a97405f4e80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09b4d1a34d45a9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4e54dbf5b24e40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376ba42f24d39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ff980805da4729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cc4b0e73244b2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ab32af99b045ab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706dc3180942a5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7d4a26834c448d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97ec02b68d4717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699dddf6d4497a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a17392ce974d10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8e2c0a07c8484a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726a7af11c4a0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f2223e17744098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6df74d2a324184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d03b35cf1843fe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a228f06e794ac0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6837a6a2834e0a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c518bfdcc448d3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8a5d1be1b7480d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1305b5f0d6400f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fe432da9a04c6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0e328f1fd04570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b8dc4502484264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91bdc9b74241e0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bd7fab18a94946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c2e0c3d8ff400a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306483bfbf4f85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a3d63d95a24e94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765be487a34ea9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ec8a5a84e2484b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bbb32de90a4523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166da257f441d5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d8f3a6c38048e1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72cc7214ab4b9b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cc6364a0c5432b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ffa02945b14e5e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b7d777725d48d5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a7e257a7f04edd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02d8108a394e1b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48f1324f0946f2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c7809842174d16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6025e63ec147b0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0789a70a7049fa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1baed68d214d79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c1458a38024868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5c2fc3496f4948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511f464c854406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b0869df13749bf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a1829259ca49ae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cef4208a6840ab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9006cda75a4991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d9a0777e7340e8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a1cdf882204382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f8b33d31de49dd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e43ce9e0c64209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249fadb7eb4714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9400e7e6164a9d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d0214717c641d0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5dac35401e4328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9ab52d0f1e4f6f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bc2589c87845af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29db9cffad4b80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cf11f5d63b48d0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f7f62e26f241d3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19e15f716c4176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d1ef484994313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02d25697cd46d9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28ba96f93b4864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9cc34611944a63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72513e8f0f4141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a6bd62e06f4ffe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b53e6856814b81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b48e6a5b044622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cb832bc7ec4c38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7f2a519db847df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f24e0717a14b93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622ad444b342b2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d639c14762445d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04f7f56f8d4c0b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2c2bc19db542ee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6fd2abd69f400f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c5b04aba334ae0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c33da86b0b4df2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1a32e21df44162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acbcd61e4d4ab4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4703e6ac9e46dc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cd3f6d9e764613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15c4cfa42d424a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44ef1319e54c18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976aa27342443d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5fd9e01cfd4e09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f1bbd1a4b34044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543790fe194995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31b53f7f8d41bd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dfd8227c4243a3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b696412ce84fa3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be97fc957a4e12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0e1d65339e4497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be3f4edc594e0d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0fce24511340fb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6c05dd11f847d4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eb21290c9b4575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037c909eaf4180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6a9dbeb2244bcd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6557b8af7e4ff1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f27fcfc4d34551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d10dc273c147df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9034c8c6004387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b02819519e4742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9da8113c014a02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964bc72b064519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350ac05fe844de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4954397af340b2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fc07fb5074434e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3e1ba19db5458f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22ef62c26c435d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aa2153b1144759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fc6576664242b2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93022f5d52468b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ca8064b3d84b64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d851b323124f69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68a00794dc4999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0d5b0ba0694ce8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e34fdc99ea4751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a86eac100c443f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cdb68451684a74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6da027d4074fe5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04703ef4614db6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9b13ddac2846b9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2dcdebfecd442f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7aa9b5429f4740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983eec0a32495a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40956089d94a7c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ff2829995846ef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0a804fb7054345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e8d9c8df4649bd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79494b102c4957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6027276ed34a93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9e3e4accb94bc3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a1b3a8146846e4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7b95aa35a24daf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046a9e62474ef9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8872f9d41b49a6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b8ce62177f49c0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15a91b65054ecd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80dfe00e344d87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3bdbaf6f724973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9ff0254de44474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e574eb0c3c46d7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b16f98a7494de6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536cbd11314438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29eec1cc944e36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1766c5fa3241c1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d88ba9d407419a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11e8bdddc54678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a2117254fc4ec4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c5fdec5dd447f6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755e656a434c2a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90b6d19b7f4193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7f88ded518493e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25e0ea105844d0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68544a3cb0469f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fb1dab83a64f6c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372238fa2d4d38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a85864e2794d21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1b5fe6c9484354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007dc8dbcc4fde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5ff3ac1cd641ca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54020d442b4007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792294017f414e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986870140e490a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8a7fa793b54f2f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a9086446da47fc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a45a7ae2eb4417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5d5e4b43e942dc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99c5a7ef254db2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588a6e4ed847d4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d4d02ab76a4592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7559df84bb45e1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f8a49cb943422c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ce6247c63c451b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cf30f8043b4776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baaf4759ac4e8d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63f2586a544b15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9a8dd25bb747d6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129bdb884849d7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0cf5f435c8429f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435bb6a98743d5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14d0297a444830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b5668f3b964ef9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90a80b41ed403b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b73bd4ec494d9c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ae9f9455af406e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79d852ad344400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5019ba3b6a4b16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e6d8b896f64c44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4a9445f6c14d32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b2b3af617f43f4" /></Relationships>
</file>

<file path=ppt/slideLayouts/slideLayout1.xml><?xml version="1.0" encoding="utf-8"?>
<p:sldLayout xmlns:p="http://schemas.openxmlformats.org/presentationml/2006/main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7" name="Google Shape;1257;p33">
            <a:extLst xmlns:a="http://schemas.openxmlformats.org/drawingml/2006/main"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49" y="3002440"/>
            <a:ext cx="4702800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8" name="Google Shape;1258;p33">
            <a:extLst xmlns:a="http://schemas.openxmlformats.org/drawingml/2006/main"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839433" y="1323640"/>
            <a:ext cx="2088800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9" name="Google Shape;1259;p33">
            <a:extLst xmlns:a="http://schemas.openxmlformats.org/drawingml/2006/main"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9449" y="5019631"/>
            <a:ext cx="3185600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276" name="Google Shape;1260;p33"/>
          <p:cNvCxnSpPr/>
          <p:nvPr/>
        </p:nvCxnSpPr>
        <p:spPr>
          <a:xfrm xmlns:a="http://schemas.openxmlformats.org/drawingml/2006/main" rot="10800000">
            <a:off x="3971184" y="2820651"/>
            <a:ext cx="822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16581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439490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1" name="Google Shape;1161;p30">
            <a:extLst xmlns:a="http://schemas.openxmlformats.org/drawingml/2006/main"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2522580"/>
            <a:ext cx="455352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 xmlns:a="http://schemas.openxmlformats.org/drawingml/2006/main">
            <a:endParaRPr/>
          </a:p>
        </p:txBody>
      </p:sp>
      <p:sp>
        <p:nvSpPr>
          <p:cNvPr id="1162" name="Google Shape;1162;p30">
            <a:extLst xmlns:a="http://schemas.openxmlformats.org/drawingml/2006/main"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39433" y="2586565"/>
            <a:ext cx="470160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5" name="Google Shape;1163;p30"/>
          <p:cNvCxnSpPr/>
          <p:nvPr/>
        </p:nvCxnSpPr>
        <p:spPr>
          <a:xfrm xmlns:a="http://schemas.openxmlformats.org/drawingml/2006/main">
            <a:off x="6096000" y="-162400"/>
            <a:ext cx="0" cy="5014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E2BE1AF-5C04-45ED-B5B9-5695DE99BDD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28A9498-C5DA-41C5-A417-2ED6EC6A845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7472362" y="1784350"/>
            <a:ext cx="3321050" cy="3311526"/>
          </a:xfrm>
          <a:custGeom xmlns:a="http://schemas.openxmlformats.org/drawingml/2006/main"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pPr marL="0" lvl="0" indent="0" algn="ctr">
              <a:buNone/>
            </a:pPr>
            <a:r>
              <a:t>Image </a:t>
            </a:r>
            <a:r>
              <a:t>placholder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8365BAD-FE71-461B-BA37-FC40C43AC15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37FCF95-FBDD-4D93-81FE-DECEAC64A70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16725" y="781050"/>
            <a:ext cx="4543560" cy="5270530"/>
          </a:xfrm>
          <a:custGeom xmlns:a="http://schemas.openxmlformats.org/drawingml/2006/main"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27E1B1-E6D2-4A69-BEE0-B1BA7DE1873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213725" y="1508126"/>
            <a:ext cx="3727450" cy="3711575"/>
          </a:xfrm>
          <a:custGeom xmlns:a="http://schemas.openxmlformats.org/drawingml/2006/main"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51D1547-ACFC-4167-BEE4-558E976EB56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7ADE6DE-EE06-4AEB-AD1C-C43FB78AE18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6A23E84-E2D3-436B-87DF-3291A7F84B7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A2B2317-16BC-4A3A-AE90-7C5B399A83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7588" y="1082675"/>
            <a:ext cx="4705350" cy="4692650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5132172-4677-490B-A913-658A26779B0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353050" y="0"/>
            <a:ext cx="6870700" cy="41132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973083A-83CE-44BE-BBC2-2366A99A3E2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846638" y="1081088"/>
            <a:ext cx="4916488" cy="57769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FEE62470-3567-4ECD-9D0C-C9C697A5C70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622425" y="2098675"/>
            <a:ext cx="1924050" cy="2181225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DD5151E-90FB-46C7-975C-47F7366E92E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8174" y="1654175"/>
            <a:ext cx="3559175" cy="52054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D454CC-BFDC-4A64-AEBD-98B36770FF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88125" y="646113"/>
            <a:ext cx="4716463" cy="61960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B9C19E7-433D-4523-8BC2-494696A3896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01_ Cover Slide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EC58E75-69CB-4CEA-9043-32789B6B48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920260" y="1"/>
            <a:ext cx="6271741" cy="2271713"/>
          </a:xfrm>
          <a:custGeom xmlns:a="http://schemas.openxmlformats.org/drawingml/2006/main"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CA20182-0FD4-44C0-9AC6-A8DAD08A4B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7113" y="0"/>
            <a:ext cx="7354888" cy="6858000"/>
          </a:xfrm>
          <a:custGeom xmlns:a="http://schemas.openxmlformats.org/drawingml/2006/main"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0CB2CBE-DC8B-4A97-9B91-50E1E478C68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850899"/>
            <a:ext cx="6829736" cy="5156200"/>
          </a:xfrm>
          <a:custGeom xmlns:a="http://schemas.openxmlformats.org/drawingml/2006/main"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B706FFC0-0538-4124-8034-1F780027F3E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336040" y="2369820"/>
            <a:ext cx="3286760" cy="3286760"/>
          </a:xfrm>
          <a:custGeom xmlns:a="http://schemas.openxmlformats.org/drawingml/2006/main"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EE947EA-F74A-4F0C-ACFD-D6944462898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6066971" cy="6858000"/>
          </a:xfrm>
          <a:custGeom xmlns:a="http://schemas.openxmlformats.org/drawingml/2006/main"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3A2E70-037E-4A17-BC16-91421E05C68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25962" y="1627086"/>
            <a:ext cx="3598818" cy="3603828"/>
          </a:xfrm>
          <a:custGeom xmlns:a="http://schemas.openxmlformats.org/drawingml/2006/main"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EC72FE4-B701-4DD2-81FC-F3A290D25EC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56400" y="2311400"/>
            <a:ext cx="5435600" cy="4546600"/>
          </a:xfrm>
          <a:custGeom xmlns:a="http://schemas.openxmlformats.org/drawingml/2006/main"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74CE7982-9359-42A3-ACFA-B494682FF43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2217261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61A83B7-569E-423D-A327-52235C9E799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4448260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3CD5FE7-1B88-4181-AC4B-E13BA018AF7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1036220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0EA78C7E-B56B-4181-877D-B77905A7AEA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3267219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E3CECA2-F343-426F-8AEA-8099EEB00E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518400" y="0"/>
            <a:ext cx="46736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BE24998-36C2-4F01-BC63-C67B1083C5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811470" y="4847772"/>
            <a:ext cx="4570648" cy="2010229"/>
          </a:xfrm>
          <a:custGeom xmlns:a="http://schemas.openxmlformats.org/drawingml/2006/main"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CDE83D7-B9B0-4242-BAEC-EDBDA4332C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192464" y="-422275"/>
            <a:ext cx="7559675" cy="7702550"/>
          </a:xfrm>
          <a:custGeom xmlns:a="http://schemas.openxmlformats.org/drawingml/2006/main"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CA200FC-5869-4986-AB86-6CD23F8C529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624174" y="3770789"/>
            <a:ext cx="2211976" cy="2211978"/>
          </a:xfrm>
          <a:custGeom xmlns:a="http://schemas.openxmlformats.org/drawingml/2006/main"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D72202-5636-4C44-B952-AB91698EAA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124700" y="0"/>
            <a:ext cx="50673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D09E4A9-C453-4D45-B731-08171E1F694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270500" y="1143000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D9DBD4C9-B612-4165-BB7A-FD0F3BA217D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70500" y="4729162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08F5472-FEF1-4052-89B0-D57B51FF80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70400" y="2936081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8D01431-3849-4331-9E62-B9075F4508B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072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D600660-3589-4212-B3EB-ABCC8F07F5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8361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EF13B0F7-5F99-4560-8B32-C48DADA2F1F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650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D78C733-B1CC-4241-A7B7-66D7E4A2948A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0939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62B4748-363A-4BBB-9FF3-3D5C6ABE52A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743199"/>
            <a:ext cx="10058400" cy="3340099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6CD32D-72B7-4828-AE03-24E2472D4E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71500" y="2578100"/>
            <a:ext cx="11049000" cy="3746500"/>
          </a:xfrm>
          <a:custGeom xmlns:a="http://schemas.openxmlformats.org/drawingml/2006/main"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1E4D8A-3668-41DF-919D-4B24B9C9EFF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26459" y="2761782"/>
            <a:ext cx="2937458" cy="2939082"/>
          </a:xfrm>
          <a:custGeom xmlns:a="http://schemas.openxmlformats.org/drawingml/2006/main"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28E17E-095A-4E18-89BF-18E0315BFD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84832" y="1456775"/>
            <a:ext cx="3986772" cy="3457663"/>
          </a:xfrm>
          <a:custGeom xmlns:a="http://schemas.openxmlformats.org/drawingml/2006/main"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9B2B5C-0263-496D-8946-6B899091EBE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26907" y="0"/>
            <a:ext cx="3465095" cy="6858000"/>
          </a:xfrm>
          <a:custGeom xmlns:a="http://schemas.openxmlformats.org/drawingml/2006/main"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C784E45-DF58-4A4C-9DFA-A101D64B52D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044950" y="2097965"/>
            <a:ext cx="3835400" cy="3846514"/>
          </a:xfrm>
          <a:custGeom xmlns:a="http://schemas.openxmlformats.org/drawingml/2006/main"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E37759A-6B4D-4AE6-9BB0-2795CC76098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89409" y="2730116"/>
            <a:ext cx="2981326" cy="2989264"/>
          </a:xfrm>
          <a:custGeom xmlns:a="http://schemas.openxmlformats.org/drawingml/2006/main"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F0C8AC2-1C01-412D-BF3E-ED6E784FEF3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3721100"/>
            <a:ext cx="10553700" cy="2603500"/>
          </a:xfrm>
          <a:custGeom xmlns:a="http://schemas.openxmlformats.org/drawingml/2006/main"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F6874AA-96D1-44C6-9569-EE5EEF95B6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165723"/>
          </a:xfrm>
          <a:custGeom xmlns:a="http://schemas.openxmlformats.org/drawingml/2006/main"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6B83BB9-7EF6-46D4-ACD8-9FC2BE704E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289850"/>
            <a:ext cx="5981700" cy="4568150"/>
          </a:xfrm>
          <a:custGeom xmlns:a="http://schemas.openxmlformats.org/drawingml/2006/main"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1CB51AD-3889-4D52-A1C9-487BB6D1F9C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36230" y="0"/>
            <a:ext cx="4250871" cy="6858000"/>
          </a:xfrm>
          <a:custGeom xmlns:a="http://schemas.openxmlformats.org/drawingml/2006/main"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0_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844CDCBD-5DC1-40E5-AA43-3DDE6EAC1B0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00825" y="1673762"/>
            <a:ext cx="3571205" cy="3260994"/>
          </a:xfrm>
          <a:custGeom xmlns:a="http://schemas.openxmlformats.org/drawingml/2006/main"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userDrawn="1">
  <p:cSld name="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0" y="533400"/>
            <a:ext cx="11106150" cy="2971800"/>
          </a:xfrm>
          <a:custGeom xmlns:a="http://schemas.openxmlformats.org/drawingml/2006/main"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999557" y="2482239"/>
            <a:ext cx="1113372" cy="1113371"/>
          </a:xfrm>
          <a:custGeom xmlns:a="http://schemas.openxmlformats.org/drawingml/2006/main"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78711" y="2712488"/>
            <a:ext cx="952119" cy="955110"/>
          </a:xfrm>
          <a:custGeom xmlns:a="http://schemas.openxmlformats.org/drawingml/2006/main"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04056" y="2503614"/>
            <a:ext cx="947624" cy="949199"/>
          </a:xfrm>
          <a:custGeom xmlns:a="http://schemas.openxmlformats.org/drawingml/2006/main"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41836" y="1811178"/>
            <a:ext cx="3920338" cy="3920338"/>
          </a:xfrm>
          <a:custGeom xmlns:a="http://schemas.openxmlformats.org/drawingml/2006/main"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52838" y="357662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114300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1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90122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533401"/>
            <a:ext cx="11049000" cy="3228975"/>
          </a:xfrm>
          <a:custGeom xmlns:a="http://schemas.openxmlformats.org/drawingml/2006/main"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825155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426928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28701" y="1143000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75500" y="0"/>
            <a:ext cx="5016500" cy="6858000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422554"/>
            <a:ext cx="12192000" cy="3435446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791075" y="4503339"/>
            <a:ext cx="2724150" cy="2725738"/>
          </a:xfrm>
          <a:custGeom xmlns:a="http://schemas.openxmlformats.org/drawingml/2006/main"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84361" y="0"/>
            <a:ext cx="3607639" cy="6858000"/>
          </a:xfrm>
          <a:custGeom xmlns:a="http://schemas.openxmlformats.org/drawingml/2006/main"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37338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91550" y="11430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837735" y="3663951"/>
            <a:ext cx="2238375" cy="2225675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427666" y="1316656"/>
            <a:ext cx="2216154" cy="2203580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111750" y="3480594"/>
            <a:ext cx="1990726" cy="1995488"/>
          </a:xfrm>
          <a:custGeom xmlns:a="http://schemas.openxmlformats.org/drawingml/2006/main"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530602"/>
            <a:ext cx="4822110" cy="3327399"/>
          </a:xfrm>
          <a:custGeom xmlns:a="http://schemas.openxmlformats.org/drawingml/2006/main"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267325" y="0"/>
            <a:ext cx="6924675" cy="6858000"/>
          </a:xfrm>
          <a:custGeom xmlns:a="http://schemas.openxmlformats.org/drawingml/2006/main"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066800" y="3409646"/>
            <a:ext cx="5029200" cy="3448354"/>
          </a:xfrm>
          <a:custGeom xmlns:a="http://schemas.openxmlformats.org/drawingml/2006/main"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0"/>
            <a:ext cx="12192000" cy="6858000"/>
          </a:xfrm>
          <a:custGeom xmlns:a="http://schemas.openxmlformats.org/drawingml/2006/main"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1289387-6DAC-4019-A420-EED4120587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1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303270"/>
          </a:xfrm>
          <a:custGeom xmlns:a="http://schemas.openxmlformats.org/drawingml/2006/main"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userDrawn="1">
  <p:cSld name="2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42126" y="533400"/>
            <a:ext cx="4778375" cy="5791200"/>
          </a:xfrm>
          <a:custGeom xmlns:a="http://schemas.openxmlformats.org/drawingml/2006/main"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userDrawn="1">
  <p:cSld name="3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469683" y="2522534"/>
            <a:ext cx="2953985" cy="2953985"/>
          </a:xfrm>
          <a:custGeom xmlns:a="http://schemas.openxmlformats.org/drawingml/2006/main"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userDrawn="1">
  <p:cSld name="01-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0.xml><?xml version="1.0" encoding="utf-8"?>
<p:sldLayout xmlns:p="http://schemas.openxmlformats.org/presentationml/2006/main" userDrawn="1">
  <p:cSld name="4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038350"/>
            <a:ext cx="5334000" cy="4819650"/>
          </a:xfrm>
          <a:custGeom xmlns:a="http://schemas.openxmlformats.org/drawingml/2006/main"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519933" y="3532093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303815" y="2481510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81625" y="2479877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98157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623832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33931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161030" y="4155621"/>
            <a:ext cx="1278888" cy="1277273"/>
          </a:xfrm>
          <a:custGeom xmlns:a="http://schemas.openxmlformats.org/drawingml/2006/main"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60552" y="2047465"/>
            <a:ext cx="2015735" cy="2046627"/>
          </a:xfrm>
          <a:custGeom xmlns:a="http://schemas.openxmlformats.org/drawingml/2006/main"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161030" y="538163"/>
            <a:ext cx="5946583" cy="4589462"/>
          </a:xfrm>
          <a:custGeom xmlns:a="http://schemas.openxmlformats.org/drawingml/2006/main"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6.xml><?xml version="1.0" encoding="utf-8"?>
<p:sldLayout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289947" y="3839681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289947" y="5036510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89947" y="2649309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865741" y="3370432"/>
            <a:ext cx="1468010" cy="1468010"/>
          </a:xfrm>
          <a:custGeom xmlns:a="http://schemas.openxmlformats.org/drawingml/2006/main"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058373" y="5198973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2019300" y="1927157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85891" y="4643261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219146" y="2283180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1" y="2449286"/>
            <a:ext cx="5413141" cy="3875314"/>
          </a:xfrm>
          <a:custGeom xmlns:a="http://schemas.openxmlformats.org/drawingml/2006/main"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286064" y="1986643"/>
            <a:ext cx="7905936" cy="2922814"/>
          </a:xfrm>
          <a:custGeom xmlns:a="http://schemas.openxmlformats.org/drawingml/2006/main"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986643"/>
            <a:ext cx="4223657" cy="2922814"/>
          </a:xfrm>
          <a:custGeom xmlns:a="http://schemas.openxmlformats.org/drawingml/2006/main"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181851" y="0"/>
            <a:ext cx="5010150" cy="3886200"/>
          </a:xfrm>
          <a:custGeom xmlns:a="http://schemas.openxmlformats.org/drawingml/2006/main"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3886200"/>
            <a:ext cx="4735286" cy="2971800"/>
          </a:xfrm>
          <a:custGeom xmlns:a="http://schemas.openxmlformats.org/drawingml/2006/main"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928360" y="1143000"/>
            <a:ext cx="5263640" cy="5715000"/>
          </a:xfrm>
          <a:custGeom xmlns:a="http://schemas.openxmlformats.org/drawingml/2006/main"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59728" y="2701804"/>
            <a:ext cx="3396344" cy="3396344"/>
          </a:xfrm>
          <a:custGeom xmlns:a="http://schemas.openxmlformats.org/drawingml/2006/main"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740729" y="1"/>
            <a:ext cx="2710543" cy="5110843"/>
          </a:xfrm>
          <a:custGeom xmlns:a="http://schemas.openxmlformats.org/drawingml/2006/main"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186057" y="5558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75632" y="34514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2263321"/>
            <a:ext cx="3673929" cy="3200400"/>
          </a:xfrm>
          <a:custGeom xmlns:a="http://schemas.openxmlformats.org/drawingml/2006/main"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315200" y="2263321"/>
            <a:ext cx="4876800" cy="3200400"/>
          </a:xfrm>
          <a:custGeom xmlns:a="http://schemas.openxmlformats.org/drawingml/2006/main"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819751"/>
            <a:ext cx="12192000" cy="3247549"/>
          </a:xfrm>
          <a:custGeom xmlns:a="http://schemas.openxmlformats.org/drawingml/2006/main"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72598" y="1143000"/>
            <a:ext cx="2819403" cy="5715000"/>
          </a:xfrm>
          <a:custGeom xmlns:a="http://schemas.openxmlformats.org/drawingml/2006/main"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4350" y="2057400"/>
            <a:ext cx="5334000" cy="4229100"/>
          </a:xfrm>
          <a:custGeom xmlns:a="http://schemas.openxmlformats.org/drawingml/2006/main"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522375" y="-12689"/>
            <a:ext cx="3652157" cy="6299189"/>
          </a:xfrm>
          <a:custGeom xmlns:a="http://schemas.openxmlformats.org/drawingml/2006/main"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33" y="2061102"/>
            <a:ext cx="3652157" cy="4187298"/>
          </a:xfrm>
          <a:custGeom xmlns:a="http://schemas.openxmlformats.org/drawingml/2006/main"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55584" y="1160425"/>
            <a:ext cx="4153232" cy="4922556"/>
          </a:xfrm>
          <a:custGeom xmlns:a="http://schemas.openxmlformats.org/drawingml/2006/main"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33400" y="4061229"/>
            <a:ext cx="6128658" cy="2796771"/>
          </a:xfrm>
          <a:custGeom xmlns:a="http://schemas.openxmlformats.org/drawingml/2006/main"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03616" y="1055866"/>
            <a:ext cx="5143500" cy="5143500"/>
          </a:xfrm>
          <a:custGeom xmlns:a="http://schemas.openxmlformats.org/drawingml/2006/main"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524250" y="0"/>
            <a:ext cx="8667750" cy="4419600"/>
          </a:xfrm>
          <a:custGeom xmlns:a="http://schemas.openxmlformats.org/drawingml/2006/main"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55390" y="2019031"/>
            <a:ext cx="3943920" cy="2247900"/>
          </a:xfrm>
          <a:custGeom xmlns:a="http://schemas.openxmlformats.org/drawingml/2006/main"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227179" y="1143001"/>
            <a:ext cx="4964821" cy="5714998"/>
          </a:xfrm>
          <a:custGeom xmlns:a="http://schemas.openxmlformats.org/drawingml/2006/main"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39430" y="2002971"/>
            <a:ext cx="4085771" cy="4855029"/>
          </a:xfrm>
          <a:custGeom xmlns:a="http://schemas.openxmlformats.org/drawingml/2006/main"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1143000"/>
            <a:ext cx="5524500" cy="3050628"/>
          </a:xfrm>
          <a:custGeom xmlns:a="http://schemas.openxmlformats.org/drawingml/2006/main"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-1" y="2049518"/>
            <a:ext cx="4209393" cy="4808483"/>
          </a:xfrm>
          <a:custGeom xmlns:a="http://schemas.openxmlformats.org/drawingml/2006/main"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2364828"/>
            <a:ext cx="6096000" cy="4493172"/>
          </a:xfrm>
          <a:custGeom xmlns:a="http://schemas.openxmlformats.org/drawingml/2006/main"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3829136"/>
            <a:ext cx="5524772" cy="3028864"/>
          </a:xfrm>
          <a:custGeom xmlns:a="http://schemas.openxmlformats.org/drawingml/2006/main"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618565"/>
            <a:ext cx="7580792" cy="6239435"/>
          </a:xfrm>
          <a:custGeom xmlns:a="http://schemas.openxmlformats.org/drawingml/2006/main"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03182" y="2907788"/>
            <a:ext cx="2592604" cy="2594348"/>
          </a:xfrm>
          <a:custGeom xmlns:a="http://schemas.openxmlformats.org/drawingml/2006/main"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5.xml><?xml version="1.0" encoding="utf-8"?>
<p:sldLayout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4107549"/>
            <a:ext cx="4505636" cy="2198437"/>
          </a:xfrm>
          <a:custGeom xmlns:a="http://schemas.openxmlformats.org/drawingml/2006/main"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45266" y="1147901"/>
            <a:ext cx="5446734" cy="3868659"/>
          </a:xfrm>
          <a:custGeom xmlns:a="http://schemas.openxmlformats.org/drawingml/2006/main"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568825" y="5432426"/>
            <a:ext cx="3054350" cy="1425575"/>
          </a:xfrm>
          <a:custGeom xmlns:a="http://schemas.openxmlformats.org/drawingml/2006/main"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15714" y="1104900"/>
            <a:ext cx="3676286" cy="5753101"/>
          </a:xfrm>
          <a:custGeom xmlns:a="http://schemas.openxmlformats.org/drawingml/2006/main"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75686" y="1104901"/>
            <a:ext cx="4782915" cy="2757470"/>
          </a:xfrm>
          <a:custGeom xmlns:a="http://schemas.openxmlformats.org/drawingml/2006/main"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45695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063003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474832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7108"/>
            <a:ext cx="2625213" cy="4490893"/>
          </a:xfrm>
          <a:custGeom xmlns:a="http://schemas.openxmlformats.org/drawingml/2006/main"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95628" y="0"/>
            <a:ext cx="2896372" cy="6858000"/>
          </a:xfrm>
          <a:custGeom xmlns:a="http://schemas.openxmlformats.org/drawingml/2006/main"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4.xml><?xml version="1.0" encoding="utf-8"?>
<p:sldLayout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5189155" cy="4645084"/>
          </a:xfrm>
          <a:custGeom xmlns:a="http://schemas.openxmlformats.org/drawingml/2006/main"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19663" y="1943328"/>
            <a:ext cx="2343150" cy="2346326"/>
          </a:xfrm>
          <a:custGeom xmlns:a="http://schemas.openxmlformats.org/drawingml/2006/main"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9737" y="1980426"/>
            <a:ext cx="4991099" cy="2060968"/>
          </a:xfrm>
          <a:custGeom xmlns:a="http://schemas.openxmlformats.org/drawingml/2006/main"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70488" y="2503487"/>
            <a:ext cx="1849438" cy="1851026"/>
          </a:xfrm>
          <a:custGeom xmlns:a="http://schemas.openxmlformats.org/drawingml/2006/main"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65857" y="1106664"/>
            <a:ext cx="4559343" cy="2027604"/>
          </a:xfrm>
          <a:custGeom xmlns:a="http://schemas.openxmlformats.org/drawingml/2006/main"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661602"/>
            <a:ext cx="12191999" cy="2533650"/>
          </a:xfrm>
          <a:custGeom xmlns:a="http://schemas.openxmlformats.org/drawingml/2006/main"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185918" y="0"/>
            <a:ext cx="3056306" cy="6858000"/>
          </a:xfrm>
          <a:custGeom xmlns:a="http://schemas.openxmlformats.org/drawingml/2006/main"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2.xml><?xml version="1.0" encoding="utf-8"?>
<p:sldLayout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686050"/>
            <a:ext cx="2784903" cy="4171950"/>
          </a:xfrm>
          <a:custGeom xmlns:a="http://schemas.openxmlformats.org/drawingml/2006/main"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"/>
            <a:ext cx="12192000" cy="6857999"/>
          </a:xfrm>
          <a:custGeom xmlns:a="http://schemas.openxmlformats.org/drawingml/2006/main"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96000" y="3162300"/>
            <a:ext cx="6096000" cy="3695700"/>
          </a:xfrm>
          <a:custGeom xmlns:a="http://schemas.openxmlformats.org/drawingml/2006/main"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102351" y="0"/>
            <a:ext cx="6096000" cy="6858000"/>
          </a:xfrm>
          <a:custGeom xmlns:a="http://schemas.openxmlformats.org/drawingml/2006/main"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28080" y="0"/>
            <a:ext cx="3125108" cy="6858000"/>
          </a:xfrm>
          <a:custGeom xmlns:a="http://schemas.openxmlformats.org/drawingml/2006/main"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0" y="1"/>
            <a:ext cx="4572000" cy="2365829"/>
          </a:xfrm>
          <a:custGeom xmlns:a="http://schemas.openxmlformats.org/drawingml/2006/main"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34124" y="3429001"/>
            <a:ext cx="5857876" cy="3428999"/>
          </a:xfrm>
          <a:custGeom xmlns:a="http://schemas.openxmlformats.org/drawingml/2006/main"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918326" y="2006601"/>
            <a:ext cx="1401763" cy="2043113"/>
          </a:xfrm>
          <a:custGeom xmlns:a="http://schemas.openxmlformats.org/drawingml/2006/main"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33106" y="2"/>
            <a:ext cx="2858894" cy="4644571"/>
          </a:xfrm>
          <a:custGeom xmlns:a="http://schemas.openxmlformats.org/drawingml/2006/main"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4089600"/>
            <a:ext cx="11087100" cy="2235001"/>
          </a:xfrm>
          <a:custGeom xmlns:a="http://schemas.openxmlformats.org/drawingml/2006/main"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12501" y="2947593"/>
            <a:ext cx="1683880" cy="1683880"/>
          </a:xfrm>
          <a:custGeom xmlns:a="http://schemas.openxmlformats.org/drawingml/2006/main"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135194" y="3827239"/>
            <a:ext cx="2289398" cy="3038699"/>
          </a:xfrm>
          <a:custGeom xmlns:a="http://schemas.openxmlformats.org/drawingml/2006/main"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7A224E-C438-4447-BE67-A6373C27FAB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16558" y="0"/>
            <a:ext cx="3275442" cy="6324600"/>
          </a:xfrm>
          <a:custGeom xmlns:a="http://schemas.openxmlformats.org/drawingml/2006/main"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7283FF-B7D3-4A11-8612-910ADEC10F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5455920" cy="6858000"/>
          </a:xfrm>
          <a:custGeom xmlns:a="http://schemas.openxmlformats.org/drawingml/2006/main"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2BC225F-0738-47A1-9AA9-78C651EDE6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00" y="1143001"/>
            <a:ext cx="2545010" cy="5715001"/>
          </a:xfrm>
          <a:custGeom xmlns:a="http://schemas.openxmlformats.org/drawingml/2006/main"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537D4EA-1852-4003-8CED-D13A474BCC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63467" y="3059709"/>
            <a:ext cx="1865066" cy="1868886"/>
          </a:xfrm>
          <a:custGeom xmlns:a="http://schemas.openxmlformats.org/drawingml/2006/main"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919C738-7BA9-4B25-9C38-93DA4618030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3507" y="1321131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ADC23D2-EDC1-437D-86CA-3B25D48B0A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31467" y="1321132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E9B4A9A-8C27-4E87-AAFA-8D9F77AEB03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888453" y="1574800"/>
            <a:ext cx="2700825" cy="52832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0948672-AC72-4FBB-BE83-0A53F689FCB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40585" y="2909788"/>
            <a:ext cx="2710830" cy="2710830"/>
          </a:xfrm>
          <a:custGeom xmlns:a="http://schemas.openxmlformats.org/drawingml/2006/main"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3.xml><?xml version="1.0" encoding="utf-8"?>
<p:sldLayout xmlns:p="http://schemas.openxmlformats.org/presentationml/2006/main" userDrawn="1">
  <p:cSld name="Roadmap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1D8B24A-C626-473B-91B1-3C7549C4E8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54386" y="2141"/>
            <a:ext cx="6196414" cy="6881260"/>
          </a:xfrm>
          <a:custGeom xmlns:a="http://schemas.openxmlformats.org/drawingml/2006/main"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AEDE3CA0-1C86-4797-A73F-D38265F36FB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7B318FE-5A02-481A-9639-4C74D7B639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3D03C9E2-D270-4926-B3CD-132DB20F18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4E5F96F2-B8BE-4877-840A-56B89F21AD3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93F16632-7257-417D-955D-E562635F9CA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7207748-64B2-4093-9B4D-FCE8C709918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D61B50A-CF2F-4E3C-AF24-14702BD93E3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6.xml><?xml version="1.0" encoding="utf-8"?>
<p:sldLayout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CD225C88-337E-4F51-8E08-16241B2FCE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B516959F-190B-46E3-AAD8-0AFE826EB25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0240A0B-038F-4A12-B7E8-190A0DEA76E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7.xml><?xml version="1.0" encoding="utf-8"?>
<p:sldLayout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18B91C0A-37B0-4E78-835E-D78E39EE5DF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837877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7FBEFCAA-D50B-47D6-AF42-4616F446519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85524" y="2015808"/>
            <a:ext cx="1220954" cy="1225072"/>
          </a:xfrm>
          <a:custGeom xmlns:a="http://schemas.openxmlformats.org/drawingml/2006/main"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C724C1E9-D874-4E3F-AAED-A007A733B79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131113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E5B47B5F-8CA0-4AD0-9D20-043F4A460E5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661611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D3C7B2EE-C3EF-41C3-8F02-061E35D5AEA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307378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userDrawn="1">
  <p:cSld name="Team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AAEA9EAC-65D3-4BF8-9E30-DCA83BE8F6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635522" y="2780348"/>
            <a:ext cx="2084914" cy="2086292"/>
          </a:xfrm>
          <a:custGeom xmlns:a="http://schemas.openxmlformats.org/drawingml/2006/main"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B7551166-903B-46B5-92CE-E97BECE5CD8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481386" y="1485623"/>
            <a:ext cx="998908" cy="999000"/>
          </a:xfrm>
          <a:custGeom xmlns:a="http://schemas.openxmlformats.org/drawingml/2006/main"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6B7F5CF5-4523-4E9C-8512-4FE75490B46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306223" y="2621796"/>
            <a:ext cx="997976" cy="1000046"/>
          </a:xfrm>
          <a:custGeom xmlns:a="http://schemas.openxmlformats.org/drawingml/2006/main"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E6EDA6F-C3CA-4598-8D15-576F1B6517F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306223" y="4025954"/>
            <a:ext cx="997976" cy="1000029"/>
          </a:xfrm>
          <a:custGeom xmlns:a="http://schemas.openxmlformats.org/drawingml/2006/main"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E9A6DDC0-34CD-4546-B5CC-ACBF82B075E2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481386" y="5163861"/>
            <a:ext cx="998908" cy="998577"/>
          </a:xfrm>
          <a:custGeom xmlns:a="http://schemas.openxmlformats.org/drawingml/2006/main"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9.xml><?xml version="1.0" encoding="utf-8"?>
<p:sldLayout xmlns:p="http://schemas.openxmlformats.org/presentationml/2006/main" userDrawn="1">
  <p:cSld name="Team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366E740-E6CA-4113-B8A0-3CF264505B1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D1A9E31F-B7DC-483C-84E6-821625679B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493656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F95D6428-AB72-4A35-A12B-4C0B86D38D6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282644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B905A27F-2140-4D9B-996A-4515B9F524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071632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CD4BEA22-8AC7-4A79-BA5D-CC9754E5D04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860620" y="3162613"/>
            <a:ext cx="2048736" cy="2048736"/>
          </a:xfrm>
          <a:custGeom xmlns:a="http://schemas.openxmlformats.org/drawingml/2006/main"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A5047510-159F-405B-842D-4B3F1B6888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9226973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0.xml><?xml version="1.0" encoding="utf-8"?>
<p:sldLayout xmlns:p="http://schemas.openxmlformats.org/presentationml/2006/main" userDrawn="1">
  <p:cSld name="Team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718364B8-7C46-49B9-8D54-5BC3A691454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42370" y="4542901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459ECF7-843D-48FC-BAA6-F013EBBA4AC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572499" y="1543957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1.xml><?xml version="1.0" encoding="utf-8"?>
<p:sldLayout xmlns:p="http://schemas.openxmlformats.org/presentationml/2006/main" userDrawn="1">
  <p:cSld name="Team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1925A207-0843-4121-BD0E-B06F7E53FF1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8B0DB-90EC-4FA7-955A-638AF6791E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928155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2012C1B0-B3AF-42F3-9AA1-E0E4F089E77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789510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2.xml><?xml version="1.0" encoding="utf-8"?>
<p:sldLayout xmlns:p="http://schemas.openxmlformats.org/presentationml/2006/main" userDrawn="1">
  <p:cSld name="Team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9ABCF27-76C6-4544-A743-09566F233F9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95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DF104F2-6FDF-45D7-8CBA-36A69E22638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322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3E9204D6-902B-4A6C-8CFD-B806925DBC3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1849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D21ABEE7-3655-4291-8EB5-D503DF16AEB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7376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3.xml><?xml version="1.0" encoding="utf-8"?>
<p:sldLayout xmlns:p="http://schemas.openxmlformats.org/presentationml/2006/main" userDrawn="1">
  <p:cSld name="Team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44191AEB-0AD5-454B-97B3-6D3256E4246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D98D6729-4A3A-40FB-826C-8B53048BA64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545555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B1D556B7-8AEF-4417-BAB5-58FF4E42FAD3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024309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160812BB-7C74-4AF6-92FA-0C976CF9C18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829114" y="1867262"/>
            <a:ext cx="1680060" cy="3769360"/>
          </a:xfrm>
          <a:custGeom xmlns:a="http://schemas.openxmlformats.org/drawingml/2006/main"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4.xml><?xml version="1.0" encoding="utf-8"?>
<p:sldLayout xmlns:p="http://schemas.openxmlformats.org/presentationml/2006/main" userDrawn="1">
  <p:cSld name="Team 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46642303-B0C6-4F9C-89A4-DB792D2DF9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46468" y="2633163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45227B6F-313A-4048-A6D2-1551AAA85B3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946468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0" name="Picture Placeholder 19">
            <a:extLst xmlns:a="http://schemas.openxmlformats.org/drawingml/2006/main">
              <a:ext uri="{FF2B5EF4-FFF2-40B4-BE49-F238E27FC236}">
                <a16:creationId xmlns:a16="http://schemas.microsoft.com/office/drawing/2014/main" id="{A589DE5C-922F-4762-AB4D-8AED676E396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933743" y="2633162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49B51987-027B-4657-B6D7-051F4A03704A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933743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5.xml><?xml version="1.0" encoding="utf-8"?>
<p:sldLayout xmlns:p="http://schemas.openxmlformats.org/presentationml/2006/main" userDrawn="1">
  <p:cSld name="Team 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137B98B2-C87F-45E2-A590-5F46E4C938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514475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DDB0A1F6-F900-4254-B36C-DD419E5BDA6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52462" y="2850198"/>
            <a:ext cx="1591528" cy="2228850"/>
          </a:xfrm>
          <a:custGeom xmlns:a="http://schemas.openxmlformats.org/drawingml/2006/main"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E60EB04F-7964-459F-B4D6-FB074FF7F25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84950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FA3DFC43-5D4D-43A0-BF9F-BAEED8FA238A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123256" y="2850198"/>
            <a:ext cx="1595652" cy="2228850"/>
          </a:xfrm>
          <a:custGeom xmlns:a="http://schemas.openxmlformats.org/drawingml/2006/main"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B1FD98-B9FC-4263-ACB9-A28E159F3A4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7.xml><?xml version="1.0" encoding="utf-8"?>
<p:sldLayout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88123B9-F5BF-4DC9-9DDF-5E237BE0EAF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2554514"/>
            <a:ext cx="3026229" cy="4303486"/>
          </a:xfrm>
          <a:custGeom xmlns:a="http://schemas.openxmlformats.org/drawingml/2006/main"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8.xml><?xml version="1.0" encoding="utf-8"?>
<p:sldLayout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0052077-1143-4443-A625-0EB6531443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799" y="2807208"/>
            <a:ext cx="2976933" cy="1718183"/>
          </a:xfrm>
          <a:custGeom xmlns:a="http://schemas.openxmlformats.org/drawingml/2006/main"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9.xml><?xml version="1.0" encoding="utf-8"?>
<p:sldLayout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E72D012-7487-4FAF-98F0-834F722AB4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805595" y="1883120"/>
            <a:ext cx="3386405" cy="4974881"/>
          </a:xfrm>
          <a:custGeom xmlns:a="http://schemas.openxmlformats.org/drawingml/2006/main"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61FFFA-8204-4C6A-9201-8A98B6460A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2120899"/>
            <a:ext cx="2971073" cy="4737102"/>
          </a:xfrm>
          <a:custGeom xmlns:a="http://schemas.openxmlformats.org/drawingml/2006/main"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2C01CC0-5ACE-493F-B652-A1AFC163860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71209" y="4161201"/>
            <a:ext cx="3801291" cy="2168435"/>
          </a:xfrm>
          <a:custGeom xmlns:a="http://schemas.openxmlformats.org/drawingml/2006/main"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9D2388-2C72-4703-BA62-D603761156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403189" y="3594100"/>
            <a:ext cx="2632529" cy="2632529"/>
          </a:xfrm>
          <a:custGeom xmlns:a="http://schemas.openxmlformats.org/drawingml/2006/main"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3.xml><?xml version="1.0" encoding="utf-8"?>
<p:sldLayout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C3134F3-5AC7-402A-A295-A181D9B9F7A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40800" y="1143000"/>
            <a:ext cx="3251200" cy="5715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6C4AE96B-2884-42D3-9A55-85D9604811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3138" y="2115623"/>
            <a:ext cx="4094921" cy="4094922"/>
          </a:xfrm>
          <a:custGeom xmlns:a="http://schemas.openxmlformats.org/drawingml/2006/main"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5.xml><?xml version="1.0" encoding="utf-8"?>
<p:sldLayout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1487C7D-9464-4316-BD90-FB8BA12F0D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0D15F46-0274-48F1-A5F0-DB52E84490C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5826"/>
            <a:ext cx="3236685" cy="4492174"/>
          </a:xfrm>
          <a:custGeom xmlns:a="http://schemas.openxmlformats.org/drawingml/2006/main"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5C2C7E5-02E4-48AF-B118-3756B0FDCC5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88531" y="2168742"/>
            <a:ext cx="2736669" cy="4155859"/>
          </a:xfrm>
          <a:custGeom xmlns:a="http://schemas.openxmlformats.org/drawingml/2006/main"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8.xml><?xml version="1.0" encoding="utf-8"?>
<p:sldLayout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61FAB87-34D7-4B97-8B02-BC70706B849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96215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113D97F-BA38-4139-9E1A-06F8C2A5084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52644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D51009F3-5F40-4048-8565-5E26C692D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39787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7359AC06-45B5-4737-B804-142E4A5DA3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64475" y="2353552"/>
            <a:ext cx="2799571" cy="3959189"/>
          </a:xfrm>
          <a:custGeom xmlns:a="http://schemas.openxmlformats.org/drawingml/2006/main"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C80064E-8509-4F2D-804E-906DED9B9D6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09447" y="0"/>
            <a:ext cx="6082553" cy="6858000"/>
          </a:xfrm>
          <a:custGeom xmlns:a="http://schemas.openxmlformats.org/drawingml/2006/main"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C485B88-816D-4E73-A8F0-2A538F5C3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4366927"/>
            <a:ext cx="5029200" cy="1960375"/>
          </a:xfrm>
          <a:custGeom xmlns:a="http://schemas.openxmlformats.org/drawingml/2006/main"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2.xml><?xml version="1.0" encoding="utf-8"?>
<p:sldLayout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7313533-B253-4CF3-BBDF-0FD3E1900E0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891595"/>
            <a:ext cx="2528757" cy="3966406"/>
          </a:xfrm>
          <a:custGeom xmlns:a="http://schemas.openxmlformats.org/drawingml/2006/main"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9DADA86-B224-40C5-9EF4-D905E1AF324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774" y="1143000"/>
            <a:ext cx="3123426" cy="5181600"/>
          </a:xfrm>
          <a:custGeom xmlns:a="http://schemas.openxmlformats.org/drawingml/2006/main"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4.xml><?xml version="1.0" encoding="utf-8"?>
<p:sldLayout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ABC9C3-E909-449F-B082-DBDA505120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234" y="3846286"/>
            <a:ext cx="5000767" cy="2478314"/>
          </a:xfrm>
          <a:custGeom xmlns:a="http://schemas.openxmlformats.org/drawingml/2006/main"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0FE5ED-759F-427F-9958-65FAAFE7FB5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66231" y="3132220"/>
            <a:ext cx="2258974" cy="2258974"/>
          </a:xfrm>
          <a:custGeom xmlns:a="http://schemas.openxmlformats.org/drawingml/2006/main"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7627D29-9807-4CFE-9EB1-D54DC622A3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1921755"/>
            <a:ext cx="6903299" cy="1257300"/>
          </a:xfrm>
          <a:custGeom xmlns:a="http://schemas.openxmlformats.org/drawingml/2006/main"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39505F0-A1B6-4AE1-9421-84FD1FE8064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828" y="2095500"/>
            <a:ext cx="5000172" cy="2418443"/>
          </a:xfrm>
          <a:custGeom xmlns:a="http://schemas.openxmlformats.org/drawingml/2006/main"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userDrawn="1">
  <p:cSld name="Agenda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68A44BC-66A1-409B-B609-A1479294FD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347913" y="1023939"/>
            <a:ext cx="4210050" cy="4810125"/>
          </a:xfrm>
          <a:custGeom xmlns:a="http://schemas.openxmlformats.org/drawingml/2006/main"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userDrawn="1">
  <p:cSld name="Agenda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98C28A9-192A-4467-9C38-94620107685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"/>
            <a:ext cx="6124172" cy="6857999"/>
          </a:xfrm>
          <a:custGeom xmlns:a="http://schemas.openxmlformats.org/drawingml/2006/main"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userDrawn="1">
  <p:cSld name="Agenda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C19D976-53E7-4B1D-A0F3-71D890123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290888" y="1636"/>
            <a:ext cx="5611813" cy="4295481"/>
          </a:xfrm>
          <a:custGeom xmlns:a="http://schemas.openxmlformats.org/drawingml/2006/main"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userDrawn="1">
  <p:cSld name="Agenda 05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33D39A6-046C-4903-B1AD-32CF8AD972D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453544" y="1290319"/>
            <a:ext cx="4864608" cy="4279392"/>
          </a:xfrm>
          <a:custGeom xmlns:a="http://schemas.openxmlformats.org/drawingml/2006/main"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userDrawn="1">
  <p:cSld name="Agenda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788EF5E-2999-4CDF-96F0-FC223537BB2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535613" y="1987550"/>
            <a:ext cx="1120775" cy="1292225"/>
          </a:xfrm>
          <a:custGeom xmlns:a="http://schemas.openxmlformats.org/drawingml/2006/main"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userDrawn="1">
  <p:cSld name="Agenda 06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3B42643-88EE-4079-8FC5-6E905B58C4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704828"/>
            <a:ext cx="4227365" cy="4153170"/>
          </a:xfrm>
          <a:custGeom xmlns:a="http://schemas.openxmlformats.org/drawingml/2006/main"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4.xml><?xml version="1.0" encoding="utf-8"?>
<p:sldLayout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1983868"/>
            <a:ext cx="4296406" cy="2372343"/>
          </a:xfrm>
          <a:custGeom xmlns:a="http://schemas.openxmlformats.org/drawingml/2006/main"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5.xml><?xml version="1.0" encoding="utf-8"?>
<p:sldLayout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F0F7944D-4DA2-4B3A-BF01-E7EE7891FE5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103324" y="1544481"/>
            <a:ext cx="4088677" cy="2300980"/>
          </a:xfrm>
          <a:custGeom xmlns:a="http://schemas.openxmlformats.org/drawingml/2006/main"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CF159D5-67FF-4110-A4AC-307A066DEEC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74175" y="1660526"/>
            <a:ext cx="2914650" cy="5197475"/>
          </a:xfrm>
          <a:custGeom xmlns:a="http://schemas.openxmlformats.org/drawingml/2006/main"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4EED33A-1328-4F6B-A164-FE99BFF4F33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692572" y="1763486"/>
            <a:ext cx="3394527" cy="4561114"/>
          </a:xfrm>
          <a:custGeom xmlns:a="http://schemas.openxmlformats.org/drawingml/2006/main"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9.xml><?xml version="1.0" encoding="utf-8"?>
<p:sldLayout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DD5AA02-D19F-4ED0-AE88-C075C57B8D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747675" y="1244081"/>
            <a:ext cx="2149267" cy="4638208"/>
          </a:xfrm>
          <a:custGeom xmlns:a="http://schemas.openxmlformats.org/drawingml/2006/main"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0.xml><?xml version="1.0" encoding="utf-8"?>
<p:sldLayout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DD3AFCB-DD43-430D-BFF6-66EF0AF446A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5504" y="710812"/>
            <a:ext cx="2516552" cy="5441271"/>
          </a:xfrm>
          <a:custGeom xmlns:a="http://schemas.openxmlformats.org/drawingml/2006/main"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1.xml><?xml version="1.0" encoding="utf-8"?>
<p:sldLayout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FCE653A-75E6-44BD-8F23-477D16828300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4764" y="0"/>
            <a:ext cx="12207877" cy="6858000"/>
          </a:xfrm>
          <a:custGeom xmlns:a="http://schemas.openxmlformats.org/drawingml/2006/main"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0435E7F-30E2-41CD-8AAA-DEF3EAC84A1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89307" y="634505"/>
            <a:ext cx="2623525" cy="5681750"/>
          </a:xfrm>
          <a:custGeom xmlns:a="http://schemas.openxmlformats.org/drawingml/2006/main"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AC1B6B31-4D0D-4699-B1D1-7C4FB765FD4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14693" y="977137"/>
            <a:ext cx="2144631" cy="4254666"/>
          </a:xfrm>
          <a:custGeom xmlns:a="http://schemas.openxmlformats.org/drawingml/2006/main"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00E07CE-3A49-4D42-9E7B-359D4C9DAB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18566" y="2298769"/>
            <a:ext cx="5021331" cy="2262472"/>
          </a:xfrm>
          <a:custGeom xmlns:a="http://schemas.openxmlformats.org/drawingml/2006/main"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030A85F-8282-4EC7-B87E-1608A7D44C14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08007" y="1470237"/>
            <a:ext cx="1897345" cy="3636439"/>
          </a:xfrm>
          <a:custGeom xmlns:a="http://schemas.openxmlformats.org/drawingml/2006/main"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A1E8B7-6495-4B3B-982D-4B5ABAC660B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F2046B7-A809-461B-B057-F6D36240D97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20601" y="460844"/>
            <a:ext cx="2295297" cy="4389704"/>
          </a:xfrm>
          <a:custGeom xmlns:a="http://schemas.openxmlformats.org/drawingml/2006/main"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3626BC-1EB9-45A0-9228-358DE140F926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1" y="0"/>
            <a:ext cx="1220311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07BB280-E8CC-47D7-9E4E-C84A0C379BC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679327" y="2675205"/>
            <a:ext cx="2492467" cy="4182797"/>
          </a:xfrm>
          <a:custGeom xmlns:a="http://schemas.openxmlformats.org/drawingml/2006/main"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23AC118-0FD1-420D-9E24-D525580F5CF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74506" y="2306439"/>
            <a:ext cx="1983650" cy="3525907"/>
          </a:xfrm>
          <a:custGeom xmlns:a="http://schemas.openxmlformats.org/drawingml/2006/main"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33707A-9306-4120-A128-1EEC2E78FBD1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1BF7626-319A-4B06-9F71-9E426364B02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741709" y="1488519"/>
            <a:ext cx="2522889" cy="3763763"/>
          </a:xfrm>
          <a:custGeom xmlns:a="http://schemas.openxmlformats.org/drawingml/2006/main"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1E228E1-DC3B-432E-A479-D97A7BBE180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22400" y="2258836"/>
            <a:ext cx="2754435" cy="3508728"/>
          </a:xfrm>
          <a:custGeom xmlns:a="http://schemas.openxmlformats.org/drawingml/2006/main"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89A265C-854E-4C27-9116-014F429B3D6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2017" y="1369156"/>
            <a:ext cx="3191073" cy="4106552"/>
          </a:xfrm>
          <a:custGeom xmlns:a="http://schemas.openxmlformats.org/drawingml/2006/main"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1.xml><?xml version="1.0" encoding="utf-8"?>
<p:sldLayout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19F2C0F-3E63-4964-952B-41F85B427CA2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B4625E4-9D76-4154-8962-009B7E6A330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610227" y="1243013"/>
            <a:ext cx="1486694" cy="2617788"/>
          </a:xfrm>
          <a:custGeom xmlns:a="http://schemas.openxmlformats.org/drawingml/2006/main"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9EB4D081-5C4C-4E5A-9F46-56EC7EA0D6E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18784" y="2053036"/>
            <a:ext cx="2541971" cy="3627827"/>
          </a:xfrm>
          <a:custGeom xmlns:a="http://schemas.openxmlformats.org/drawingml/2006/main"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2A787D7-07DB-45C3-A41D-085DCFB54DF9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813709" y="2050693"/>
            <a:ext cx="2544354" cy="3271560"/>
          </a:xfrm>
          <a:custGeom xmlns:a="http://schemas.openxmlformats.org/drawingml/2006/main"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A1513FD-C467-4C68-AF87-5434550D835D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641431" y="2059865"/>
            <a:ext cx="2514371" cy="3628201"/>
          </a:xfrm>
          <a:custGeom xmlns:a="http://schemas.openxmlformats.org/drawingml/2006/main"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037C651-0E60-4E9B-BE45-59F41F7C882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038349" y="2447109"/>
            <a:ext cx="2319388" cy="3098029"/>
          </a:xfrm>
          <a:custGeom xmlns:a="http://schemas.openxmlformats.org/drawingml/2006/main"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87249E03-E6E3-477D-BAC2-DFB8BBCEC27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124973" y="2447109"/>
            <a:ext cx="2281147" cy="3098029"/>
          </a:xfrm>
          <a:custGeom xmlns:a="http://schemas.openxmlformats.org/drawingml/2006/main"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B285874-B17C-4718-A102-0F8735AA3C5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8664" y="2453640"/>
            <a:ext cx="2967037" cy="3954781"/>
          </a:xfrm>
          <a:custGeom xmlns:a="http://schemas.openxmlformats.org/drawingml/2006/main"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ADFDEDD-6517-4905-B1C3-A917B247A54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990975" y="2350271"/>
            <a:ext cx="4444875" cy="3295998"/>
          </a:xfrm>
          <a:custGeom xmlns:a="http://schemas.openxmlformats.org/drawingml/2006/main"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6.xml><?xml version="1.0" encoding="utf-8"?>
<p:sldLayout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7574940-D04A-40C8-8BA1-365187E6158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465345" y="1886726"/>
            <a:ext cx="2885088" cy="3881614"/>
          </a:xfrm>
          <a:custGeom xmlns:a="http://schemas.openxmlformats.org/drawingml/2006/main"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7.xml><?xml version="1.0" encoding="utf-8"?>
<p:sldLayout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9FA750C-DE62-47CA-887E-23899C8222B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84123" y="1378160"/>
            <a:ext cx="3607378" cy="3313110"/>
          </a:xfrm>
          <a:custGeom xmlns:a="http://schemas.openxmlformats.org/drawingml/2006/main"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8.xml><?xml version="1.0" encoding="utf-8"?>
<p:sldLayout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6509F82B-194B-4276-8C08-267DD99735A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222794" y="3468848"/>
            <a:ext cx="3662799" cy="2273525"/>
          </a:xfrm>
          <a:custGeom xmlns:a="http://schemas.openxmlformats.org/drawingml/2006/main"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CCE38BE-FF68-4D06-87DD-FE8AAD98DF6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866022" y="4085831"/>
            <a:ext cx="1252659" cy="1787027"/>
          </a:xfrm>
          <a:custGeom xmlns:a="http://schemas.openxmlformats.org/drawingml/2006/main"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84DBF12-545E-4E67-86DB-5F1DBD32D874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977006" y="4040568"/>
            <a:ext cx="1426501" cy="1787027"/>
          </a:xfrm>
          <a:custGeom xmlns:a="http://schemas.openxmlformats.org/drawingml/2006/main"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9.xml><?xml version="1.0" encoding="utf-8"?>
<p:sldLayout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718705F-BA34-4D8C-8919-4F68E6BED81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00575" y="3061069"/>
            <a:ext cx="2905124" cy="1830019"/>
          </a:xfrm>
          <a:custGeom xmlns:a="http://schemas.openxmlformats.org/drawingml/2006/main"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6FFF2D0-96D1-4822-A938-609B532EEA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61184" y="2745627"/>
            <a:ext cx="4897356" cy="2994345"/>
          </a:xfrm>
          <a:custGeom xmlns:a="http://schemas.openxmlformats.org/drawingml/2006/main"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1E0F4D3-B301-43FD-A31D-F202E8EFB4F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57325" y="3443289"/>
            <a:ext cx="3490914" cy="2195512"/>
          </a:xfrm>
          <a:custGeom xmlns:a="http://schemas.openxmlformats.org/drawingml/2006/main"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2.xml><?xml version="1.0" encoding="utf-8"?>
<p:sldLayout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BCA6E78-533D-42D5-AF62-15C3881C84A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05638" y="1052514"/>
            <a:ext cx="3424236" cy="1904999"/>
          </a:xfrm>
          <a:custGeom xmlns:a="http://schemas.openxmlformats.org/drawingml/2006/main"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3.xml><?xml version="1.0" encoding="utf-8"?>
<p:sldLayout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C12E2CC-E16B-4B75-A80F-4175FBEF4A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375282" y="1269964"/>
            <a:ext cx="4518924" cy="3602550"/>
          </a:xfrm>
          <a:custGeom xmlns:a="http://schemas.openxmlformats.org/drawingml/2006/main"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2462496E-387E-4C03-819B-F3025847370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1338" y="2345079"/>
            <a:ext cx="2419350" cy="3469935"/>
          </a:xfrm>
          <a:custGeom xmlns:a="http://schemas.openxmlformats.org/drawingml/2006/main"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05A718D-AA0C-475B-B6F9-58702B27A6A7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DC49330C-AEF0-4F46-A7FC-D1C41F97DD39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516507" y="2719389"/>
            <a:ext cx="4776787" cy="3000375"/>
          </a:xfrm>
          <a:custGeom xmlns:a="http://schemas.openxmlformats.org/drawingml/2006/main"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466559E-F925-4896-BC09-BD4F2FCC263D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8858253" y="3820908"/>
            <a:ext cx="1036440" cy="2190046"/>
          </a:xfrm>
          <a:custGeom xmlns:a="http://schemas.openxmlformats.org/drawingml/2006/main"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CC4F2F6-C73D-40C9-8493-158ADD815FD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69857" y="2448379"/>
            <a:ext cx="4158796" cy="2385302"/>
          </a:xfrm>
          <a:custGeom xmlns:a="http://schemas.openxmlformats.org/drawingml/2006/main"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6.xml><?xml version="1.0" encoding="utf-8"?>
<p:sldLayout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5762085-E283-4F1B-A911-155D088E2CF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586"/>
            <a:ext cx="12203112" cy="5380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26507994-A36D-47AE-B605-D93BBDE4A064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609373" y="2448379"/>
            <a:ext cx="4158796" cy="2385303"/>
          </a:xfrm>
          <a:custGeom xmlns:a="http://schemas.openxmlformats.org/drawingml/2006/main"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0DB1B111-17D7-4098-BD48-F4ED7FF75A23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4699" y="3989164"/>
            <a:ext cx="3354565" cy="2106837"/>
          </a:xfrm>
          <a:custGeom xmlns:a="http://schemas.openxmlformats.org/drawingml/2006/main"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BFE1701D-81CA-426A-AD16-13E86E07FD4C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24593" y="4248754"/>
            <a:ext cx="1367204" cy="1960902"/>
          </a:xfrm>
          <a:custGeom xmlns:a="http://schemas.openxmlformats.org/drawingml/2006/main"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A53AC5B-0CD0-4BC6-BE70-2F7BCB7CA21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1992310" y="4962071"/>
            <a:ext cx="638397" cy="1348964"/>
          </a:xfrm>
          <a:custGeom xmlns:a="http://schemas.openxmlformats.org/drawingml/2006/main"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02C15F9-0FD7-4E7A-957E-E33910770E5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73C750F5-0B47-4D6A-B364-112364329A8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09002" y="2163014"/>
            <a:ext cx="2327387" cy="2764391"/>
          </a:xfrm>
          <a:custGeom xmlns:a="http://schemas.openxmlformats.org/drawingml/2006/main"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8.xml><?xml version="1.0" encoding="utf-8"?>
<p:sldLayout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8087ED0-20BE-4D75-A86F-C0E3F2F4FDE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8018" y="2172910"/>
            <a:ext cx="1800345" cy="2634397"/>
          </a:xfrm>
          <a:custGeom xmlns:a="http://schemas.openxmlformats.org/drawingml/2006/main"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9.xml><?xml version="1.0" encoding="utf-8"?>
<p:sldLayout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13A3808-D2D2-4990-949C-848877ED31A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0.xml><?xml version="1.0" encoding="utf-8"?>
<p:sldLayout xmlns:p="http://schemas.openxmlformats.org/presentationml/2006/main" userDrawn="1">
  <p:cSld name="Contact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415E607-E074-497A-AAC6-F5B9F61737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171700"/>
            <a:ext cx="12192000" cy="4686300"/>
          </a:xfrm>
          <a:custGeom xmlns:a="http://schemas.openxmlformats.org/drawingml/2006/main"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1.xml><?xml version="1.0" encoding="utf-8"?>
<p:sldLayout xmlns:p="http://schemas.openxmlformats.org/presentationml/2006/main" userDrawn="1">
  <p:cSld name="Contact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48452B8-54FD-427F-9275-3B3323600E9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29717" y="1330610"/>
            <a:ext cx="2558766" cy="3114391"/>
          </a:xfrm>
          <a:custGeom xmlns:a="http://schemas.openxmlformats.org/drawingml/2006/main"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2.xml><?xml version="1.0" encoding="utf-8"?>
<p:sldLayout xmlns:p="http://schemas.openxmlformats.org/presentationml/2006/main" userDrawn="1">
  <p:cSld name="Contact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06B410-7C37-4D46-844A-60F0D821BF4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809875"/>
            <a:ext cx="6997700" cy="4048125"/>
          </a:xfrm>
          <a:custGeom xmlns:a="http://schemas.openxmlformats.org/drawingml/2006/main"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3.xml><?xml version="1.0" encoding="utf-8"?>
<p:sldLayout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B9AB75BC-A02D-4DD1-B941-0FE71266F26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913392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1BF33DC0-6DAD-40E6-8B89-6F279367389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5646899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6853EBDA-F37B-4B79-A22C-B2FD455B7CB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9380406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51F54B4C-4620-4CC7-B5DB-7DB364A550C7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913392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66C94571-DBDF-478B-9506-3764F61F8B4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646899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D9B7E7DB-F57A-4B01-AE13-F744F28B31B7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9380406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4.xml><?xml version="1.0" encoding="utf-8"?>
<p:sldLayout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CDF96B0-6463-42C1-91FD-A2CDAB1C806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4678978"/>
            <a:ext cx="12192000" cy="2179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290e59ade4672" /><Relationship Type="http://schemas.openxmlformats.org/officeDocument/2006/relationships/slideLayout" Target="/ppt/slideLayouts/slideLayout1.xml" Id="R7e0e5e67a61046f5" /><Relationship Type="http://schemas.openxmlformats.org/officeDocument/2006/relationships/slideLayout" Target="/ppt/slideLayouts/slideLayout2.xml" Id="R48dabe0a2c4b4e1d" /><Relationship Type="http://schemas.openxmlformats.org/officeDocument/2006/relationships/slideLayout" Target="/ppt/slideLayouts/slideLayout3.xml" Id="Rd04637c880854ee1" /><Relationship Type="http://schemas.openxmlformats.org/officeDocument/2006/relationships/slideLayout" Target="/ppt/slideLayouts/slideLayout4.xml" Id="R768ca195566c427d" /><Relationship Type="http://schemas.openxmlformats.org/officeDocument/2006/relationships/slideLayout" Target="/ppt/slideLayouts/slideLayout5.xml" Id="R3d16d7b688be481f" /><Relationship Type="http://schemas.openxmlformats.org/officeDocument/2006/relationships/slideLayout" Target="/ppt/slideLayouts/slideLayout6.xml" Id="Rf8f789ad912043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e05c192d7f74849" /><Relationship Type="http://schemas.openxmlformats.org/officeDocument/2006/relationships/slideLayout" Target="/ppt/slideLayouts/slideLayout7.xml" Id="R7639b10e24fe40c6" /><Relationship Type="http://schemas.openxmlformats.org/officeDocument/2006/relationships/slideLayout" Target="/ppt/slideLayouts/slideLayout8.xml" Id="R87b78ec86518406d" /><Relationship Type="http://schemas.openxmlformats.org/officeDocument/2006/relationships/slideLayout" Target="/ppt/slideLayouts/slideLayout9.xml" Id="R8f3f63060d0a430b" /><Relationship Type="http://schemas.openxmlformats.org/officeDocument/2006/relationships/slideLayout" Target="/ppt/slideLayouts/slideLayout10.xml" Id="Ra88eebeff8a6407c" /><Relationship Type="http://schemas.openxmlformats.org/officeDocument/2006/relationships/slideLayout" Target="/ppt/slideLayouts/slideLayout11.xml" Id="R73bd85aa42054bc4" /><Relationship Type="http://schemas.openxmlformats.org/officeDocument/2006/relationships/slideLayout" Target="/ppt/slideLayouts/slideLayout12.xml" Id="Rf000e45aacde4a9c" /><Relationship Type="http://schemas.openxmlformats.org/officeDocument/2006/relationships/slideLayout" Target="/ppt/slideLayouts/slideLayout13.xml" Id="R5791bcde4ef041fd" /><Relationship Type="http://schemas.openxmlformats.org/officeDocument/2006/relationships/slideLayout" Target="/ppt/slideLayouts/slideLayout14.xml" Id="R7683505c6e6c4561" /><Relationship Type="http://schemas.openxmlformats.org/officeDocument/2006/relationships/slideLayout" Target="/ppt/slideLayouts/slideLayout15.xml" Id="Rc63edaf1d9294a50" /><Relationship Type="http://schemas.openxmlformats.org/officeDocument/2006/relationships/slideLayout" Target="/ppt/slideLayouts/slideLayout16.xml" Id="R51148671d9704308" /><Relationship Type="http://schemas.openxmlformats.org/officeDocument/2006/relationships/slideLayout" Target="/ppt/slideLayouts/slideLayout17.xml" Id="R31809dc065754c36" /><Relationship Type="http://schemas.openxmlformats.org/officeDocument/2006/relationships/slideLayout" Target="/ppt/slideLayouts/slideLayout18.xml" Id="Rdf79c3fd73914cbe" /><Relationship Type="http://schemas.openxmlformats.org/officeDocument/2006/relationships/slideLayout" Target="/ppt/slideLayouts/slideLayout19.xml" Id="R6554d86bc78b480c" /><Relationship Type="http://schemas.openxmlformats.org/officeDocument/2006/relationships/slideLayout" Target="/ppt/slideLayouts/slideLayout20.xml" Id="Rc5a435a863084ffb" /><Relationship Type="http://schemas.openxmlformats.org/officeDocument/2006/relationships/slideLayout" Target="/ppt/slideLayouts/slideLayout21.xml" Id="R663923474ae84a7d" /><Relationship Type="http://schemas.openxmlformats.org/officeDocument/2006/relationships/slideLayout" Target="/ppt/slideLayouts/slideLayout22.xml" Id="R5619b521c78e40e6" /><Relationship Type="http://schemas.openxmlformats.org/officeDocument/2006/relationships/slideLayout" Target="/ppt/slideLayouts/slideLayout23.xml" Id="R9bb6b44e91ce4b04" /><Relationship Type="http://schemas.openxmlformats.org/officeDocument/2006/relationships/slideLayout" Target="/ppt/slideLayouts/slideLayout24.xml" Id="R7ce43b8798f74498" /><Relationship Type="http://schemas.openxmlformats.org/officeDocument/2006/relationships/slideLayout" Target="/ppt/slideLayouts/slideLayout25.xml" Id="Rb2b2aff122aa4113" /><Relationship Type="http://schemas.openxmlformats.org/officeDocument/2006/relationships/slideLayout" Target="/ppt/slideLayouts/slideLayout26.xml" Id="R3b8db3ff8c9240ec" /><Relationship Type="http://schemas.openxmlformats.org/officeDocument/2006/relationships/slideLayout" Target="/ppt/slideLayouts/slideLayout27.xml" Id="R74e1538381404fd6" /><Relationship Type="http://schemas.openxmlformats.org/officeDocument/2006/relationships/slideLayout" Target="/ppt/slideLayouts/slideLayout28.xml" Id="Rc3fdb1923cf64eb4" /><Relationship Type="http://schemas.openxmlformats.org/officeDocument/2006/relationships/slideLayout" Target="/ppt/slideLayouts/slideLayout29.xml" Id="Rdd719bb5f09844be" /><Relationship Type="http://schemas.openxmlformats.org/officeDocument/2006/relationships/slideLayout" Target="/ppt/slideLayouts/slideLayout30.xml" Id="R335764046f8c4d82" /><Relationship Type="http://schemas.openxmlformats.org/officeDocument/2006/relationships/slideLayout" Target="/ppt/slideLayouts/slideLayout31.xml" Id="R0b3912279b6b448a" /><Relationship Type="http://schemas.openxmlformats.org/officeDocument/2006/relationships/slideLayout" Target="/ppt/slideLayouts/slideLayout32.xml" Id="R4adc65a97ec24cbf" /><Relationship Type="http://schemas.openxmlformats.org/officeDocument/2006/relationships/slideLayout" Target="/ppt/slideLayouts/slideLayout33.xml" Id="R6e8a8f94566d4bbf" /><Relationship Type="http://schemas.openxmlformats.org/officeDocument/2006/relationships/slideLayout" Target="/ppt/slideLayouts/slideLayout34.xml" Id="R8c78eb40b08246cd" /><Relationship Type="http://schemas.openxmlformats.org/officeDocument/2006/relationships/slideLayout" Target="/ppt/slideLayouts/slideLayout35.xml" Id="Rc923c7499f494566" /><Relationship Type="http://schemas.openxmlformats.org/officeDocument/2006/relationships/slideLayout" Target="/ppt/slideLayouts/slideLayout36.xml" Id="R3c2c2c357c814280" /><Relationship Type="http://schemas.openxmlformats.org/officeDocument/2006/relationships/slideLayout" Target="/ppt/slideLayouts/slideLayout37.xml" Id="R36c20af8ca3e4ee5" /><Relationship Type="http://schemas.openxmlformats.org/officeDocument/2006/relationships/slideLayout" Target="/ppt/slideLayouts/slideLayout38.xml" Id="R7e772ade42eb4deb" /><Relationship Type="http://schemas.openxmlformats.org/officeDocument/2006/relationships/slideLayout" Target="/ppt/slideLayouts/slideLayout39.xml" Id="R94727999766a430e" /><Relationship Type="http://schemas.openxmlformats.org/officeDocument/2006/relationships/slideLayout" Target="/ppt/slideLayouts/slideLayout40.xml" Id="R56cd8e91aa5a47ee" /><Relationship Type="http://schemas.openxmlformats.org/officeDocument/2006/relationships/slideLayout" Target="/ppt/slideLayouts/slideLayout41.xml" Id="R2e906d8193ff4a60" /><Relationship Type="http://schemas.openxmlformats.org/officeDocument/2006/relationships/slideLayout" Target="/ppt/slideLayouts/slideLayout42.xml" Id="Rdf763e39d54d4da0" /><Relationship Type="http://schemas.openxmlformats.org/officeDocument/2006/relationships/slideLayout" Target="/ppt/slideLayouts/slideLayout43.xml" Id="R67d91b4c23d0439c" /><Relationship Type="http://schemas.openxmlformats.org/officeDocument/2006/relationships/slideLayout" Target="/ppt/slideLayouts/slideLayout44.xml" Id="R405168edae384e90" /><Relationship Type="http://schemas.openxmlformats.org/officeDocument/2006/relationships/slideLayout" Target="/ppt/slideLayouts/slideLayout45.xml" Id="Rbc563bbda5d548a2" /><Relationship Type="http://schemas.openxmlformats.org/officeDocument/2006/relationships/slideLayout" Target="/ppt/slideLayouts/slideLayout46.xml" Id="Rad14bd9cbb8d4012" /><Relationship Type="http://schemas.openxmlformats.org/officeDocument/2006/relationships/slideLayout" Target="/ppt/slideLayouts/slideLayout47.xml" Id="Ra771189853014bd4" /><Relationship Type="http://schemas.openxmlformats.org/officeDocument/2006/relationships/slideLayout" Target="/ppt/slideLayouts/slideLayout48.xml" Id="Rebeb3bb0080a4a15" /><Relationship Type="http://schemas.openxmlformats.org/officeDocument/2006/relationships/slideLayout" Target="/ppt/slideLayouts/slideLayout49.xml" Id="R2de78f9073524086" /><Relationship Type="http://schemas.openxmlformats.org/officeDocument/2006/relationships/slideLayout" Target="/ppt/slideLayouts/slideLayout50.xml" Id="Rc0843e1ee7ba45f2" /><Relationship Type="http://schemas.openxmlformats.org/officeDocument/2006/relationships/slideLayout" Target="/ppt/slideLayouts/slideLayout51.xml" Id="R0f68150ea8504f91" /><Relationship Type="http://schemas.openxmlformats.org/officeDocument/2006/relationships/slideLayout" Target="/ppt/slideLayouts/slideLayout52.xml" Id="R7a998b779873480b" /><Relationship Type="http://schemas.openxmlformats.org/officeDocument/2006/relationships/slideLayout" Target="/ppt/slideLayouts/slideLayout53.xml" Id="Re13772c471714732" /><Relationship Type="http://schemas.openxmlformats.org/officeDocument/2006/relationships/slideLayout" Target="/ppt/slideLayouts/slideLayout54.xml" Id="R59ff304af0434ac9" /><Relationship Type="http://schemas.openxmlformats.org/officeDocument/2006/relationships/slideLayout" Target="/ppt/slideLayouts/slideLayout55.xml" Id="Rcc1625d50c504adb" /><Relationship Type="http://schemas.openxmlformats.org/officeDocument/2006/relationships/slideLayout" Target="/ppt/slideLayouts/slideLayout56.xml" Id="Rb83a07339493443e" /><Relationship Type="http://schemas.openxmlformats.org/officeDocument/2006/relationships/slideLayout" Target="/ppt/slideLayouts/slideLayout57.xml" Id="R374eafd15df64bdf" /><Relationship Type="http://schemas.openxmlformats.org/officeDocument/2006/relationships/slideLayout" Target="/ppt/slideLayouts/slideLayout58.xml" Id="R8598639706064cc4" /><Relationship Type="http://schemas.openxmlformats.org/officeDocument/2006/relationships/slideLayout" Target="/ppt/slideLayouts/slideLayout59.xml" Id="R66976e8f5c1a4b47" /><Relationship Type="http://schemas.openxmlformats.org/officeDocument/2006/relationships/slideLayout" Target="/ppt/slideLayouts/slideLayout60.xml" Id="R3feef307069c414f" /><Relationship Type="http://schemas.openxmlformats.org/officeDocument/2006/relationships/slideLayout" Target="/ppt/slideLayouts/slideLayout61.xml" Id="R4fe0d3ebfcce45eb" /><Relationship Type="http://schemas.openxmlformats.org/officeDocument/2006/relationships/slideLayout" Target="/ppt/slideLayouts/slideLayout62.xml" Id="R6ece1de3f46747fa" /><Relationship Type="http://schemas.openxmlformats.org/officeDocument/2006/relationships/slideLayout" Target="/ppt/slideLayouts/slideLayout63.xml" Id="R8928e34427c84706" /><Relationship Type="http://schemas.openxmlformats.org/officeDocument/2006/relationships/slideLayout" Target="/ppt/slideLayouts/slideLayout64.xml" Id="R0278f3abbc394c40" /><Relationship Type="http://schemas.openxmlformats.org/officeDocument/2006/relationships/slideLayout" Target="/ppt/slideLayouts/slideLayout65.xml" Id="R31f09daa6f164058" /><Relationship Type="http://schemas.openxmlformats.org/officeDocument/2006/relationships/slideLayout" Target="/ppt/slideLayouts/slideLayout66.xml" Id="R431b5f9474934bad" /><Relationship Type="http://schemas.openxmlformats.org/officeDocument/2006/relationships/slideLayout" Target="/ppt/slideLayouts/slideLayout67.xml" Id="R1003f99e1a0640d9" /><Relationship Type="http://schemas.openxmlformats.org/officeDocument/2006/relationships/slideLayout" Target="/ppt/slideLayouts/slideLayout68.xml" Id="Rf8eeda54cbfb4e30" /><Relationship Type="http://schemas.openxmlformats.org/officeDocument/2006/relationships/slideLayout" Target="/ppt/slideLayouts/slideLayout69.xml" Id="R4f8068e88fc64161" /><Relationship Type="http://schemas.openxmlformats.org/officeDocument/2006/relationships/slideLayout" Target="/ppt/slideLayouts/slideLayout70.xml" Id="Re2dff0ea1cd647b5" /><Relationship Type="http://schemas.openxmlformats.org/officeDocument/2006/relationships/slideLayout" Target="/ppt/slideLayouts/slideLayout71.xml" Id="R3cd6b8059c8b478e" /><Relationship Type="http://schemas.openxmlformats.org/officeDocument/2006/relationships/slideLayout" Target="/ppt/slideLayouts/slideLayout72.xml" Id="R6286686a2e334392" /><Relationship Type="http://schemas.openxmlformats.org/officeDocument/2006/relationships/slideLayout" Target="/ppt/slideLayouts/slideLayout73.xml" Id="Rb32e85d8883b4d4e" /><Relationship Type="http://schemas.openxmlformats.org/officeDocument/2006/relationships/slideLayout" Target="/ppt/slideLayouts/slideLayout74.xml" Id="Rf5f2e1ce8a4a4b02" /><Relationship Type="http://schemas.openxmlformats.org/officeDocument/2006/relationships/slideLayout" Target="/ppt/slideLayouts/slideLayout75.xml" Id="R00319682a4734b21" /><Relationship Type="http://schemas.openxmlformats.org/officeDocument/2006/relationships/slideLayout" Target="/ppt/slideLayouts/slideLayout76.xml" Id="R4890b3f7e5e148f3" /><Relationship Type="http://schemas.openxmlformats.org/officeDocument/2006/relationships/slideLayout" Target="/ppt/slideLayouts/slideLayout77.xml" Id="R00efd7cf674a4f02" /><Relationship Type="http://schemas.openxmlformats.org/officeDocument/2006/relationships/slideLayout" Target="/ppt/slideLayouts/slideLayout78.xml" Id="R43320d363bf14144" /><Relationship Type="http://schemas.openxmlformats.org/officeDocument/2006/relationships/slideLayout" Target="/ppt/slideLayouts/slideLayout79.xml" Id="Re7feb51bf33b4e56" /><Relationship Type="http://schemas.openxmlformats.org/officeDocument/2006/relationships/slideLayout" Target="/ppt/slideLayouts/slideLayout80.xml" Id="R206198c708344d35" /><Relationship Type="http://schemas.openxmlformats.org/officeDocument/2006/relationships/slideLayout" Target="/ppt/slideLayouts/slideLayout81.xml" Id="R571288ae3f38421b" /><Relationship Type="http://schemas.openxmlformats.org/officeDocument/2006/relationships/slideLayout" Target="/ppt/slideLayouts/slideLayout82.xml" Id="Rf38f8ba902594f02" /><Relationship Type="http://schemas.openxmlformats.org/officeDocument/2006/relationships/slideLayout" Target="/ppt/slideLayouts/slideLayout83.xml" Id="R003eca64b5f1437a" /><Relationship Type="http://schemas.openxmlformats.org/officeDocument/2006/relationships/slideLayout" Target="/ppt/slideLayouts/slideLayout84.xml" Id="Rfcb9e9a1a38d4779" /><Relationship Type="http://schemas.openxmlformats.org/officeDocument/2006/relationships/slideLayout" Target="/ppt/slideLayouts/slideLayout85.xml" Id="R4dd1488981ea480b" /><Relationship Type="http://schemas.openxmlformats.org/officeDocument/2006/relationships/slideLayout" Target="/ppt/slideLayouts/slideLayout86.xml" Id="R036af7c1da1b4575" /><Relationship Type="http://schemas.openxmlformats.org/officeDocument/2006/relationships/slideLayout" Target="/ppt/slideLayouts/slideLayout87.xml" Id="R0774563d4e26409b" /><Relationship Type="http://schemas.openxmlformats.org/officeDocument/2006/relationships/slideLayout" Target="/ppt/slideLayouts/slideLayout88.xml" Id="Rffea2facfc044a7f" /><Relationship Type="http://schemas.openxmlformats.org/officeDocument/2006/relationships/slideLayout" Target="/ppt/slideLayouts/slideLayout89.xml" Id="R4e5f563bcaab49b6" /><Relationship Type="http://schemas.openxmlformats.org/officeDocument/2006/relationships/slideLayout" Target="/ppt/slideLayouts/slideLayout90.xml" Id="R820ce9bde38543c1" /><Relationship Type="http://schemas.openxmlformats.org/officeDocument/2006/relationships/slideLayout" Target="/ppt/slideLayouts/slideLayout91.xml" Id="R0ff46b57c7324885" /><Relationship Type="http://schemas.openxmlformats.org/officeDocument/2006/relationships/slideLayout" Target="/ppt/slideLayouts/slideLayout92.xml" Id="Rba4731d846d54c01" /><Relationship Type="http://schemas.openxmlformats.org/officeDocument/2006/relationships/slideLayout" Target="/ppt/slideLayouts/slideLayout93.xml" Id="R6b3c7f68574944d3" /><Relationship Type="http://schemas.openxmlformats.org/officeDocument/2006/relationships/slideLayout" Target="/ppt/slideLayouts/slideLayout94.xml" Id="R94d0bcf6d6c3493e" /><Relationship Type="http://schemas.openxmlformats.org/officeDocument/2006/relationships/slideLayout" Target="/ppt/slideLayouts/slideLayout95.xml" Id="R387a199b8d5342a6" /><Relationship Type="http://schemas.openxmlformats.org/officeDocument/2006/relationships/slideLayout" Target="/ppt/slideLayouts/slideLayout96.xml" Id="Rebfe0b15ecb84429" /><Relationship Type="http://schemas.openxmlformats.org/officeDocument/2006/relationships/slideLayout" Target="/ppt/slideLayouts/slideLayout97.xml" Id="R25b2826b38be4bb9" /><Relationship Type="http://schemas.openxmlformats.org/officeDocument/2006/relationships/slideLayout" Target="/ppt/slideLayouts/slideLayout98.xml" Id="R339b32ed779647bd" /><Relationship Type="http://schemas.openxmlformats.org/officeDocument/2006/relationships/slideLayout" Target="/ppt/slideLayouts/slideLayout99.xml" Id="Rd645ce0d2a534a91" /><Relationship Type="http://schemas.openxmlformats.org/officeDocument/2006/relationships/slideLayout" Target="/ppt/slideLayouts/slideLayout100.xml" Id="Reac8ac8306c54f77" /><Relationship Type="http://schemas.openxmlformats.org/officeDocument/2006/relationships/slideLayout" Target="/ppt/slideLayouts/slideLayout101.xml" Id="R8df2af3fabb34c87" /><Relationship Type="http://schemas.openxmlformats.org/officeDocument/2006/relationships/slideLayout" Target="/ppt/slideLayouts/slideLayout102.xml" Id="Rb16fb413e9bd406b" /><Relationship Type="http://schemas.openxmlformats.org/officeDocument/2006/relationships/slideLayout" Target="/ppt/slideLayouts/slideLayout103.xml" Id="Re15e0440f5e84ce9" /><Relationship Type="http://schemas.openxmlformats.org/officeDocument/2006/relationships/slideLayout" Target="/ppt/slideLayouts/slideLayout104.xml" Id="R0e70807e3c0a4e14" /><Relationship Type="http://schemas.openxmlformats.org/officeDocument/2006/relationships/slideLayout" Target="/ppt/slideLayouts/slideLayout105.xml" Id="Rc920cbb89fea48d4" /><Relationship Type="http://schemas.openxmlformats.org/officeDocument/2006/relationships/slideLayout" Target="/ppt/slideLayouts/slideLayout106.xml" Id="Rc442e55bf22d4e62" /><Relationship Type="http://schemas.openxmlformats.org/officeDocument/2006/relationships/slideLayout" Target="/ppt/slideLayouts/slideLayout107.xml" Id="R869ef1810741459b" /><Relationship Type="http://schemas.openxmlformats.org/officeDocument/2006/relationships/slideLayout" Target="/ppt/slideLayouts/slideLayout108.xml" Id="Rc844e42362a44c9e" /><Relationship Type="http://schemas.openxmlformats.org/officeDocument/2006/relationships/slideLayout" Target="/ppt/slideLayouts/slideLayout109.xml" Id="Re3055b6e1dba452b" /><Relationship Type="http://schemas.openxmlformats.org/officeDocument/2006/relationships/slideLayout" Target="/ppt/slideLayouts/slideLayout110.xml" Id="Rff2c0ab769d64608" /><Relationship Type="http://schemas.openxmlformats.org/officeDocument/2006/relationships/slideLayout" Target="/ppt/slideLayouts/slideLayout111.xml" Id="R3dc44488bfb1490d" /><Relationship Type="http://schemas.openxmlformats.org/officeDocument/2006/relationships/slideLayout" Target="/ppt/slideLayouts/slideLayout112.xml" Id="R92c900ee66144c23" /><Relationship Type="http://schemas.openxmlformats.org/officeDocument/2006/relationships/slideLayout" Target="/ppt/slideLayouts/slideLayout113.xml" Id="R9c726848047d4032" /><Relationship Type="http://schemas.openxmlformats.org/officeDocument/2006/relationships/slideLayout" Target="/ppt/slideLayouts/slideLayout114.xml" Id="R973421bedc474db2" /><Relationship Type="http://schemas.openxmlformats.org/officeDocument/2006/relationships/slideLayout" Target="/ppt/slideLayouts/slideLayout115.xml" Id="R6b5cf6561cd64ff0" /><Relationship Type="http://schemas.openxmlformats.org/officeDocument/2006/relationships/slideLayout" Target="/ppt/slideLayouts/slideLayout116.xml" Id="R42c75bd2b4894890" /><Relationship Type="http://schemas.openxmlformats.org/officeDocument/2006/relationships/slideLayout" Target="/ppt/slideLayouts/slideLayout117.xml" Id="R1af52852d1b74feb" /><Relationship Type="http://schemas.openxmlformats.org/officeDocument/2006/relationships/slideLayout" Target="/ppt/slideLayouts/slideLayout118.xml" Id="R65f40ac406404fb8" /><Relationship Type="http://schemas.openxmlformats.org/officeDocument/2006/relationships/slideLayout" Target="/ppt/slideLayouts/slideLayout119.xml" Id="Ra2c14fc91be24cd8" /><Relationship Type="http://schemas.openxmlformats.org/officeDocument/2006/relationships/slideLayout" Target="/ppt/slideLayouts/slideLayout120.xml" Id="R4fc2779877204d80" /><Relationship Type="http://schemas.openxmlformats.org/officeDocument/2006/relationships/slideLayout" Target="/ppt/slideLayouts/slideLayout121.xml" Id="R87723deeb89d4078" /><Relationship Type="http://schemas.openxmlformats.org/officeDocument/2006/relationships/slideLayout" Target="/ppt/slideLayouts/slideLayout122.xml" Id="R1f8c9b16fc7c4225" /><Relationship Type="http://schemas.openxmlformats.org/officeDocument/2006/relationships/slideLayout" Target="/ppt/slideLayouts/slideLayout123.xml" Id="R2bb19f129d6e44a2" /><Relationship Type="http://schemas.openxmlformats.org/officeDocument/2006/relationships/slideLayout" Target="/ppt/slideLayouts/slideLayout124.xml" Id="Ra3175bfe7a87476d" /><Relationship Type="http://schemas.openxmlformats.org/officeDocument/2006/relationships/slideLayout" Target="/ppt/slideLayouts/slideLayout125.xml" Id="R6a39a340a9e44cc7" /><Relationship Type="http://schemas.openxmlformats.org/officeDocument/2006/relationships/slideLayout" Target="/ppt/slideLayouts/slideLayout126.xml" Id="Rde92c41bda9d4ef8" /><Relationship Type="http://schemas.openxmlformats.org/officeDocument/2006/relationships/slideLayout" Target="/ppt/slideLayouts/slideLayout127.xml" Id="R88cd9fd329994cd6" /><Relationship Type="http://schemas.openxmlformats.org/officeDocument/2006/relationships/slideLayout" Target="/ppt/slideLayouts/slideLayout128.xml" Id="Rccf1a1215ce74671" /><Relationship Type="http://schemas.openxmlformats.org/officeDocument/2006/relationships/slideLayout" Target="/ppt/slideLayouts/slideLayout129.xml" Id="Raf428736c0804d85" /><Relationship Type="http://schemas.openxmlformats.org/officeDocument/2006/relationships/slideLayout" Target="/ppt/slideLayouts/slideLayout130.xml" Id="Rc765ca7e99cd4b4c" /><Relationship Type="http://schemas.openxmlformats.org/officeDocument/2006/relationships/slideLayout" Target="/ppt/slideLayouts/slideLayout131.xml" Id="Re2b2df1659594fd0" /><Relationship Type="http://schemas.openxmlformats.org/officeDocument/2006/relationships/slideLayout" Target="/ppt/slideLayouts/slideLayout132.xml" Id="Rd064031473c940b9" /><Relationship Type="http://schemas.openxmlformats.org/officeDocument/2006/relationships/slideLayout" Target="/ppt/slideLayouts/slideLayout133.xml" Id="Rf3dc7ffab3744f38" /><Relationship Type="http://schemas.openxmlformats.org/officeDocument/2006/relationships/slideLayout" Target="/ppt/slideLayouts/slideLayout134.xml" Id="Ra4a25b51faf04189" /><Relationship Type="http://schemas.openxmlformats.org/officeDocument/2006/relationships/slideLayout" Target="/ppt/slideLayouts/slideLayout135.xml" Id="R162680bfe0a14289" /><Relationship Type="http://schemas.openxmlformats.org/officeDocument/2006/relationships/slideLayout" Target="/ppt/slideLayouts/slideLayout136.xml" Id="R6b6a48ec42164178" /><Relationship Type="http://schemas.openxmlformats.org/officeDocument/2006/relationships/slideLayout" Target="/ppt/slideLayouts/slideLayout137.xml" Id="Rf435b62a800a4a06" /><Relationship Type="http://schemas.openxmlformats.org/officeDocument/2006/relationships/slideLayout" Target="/ppt/slideLayouts/slideLayout138.xml" Id="Ref4fc2cce9124f4d" /><Relationship Type="http://schemas.openxmlformats.org/officeDocument/2006/relationships/slideLayout" Target="/ppt/slideLayouts/slideLayout139.xml" Id="R48acf07a58b24d24" /><Relationship Type="http://schemas.openxmlformats.org/officeDocument/2006/relationships/slideLayout" Target="/ppt/slideLayouts/slideLayout140.xml" Id="R234ca0d26ddc4578" /><Relationship Type="http://schemas.openxmlformats.org/officeDocument/2006/relationships/slideLayout" Target="/ppt/slideLayouts/slideLayout141.xml" Id="R5576207d7a1c4540" /><Relationship Type="http://schemas.openxmlformats.org/officeDocument/2006/relationships/slideLayout" Target="/ppt/slideLayouts/slideLayout142.xml" Id="R681f446769b747db" /><Relationship Type="http://schemas.openxmlformats.org/officeDocument/2006/relationships/slideLayout" Target="/ppt/slideLayouts/slideLayout143.xml" Id="R6e5bd303bf764472" /><Relationship Type="http://schemas.openxmlformats.org/officeDocument/2006/relationships/slideLayout" Target="/ppt/slideLayouts/slideLayout144.xml" Id="R4869cdb63021424b" /><Relationship Type="http://schemas.openxmlformats.org/officeDocument/2006/relationships/slideLayout" Target="/ppt/slideLayouts/slideLayout145.xml" Id="R9b0e4e70628040b5" /><Relationship Type="http://schemas.openxmlformats.org/officeDocument/2006/relationships/slideLayout" Target="/ppt/slideLayouts/slideLayout146.xml" Id="Rb5a5cf2b0e944d98" /><Relationship Type="http://schemas.openxmlformats.org/officeDocument/2006/relationships/slideLayout" Target="/ppt/slideLayouts/slideLayout147.xml" Id="R3eaa7bd7dd8f4d5f" /><Relationship Type="http://schemas.openxmlformats.org/officeDocument/2006/relationships/slideLayout" Target="/ppt/slideLayouts/slideLayout148.xml" Id="R7b834b74d9fb405b" /><Relationship Type="http://schemas.openxmlformats.org/officeDocument/2006/relationships/slideLayout" Target="/ppt/slideLayouts/slideLayout149.xml" Id="Rd42126e750eb4cb0" /><Relationship Type="http://schemas.openxmlformats.org/officeDocument/2006/relationships/slideLayout" Target="/ppt/slideLayouts/slideLayout150.xml" Id="R478ab339643b46af" /><Relationship Type="http://schemas.openxmlformats.org/officeDocument/2006/relationships/slideLayout" Target="/ppt/slideLayouts/slideLayout151.xml" Id="R8d34fd5e814f4ea3" /><Relationship Type="http://schemas.openxmlformats.org/officeDocument/2006/relationships/slideLayout" Target="/ppt/slideLayouts/slideLayout152.xml" Id="Rb028f9f60f5f42ce" /><Relationship Type="http://schemas.openxmlformats.org/officeDocument/2006/relationships/slideLayout" Target="/ppt/slideLayouts/slideLayout153.xml" Id="R229210eb206b4965" /><Relationship Type="http://schemas.openxmlformats.org/officeDocument/2006/relationships/slideLayout" Target="/ppt/slideLayouts/slideLayout154.xml" Id="Ra284648bb7c04986" /><Relationship Type="http://schemas.openxmlformats.org/officeDocument/2006/relationships/slideLayout" Target="/ppt/slideLayouts/slideLayout155.xml" Id="Ra9445594348345d0" /><Relationship Type="http://schemas.openxmlformats.org/officeDocument/2006/relationships/slideLayout" Target="/ppt/slideLayouts/slideLayout156.xml" Id="Rd4b8e7080ae74e73" /><Relationship Type="http://schemas.openxmlformats.org/officeDocument/2006/relationships/slideLayout" Target="/ppt/slideLayouts/slideLayout157.xml" Id="R6ae858458613433a" /><Relationship Type="http://schemas.openxmlformats.org/officeDocument/2006/relationships/slideLayout" Target="/ppt/slideLayouts/slideLayout158.xml" Id="Rf730d5ecbbbd44f0" /><Relationship Type="http://schemas.openxmlformats.org/officeDocument/2006/relationships/slideLayout" Target="/ppt/slideLayouts/slideLayout159.xml" Id="R0b924fabc9f54cb0" /><Relationship Type="http://schemas.openxmlformats.org/officeDocument/2006/relationships/slideLayout" Target="/ppt/slideLayouts/slideLayout160.xml" Id="R6c9c549996054150" /><Relationship Type="http://schemas.openxmlformats.org/officeDocument/2006/relationships/slideLayout" Target="/ppt/slideLayouts/slideLayout161.xml" Id="R5d162a51babc49c4" /><Relationship Type="http://schemas.openxmlformats.org/officeDocument/2006/relationships/slideLayout" Target="/ppt/slideLayouts/slideLayout162.xml" Id="R5b4948105ce042ae" /><Relationship Type="http://schemas.openxmlformats.org/officeDocument/2006/relationships/slideLayout" Target="/ppt/slideLayouts/slideLayout163.xml" Id="R7e36a030b9ea418c" /><Relationship Type="http://schemas.openxmlformats.org/officeDocument/2006/relationships/slideLayout" Target="/ppt/slideLayouts/slideLayout164.xml" Id="R8315fe90f8b64b7e" /><Relationship Type="http://schemas.openxmlformats.org/officeDocument/2006/relationships/slideLayout" Target="/ppt/slideLayouts/slideLayout165.xml" Id="Rba66eabe0a8f4bfc" /><Relationship Type="http://schemas.openxmlformats.org/officeDocument/2006/relationships/slideLayout" Target="/ppt/slideLayouts/slideLayout166.xml" Id="R599bcd6020264bfa" /><Relationship Type="http://schemas.openxmlformats.org/officeDocument/2006/relationships/slideLayout" Target="/ppt/slideLayouts/slideLayout167.xml" Id="Ra50017cbca764d13" /><Relationship Type="http://schemas.openxmlformats.org/officeDocument/2006/relationships/slideLayout" Target="/ppt/slideLayouts/slideLayout168.xml" Id="R8001a2fb57a0408f" /><Relationship Type="http://schemas.openxmlformats.org/officeDocument/2006/relationships/slideLayout" Target="/ppt/slideLayouts/slideLayout169.xml" Id="Re9809b0efabb482b" /><Relationship Type="http://schemas.openxmlformats.org/officeDocument/2006/relationships/slideLayout" Target="/ppt/slideLayouts/slideLayout170.xml" Id="R2682da4d575d4b0f" /><Relationship Type="http://schemas.openxmlformats.org/officeDocument/2006/relationships/slideLayout" Target="/ppt/slideLayouts/slideLayout171.xml" Id="R53b8aa826d9f4478" /><Relationship Type="http://schemas.openxmlformats.org/officeDocument/2006/relationships/slideLayout" Target="/ppt/slideLayouts/slideLayout172.xml" Id="Rb81f69aedad047d7" /><Relationship Type="http://schemas.openxmlformats.org/officeDocument/2006/relationships/slideLayout" Target="/ppt/slideLayouts/slideLayout173.xml" Id="R593275c0eee74c3b" /><Relationship Type="http://schemas.openxmlformats.org/officeDocument/2006/relationships/slideLayout" Target="/ppt/slideLayouts/slideLayout174.xml" Id="R944a4b9b06e941cb" /><Relationship Type="http://schemas.openxmlformats.org/officeDocument/2006/relationships/slideLayout" Target="/ppt/slideLayouts/slideLayout175.xml" Id="Rd7e2972138264708" /><Relationship Type="http://schemas.openxmlformats.org/officeDocument/2006/relationships/slideLayout" Target="/ppt/slideLayouts/slideLayout176.xml" Id="R7a658909556b47e4" /><Relationship Type="http://schemas.openxmlformats.org/officeDocument/2006/relationships/slideLayout" Target="/ppt/slideLayouts/slideLayout177.xml" Id="R66c7ff1110324131" /><Relationship Type="http://schemas.openxmlformats.org/officeDocument/2006/relationships/slideLayout" Target="/ppt/slideLayouts/slideLayout178.xml" Id="Rf0a9fe3ef6a445ee" /><Relationship Type="http://schemas.openxmlformats.org/officeDocument/2006/relationships/slideLayout" Target="/ppt/slideLayouts/slideLayout179.xml" Id="R5348103ec3de4a17" /><Relationship Type="http://schemas.openxmlformats.org/officeDocument/2006/relationships/slideLayout" Target="/ppt/slideLayouts/slideLayout180.xml" Id="R6008cece265e4c17" /><Relationship Type="http://schemas.openxmlformats.org/officeDocument/2006/relationships/slideLayout" Target="/ppt/slideLayouts/slideLayout181.xml" Id="R3cbfdc03a68f428c" /><Relationship Type="http://schemas.openxmlformats.org/officeDocument/2006/relationships/slideLayout" Target="/ppt/slideLayouts/slideLayout182.xml" Id="R27e2ab099bbf4cd6" /><Relationship Type="http://schemas.openxmlformats.org/officeDocument/2006/relationships/slideLayout" Target="/ppt/slideLayouts/slideLayout183.xml" Id="R3a746ad32ca946c3" /><Relationship Type="http://schemas.openxmlformats.org/officeDocument/2006/relationships/slideLayout" Target="/ppt/slideLayouts/slideLayout184.xml" Id="Rc13c3facb2fc48d3" /><Relationship Type="http://schemas.openxmlformats.org/officeDocument/2006/relationships/slideLayout" Target="/ppt/slideLayouts/slideLayout185.xml" Id="R3d8218442b654af9" /><Relationship Type="http://schemas.openxmlformats.org/officeDocument/2006/relationships/slideLayout" Target="/ppt/slideLayouts/slideLayout186.xml" Id="R4062b4cfdfef42fc" /><Relationship Type="http://schemas.openxmlformats.org/officeDocument/2006/relationships/slideLayout" Target="/ppt/slideLayouts/slideLayout187.xml" Id="R63a57428d2644313" /><Relationship Type="http://schemas.openxmlformats.org/officeDocument/2006/relationships/slideLayout" Target="/ppt/slideLayouts/slideLayout188.xml" Id="R8a1ad2488c8b46e0" /><Relationship Type="http://schemas.openxmlformats.org/officeDocument/2006/relationships/slideLayout" Target="/ppt/slideLayouts/slideLayout189.xml" Id="R0d57c9553a7d44f1" /><Relationship Type="http://schemas.openxmlformats.org/officeDocument/2006/relationships/slideLayout" Target="/ppt/slideLayouts/slideLayout190.xml" Id="R015f5ad117084391" /><Relationship Type="http://schemas.openxmlformats.org/officeDocument/2006/relationships/slideLayout" Target="/ppt/slideLayouts/slideLayout191.xml" Id="R8cba330d8fec463c" /><Relationship Type="http://schemas.openxmlformats.org/officeDocument/2006/relationships/slideLayout" Target="/ppt/slideLayouts/slideLayout192.xml" Id="R751dceb606c545cd" /><Relationship Type="http://schemas.openxmlformats.org/officeDocument/2006/relationships/slideLayout" Target="/ppt/slideLayouts/slideLayout193.xml" Id="Rf7a3c13a9d6f4d8e" /><Relationship Type="http://schemas.openxmlformats.org/officeDocument/2006/relationships/slideLayout" Target="/ppt/slideLayouts/slideLayout194.xml" Id="R4f3b46e21c3247ee" /><Relationship Type="http://schemas.openxmlformats.org/officeDocument/2006/relationships/slideLayout" Target="/ppt/slideLayouts/slideLayout195.xml" Id="R22efb15c88414d67" /><Relationship Type="http://schemas.openxmlformats.org/officeDocument/2006/relationships/slideLayout" Target="/ppt/slideLayouts/slideLayout196.xml" Id="R8680c27ce6cf415b" /><Relationship Type="http://schemas.openxmlformats.org/officeDocument/2006/relationships/slideLayout" Target="/ppt/slideLayouts/slideLayout197.xml" Id="Rf6cca6c8efb84159" /><Relationship Type="http://schemas.openxmlformats.org/officeDocument/2006/relationships/slideLayout" Target="/ppt/slideLayouts/slideLayout198.xml" Id="Rb9a69fda94504c3f" /><Relationship Type="http://schemas.openxmlformats.org/officeDocument/2006/relationships/slideLayout" Target="/ppt/slideLayouts/slideLayout199.xml" Id="R48c952f246dd420b" /><Relationship Type="http://schemas.openxmlformats.org/officeDocument/2006/relationships/slideLayout" Target="/ppt/slideLayouts/slideLayout200.xml" Id="Reb3f213a9c104d20" /><Relationship Type="http://schemas.openxmlformats.org/officeDocument/2006/relationships/slideLayout" Target="/ppt/slideLayouts/slideLayout201.xml" Id="R6d20678865b2499a" /><Relationship Type="http://schemas.openxmlformats.org/officeDocument/2006/relationships/slideLayout" Target="/ppt/slideLayouts/slideLayout202.xml" Id="R9edd77ed54da40d6" /><Relationship Type="http://schemas.openxmlformats.org/officeDocument/2006/relationships/slideLayout" Target="/ppt/slideLayouts/slideLayout203.xml" Id="R998a766e74ae4bc9" /><Relationship Type="http://schemas.openxmlformats.org/officeDocument/2006/relationships/slideLayout" Target="/ppt/slideLayouts/slideLayout204.xml" Id="R267f7767aac34461" /><Relationship Type="http://schemas.openxmlformats.org/officeDocument/2006/relationships/slideLayout" Target="/ppt/slideLayouts/slideLayout205.xml" Id="Rf0caee8715314d03" /><Relationship Type="http://schemas.openxmlformats.org/officeDocument/2006/relationships/slideLayout" Target="/ppt/slideLayouts/slideLayout206.xml" Id="Rdef4601e8f92490a" /><Relationship Type="http://schemas.openxmlformats.org/officeDocument/2006/relationships/slideLayout" Target="/ppt/slideLayouts/slideLayout207.xml" Id="R2c5da00c1c304d67" /><Relationship Type="http://schemas.openxmlformats.org/officeDocument/2006/relationships/slideLayout" Target="/ppt/slideLayouts/slideLayout208.xml" Id="R5a08c42fac2c40a5" /><Relationship Type="http://schemas.openxmlformats.org/officeDocument/2006/relationships/slideLayout" Target="/ppt/slideLayouts/slideLayout209.xml" Id="R6581d43e107b4c19" /><Relationship Type="http://schemas.openxmlformats.org/officeDocument/2006/relationships/slideLayout" Target="/ppt/slideLayouts/slideLayout210.xml" Id="R92b6d392d158483b" /><Relationship Type="http://schemas.openxmlformats.org/officeDocument/2006/relationships/slideLayout" Target="/ppt/slideLayouts/slideLayout211.xml" Id="Rfaeb236bf40947b5" /><Relationship Type="http://schemas.openxmlformats.org/officeDocument/2006/relationships/slideLayout" Target="/ppt/slideLayouts/slideLayout212.xml" Id="R2f4e7f71c0e64dca" /><Relationship Type="http://schemas.openxmlformats.org/officeDocument/2006/relationships/slideLayout" Target="/ppt/slideLayouts/slideLayout213.xml" Id="Rfc5da05e88d64898" /><Relationship Type="http://schemas.openxmlformats.org/officeDocument/2006/relationships/slideLayout" Target="/ppt/slideLayouts/slideLayout214.xml" Id="R83f8215360c04804" /><Relationship Type="http://schemas.openxmlformats.org/officeDocument/2006/relationships/slideLayout" Target="/ppt/slideLayouts/slideLayout215.xml" Id="R6d290382ee974471" /><Relationship Type="http://schemas.openxmlformats.org/officeDocument/2006/relationships/slideLayout" Target="/ppt/slideLayouts/slideLayout216.xml" Id="R144c6ca9948542fe" /><Relationship Type="http://schemas.openxmlformats.org/officeDocument/2006/relationships/slideLayout" Target="/ppt/slideLayouts/slideLayout217.xml" Id="Rb16944d4d2f34223" /><Relationship Type="http://schemas.openxmlformats.org/officeDocument/2006/relationships/slideLayout" Target="/ppt/slideLayouts/slideLayout218.xml" Id="R1ea369eb8e2f48a5" /><Relationship Type="http://schemas.openxmlformats.org/officeDocument/2006/relationships/slideLayout" Target="/ppt/slideLayouts/slideLayout219.xml" Id="R8c2fc32563414533" /><Relationship Type="http://schemas.openxmlformats.org/officeDocument/2006/relationships/slideLayout" Target="/ppt/slideLayouts/slideLayout220.xml" Id="Rc6b2236456744e4a" /><Relationship Type="http://schemas.openxmlformats.org/officeDocument/2006/relationships/slideLayout" Target="/ppt/slideLayouts/slideLayout221.xml" Id="R0bd67066dd584682" /><Relationship Type="http://schemas.openxmlformats.org/officeDocument/2006/relationships/slideLayout" Target="/ppt/slideLayouts/slideLayout222.xml" Id="R28199185c63e4db9" /><Relationship Type="http://schemas.openxmlformats.org/officeDocument/2006/relationships/slideLayout" Target="/ppt/slideLayouts/slideLayout223.xml" Id="R4ca15fef8ba744f2" /><Relationship Type="http://schemas.openxmlformats.org/officeDocument/2006/relationships/slideLayout" Target="/ppt/slideLayouts/slideLayout224.xml" Id="Rf5f6e9cf28614e21" /><Relationship Type="http://schemas.openxmlformats.org/officeDocument/2006/relationships/slideLayout" Target="/ppt/slideLayouts/slideLayout225.xml" Id="Rfffacca801ab4457" /><Relationship Type="http://schemas.openxmlformats.org/officeDocument/2006/relationships/slideLayout" Target="/ppt/slideLayouts/slideLayout226.xml" Id="Re12fc3d848c2402a" /><Relationship Type="http://schemas.openxmlformats.org/officeDocument/2006/relationships/slideLayout" Target="/ppt/slideLayouts/slideLayout227.xml" Id="R79f1b009fa314d30" /><Relationship Type="http://schemas.openxmlformats.org/officeDocument/2006/relationships/slideLayout" Target="/ppt/slideLayouts/slideLayout228.xml" Id="Ra33fe6bbebbb49ba" /><Relationship Type="http://schemas.openxmlformats.org/officeDocument/2006/relationships/slideLayout" Target="/ppt/slideLayouts/slideLayout229.xml" Id="R932f98f8f4d948d1" /><Relationship Type="http://schemas.openxmlformats.org/officeDocument/2006/relationships/slideLayout" Target="/ppt/slideLayouts/slideLayout230.xml" Id="Re9444d7f59a34d1d" /><Relationship Type="http://schemas.openxmlformats.org/officeDocument/2006/relationships/slideLayout" Target="/ppt/slideLayouts/slideLayout231.xml" Id="R4e9546f881d142cc" /><Relationship Type="http://schemas.openxmlformats.org/officeDocument/2006/relationships/slideLayout" Target="/ppt/slideLayouts/slideLayout232.xml" Id="R39d27c49bc4340d8" /><Relationship Type="http://schemas.openxmlformats.org/officeDocument/2006/relationships/slideLayout" Target="/ppt/slideLayouts/slideLayout233.xml" Id="Re7d7ec5dde0140ef" /><Relationship Type="http://schemas.openxmlformats.org/officeDocument/2006/relationships/slideLayout" Target="/ppt/slideLayouts/slideLayout234.xml" Id="R7b2bdb1659e94f4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E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e5e67a61046f5"/>
    <p:sldLayoutId xmlns:r="http://schemas.openxmlformats.org/officeDocument/2006/relationships" id="2147483650" r:id="R48dabe0a2c4b4e1d"/>
    <p:sldLayoutId xmlns:r="http://schemas.openxmlformats.org/officeDocument/2006/relationships" id="2147483651" r:id="Rd04637c880854ee1"/>
    <p:sldLayoutId xmlns:r="http://schemas.openxmlformats.org/officeDocument/2006/relationships" id="2147483652" r:id="R768ca195566c427d"/>
    <p:sldLayoutId xmlns:r="http://schemas.openxmlformats.org/officeDocument/2006/relationships" id="2147483653" r:id="R3d16d7b688be481f"/>
    <p:sldLayoutId xmlns:r="http://schemas.openxmlformats.org/officeDocument/2006/relationships" id="2147483654" r:id="Rf8f789ad912043a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7639b10e24fe40c6"/>
    <p:sldLayoutId xmlns:r="http://schemas.openxmlformats.org/officeDocument/2006/relationships" id="2147483657" r:id="R87b78ec86518406d"/>
    <p:sldLayoutId xmlns:r="http://schemas.openxmlformats.org/officeDocument/2006/relationships" id="2147483658" r:id="R8f3f63060d0a430b"/>
    <p:sldLayoutId xmlns:r="http://schemas.openxmlformats.org/officeDocument/2006/relationships" id="2147483659" r:id="Ra88eebeff8a6407c"/>
    <p:sldLayoutId xmlns:r="http://schemas.openxmlformats.org/officeDocument/2006/relationships" id="2147483660" r:id="R73bd85aa42054bc4"/>
    <p:sldLayoutId xmlns:r="http://schemas.openxmlformats.org/officeDocument/2006/relationships" id="2147483661" r:id="Rf000e45aacde4a9c"/>
    <p:sldLayoutId xmlns:r="http://schemas.openxmlformats.org/officeDocument/2006/relationships" id="2147483662" r:id="R5791bcde4ef041fd"/>
    <p:sldLayoutId xmlns:r="http://schemas.openxmlformats.org/officeDocument/2006/relationships" id="2147483663" r:id="R7683505c6e6c4561"/>
    <p:sldLayoutId xmlns:r="http://schemas.openxmlformats.org/officeDocument/2006/relationships" id="2147483664" r:id="Rc63edaf1d9294a50"/>
    <p:sldLayoutId xmlns:r="http://schemas.openxmlformats.org/officeDocument/2006/relationships" id="2147483665" r:id="R51148671d9704308"/>
    <p:sldLayoutId xmlns:r="http://schemas.openxmlformats.org/officeDocument/2006/relationships" id="2147483666" r:id="R31809dc065754c36"/>
    <p:sldLayoutId xmlns:r="http://schemas.openxmlformats.org/officeDocument/2006/relationships" id="2147483667" r:id="Rdf79c3fd73914cbe"/>
    <p:sldLayoutId xmlns:r="http://schemas.openxmlformats.org/officeDocument/2006/relationships" id="2147483668" r:id="R6554d86bc78b480c"/>
    <p:sldLayoutId xmlns:r="http://schemas.openxmlformats.org/officeDocument/2006/relationships" id="2147483669" r:id="Rc5a435a863084ffb"/>
    <p:sldLayoutId xmlns:r="http://schemas.openxmlformats.org/officeDocument/2006/relationships" id="2147483670" r:id="R663923474ae84a7d"/>
    <p:sldLayoutId xmlns:r="http://schemas.openxmlformats.org/officeDocument/2006/relationships" id="2147483671" r:id="R5619b521c78e40e6"/>
    <p:sldLayoutId xmlns:r="http://schemas.openxmlformats.org/officeDocument/2006/relationships" id="2147483672" r:id="R9bb6b44e91ce4b04"/>
    <p:sldLayoutId xmlns:r="http://schemas.openxmlformats.org/officeDocument/2006/relationships" id="2147483673" r:id="R7ce43b8798f74498"/>
    <p:sldLayoutId xmlns:r="http://schemas.openxmlformats.org/officeDocument/2006/relationships" id="2147483674" r:id="Rb2b2aff122aa4113"/>
    <p:sldLayoutId xmlns:r="http://schemas.openxmlformats.org/officeDocument/2006/relationships" id="2147483675" r:id="R3b8db3ff8c9240ec"/>
    <p:sldLayoutId xmlns:r="http://schemas.openxmlformats.org/officeDocument/2006/relationships" id="2147483676" r:id="R74e1538381404fd6"/>
    <p:sldLayoutId xmlns:r="http://schemas.openxmlformats.org/officeDocument/2006/relationships" id="2147483677" r:id="Rc3fdb1923cf64eb4"/>
    <p:sldLayoutId xmlns:r="http://schemas.openxmlformats.org/officeDocument/2006/relationships" id="2147483678" r:id="Rdd719bb5f09844be"/>
    <p:sldLayoutId xmlns:r="http://schemas.openxmlformats.org/officeDocument/2006/relationships" id="2147483679" r:id="R335764046f8c4d82"/>
    <p:sldLayoutId xmlns:r="http://schemas.openxmlformats.org/officeDocument/2006/relationships" id="2147483680" r:id="R0b3912279b6b448a"/>
    <p:sldLayoutId xmlns:r="http://schemas.openxmlformats.org/officeDocument/2006/relationships" id="2147483681" r:id="R4adc65a97ec24cbf"/>
    <p:sldLayoutId xmlns:r="http://schemas.openxmlformats.org/officeDocument/2006/relationships" id="2147483682" r:id="R6e8a8f94566d4bbf"/>
    <p:sldLayoutId xmlns:r="http://schemas.openxmlformats.org/officeDocument/2006/relationships" id="2147483683" r:id="R8c78eb40b08246cd"/>
    <p:sldLayoutId xmlns:r="http://schemas.openxmlformats.org/officeDocument/2006/relationships" id="2147483684" r:id="Rc923c7499f494566"/>
    <p:sldLayoutId xmlns:r="http://schemas.openxmlformats.org/officeDocument/2006/relationships" id="2147483685" r:id="R3c2c2c357c814280"/>
    <p:sldLayoutId xmlns:r="http://schemas.openxmlformats.org/officeDocument/2006/relationships" id="2147483686" r:id="R36c20af8ca3e4ee5"/>
    <p:sldLayoutId xmlns:r="http://schemas.openxmlformats.org/officeDocument/2006/relationships" id="2147483687" r:id="R7e772ade42eb4deb"/>
    <p:sldLayoutId xmlns:r="http://schemas.openxmlformats.org/officeDocument/2006/relationships" id="2147483688" r:id="R94727999766a430e"/>
    <p:sldLayoutId xmlns:r="http://schemas.openxmlformats.org/officeDocument/2006/relationships" id="2147483689" r:id="R56cd8e91aa5a47ee"/>
    <p:sldLayoutId xmlns:r="http://schemas.openxmlformats.org/officeDocument/2006/relationships" id="2147483690" r:id="R2e906d8193ff4a60"/>
    <p:sldLayoutId xmlns:r="http://schemas.openxmlformats.org/officeDocument/2006/relationships" id="2147483691" r:id="Rdf763e39d54d4da0"/>
    <p:sldLayoutId xmlns:r="http://schemas.openxmlformats.org/officeDocument/2006/relationships" id="2147483692" r:id="R67d91b4c23d0439c"/>
    <p:sldLayoutId xmlns:r="http://schemas.openxmlformats.org/officeDocument/2006/relationships" id="2147483693" r:id="R405168edae384e90"/>
    <p:sldLayoutId xmlns:r="http://schemas.openxmlformats.org/officeDocument/2006/relationships" id="2147483694" r:id="Rbc563bbda5d548a2"/>
    <p:sldLayoutId xmlns:r="http://schemas.openxmlformats.org/officeDocument/2006/relationships" id="2147483695" r:id="Rad14bd9cbb8d4012"/>
    <p:sldLayoutId xmlns:r="http://schemas.openxmlformats.org/officeDocument/2006/relationships" id="2147483696" r:id="Ra771189853014bd4"/>
    <p:sldLayoutId xmlns:r="http://schemas.openxmlformats.org/officeDocument/2006/relationships" id="2147483697" r:id="Rebeb3bb0080a4a15"/>
    <p:sldLayoutId xmlns:r="http://schemas.openxmlformats.org/officeDocument/2006/relationships" id="2147483698" r:id="R2de78f9073524086"/>
    <p:sldLayoutId xmlns:r="http://schemas.openxmlformats.org/officeDocument/2006/relationships" id="2147483699" r:id="Rc0843e1ee7ba45f2"/>
    <p:sldLayoutId xmlns:r="http://schemas.openxmlformats.org/officeDocument/2006/relationships" id="2147483700" r:id="R0f68150ea8504f91"/>
    <p:sldLayoutId xmlns:r="http://schemas.openxmlformats.org/officeDocument/2006/relationships" id="2147483701" r:id="R7a998b779873480b"/>
    <p:sldLayoutId xmlns:r="http://schemas.openxmlformats.org/officeDocument/2006/relationships" id="2147483702" r:id="Re13772c471714732"/>
    <p:sldLayoutId xmlns:r="http://schemas.openxmlformats.org/officeDocument/2006/relationships" id="2147483703" r:id="R59ff304af0434ac9"/>
    <p:sldLayoutId xmlns:r="http://schemas.openxmlformats.org/officeDocument/2006/relationships" id="2147483704" r:id="Rcc1625d50c504adb"/>
    <p:sldLayoutId xmlns:r="http://schemas.openxmlformats.org/officeDocument/2006/relationships" id="2147483705" r:id="Rb83a07339493443e"/>
    <p:sldLayoutId xmlns:r="http://schemas.openxmlformats.org/officeDocument/2006/relationships" id="2147483706" r:id="R374eafd15df64bdf"/>
    <p:sldLayoutId xmlns:r="http://schemas.openxmlformats.org/officeDocument/2006/relationships" id="2147483707" r:id="R8598639706064cc4"/>
    <p:sldLayoutId xmlns:r="http://schemas.openxmlformats.org/officeDocument/2006/relationships" id="2147483708" r:id="R66976e8f5c1a4b47"/>
    <p:sldLayoutId xmlns:r="http://schemas.openxmlformats.org/officeDocument/2006/relationships" id="2147483709" r:id="R3feef307069c414f"/>
    <p:sldLayoutId xmlns:r="http://schemas.openxmlformats.org/officeDocument/2006/relationships" id="2147483710" r:id="R4fe0d3ebfcce45eb"/>
    <p:sldLayoutId xmlns:r="http://schemas.openxmlformats.org/officeDocument/2006/relationships" id="2147483711" r:id="R6ece1de3f46747fa"/>
    <p:sldLayoutId xmlns:r="http://schemas.openxmlformats.org/officeDocument/2006/relationships" id="2147483712" r:id="R8928e34427c84706"/>
    <p:sldLayoutId xmlns:r="http://schemas.openxmlformats.org/officeDocument/2006/relationships" id="2147483713" r:id="R0278f3abbc394c40"/>
    <p:sldLayoutId xmlns:r="http://schemas.openxmlformats.org/officeDocument/2006/relationships" id="2147483714" r:id="R31f09daa6f164058"/>
    <p:sldLayoutId xmlns:r="http://schemas.openxmlformats.org/officeDocument/2006/relationships" id="2147483715" r:id="R431b5f9474934bad"/>
    <p:sldLayoutId xmlns:r="http://schemas.openxmlformats.org/officeDocument/2006/relationships" id="2147483716" r:id="R1003f99e1a0640d9"/>
    <p:sldLayoutId xmlns:r="http://schemas.openxmlformats.org/officeDocument/2006/relationships" id="2147483717" r:id="Rf8eeda54cbfb4e30"/>
    <p:sldLayoutId xmlns:r="http://schemas.openxmlformats.org/officeDocument/2006/relationships" id="2147483718" r:id="R4f8068e88fc64161"/>
    <p:sldLayoutId xmlns:r="http://schemas.openxmlformats.org/officeDocument/2006/relationships" id="2147483719" r:id="Re2dff0ea1cd647b5"/>
    <p:sldLayoutId xmlns:r="http://schemas.openxmlformats.org/officeDocument/2006/relationships" id="2147483720" r:id="R3cd6b8059c8b478e"/>
    <p:sldLayoutId xmlns:r="http://schemas.openxmlformats.org/officeDocument/2006/relationships" id="2147483721" r:id="R6286686a2e334392"/>
    <p:sldLayoutId xmlns:r="http://schemas.openxmlformats.org/officeDocument/2006/relationships" id="2147483722" r:id="Rb32e85d8883b4d4e"/>
    <p:sldLayoutId xmlns:r="http://schemas.openxmlformats.org/officeDocument/2006/relationships" id="2147483723" r:id="Rf5f2e1ce8a4a4b02"/>
    <p:sldLayoutId xmlns:r="http://schemas.openxmlformats.org/officeDocument/2006/relationships" id="2147483724" r:id="R00319682a4734b21"/>
    <p:sldLayoutId xmlns:r="http://schemas.openxmlformats.org/officeDocument/2006/relationships" id="2147483725" r:id="R4890b3f7e5e148f3"/>
    <p:sldLayoutId xmlns:r="http://schemas.openxmlformats.org/officeDocument/2006/relationships" id="2147483726" r:id="R00efd7cf674a4f02"/>
    <p:sldLayoutId xmlns:r="http://schemas.openxmlformats.org/officeDocument/2006/relationships" id="2147483727" r:id="R43320d363bf14144"/>
    <p:sldLayoutId xmlns:r="http://schemas.openxmlformats.org/officeDocument/2006/relationships" id="2147483728" r:id="Re7feb51bf33b4e56"/>
    <p:sldLayoutId xmlns:r="http://schemas.openxmlformats.org/officeDocument/2006/relationships" id="2147483729" r:id="R206198c708344d35"/>
    <p:sldLayoutId xmlns:r="http://schemas.openxmlformats.org/officeDocument/2006/relationships" id="2147483730" r:id="R571288ae3f38421b"/>
    <p:sldLayoutId xmlns:r="http://schemas.openxmlformats.org/officeDocument/2006/relationships" id="2147483731" r:id="Rf38f8ba902594f02"/>
    <p:sldLayoutId xmlns:r="http://schemas.openxmlformats.org/officeDocument/2006/relationships" id="2147483732" r:id="R003eca64b5f1437a"/>
    <p:sldLayoutId xmlns:r="http://schemas.openxmlformats.org/officeDocument/2006/relationships" id="2147483733" r:id="Rfcb9e9a1a38d4779"/>
    <p:sldLayoutId xmlns:r="http://schemas.openxmlformats.org/officeDocument/2006/relationships" id="2147483734" r:id="R4dd1488981ea480b"/>
    <p:sldLayoutId xmlns:r="http://schemas.openxmlformats.org/officeDocument/2006/relationships" id="2147483735" r:id="R036af7c1da1b4575"/>
    <p:sldLayoutId xmlns:r="http://schemas.openxmlformats.org/officeDocument/2006/relationships" id="2147483736" r:id="R0774563d4e26409b"/>
    <p:sldLayoutId xmlns:r="http://schemas.openxmlformats.org/officeDocument/2006/relationships" id="2147483737" r:id="Rffea2facfc044a7f"/>
    <p:sldLayoutId xmlns:r="http://schemas.openxmlformats.org/officeDocument/2006/relationships" id="2147483738" r:id="R4e5f563bcaab49b6"/>
    <p:sldLayoutId xmlns:r="http://schemas.openxmlformats.org/officeDocument/2006/relationships" id="2147483739" r:id="R820ce9bde38543c1"/>
    <p:sldLayoutId xmlns:r="http://schemas.openxmlformats.org/officeDocument/2006/relationships" id="2147483740" r:id="R0ff46b57c7324885"/>
    <p:sldLayoutId xmlns:r="http://schemas.openxmlformats.org/officeDocument/2006/relationships" id="2147483741" r:id="Rba4731d846d54c01"/>
    <p:sldLayoutId xmlns:r="http://schemas.openxmlformats.org/officeDocument/2006/relationships" id="2147483742" r:id="R6b3c7f68574944d3"/>
    <p:sldLayoutId xmlns:r="http://schemas.openxmlformats.org/officeDocument/2006/relationships" id="2147483743" r:id="R94d0bcf6d6c3493e"/>
    <p:sldLayoutId xmlns:r="http://schemas.openxmlformats.org/officeDocument/2006/relationships" id="2147483744" r:id="R387a199b8d5342a6"/>
    <p:sldLayoutId xmlns:r="http://schemas.openxmlformats.org/officeDocument/2006/relationships" id="2147483745" r:id="Rebfe0b15ecb84429"/>
    <p:sldLayoutId xmlns:r="http://schemas.openxmlformats.org/officeDocument/2006/relationships" id="2147483746" r:id="R25b2826b38be4bb9"/>
    <p:sldLayoutId xmlns:r="http://schemas.openxmlformats.org/officeDocument/2006/relationships" id="2147483747" r:id="R339b32ed779647bd"/>
    <p:sldLayoutId xmlns:r="http://schemas.openxmlformats.org/officeDocument/2006/relationships" id="2147483748" r:id="Rd645ce0d2a534a91"/>
    <p:sldLayoutId xmlns:r="http://schemas.openxmlformats.org/officeDocument/2006/relationships" id="2147483749" r:id="Reac8ac8306c54f77"/>
    <p:sldLayoutId xmlns:r="http://schemas.openxmlformats.org/officeDocument/2006/relationships" id="2147483750" r:id="R8df2af3fabb34c87"/>
    <p:sldLayoutId xmlns:r="http://schemas.openxmlformats.org/officeDocument/2006/relationships" id="2147483751" r:id="Rb16fb413e9bd406b"/>
    <p:sldLayoutId xmlns:r="http://schemas.openxmlformats.org/officeDocument/2006/relationships" id="2147483752" r:id="Re15e0440f5e84ce9"/>
    <p:sldLayoutId xmlns:r="http://schemas.openxmlformats.org/officeDocument/2006/relationships" id="2147483753" r:id="R0e70807e3c0a4e14"/>
    <p:sldLayoutId xmlns:r="http://schemas.openxmlformats.org/officeDocument/2006/relationships" id="2147483754" r:id="Rc920cbb89fea48d4"/>
    <p:sldLayoutId xmlns:r="http://schemas.openxmlformats.org/officeDocument/2006/relationships" id="2147483755" r:id="Rc442e55bf22d4e62"/>
    <p:sldLayoutId xmlns:r="http://schemas.openxmlformats.org/officeDocument/2006/relationships" id="2147483756" r:id="R869ef1810741459b"/>
    <p:sldLayoutId xmlns:r="http://schemas.openxmlformats.org/officeDocument/2006/relationships" id="2147483757" r:id="Rc844e42362a44c9e"/>
    <p:sldLayoutId xmlns:r="http://schemas.openxmlformats.org/officeDocument/2006/relationships" id="2147483758" r:id="Re3055b6e1dba452b"/>
    <p:sldLayoutId xmlns:r="http://schemas.openxmlformats.org/officeDocument/2006/relationships" id="2147483759" r:id="Rff2c0ab769d64608"/>
    <p:sldLayoutId xmlns:r="http://schemas.openxmlformats.org/officeDocument/2006/relationships" id="2147483760" r:id="R3dc44488bfb1490d"/>
    <p:sldLayoutId xmlns:r="http://schemas.openxmlformats.org/officeDocument/2006/relationships" id="2147483761" r:id="R92c900ee66144c23"/>
    <p:sldLayoutId xmlns:r="http://schemas.openxmlformats.org/officeDocument/2006/relationships" id="2147483762" r:id="R9c726848047d4032"/>
    <p:sldLayoutId xmlns:r="http://schemas.openxmlformats.org/officeDocument/2006/relationships" id="2147483763" r:id="R973421bedc474db2"/>
    <p:sldLayoutId xmlns:r="http://schemas.openxmlformats.org/officeDocument/2006/relationships" id="2147483764" r:id="R6b5cf6561cd64ff0"/>
    <p:sldLayoutId xmlns:r="http://schemas.openxmlformats.org/officeDocument/2006/relationships" id="2147483765" r:id="R42c75bd2b4894890"/>
    <p:sldLayoutId xmlns:r="http://schemas.openxmlformats.org/officeDocument/2006/relationships" id="2147483766" r:id="R1af52852d1b74feb"/>
    <p:sldLayoutId xmlns:r="http://schemas.openxmlformats.org/officeDocument/2006/relationships" id="2147483767" r:id="R65f40ac406404fb8"/>
    <p:sldLayoutId xmlns:r="http://schemas.openxmlformats.org/officeDocument/2006/relationships" id="2147483768" r:id="Ra2c14fc91be24cd8"/>
    <p:sldLayoutId xmlns:r="http://schemas.openxmlformats.org/officeDocument/2006/relationships" id="2147483769" r:id="R4fc2779877204d80"/>
    <p:sldLayoutId xmlns:r="http://schemas.openxmlformats.org/officeDocument/2006/relationships" id="2147483770" r:id="R87723deeb89d4078"/>
    <p:sldLayoutId xmlns:r="http://schemas.openxmlformats.org/officeDocument/2006/relationships" id="2147483771" r:id="R1f8c9b16fc7c4225"/>
    <p:sldLayoutId xmlns:r="http://schemas.openxmlformats.org/officeDocument/2006/relationships" id="2147483772" r:id="R2bb19f129d6e44a2"/>
    <p:sldLayoutId xmlns:r="http://schemas.openxmlformats.org/officeDocument/2006/relationships" id="2147483773" r:id="Ra3175bfe7a87476d"/>
    <p:sldLayoutId xmlns:r="http://schemas.openxmlformats.org/officeDocument/2006/relationships" id="2147483774" r:id="R6a39a340a9e44cc7"/>
    <p:sldLayoutId xmlns:r="http://schemas.openxmlformats.org/officeDocument/2006/relationships" id="2147483775" r:id="Rde92c41bda9d4ef8"/>
    <p:sldLayoutId xmlns:r="http://schemas.openxmlformats.org/officeDocument/2006/relationships" id="2147483776" r:id="R88cd9fd329994cd6"/>
    <p:sldLayoutId xmlns:r="http://schemas.openxmlformats.org/officeDocument/2006/relationships" id="2147483777" r:id="Rccf1a1215ce74671"/>
    <p:sldLayoutId xmlns:r="http://schemas.openxmlformats.org/officeDocument/2006/relationships" id="2147483778" r:id="Raf428736c0804d85"/>
    <p:sldLayoutId xmlns:r="http://schemas.openxmlformats.org/officeDocument/2006/relationships" id="2147483779" r:id="Rc765ca7e99cd4b4c"/>
    <p:sldLayoutId xmlns:r="http://schemas.openxmlformats.org/officeDocument/2006/relationships" id="2147483780" r:id="Re2b2df1659594fd0"/>
    <p:sldLayoutId xmlns:r="http://schemas.openxmlformats.org/officeDocument/2006/relationships" id="2147483781" r:id="Rd064031473c940b9"/>
    <p:sldLayoutId xmlns:r="http://schemas.openxmlformats.org/officeDocument/2006/relationships" id="2147483782" r:id="Rf3dc7ffab3744f38"/>
    <p:sldLayoutId xmlns:r="http://schemas.openxmlformats.org/officeDocument/2006/relationships" id="2147483783" r:id="Ra4a25b51faf04189"/>
    <p:sldLayoutId xmlns:r="http://schemas.openxmlformats.org/officeDocument/2006/relationships" id="2147483784" r:id="R162680bfe0a14289"/>
    <p:sldLayoutId xmlns:r="http://schemas.openxmlformats.org/officeDocument/2006/relationships" id="2147483785" r:id="R6b6a48ec42164178"/>
    <p:sldLayoutId xmlns:r="http://schemas.openxmlformats.org/officeDocument/2006/relationships" id="2147483786" r:id="Rf435b62a800a4a06"/>
    <p:sldLayoutId xmlns:r="http://schemas.openxmlformats.org/officeDocument/2006/relationships" id="2147483787" r:id="Ref4fc2cce9124f4d"/>
    <p:sldLayoutId xmlns:r="http://schemas.openxmlformats.org/officeDocument/2006/relationships" id="2147483788" r:id="R48acf07a58b24d24"/>
    <p:sldLayoutId xmlns:r="http://schemas.openxmlformats.org/officeDocument/2006/relationships" id="2147483789" r:id="R234ca0d26ddc4578"/>
    <p:sldLayoutId xmlns:r="http://schemas.openxmlformats.org/officeDocument/2006/relationships" id="2147483790" r:id="R5576207d7a1c4540"/>
    <p:sldLayoutId xmlns:r="http://schemas.openxmlformats.org/officeDocument/2006/relationships" id="2147483791" r:id="R681f446769b747db"/>
    <p:sldLayoutId xmlns:r="http://schemas.openxmlformats.org/officeDocument/2006/relationships" id="2147483792" r:id="R6e5bd303bf764472"/>
    <p:sldLayoutId xmlns:r="http://schemas.openxmlformats.org/officeDocument/2006/relationships" id="2147483793" r:id="R4869cdb63021424b"/>
    <p:sldLayoutId xmlns:r="http://schemas.openxmlformats.org/officeDocument/2006/relationships" id="2147483794" r:id="R9b0e4e70628040b5"/>
    <p:sldLayoutId xmlns:r="http://schemas.openxmlformats.org/officeDocument/2006/relationships" id="2147483795" r:id="Rb5a5cf2b0e944d98"/>
    <p:sldLayoutId xmlns:r="http://schemas.openxmlformats.org/officeDocument/2006/relationships" id="2147483796" r:id="R3eaa7bd7dd8f4d5f"/>
    <p:sldLayoutId xmlns:r="http://schemas.openxmlformats.org/officeDocument/2006/relationships" id="2147483797" r:id="R7b834b74d9fb405b"/>
    <p:sldLayoutId xmlns:r="http://schemas.openxmlformats.org/officeDocument/2006/relationships" id="2147483798" r:id="Rd42126e750eb4cb0"/>
    <p:sldLayoutId xmlns:r="http://schemas.openxmlformats.org/officeDocument/2006/relationships" id="2147483799" r:id="R478ab339643b46af"/>
    <p:sldLayoutId xmlns:r="http://schemas.openxmlformats.org/officeDocument/2006/relationships" id="2147483800" r:id="R8d34fd5e814f4ea3"/>
    <p:sldLayoutId xmlns:r="http://schemas.openxmlformats.org/officeDocument/2006/relationships" id="2147483801" r:id="Rb028f9f60f5f42ce"/>
    <p:sldLayoutId xmlns:r="http://schemas.openxmlformats.org/officeDocument/2006/relationships" id="2147483802" r:id="R229210eb206b4965"/>
    <p:sldLayoutId xmlns:r="http://schemas.openxmlformats.org/officeDocument/2006/relationships" id="2147483803" r:id="Ra284648bb7c04986"/>
    <p:sldLayoutId xmlns:r="http://schemas.openxmlformats.org/officeDocument/2006/relationships" id="2147483804" r:id="Ra9445594348345d0"/>
    <p:sldLayoutId xmlns:r="http://schemas.openxmlformats.org/officeDocument/2006/relationships" id="2147483805" r:id="Rd4b8e7080ae74e73"/>
    <p:sldLayoutId xmlns:r="http://schemas.openxmlformats.org/officeDocument/2006/relationships" id="2147483806" r:id="R6ae858458613433a"/>
    <p:sldLayoutId xmlns:r="http://schemas.openxmlformats.org/officeDocument/2006/relationships" id="2147483807" r:id="Rf730d5ecbbbd44f0"/>
    <p:sldLayoutId xmlns:r="http://schemas.openxmlformats.org/officeDocument/2006/relationships" id="2147483808" r:id="R0b924fabc9f54cb0"/>
    <p:sldLayoutId xmlns:r="http://schemas.openxmlformats.org/officeDocument/2006/relationships" id="2147483809" r:id="R6c9c549996054150"/>
    <p:sldLayoutId xmlns:r="http://schemas.openxmlformats.org/officeDocument/2006/relationships" id="2147483810" r:id="R5d162a51babc49c4"/>
    <p:sldLayoutId xmlns:r="http://schemas.openxmlformats.org/officeDocument/2006/relationships" id="2147483811" r:id="R5b4948105ce042ae"/>
    <p:sldLayoutId xmlns:r="http://schemas.openxmlformats.org/officeDocument/2006/relationships" id="2147483812" r:id="R7e36a030b9ea418c"/>
    <p:sldLayoutId xmlns:r="http://schemas.openxmlformats.org/officeDocument/2006/relationships" id="2147483813" r:id="R8315fe90f8b64b7e"/>
    <p:sldLayoutId xmlns:r="http://schemas.openxmlformats.org/officeDocument/2006/relationships" id="2147483814" r:id="Rba66eabe0a8f4bfc"/>
    <p:sldLayoutId xmlns:r="http://schemas.openxmlformats.org/officeDocument/2006/relationships" id="2147483815" r:id="R599bcd6020264bfa"/>
    <p:sldLayoutId xmlns:r="http://schemas.openxmlformats.org/officeDocument/2006/relationships" id="2147483816" r:id="Ra50017cbca764d13"/>
    <p:sldLayoutId xmlns:r="http://schemas.openxmlformats.org/officeDocument/2006/relationships" id="2147483817" r:id="R8001a2fb57a0408f"/>
    <p:sldLayoutId xmlns:r="http://schemas.openxmlformats.org/officeDocument/2006/relationships" id="2147483818" r:id="Re9809b0efabb482b"/>
    <p:sldLayoutId xmlns:r="http://schemas.openxmlformats.org/officeDocument/2006/relationships" id="2147483819" r:id="R2682da4d575d4b0f"/>
    <p:sldLayoutId xmlns:r="http://schemas.openxmlformats.org/officeDocument/2006/relationships" id="2147483820" r:id="R53b8aa826d9f4478"/>
    <p:sldLayoutId xmlns:r="http://schemas.openxmlformats.org/officeDocument/2006/relationships" id="2147483821" r:id="Rb81f69aedad047d7"/>
    <p:sldLayoutId xmlns:r="http://schemas.openxmlformats.org/officeDocument/2006/relationships" id="2147483822" r:id="R593275c0eee74c3b"/>
    <p:sldLayoutId xmlns:r="http://schemas.openxmlformats.org/officeDocument/2006/relationships" id="2147483823" r:id="R944a4b9b06e941cb"/>
    <p:sldLayoutId xmlns:r="http://schemas.openxmlformats.org/officeDocument/2006/relationships" id="2147483824" r:id="Rd7e2972138264708"/>
    <p:sldLayoutId xmlns:r="http://schemas.openxmlformats.org/officeDocument/2006/relationships" id="2147483825" r:id="R7a658909556b47e4"/>
    <p:sldLayoutId xmlns:r="http://schemas.openxmlformats.org/officeDocument/2006/relationships" id="2147483826" r:id="R66c7ff1110324131"/>
    <p:sldLayoutId xmlns:r="http://schemas.openxmlformats.org/officeDocument/2006/relationships" id="2147483827" r:id="Rf0a9fe3ef6a445ee"/>
    <p:sldLayoutId xmlns:r="http://schemas.openxmlformats.org/officeDocument/2006/relationships" id="2147483828" r:id="R5348103ec3de4a17"/>
    <p:sldLayoutId xmlns:r="http://schemas.openxmlformats.org/officeDocument/2006/relationships" id="2147483829" r:id="R6008cece265e4c17"/>
    <p:sldLayoutId xmlns:r="http://schemas.openxmlformats.org/officeDocument/2006/relationships" id="2147483830" r:id="R3cbfdc03a68f428c"/>
    <p:sldLayoutId xmlns:r="http://schemas.openxmlformats.org/officeDocument/2006/relationships" id="2147483831" r:id="R27e2ab099bbf4cd6"/>
    <p:sldLayoutId xmlns:r="http://schemas.openxmlformats.org/officeDocument/2006/relationships" id="2147483832" r:id="R3a746ad32ca946c3"/>
    <p:sldLayoutId xmlns:r="http://schemas.openxmlformats.org/officeDocument/2006/relationships" id="2147483833" r:id="Rc13c3facb2fc48d3"/>
    <p:sldLayoutId xmlns:r="http://schemas.openxmlformats.org/officeDocument/2006/relationships" id="2147483834" r:id="R3d8218442b654af9"/>
    <p:sldLayoutId xmlns:r="http://schemas.openxmlformats.org/officeDocument/2006/relationships" id="2147483835" r:id="R4062b4cfdfef42fc"/>
    <p:sldLayoutId xmlns:r="http://schemas.openxmlformats.org/officeDocument/2006/relationships" id="2147483836" r:id="R63a57428d2644313"/>
    <p:sldLayoutId xmlns:r="http://schemas.openxmlformats.org/officeDocument/2006/relationships" id="2147483837" r:id="R8a1ad2488c8b46e0"/>
    <p:sldLayoutId xmlns:r="http://schemas.openxmlformats.org/officeDocument/2006/relationships" id="2147483838" r:id="R0d57c9553a7d44f1"/>
    <p:sldLayoutId xmlns:r="http://schemas.openxmlformats.org/officeDocument/2006/relationships" id="2147483839" r:id="R015f5ad117084391"/>
    <p:sldLayoutId xmlns:r="http://schemas.openxmlformats.org/officeDocument/2006/relationships" id="2147483840" r:id="R8cba330d8fec463c"/>
    <p:sldLayoutId xmlns:r="http://schemas.openxmlformats.org/officeDocument/2006/relationships" id="2147483841" r:id="R751dceb606c545cd"/>
    <p:sldLayoutId xmlns:r="http://schemas.openxmlformats.org/officeDocument/2006/relationships" id="2147483842" r:id="Rf7a3c13a9d6f4d8e"/>
    <p:sldLayoutId xmlns:r="http://schemas.openxmlformats.org/officeDocument/2006/relationships" id="2147483843" r:id="R4f3b46e21c3247ee"/>
    <p:sldLayoutId xmlns:r="http://schemas.openxmlformats.org/officeDocument/2006/relationships" id="2147483844" r:id="R22efb15c88414d67"/>
    <p:sldLayoutId xmlns:r="http://schemas.openxmlformats.org/officeDocument/2006/relationships" id="2147483845" r:id="R8680c27ce6cf415b"/>
    <p:sldLayoutId xmlns:r="http://schemas.openxmlformats.org/officeDocument/2006/relationships" id="2147483846" r:id="Rf6cca6c8efb84159"/>
    <p:sldLayoutId xmlns:r="http://schemas.openxmlformats.org/officeDocument/2006/relationships" id="2147483847" r:id="Rb9a69fda94504c3f"/>
    <p:sldLayoutId xmlns:r="http://schemas.openxmlformats.org/officeDocument/2006/relationships" id="2147483848" r:id="R48c952f246dd420b"/>
    <p:sldLayoutId xmlns:r="http://schemas.openxmlformats.org/officeDocument/2006/relationships" id="2147483849" r:id="Reb3f213a9c104d20"/>
    <p:sldLayoutId xmlns:r="http://schemas.openxmlformats.org/officeDocument/2006/relationships" id="2147483850" r:id="R6d20678865b2499a"/>
    <p:sldLayoutId xmlns:r="http://schemas.openxmlformats.org/officeDocument/2006/relationships" id="2147483851" r:id="R9edd77ed54da40d6"/>
    <p:sldLayoutId xmlns:r="http://schemas.openxmlformats.org/officeDocument/2006/relationships" id="2147483852" r:id="R998a766e74ae4bc9"/>
    <p:sldLayoutId xmlns:r="http://schemas.openxmlformats.org/officeDocument/2006/relationships" id="2147483853" r:id="R267f7767aac34461"/>
    <p:sldLayoutId xmlns:r="http://schemas.openxmlformats.org/officeDocument/2006/relationships" id="2147483854" r:id="Rf0caee8715314d03"/>
    <p:sldLayoutId xmlns:r="http://schemas.openxmlformats.org/officeDocument/2006/relationships" id="2147483855" r:id="Rdef4601e8f92490a"/>
    <p:sldLayoutId xmlns:r="http://schemas.openxmlformats.org/officeDocument/2006/relationships" id="2147483856" r:id="R2c5da00c1c304d67"/>
    <p:sldLayoutId xmlns:r="http://schemas.openxmlformats.org/officeDocument/2006/relationships" id="2147483857" r:id="R5a08c42fac2c40a5"/>
    <p:sldLayoutId xmlns:r="http://schemas.openxmlformats.org/officeDocument/2006/relationships" id="2147483858" r:id="R6581d43e107b4c19"/>
    <p:sldLayoutId xmlns:r="http://schemas.openxmlformats.org/officeDocument/2006/relationships" id="2147483859" r:id="R92b6d392d158483b"/>
    <p:sldLayoutId xmlns:r="http://schemas.openxmlformats.org/officeDocument/2006/relationships" id="2147483860" r:id="Rfaeb236bf40947b5"/>
    <p:sldLayoutId xmlns:r="http://schemas.openxmlformats.org/officeDocument/2006/relationships" id="2147483861" r:id="R2f4e7f71c0e64dca"/>
    <p:sldLayoutId xmlns:r="http://schemas.openxmlformats.org/officeDocument/2006/relationships" id="2147483862" r:id="Rfc5da05e88d64898"/>
    <p:sldLayoutId xmlns:r="http://schemas.openxmlformats.org/officeDocument/2006/relationships" id="2147483863" r:id="R83f8215360c04804"/>
    <p:sldLayoutId xmlns:r="http://schemas.openxmlformats.org/officeDocument/2006/relationships" id="2147483864" r:id="R6d290382ee974471"/>
    <p:sldLayoutId xmlns:r="http://schemas.openxmlformats.org/officeDocument/2006/relationships" id="2147483865" r:id="R144c6ca9948542fe"/>
    <p:sldLayoutId xmlns:r="http://schemas.openxmlformats.org/officeDocument/2006/relationships" id="2147483866" r:id="Rb16944d4d2f34223"/>
    <p:sldLayoutId xmlns:r="http://schemas.openxmlformats.org/officeDocument/2006/relationships" id="2147483867" r:id="R1ea369eb8e2f48a5"/>
    <p:sldLayoutId xmlns:r="http://schemas.openxmlformats.org/officeDocument/2006/relationships" id="2147483868" r:id="R8c2fc32563414533"/>
    <p:sldLayoutId xmlns:r="http://schemas.openxmlformats.org/officeDocument/2006/relationships" id="2147483869" r:id="Rc6b2236456744e4a"/>
    <p:sldLayoutId xmlns:r="http://schemas.openxmlformats.org/officeDocument/2006/relationships" id="2147483870" r:id="R0bd67066dd584682"/>
    <p:sldLayoutId xmlns:r="http://schemas.openxmlformats.org/officeDocument/2006/relationships" id="2147483871" r:id="R28199185c63e4db9"/>
    <p:sldLayoutId xmlns:r="http://schemas.openxmlformats.org/officeDocument/2006/relationships" id="2147483872" r:id="R4ca15fef8ba744f2"/>
    <p:sldLayoutId xmlns:r="http://schemas.openxmlformats.org/officeDocument/2006/relationships" id="2147483873" r:id="Rf5f6e9cf28614e21"/>
    <p:sldLayoutId xmlns:r="http://schemas.openxmlformats.org/officeDocument/2006/relationships" id="2147483874" r:id="Rfffacca801ab4457"/>
    <p:sldLayoutId xmlns:r="http://schemas.openxmlformats.org/officeDocument/2006/relationships" id="2147483875" r:id="Re12fc3d848c2402a"/>
    <p:sldLayoutId xmlns:r="http://schemas.openxmlformats.org/officeDocument/2006/relationships" id="2147483876" r:id="R79f1b009fa314d30"/>
    <p:sldLayoutId xmlns:r="http://schemas.openxmlformats.org/officeDocument/2006/relationships" id="2147483877" r:id="Ra33fe6bbebbb49ba"/>
    <p:sldLayoutId xmlns:r="http://schemas.openxmlformats.org/officeDocument/2006/relationships" id="2147483878" r:id="R932f98f8f4d948d1"/>
    <p:sldLayoutId xmlns:r="http://schemas.openxmlformats.org/officeDocument/2006/relationships" id="2147483879" r:id="Re9444d7f59a34d1d"/>
    <p:sldLayoutId xmlns:r="http://schemas.openxmlformats.org/officeDocument/2006/relationships" id="2147483880" r:id="R4e9546f881d142cc"/>
    <p:sldLayoutId xmlns:r="http://schemas.openxmlformats.org/officeDocument/2006/relationships" id="2147483881" r:id="R39d27c49bc4340d8"/>
    <p:sldLayoutId xmlns:r="http://schemas.openxmlformats.org/officeDocument/2006/relationships" id="2147483882" r:id="Re7d7ec5dde0140ef"/>
    <p:sldLayoutId xmlns:r="http://schemas.openxmlformats.org/officeDocument/2006/relationships" id="2147483883" r:id="R7b2bdb1659e94f4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da74839fbd46f7" /><Relationship Type="http://schemas.openxmlformats.org/officeDocument/2006/relationships/image" Target="/ppt/media/image.jpeg" Id="R1be889bbcb1d441b" /><Relationship Type="http://schemas.openxmlformats.org/officeDocument/2006/relationships/image" Target="/ppt/media/image.svg" Id="R84f71d4c11784965" /><Relationship Type="http://schemas.openxmlformats.org/officeDocument/2006/relationships/image" Target="/ppt/media/image.png" Id="Rd0d59bd806d2497f" /><Relationship Type="http://schemas.openxmlformats.org/officeDocument/2006/relationships/image" Target="/ppt/media/image2.svg" Id="R271d29e490f9476f" /><Relationship Type="http://schemas.openxmlformats.org/officeDocument/2006/relationships/image" Target="/ppt/media/image2.png" Id="R524d3dcb6e364304" /><Relationship Type="http://schemas.openxmlformats.org/officeDocument/2006/relationships/image" Target="/ppt/media/image3.svg" Id="R9f6fb59695b447c6" /><Relationship Type="http://schemas.openxmlformats.org/officeDocument/2006/relationships/image" Target="/ppt/media/image3.png" Id="R41cafed086eb499f" /><Relationship Type="http://schemas.openxmlformats.org/officeDocument/2006/relationships/image" Target="/ppt/media/image4.svg" Id="R9a453cfc5f4f40f2" /><Relationship Type="http://schemas.openxmlformats.org/officeDocument/2006/relationships/image" Target="/ppt/media/image4.png" Id="R20f1042c31c94ee4" /><Relationship Type="http://schemas.openxmlformats.org/officeDocument/2006/relationships/image" Target="/ppt/media/image5.svg" Id="R243d3197a5504433" /><Relationship Type="http://schemas.openxmlformats.org/officeDocument/2006/relationships/image" Target="/ppt/media/image5.png" Id="R9534a236891145e1" /><Relationship Type="http://schemas.openxmlformats.org/officeDocument/2006/relationships/image" Target="/ppt/media/image6.svg" Id="R8acd4a1c7cb348f9" /><Relationship Type="http://schemas.openxmlformats.org/officeDocument/2006/relationships/image" Target="/ppt/media/image6.png" Id="Rb810e6d8447d4020" /><Relationship Type="http://schemas.openxmlformats.org/officeDocument/2006/relationships/image" Target="/ppt/media/image7.svg" Id="R30704845b4e64029" /><Relationship Type="http://schemas.openxmlformats.org/officeDocument/2006/relationships/image" Target="/ppt/media/image7.png" Id="R38d950bb435a4b29" /><Relationship Type="http://schemas.openxmlformats.org/officeDocument/2006/relationships/image" Target="/ppt/media/image8.svg" Id="Rf823c33a43aa4b8f" /><Relationship Type="http://schemas.openxmlformats.org/officeDocument/2006/relationships/image" Target="/ppt/media/image8.png" Id="Rdaa107dedb534e43" /><Relationship Type="http://schemas.openxmlformats.org/officeDocument/2006/relationships/image" Target="/ppt/media/image9.svg" Id="R030b78f672094fa7" /><Relationship Type="http://schemas.openxmlformats.org/officeDocument/2006/relationships/image" Target="/ppt/media/image9.png" Id="Ra5be508390f74faf" /><Relationship Type="http://schemas.openxmlformats.org/officeDocument/2006/relationships/image" Target="/ppt/media/image10.svg" Id="R99c1d258c5f54f08" /><Relationship Type="http://schemas.openxmlformats.org/officeDocument/2006/relationships/image" Target="/ppt/media/image10.png" Id="R56e7b1afd0f14e68" /><Relationship Type="http://schemas.openxmlformats.org/officeDocument/2006/relationships/image" Target="/ppt/media/image11.svg" Id="R3224e59df7fc462f" /><Relationship Type="http://schemas.openxmlformats.org/officeDocument/2006/relationships/image" Target="/ppt/media/image11.png" Id="Raa478af7655f49af" /><Relationship Type="http://schemas.openxmlformats.org/officeDocument/2006/relationships/image" Target="/ppt/media/image12.svg" Id="R628245f1b8bf43ea" /><Relationship Type="http://schemas.openxmlformats.org/officeDocument/2006/relationships/image" Target="/ppt/media/image12.png" Id="R1a2dd5f8b46b4658" /><Relationship Type="http://schemas.openxmlformats.org/officeDocument/2006/relationships/image" Target="/ppt/media/image13.svg" Id="Rfea457b465f84b75" /><Relationship Type="http://schemas.openxmlformats.org/officeDocument/2006/relationships/image" Target="/ppt/media/image13.png" Id="R5d10bab48ebf4c69" /><Relationship Type="http://schemas.openxmlformats.org/officeDocument/2006/relationships/image" Target="/ppt/media/image14.svg" Id="Ra9664ed8e2ca4a37" /><Relationship Type="http://schemas.openxmlformats.org/officeDocument/2006/relationships/notesSlide" Target="/ppt/notesSlides/notesSlide1.xml" Id="R62a316b4f87d4a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b38a5187245fb" /><Relationship Type="http://schemas.openxmlformats.org/officeDocument/2006/relationships/notesSlide" Target="/ppt/notesSlides/notesSlide2.xml" Id="R5d2367c4184942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LESSON_NUMBER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Урок 1.4</a:t>
            </a:r>
          </a:p>
        </p:txBody>
      </p:sp>
      <p:sp>
        <p:nvSpPr>
          <p:cNvPr id="2101" name="LESSON_TITLE">
            <a:extLst xmlns:a="http://schemas.openxmlformats.org/drawingml/2006/main"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41202" y="3298835"/>
            <a:ext cx="4701600" cy="106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ИНТЕРАКТИВНОГО ШАБЛОНА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889bbcb1d441b">
            <a:extLst>
              <a:ext uri="{96DAC541-7B7A-43D3-8B79-37D633B846F1}">
                <asvg:svgBlip xmlns:asvg="http://schemas.microsoft.com/office/drawing/2016/SVG/main" r:embed="R84f71d4c117849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980000">
            <a:off x="-2657475" y="-2505075"/>
            <a:ext cx="3000375" cy="3000375"/>
          </a:xfrm>
          <a:prstGeom xmlns:a="http://schemas.openxmlformats.org/drawingml/2006/main" prst="rect">
            <a:avLst/>
          </a:prstGeom>
        </p:spPr>
      </p:pic>
      <p:pic>
        <p:nvPicPr>
          <p:cNvPr id="2119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59bd806d2497f">
            <a:extLst>
              <a:ext uri="{96DAC541-7B7A-43D3-8B79-37D633B846F1}">
                <asvg:svgBlip xmlns:asvg="http://schemas.microsoft.com/office/drawing/2016/SVG/main" r:embed="R271d29e490f947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00000">
            <a:off x="11811000" y="-1724025"/>
            <a:ext cx="2497455" cy="2497455"/>
          </a:xfrm>
          <a:prstGeom xmlns:a="http://schemas.openxmlformats.org/drawingml/2006/main" prst="rect">
            <a:avLst/>
          </a:prstGeom>
        </p:spPr>
      </p:pic>
      <p:pic>
        <p:nvPicPr>
          <p:cNvPr id="2120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d3dcb6e364304">
            <a:extLst>
              <a:ext uri="{96DAC541-7B7A-43D3-8B79-37D633B846F1}">
                <asvg:svgBlip xmlns:asvg="http://schemas.microsoft.com/office/drawing/2016/SVG/main" r:embed="R9f6fb59695b447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20000">
            <a:off x="-1532866" y="3960709"/>
            <a:ext cx="3310700" cy="3310700"/>
          </a:xfrm>
          <a:prstGeom xmlns:a="http://schemas.openxmlformats.org/drawingml/2006/main" prst="rect">
            <a:avLst/>
          </a:prstGeom>
        </p:spPr>
      </p:pic>
      <p:pic>
        <p:nvPicPr>
          <p:cNvPr id="2121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afed086eb499f">
            <a:extLst>
              <a:ext uri="{96DAC541-7B7A-43D3-8B79-37D633B846F1}">
                <asvg:svgBlip xmlns:asvg="http://schemas.microsoft.com/office/drawing/2016/SVG/main" r:embed="R9a453cfc5f4f40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040000">
            <a:off x="10133668" y="-3168958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22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1042c31c94ee4">
            <a:extLst>
              <a:ext uri="{96DAC541-7B7A-43D3-8B79-37D633B846F1}">
                <asvg:svgBlip xmlns:asvg="http://schemas.microsoft.com/office/drawing/2016/SVG/main" r:embed="R243d3197a55044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060000">
            <a:off x="190500" y="6353175"/>
            <a:ext cx="1757363" cy="1757363"/>
          </a:xfrm>
          <a:prstGeom xmlns:a="http://schemas.openxmlformats.org/drawingml/2006/main" prst="rect">
            <a:avLst/>
          </a:prstGeom>
        </p:spPr>
      </p:pic>
      <p:pic>
        <p:nvPicPr>
          <p:cNvPr id="2123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4a236891145e1">
            <a:extLst>
              <a:ext uri="{96DAC541-7B7A-43D3-8B79-37D633B846F1}">
                <asvg:svgBlip xmlns:asvg="http://schemas.microsoft.com/office/drawing/2016/SVG/main" r:embed="R8acd4a1c7cb348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080000">
            <a:off x="12182475" y="2609850"/>
            <a:ext cx="2117408" cy="2117408"/>
          </a:xfrm>
          <a:prstGeom xmlns:a="http://schemas.openxmlformats.org/drawingml/2006/main" prst="rect">
            <a:avLst/>
          </a:prstGeom>
        </p:spPr>
      </p:pic>
      <p:pic>
        <p:nvPicPr>
          <p:cNvPr id="212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0e6d8447d4020">
            <a:extLst>
              <a:ext uri="{96DAC541-7B7A-43D3-8B79-37D633B846F1}">
                <asvg:svgBlip xmlns:asvg="http://schemas.microsoft.com/office/drawing/2016/SVG/main" r:embed="R30704845b4e640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00000">
            <a:off x="9710281" y="-1520279"/>
            <a:ext cx="3180398" cy="3180398"/>
          </a:xfrm>
          <a:prstGeom xmlns:a="http://schemas.openxmlformats.org/drawingml/2006/main" prst="rect">
            <a:avLst/>
          </a:prstGeom>
        </p:spPr>
      </p:pic>
      <p:pic>
        <p:nvPicPr>
          <p:cNvPr id="2125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950bb435a4b29">
            <a:extLst>
              <a:ext uri="{96DAC541-7B7A-43D3-8B79-37D633B846F1}">
                <asvg:svgBlip xmlns:asvg="http://schemas.microsoft.com/office/drawing/2016/SVG/main" r:embed="Rf823c33a43aa4b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20000">
            <a:off x="6286500" y="674370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126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107dedb534e43">
            <a:extLst>
              <a:ext uri="{96DAC541-7B7A-43D3-8B79-37D633B846F1}">
                <asvg:svgBlip xmlns:asvg="http://schemas.microsoft.com/office/drawing/2016/SVG/main" r:embed="R030b78f672094f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140000">
            <a:off x="-3937442" y="1874103"/>
            <a:ext cx="1800225" cy="1800225"/>
          </a:xfrm>
          <a:prstGeom xmlns:a="http://schemas.openxmlformats.org/drawingml/2006/main" prst="rect">
            <a:avLst/>
          </a:prstGeom>
        </p:spPr>
      </p:pic>
      <p:pic>
        <p:nvPicPr>
          <p:cNvPr id="2127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e508390f74faf">
            <a:extLst>
              <a:ext uri="{96DAC541-7B7A-43D3-8B79-37D633B846F1}">
                <asvg:svgBlip xmlns:asvg="http://schemas.microsoft.com/office/drawing/2016/SVG/main" r:embed="R99c1d258c5f54f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160000">
            <a:off x="12249150" y="514350"/>
            <a:ext cx="2008823" cy="2008823"/>
          </a:xfrm>
          <a:prstGeom xmlns:a="http://schemas.openxmlformats.org/drawingml/2006/main" prst="rect">
            <a:avLst/>
          </a:prstGeom>
        </p:spPr>
      </p:pic>
      <p:pic>
        <p:nvPicPr>
          <p:cNvPr id="212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7b1afd0f14e68">
            <a:extLst>
              <a:ext uri="{96DAC541-7B7A-43D3-8B79-37D633B846F1}">
                <asvg:svgBlip xmlns:asvg="http://schemas.microsoft.com/office/drawing/2016/SVG/main" r:embed="R3224e59df7fc46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180000">
            <a:off x="10644363" y="5766631"/>
            <a:ext cx="1615440" cy="1615440"/>
          </a:xfrm>
          <a:prstGeom xmlns:a="http://schemas.openxmlformats.org/drawingml/2006/main" prst="rect">
            <a:avLst/>
          </a:prstGeom>
        </p:spPr>
      </p:pic>
      <p:pic>
        <p:nvPicPr>
          <p:cNvPr id="2129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78af7655f49af">
            <a:extLst>
              <a:ext uri="{96DAC541-7B7A-43D3-8B79-37D633B846F1}">
                <asvg:svgBlip xmlns:asvg="http://schemas.microsoft.com/office/drawing/2016/SVG/main" r:embed="R628245f1b8bf43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00000">
            <a:off x="326806" y="6218699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30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dd5f8b46b4658">
            <a:extLst>
              <a:ext uri="{96DAC541-7B7A-43D3-8B79-37D633B846F1}">
                <asvg:svgBlip xmlns:asvg="http://schemas.microsoft.com/office/drawing/2016/SVG/main" r:embed="Rfea457b465f84b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4220000">
            <a:off x="1533525" y="-1600200"/>
            <a:ext cx="1414463" cy="1414463"/>
          </a:xfrm>
          <a:prstGeom xmlns:a="http://schemas.openxmlformats.org/drawingml/2006/main" prst="rect">
            <a:avLst/>
          </a:prstGeom>
        </p:spPr>
      </p:pic>
      <p:pic>
        <p:nvPicPr>
          <p:cNvPr id="2131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0bab48ebf4c69">
            <a:extLst>
              <a:ext uri="{96DAC541-7B7A-43D3-8B79-37D633B846F1}">
                <asvg:svgBlip xmlns:asvg="http://schemas.microsoft.com/office/drawing/2016/SVG/main" r:embed="Ra9664ed8e2ca4a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5240000">
            <a:off x="11715750" y="4895850"/>
            <a:ext cx="2225993" cy="2225993"/>
          </a:xfrm>
          <a:prstGeom xmlns:a="http://schemas.openxmlformats.org/drawingml/2006/main" prst="rect">
            <a:avLst/>
          </a:prstGeom>
        </p:spPr>
      </p:pic>
      <p:sp>
        <p:nvSpPr>
          <p:cNvPr id="18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" y="53199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20874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Что следовало ответить Алексею?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«Я мастер, делай как сказано».</a:t>
            </a:r>
            <a:br/>
            <a:r>
              <a:rPr sz="1600">
                <a:latin typeface="Nunito"/>
                <a:ea typeface="Nunito"/>
                <a:cs typeface="Nunito"/>
              </a:rPr>
              <a:t>2. «Хорошо, делай как считаешь нужным».</a:t>
            </a:r>
            <a:br/>
            <a:r>
              <a:rPr sz="1600">
                <a:latin typeface="Nunito"/>
                <a:ea typeface="Nunito"/>
                <a:cs typeface="Nunito"/>
              </a:rPr>
              <a:t>3. «Покажи на чертеже, где видишь риск. Посмотрим деталь и решим, как выполнять работу».</a:t>
            </a:r>
            <a:br/>
            <a:r>
              <a:rPr sz="1600">
                <a:latin typeface="Nunito"/>
                <a:ea typeface="Nunito"/>
                <a:cs typeface="Nunito"/>
              </a:rPr>
              <a:t>4. «Обсудим потом. Сейчас не спорь при всех».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2026-08-31T07:42:55.1830000Z</dcterms:created>
  <dcterms:modified xsi:type="dcterms:W3CDTF">2026-08-31T07:42:55.1830000Z</dcterms:modified>
</coreProperties>
</file>