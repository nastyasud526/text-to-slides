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0d1f7a6954b24" /><Relationship Type="http://schemas.openxmlformats.org/officeDocument/2006/relationships/extended-properties" Target="/docProps/app.xml" Id="R7d04e051ebf24fa0" /><Relationship Type="http://schemas.openxmlformats.org/officeDocument/2006/relationships/officeDocument" Target="/ppt/presentation.xml" Id="R08278b7f244942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4ec4cbd564eb8"/>
    <p:sldMasterId xmlns:r="http://schemas.openxmlformats.org/officeDocument/2006/relationships" id="2147483655" r:id="R2e87724cb30e4efa"/>
  </p:sldMasterIdLst>
  <p:notesMasterIdLst>
    <p:notesMasterId xmlns:r="http://schemas.openxmlformats.org/officeDocument/2006/relationships" r:id="R3b91cbf053c24348"/>
  </p:notesMasterIdLst>
  <p:sldIdLst>
    <p:sldId xmlns:r="http://schemas.openxmlformats.org/officeDocument/2006/relationships" id="256" r:id="Rb064d5ccd48e4600"/>
    <p:sldId xmlns:r="http://schemas.openxmlformats.org/officeDocument/2006/relationships" id="257" r:id="Rf2d285f77a53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8e79e7ea144f7b" /><Relationship Type="http://schemas.openxmlformats.org/officeDocument/2006/relationships/slideMaster" Target="/ppt/slideMasters/slideMaster1.xml" Id="R11e4ec4cbd564eb8" /><Relationship Type="http://schemas.openxmlformats.org/officeDocument/2006/relationships/slideMaster" Target="/ppt/slideMasters/slideMaster2.xml" Id="R2e87724cb30e4efa" /><Relationship Type="http://schemas.openxmlformats.org/officeDocument/2006/relationships/notesMaster" Target="/ppt/notesMasters/notesMaster1.xml" Id="R3b91cbf053c24348" /><Relationship Type="http://schemas.openxmlformats.org/officeDocument/2006/relationships/presProps" Target="/ppt/presProps.xml" Id="R161cb079272f41ee" /><Relationship Type="http://schemas.openxmlformats.org/officeDocument/2006/relationships/viewProps" Target="/ppt/viewProps.xml" Id="R32d9ce542ec24dd5" /><Relationship Type="http://schemas.openxmlformats.org/officeDocument/2006/relationships/tableStyles" Target="/ppt/tableStyles.xml" Id="R0c1a2078ee044754" /><Relationship Type="http://schemas.openxmlformats.org/officeDocument/2006/relationships/slide" Target="/ppt/slides/slide1.xml" Id="Rb064d5ccd48e4600" /><Relationship Type="http://schemas.openxmlformats.org/officeDocument/2006/relationships/slide" Target="/ppt/slides/slide2.xml" Id="Rf2d285f77a5344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c502a4ebc5a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fc79277094666" /><Relationship Type="http://schemas.openxmlformats.org/officeDocument/2006/relationships/notesMaster" Target="/ppt/notesMasters/notesMaster1.xml" Id="R7ee1103d4205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3203f85c2b4dba" /><Relationship Type="http://schemas.openxmlformats.org/officeDocument/2006/relationships/notesMaster" Target="/ppt/notesMasters/notesMaster1.xml" Id="Rf67a269845bf49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Титульный слайд урока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
Пустой слайд только для интерактивностей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3b92142a946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cd47113f44a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3e3b4265b4a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a55dc574041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8977e0e6a41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dc62e5c0745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0d765ddcd24d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e623f51d9843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0105c7a4b548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270187657241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532dfdf3f448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47798e4e9a41d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6dd7ddc390428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9f0b3018914d3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a1c5189dd245f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d6cd3243c54c3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626fd2a1d54ac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1b71ec4842418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5c80c3ba0f47b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3e4514371d471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197efabde841d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c3c40b59ce494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b090e1d1854d1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379804da144ac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58bd540c75440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ed818645ff4a3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442f13bbf845c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66ce860f46478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a1e6a8b828423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13c60599e2464e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856d376a374c1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48ff699fc44ce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046a1f848941a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f4429b9293457f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32a753b06a4801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3138eb014244c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a346accac5424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4737154e844eb3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42111bc4184c1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4c1eef9834481b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0b94c63736436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87ee382374482d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d137f4e69d4394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81031f133f4b9e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c7c7b2459d40c0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fd3fded9fa4626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2dac28256441cf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7b25b6276747c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65bcd3521c4ae2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6a3128d61a41e7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d1309c797d4003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cb36d4da1f41b7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fcca47ee2b404f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779492302748ce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69021d81a640cf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3eb7db20f54df2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74563a52be440f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65f34785cf4d71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be0f42a9794f15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c0a57a8b354c37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c7c451c60c408c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74fa2c24774fcf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b8807409d1488a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297681739247c7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424f3997e04c4e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7380c5fe0f4a7a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4a9b2e9fe04a91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77a77a83c3417a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dd75f985df4933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d63320a5a946cd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dd11fb32854c11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b8b566860548ef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8eb42d04fa4d7b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d604ccba534b21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c4dcf4344340cf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988964adff49c7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aab0dc35294e6c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3dbaeee7f64569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f3fafc00bc45c7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c8b6b6a8bf4b24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aa1559ba734fab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d9a45e3ad543d0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ac89259f694bc8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a268e42dda48f7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57e138bf6c4e32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621d2e441045ab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390d5b7f664849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76c6f337f1496a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f3612591e644bf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c3527347b04ce2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1870445e0547bd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6119bef85b4b9c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469072f2934689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1325e5e2e642f1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20a351cda140ab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5b681f137d4e3c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9b8c7731874a92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72d3a7c7a14aff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ef36e10b654537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cdb5b43a534424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743562e3f1413a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b931cc10b1483d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c06084f5d947d3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574ab50f554695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253da9bb0d481d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4797beeacb4ed0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c117067e234712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e430fcf9b54732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124d53cc2a4883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d50a1e07de447b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ee9c3f8bf2468c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4290e9453141e1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61f29292754e0d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a774348c1a406a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da06b0b5d7465c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152284db414964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ffe5378ae84d8d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ce712d07b941b5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3e43bf4f5a47cf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0388f223f64804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03f175d1f1440f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7d685245eb4e34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e286ed09494a8d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7c0ddf2b1e4458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57c23effc340c8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de5758e55c4fde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70e87334d04fd4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06e56125364763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3113c4d3cf49bb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2a11a992244634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bf566b4fad498e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1465b4b0e9442d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81f8b12a024b24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ca5773960c4886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5682333073489b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983281f0d047fc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ce4ee9ca9b4dfa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d05cc2772b4895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9f3c01567e4274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709534678f4646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97006a12e74e33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c941389c8a44d7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540c9907f84252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34d13376974482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8058dc275242bd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635042939d46e5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04694a64aa4be0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56b26006bb4ee6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acfecfe9314d29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c4c68ba7744ab4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d6c06fb5d243f7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c99e87c1ec4f3f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1fa071fc974f23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66de8aeeda43a4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804ec8c52f44cc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291d7a0a7f42f3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7445a07966486e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e15b4b7e9a4181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b19b18725b4f3e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362e29c9b74aae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ce15f8f1294c8c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a132810c2c4f59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afb7305a584c0d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a18fe6b20c4d30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6c4de0e814412b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f4ebb0e9044784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683d3de30249e1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0a7ab9a82b4542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dd9512785b453a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93152fd2fe45e1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e36e7f36e44607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39c45e1b7b4b5c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c7c2d352004136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782cd480854eae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d2dd644802436f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9a385b19ff4f38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78534f181c41a0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b4846346d64204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7b80eb72264996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dc4f9ace604bd9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9a9b139e9a42fd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0baa4a0c9543ec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b551709fe742e6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e38874a84a4498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d32841ce654e19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9b852751e940d3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b33656090a4cb9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922cbf15af4625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017bd72baa4268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31fa4449964323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24225467f549e1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9bf17ebd49453d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395ca0f2dc4987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c81445578542fe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0da02a36b64404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ebd92a6cec4563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0594c0e8a84188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920021d72d4644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ee8b44e2314f59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41b8c087d84da4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9bff42c9604daa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e8a8feb66f4399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8092b04b324aba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67b80de1d843d5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49236c75b74993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206d449bb14ec1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1e8c27a4174b2b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300d4dc6df434e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1937bbf059456d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d8df06a60d432a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51c2fbb11f4ec5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f91658c9ef442b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a82af9ef584d74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00e599bf3e4904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5d348ffbfd4459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340d2b99f349df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64107ced0840b2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4b39ddb666471a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3ce23a55a84605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1510169aef4a6c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0476f5701745ef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1805f1ae22452e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cff465b9a24568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d9f8a18d0a48dc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63446d8a734db9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bb582d6ed443e4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ea1355c1884451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2f64cf4b484e7d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7d5ca1b5974969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cbe895b90a4837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d81170c88e42c9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346c5c78b54054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642ac79e7b48f3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8443ae88b745af" /></Relationships>
</file>

<file path=ppt/slideLayouts/slideLayout1.xml><?xml version="1.0" encoding="utf-8"?>
<p:sldLayout xmlns:p="http://schemas.openxmlformats.org/presentationml/2006/main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7" name="Google Shape;1257;p33">
            <a:extLst xmlns:a="http://schemas.openxmlformats.org/drawingml/2006/main"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49" y="3002440"/>
            <a:ext cx="4702800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8" name="Google Shape;1258;p33">
            <a:extLst xmlns:a="http://schemas.openxmlformats.org/drawingml/2006/main"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839433" y="1323640"/>
            <a:ext cx="2088800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9" name="Google Shape;1259;p33">
            <a:extLst xmlns:a="http://schemas.openxmlformats.org/drawingml/2006/main"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9449" y="5019631"/>
            <a:ext cx="3185600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276" name="Google Shape;1260;p33"/>
          <p:cNvCxnSpPr/>
          <p:nvPr/>
        </p:nvCxnSpPr>
        <p:spPr>
          <a:xfrm xmlns:a="http://schemas.openxmlformats.org/drawingml/2006/main" rot="10800000">
            <a:off x="3971184" y="2820651"/>
            <a:ext cx="822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16581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439490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1" name="Google Shape;1161;p30">
            <a:extLst xmlns:a="http://schemas.openxmlformats.org/drawingml/2006/main"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2522580"/>
            <a:ext cx="455352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 xmlns:a="http://schemas.openxmlformats.org/drawingml/2006/main">
            <a:endParaRPr/>
          </a:p>
        </p:txBody>
      </p:sp>
      <p:sp>
        <p:nvSpPr>
          <p:cNvPr id="1162" name="Google Shape;1162;p30">
            <a:extLst xmlns:a="http://schemas.openxmlformats.org/drawingml/2006/main"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39433" y="2586565"/>
            <a:ext cx="470160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5" name="Google Shape;1163;p30"/>
          <p:cNvCxnSpPr/>
          <p:nvPr/>
        </p:nvCxnSpPr>
        <p:spPr>
          <a:xfrm xmlns:a="http://schemas.openxmlformats.org/drawingml/2006/main">
            <a:off x="6096000" y="-162400"/>
            <a:ext cx="0" cy="5014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5C30B42-31EB-4799-AC3E-CBB9D97151D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DCFAF8D-3DB7-4A27-B9E7-E57885B1D5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7472362" y="1784350"/>
            <a:ext cx="3321050" cy="3311526"/>
          </a:xfrm>
          <a:custGeom xmlns:a="http://schemas.openxmlformats.org/drawingml/2006/main"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pPr marL="0" lvl="0" indent="0" algn="ctr">
              <a:buNone/>
            </a:pPr>
            <a:r>
              <a:t>Image </a:t>
            </a:r>
            <a:r>
              <a:t>placholder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A6F19C91-6B85-40AB-8650-E069A7788E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7BB1EF-1330-478E-A8C1-AE1A6159C8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16725" y="781050"/>
            <a:ext cx="4543560" cy="5270530"/>
          </a:xfrm>
          <a:custGeom xmlns:a="http://schemas.openxmlformats.org/drawingml/2006/main"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EFFA0AB-A2A2-4D2D-9E13-225D66D1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213725" y="1508126"/>
            <a:ext cx="3727450" cy="3711575"/>
          </a:xfrm>
          <a:custGeom xmlns:a="http://schemas.openxmlformats.org/drawingml/2006/main"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DE225-C75E-4229-8C15-BF8E5AC51A9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6EC19B0-A034-4D9A-8F56-E5749CD103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5DBD09-BD5D-432F-AA4D-68F3A65FC5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7D97614-7458-415A-9C5F-F91FEE35F00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7588" y="1082675"/>
            <a:ext cx="4705350" cy="4692650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F94BC39-3699-416B-953F-57E04CAC860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353050" y="0"/>
            <a:ext cx="6870700" cy="41132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BEC15D8-B874-4970-829C-412D611AC52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846638" y="1081088"/>
            <a:ext cx="4916488" cy="57769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9ACD7D3-FA24-4BDE-A6C7-91C0B42E0E5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622425" y="2098675"/>
            <a:ext cx="1924050" cy="2181225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25E3E4C-92F2-4995-B7B2-9641331168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8174" y="1654175"/>
            <a:ext cx="3559175" cy="52054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504A68D-DAF0-4D7A-8373-3FB85116C8F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88125" y="646113"/>
            <a:ext cx="4716463" cy="61960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F07B64D-E830-4303-9420-E669E331FDD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01_ Cover Slide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49C688-5C4E-4BF2-8C26-CCE9C3709B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920260" y="1"/>
            <a:ext cx="6271741" cy="2271713"/>
          </a:xfrm>
          <a:custGeom xmlns:a="http://schemas.openxmlformats.org/drawingml/2006/main"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D7D141B-757B-42B0-853B-30151342DF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7113" y="0"/>
            <a:ext cx="7354888" cy="6858000"/>
          </a:xfrm>
          <a:custGeom xmlns:a="http://schemas.openxmlformats.org/drawingml/2006/main"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DCCE71A-D3EB-47FB-A4DF-ABEC6A9E992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850899"/>
            <a:ext cx="6829736" cy="5156200"/>
          </a:xfrm>
          <a:custGeom xmlns:a="http://schemas.openxmlformats.org/drawingml/2006/main"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5C3D5FF-602C-4B79-AC47-34DAA83881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336040" y="2369820"/>
            <a:ext cx="3286760" cy="3286760"/>
          </a:xfrm>
          <a:custGeom xmlns:a="http://schemas.openxmlformats.org/drawingml/2006/main"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31DF70-CA89-444B-980F-A27D75331D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6066971" cy="6858000"/>
          </a:xfrm>
          <a:custGeom xmlns:a="http://schemas.openxmlformats.org/drawingml/2006/main"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77F995-881A-437F-9FFC-EE39A2E4BE1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25962" y="1627086"/>
            <a:ext cx="3598818" cy="3603828"/>
          </a:xfrm>
          <a:custGeom xmlns:a="http://schemas.openxmlformats.org/drawingml/2006/main"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80F389F-C2A0-47DA-ABE0-41332322E73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56400" y="2311400"/>
            <a:ext cx="5435600" cy="4546600"/>
          </a:xfrm>
          <a:custGeom xmlns:a="http://schemas.openxmlformats.org/drawingml/2006/main"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614317B-9B4A-40BA-8CD0-A93590E849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2217261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590799-7815-4B5D-8A5A-3273C42AB3E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4448260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B27C8E8-63B5-4047-9C58-7FC235CDBD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1036220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F6990565-44AB-4717-A1BA-5AD61E80CB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3267219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956BE5-56C3-494B-9D4B-CF7E815A84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518400" y="0"/>
            <a:ext cx="46736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4C5C37-5AD1-448A-B20F-619CE637876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811470" y="4847772"/>
            <a:ext cx="4570648" cy="2010229"/>
          </a:xfrm>
          <a:custGeom xmlns:a="http://schemas.openxmlformats.org/drawingml/2006/main"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AA140C-94E6-4EA2-9B69-2EB1E614DB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192464" y="-422275"/>
            <a:ext cx="7559675" cy="7702550"/>
          </a:xfrm>
          <a:custGeom xmlns:a="http://schemas.openxmlformats.org/drawingml/2006/main"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C6C9C49-4956-454B-98A5-DFEC320A95D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624174" y="3770789"/>
            <a:ext cx="2211976" cy="2211978"/>
          </a:xfrm>
          <a:custGeom xmlns:a="http://schemas.openxmlformats.org/drawingml/2006/main"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98229D-8A18-4ABA-B274-3C63A5ADD1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124700" y="0"/>
            <a:ext cx="50673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33F4682C-4055-4B7C-BEB0-0E6AE58F706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270500" y="1143000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8665BAE6-9C50-4473-A321-8E5B794165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70500" y="4729162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B76536C-C97A-4E8B-85E6-0608E72B5E5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70400" y="2936081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E256117-F792-479D-B71C-C25A15AB497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072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47A10E9-38EB-4276-A9C2-E761866C14F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8361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CC6B4712-0E95-4B8D-B659-1B0AAD13A2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650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0A1004B-84CC-4C62-9B29-B42DD8DE81F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0939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DE7ABD-A3FF-415B-B58C-C2ABD4A379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743199"/>
            <a:ext cx="10058400" cy="3340099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3DC67C1-BA3D-4579-AA26-283ED18DB7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71500" y="2578100"/>
            <a:ext cx="11049000" cy="3746500"/>
          </a:xfrm>
          <a:custGeom xmlns:a="http://schemas.openxmlformats.org/drawingml/2006/main"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FF424C5-59AB-457E-AF43-B7EC3105D54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26459" y="2761782"/>
            <a:ext cx="2937458" cy="2939082"/>
          </a:xfrm>
          <a:custGeom xmlns:a="http://schemas.openxmlformats.org/drawingml/2006/main"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DBD6791-EB9E-4DBA-B684-A0CADA31E7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84832" y="1456775"/>
            <a:ext cx="3986772" cy="3457663"/>
          </a:xfrm>
          <a:custGeom xmlns:a="http://schemas.openxmlformats.org/drawingml/2006/main"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A02C38C-12F5-4970-819E-B95A96C3F6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26907" y="0"/>
            <a:ext cx="3465095" cy="6858000"/>
          </a:xfrm>
          <a:custGeom xmlns:a="http://schemas.openxmlformats.org/drawingml/2006/main"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B7024A-3941-4045-AC6E-28567E6FA4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044950" y="2097965"/>
            <a:ext cx="3835400" cy="3846514"/>
          </a:xfrm>
          <a:custGeom xmlns:a="http://schemas.openxmlformats.org/drawingml/2006/main"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43F8B61-4167-4D2E-BDFD-DAF0E032C77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89409" y="2730116"/>
            <a:ext cx="2981326" cy="2989264"/>
          </a:xfrm>
          <a:custGeom xmlns:a="http://schemas.openxmlformats.org/drawingml/2006/main"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AC46EAF-0E90-49C7-A9D3-D6436500FF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3721100"/>
            <a:ext cx="10553700" cy="2603500"/>
          </a:xfrm>
          <a:custGeom xmlns:a="http://schemas.openxmlformats.org/drawingml/2006/main"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0CFB7F6-2A51-43EC-B3E9-3076F6A09AC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165723"/>
          </a:xfrm>
          <a:custGeom xmlns:a="http://schemas.openxmlformats.org/drawingml/2006/main"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92EF0EF-B444-4848-941D-A6AD293C57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289850"/>
            <a:ext cx="5981700" cy="4568150"/>
          </a:xfrm>
          <a:custGeom xmlns:a="http://schemas.openxmlformats.org/drawingml/2006/main"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19A459-8533-4AE8-81C0-54E2FA500F6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36230" y="0"/>
            <a:ext cx="4250871" cy="6858000"/>
          </a:xfrm>
          <a:custGeom xmlns:a="http://schemas.openxmlformats.org/drawingml/2006/main"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0_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6F495FC-1742-4231-8AC5-573409F34AE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00825" y="1673762"/>
            <a:ext cx="3571205" cy="3260994"/>
          </a:xfrm>
          <a:custGeom xmlns:a="http://schemas.openxmlformats.org/drawingml/2006/main"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userDrawn="1">
  <p:cSld name="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0" y="533400"/>
            <a:ext cx="11106150" cy="2971800"/>
          </a:xfrm>
          <a:custGeom xmlns:a="http://schemas.openxmlformats.org/drawingml/2006/main"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999557" y="2482239"/>
            <a:ext cx="1113372" cy="1113371"/>
          </a:xfrm>
          <a:custGeom xmlns:a="http://schemas.openxmlformats.org/drawingml/2006/main"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78711" y="2712488"/>
            <a:ext cx="952119" cy="955110"/>
          </a:xfrm>
          <a:custGeom xmlns:a="http://schemas.openxmlformats.org/drawingml/2006/main"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04056" y="2503614"/>
            <a:ext cx="947624" cy="949199"/>
          </a:xfrm>
          <a:custGeom xmlns:a="http://schemas.openxmlformats.org/drawingml/2006/main"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41836" y="1811178"/>
            <a:ext cx="3920338" cy="3920338"/>
          </a:xfrm>
          <a:custGeom xmlns:a="http://schemas.openxmlformats.org/drawingml/2006/main"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52838" y="357662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114300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1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90122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533401"/>
            <a:ext cx="11049000" cy="3228975"/>
          </a:xfrm>
          <a:custGeom xmlns:a="http://schemas.openxmlformats.org/drawingml/2006/main"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825155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426928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28701" y="1143000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75500" y="0"/>
            <a:ext cx="5016500" cy="6858000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422554"/>
            <a:ext cx="12192000" cy="3435446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791075" y="4503339"/>
            <a:ext cx="2724150" cy="2725738"/>
          </a:xfrm>
          <a:custGeom xmlns:a="http://schemas.openxmlformats.org/drawingml/2006/main"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84361" y="0"/>
            <a:ext cx="3607639" cy="6858000"/>
          </a:xfrm>
          <a:custGeom xmlns:a="http://schemas.openxmlformats.org/drawingml/2006/main"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37338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91550" y="11430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837735" y="3663951"/>
            <a:ext cx="2238375" cy="2225675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427666" y="1316656"/>
            <a:ext cx="2216154" cy="2203580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111750" y="3480594"/>
            <a:ext cx="1990726" cy="1995488"/>
          </a:xfrm>
          <a:custGeom xmlns:a="http://schemas.openxmlformats.org/drawingml/2006/main"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530602"/>
            <a:ext cx="4822110" cy="3327399"/>
          </a:xfrm>
          <a:custGeom xmlns:a="http://schemas.openxmlformats.org/drawingml/2006/main"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267325" y="0"/>
            <a:ext cx="6924675" cy="6858000"/>
          </a:xfrm>
          <a:custGeom xmlns:a="http://schemas.openxmlformats.org/drawingml/2006/main"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066800" y="3409646"/>
            <a:ext cx="5029200" cy="3448354"/>
          </a:xfrm>
          <a:custGeom xmlns:a="http://schemas.openxmlformats.org/drawingml/2006/main"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0"/>
            <a:ext cx="12192000" cy="6858000"/>
          </a:xfrm>
          <a:custGeom xmlns:a="http://schemas.openxmlformats.org/drawingml/2006/main"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3109BD4B-5385-4BB0-A9F1-5B1F883FDD1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1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303270"/>
          </a:xfrm>
          <a:custGeom xmlns:a="http://schemas.openxmlformats.org/drawingml/2006/main"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userDrawn="1">
  <p:cSld name="2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42126" y="533400"/>
            <a:ext cx="4778375" cy="5791200"/>
          </a:xfrm>
          <a:custGeom xmlns:a="http://schemas.openxmlformats.org/drawingml/2006/main"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userDrawn="1">
  <p:cSld name="3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469683" y="2522534"/>
            <a:ext cx="2953985" cy="2953985"/>
          </a:xfrm>
          <a:custGeom xmlns:a="http://schemas.openxmlformats.org/drawingml/2006/main"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userDrawn="1">
  <p:cSld name="01-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0.xml><?xml version="1.0" encoding="utf-8"?>
<p:sldLayout xmlns:p="http://schemas.openxmlformats.org/presentationml/2006/main" userDrawn="1">
  <p:cSld name="4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038350"/>
            <a:ext cx="5334000" cy="4819650"/>
          </a:xfrm>
          <a:custGeom xmlns:a="http://schemas.openxmlformats.org/drawingml/2006/main"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519933" y="3532093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303815" y="2481510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81625" y="2479877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98157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623832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33931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161030" y="4155621"/>
            <a:ext cx="1278888" cy="1277273"/>
          </a:xfrm>
          <a:custGeom xmlns:a="http://schemas.openxmlformats.org/drawingml/2006/main"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60552" y="2047465"/>
            <a:ext cx="2015735" cy="2046627"/>
          </a:xfrm>
          <a:custGeom xmlns:a="http://schemas.openxmlformats.org/drawingml/2006/main"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161030" y="538163"/>
            <a:ext cx="5946583" cy="4589462"/>
          </a:xfrm>
          <a:custGeom xmlns:a="http://schemas.openxmlformats.org/drawingml/2006/main"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6.xml><?xml version="1.0" encoding="utf-8"?>
<p:sldLayout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289947" y="3839681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289947" y="5036510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89947" y="2649309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865741" y="3370432"/>
            <a:ext cx="1468010" cy="1468010"/>
          </a:xfrm>
          <a:custGeom xmlns:a="http://schemas.openxmlformats.org/drawingml/2006/main"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058373" y="5198973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2019300" y="1927157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85891" y="4643261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219146" y="2283180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1" y="2449286"/>
            <a:ext cx="5413141" cy="3875314"/>
          </a:xfrm>
          <a:custGeom xmlns:a="http://schemas.openxmlformats.org/drawingml/2006/main"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286064" y="1986643"/>
            <a:ext cx="7905936" cy="2922814"/>
          </a:xfrm>
          <a:custGeom xmlns:a="http://schemas.openxmlformats.org/drawingml/2006/main"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986643"/>
            <a:ext cx="4223657" cy="2922814"/>
          </a:xfrm>
          <a:custGeom xmlns:a="http://schemas.openxmlformats.org/drawingml/2006/main"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181851" y="0"/>
            <a:ext cx="5010150" cy="3886200"/>
          </a:xfrm>
          <a:custGeom xmlns:a="http://schemas.openxmlformats.org/drawingml/2006/main"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3886200"/>
            <a:ext cx="4735286" cy="2971800"/>
          </a:xfrm>
          <a:custGeom xmlns:a="http://schemas.openxmlformats.org/drawingml/2006/main"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928360" y="1143000"/>
            <a:ext cx="5263640" cy="5715000"/>
          </a:xfrm>
          <a:custGeom xmlns:a="http://schemas.openxmlformats.org/drawingml/2006/main"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59728" y="2701804"/>
            <a:ext cx="3396344" cy="3396344"/>
          </a:xfrm>
          <a:custGeom xmlns:a="http://schemas.openxmlformats.org/drawingml/2006/main"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740729" y="1"/>
            <a:ext cx="2710543" cy="5110843"/>
          </a:xfrm>
          <a:custGeom xmlns:a="http://schemas.openxmlformats.org/drawingml/2006/main"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186057" y="5558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75632" y="34514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2263321"/>
            <a:ext cx="3673929" cy="3200400"/>
          </a:xfrm>
          <a:custGeom xmlns:a="http://schemas.openxmlformats.org/drawingml/2006/main"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315200" y="2263321"/>
            <a:ext cx="4876800" cy="3200400"/>
          </a:xfrm>
          <a:custGeom xmlns:a="http://schemas.openxmlformats.org/drawingml/2006/main"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819751"/>
            <a:ext cx="12192000" cy="3247549"/>
          </a:xfrm>
          <a:custGeom xmlns:a="http://schemas.openxmlformats.org/drawingml/2006/main"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72598" y="1143000"/>
            <a:ext cx="2819403" cy="5715000"/>
          </a:xfrm>
          <a:custGeom xmlns:a="http://schemas.openxmlformats.org/drawingml/2006/main"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4350" y="2057400"/>
            <a:ext cx="5334000" cy="4229100"/>
          </a:xfrm>
          <a:custGeom xmlns:a="http://schemas.openxmlformats.org/drawingml/2006/main"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522375" y="-12689"/>
            <a:ext cx="3652157" cy="6299189"/>
          </a:xfrm>
          <a:custGeom xmlns:a="http://schemas.openxmlformats.org/drawingml/2006/main"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33" y="2061102"/>
            <a:ext cx="3652157" cy="4187298"/>
          </a:xfrm>
          <a:custGeom xmlns:a="http://schemas.openxmlformats.org/drawingml/2006/main"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55584" y="1160425"/>
            <a:ext cx="4153232" cy="4922556"/>
          </a:xfrm>
          <a:custGeom xmlns:a="http://schemas.openxmlformats.org/drawingml/2006/main"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33400" y="4061229"/>
            <a:ext cx="6128658" cy="2796771"/>
          </a:xfrm>
          <a:custGeom xmlns:a="http://schemas.openxmlformats.org/drawingml/2006/main"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03616" y="1055866"/>
            <a:ext cx="5143500" cy="5143500"/>
          </a:xfrm>
          <a:custGeom xmlns:a="http://schemas.openxmlformats.org/drawingml/2006/main"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524250" y="0"/>
            <a:ext cx="8667750" cy="4419600"/>
          </a:xfrm>
          <a:custGeom xmlns:a="http://schemas.openxmlformats.org/drawingml/2006/main"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55390" y="2019031"/>
            <a:ext cx="3943920" cy="2247900"/>
          </a:xfrm>
          <a:custGeom xmlns:a="http://schemas.openxmlformats.org/drawingml/2006/main"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227179" y="1143001"/>
            <a:ext cx="4964821" cy="5714998"/>
          </a:xfrm>
          <a:custGeom xmlns:a="http://schemas.openxmlformats.org/drawingml/2006/main"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39430" y="2002971"/>
            <a:ext cx="4085771" cy="4855029"/>
          </a:xfrm>
          <a:custGeom xmlns:a="http://schemas.openxmlformats.org/drawingml/2006/main"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1143000"/>
            <a:ext cx="5524500" cy="3050628"/>
          </a:xfrm>
          <a:custGeom xmlns:a="http://schemas.openxmlformats.org/drawingml/2006/main"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-1" y="2049518"/>
            <a:ext cx="4209393" cy="4808483"/>
          </a:xfrm>
          <a:custGeom xmlns:a="http://schemas.openxmlformats.org/drawingml/2006/main"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2364828"/>
            <a:ext cx="6096000" cy="4493172"/>
          </a:xfrm>
          <a:custGeom xmlns:a="http://schemas.openxmlformats.org/drawingml/2006/main"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3829136"/>
            <a:ext cx="5524772" cy="3028864"/>
          </a:xfrm>
          <a:custGeom xmlns:a="http://schemas.openxmlformats.org/drawingml/2006/main"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618565"/>
            <a:ext cx="7580792" cy="6239435"/>
          </a:xfrm>
          <a:custGeom xmlns:a="http://schemas.openxmlformats.org/drawingml/2006/main"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03182" y="2907788"/>
            <a:ext cx="2592604" cy="2594348"/>
          </a:xfrm>
          <a:custGeom xmlns:a="http://schemas.openxmlformats.org/drawingml/2006/main"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5.xml><?xml version="1.0" encoding="utf-8"?>
<p:sldLayout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4107549"/>
            <a:ext cx="4505636" cy="2198437"/>
          </a:xfrm>
          <a:custGeom xmlns:a="http://schemas.openxmlformats.org/drawingml/2006/main"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45266" y="1147901"/>
            <a:ext cx="5446734" cy="3868659"/>
          </a:xfrm>
          <a:custGeom xmlns:a="http://schemas.openxmlformats.org/drawingml/2006/main"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568825" y="5432426"/>
            <a:ext cx="3054350" cy="1425575"/>
          </a:xfrm>
          <a:custGeom xmlns:a="http://schemas.openxmlformats.org/drawingml/2006/main"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15714" y="1104900"/>
            <a:ext cx="3676286" cy="5753101"/>
          </a:xfrm>
          <a:custGeom xmlns:a="http://schemas.openxmlformats.org/drawingml/2006/main"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75686" y="1104901"/>
            <a:ext cx="4782915" cy="2757470"/>
          </a:xfrm>
          <a:custGeom xmlns:a="http://schemas.openxmlformats.org/drawingml/2006/main"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45695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063003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474832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7108"/>
            <a:ext cx="2625213" cy="4490893"/>
          </a:xfrm>
          <a:custGeom xmlns:a="http://schemas.openxmlformats.org/drawingml/2006/main"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95628" y="0"/>
            <a:ext cx="2896372" cy="6858000"/>
          </a:xfrm>
          <a:custGeom xmlns:a="http://schemas.openxmlformats.org/drawingml/2006/main"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4.xml><?xml version="1.0" encoding="utf-8"?>
<p:sldLayout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5189155" cy="4645084"/>
          </a:xfrm>
          <a:custGeom xmlns:a="http://schemas.openxmlformats.org/drawingml/2006/main"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19663" y="1943328"/>
            <a:ext cx="2343150" cy="2346326"/>
          </a:xfrm>
          <a:custGeom xmlns:a="http://schemas.openxmlformats.org/drawingml/2006/main"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9737" y="1980426"/>
            <a:ext cx="4991099" cy="2060968"/>
          </a:xfrm>
          <a:custGeom xmlns:a="http://schemas.openxmlformats.org/drawingml/2006/main"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70488" y="2503487"/>
            <a:ext cx="1849438" cy="1851026"/>
          </a:xfrm>
          <a:custGeom xmlns:a="http://schemas.openxmlformats.org/drawingml/2006/main"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65857" y="1106664"/>
            <a:ext cx="4559343" cy="2027604"/>
          </a:xfrm>
          <a:custGeom xmlns:a="http://schemas.openxmlformats.org/drawingml/2006/main"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661602"/>
            <a:ext cx="12191999" cy="2533650"/>
          </a:xfrm>
          <a:custGeom xmlns:a="http://schemas.openxmlformats.org/drawingml/2006/main"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185918" y="0"/>
            <a:ext cx="3056306" cy="6858000"/>
          </a:xfrm>
          <a:custGeom xmlns:a="http://schemas.openxmlformats.org/drawingml/2006/main"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2.xml><?xml version="1.0" encoding="utf-8"?>
<p:sldLayout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686050"/>
            <a:ext cx="2784903" cy="4171950"/>
          </a:xfrm>
          <a:custGeom xmlns:a="http://schemas.openxmlformats.org/drawingml/2006/main"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"/>
            <a:ext cx="12192000" cy="6857999"/>
          </a:xfrm>
          <a:custGeom xmlns:a="http://schemas.openxmlformats.org/drawingml/2006/main"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96000" y="3162300"/>
            <a:ext cx="6096000" cy="3695700"/>
          </a:xfrm>
          <a:custGeom xmlns:a="http://schemas.openxmlformats.org/drawingml/2006/main"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102351" y="0"/>
            <a:ext cx="6096000" cy="6858000"/>
          </a:xfrm>
          <a:custGeom xmlns:a="http://schemas.openxmlformats.org/drawingml/2006/main"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28080" y="0"/>
            <a:ext cx="3125108" cy="6858000"/>
          </a:xfrm>
          <a:custGeom xmlns:a="http://schemas.openxmlformats.org/drawingml/2006/main"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0" y="1"/>
            <a:ext cx="4572000" cy="2365829"/>
          </a:xfrm>
          <a:custGeom xmlns:a="http://schemas.openxmlformats.org/drawingml/2006/main"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34124" y="3429001"/>
            <a:ext cx="5857876" cy="3428999"/>
          </a:xfrm>
          <a:custGeom xmlns:a="http://schemas.openxmlformats.org/drawingml/2006/main"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918326" y="2006601"/>
            <a:ext cx="1401763" cy="2043113"/>
          </a:xfrm>
          <a:custGeom xmlns:a="http://schemas.openxmlformats.org/drawingml/2006/main"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33106" y="2"/>
            <a:ext cx="2858894" cy="4644571"/>
          </a:xfrm>
          <a:custGeom xmlns:a="http://schemas.openxmlformats.org/drawingml/2006/main"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4089600"/>
            <a:ext cx="11087100" cy="2235001"/>
          </a:xfrm>
          <a:custGeom xmlns:a="http://schemas.openxmlformats.org/drawingml/2006/main"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12501" y="2947593"/>
            <a:ext cx="1683880" cy="1683880"/>
          </a:xfrm>
          <a:custGeom xmlns:a="http://schemas.openxmlformats.org/drawingml/2006/main"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135194" y="3827239"/>
            <a:ext cx="2289398" cy="3038699"/>
          </a:xfrm>
          <a:custGeom xmlns:a="http://schemas.openxmlformats.org/drawingml/2006/main"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821CF6C-AFE6-4DE5-931E-77EE1AF6F0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16558" y="0"/>
            <a:ext cx="3275442" cy="6324600"/>
          </a:xfrm>
          <a:custGeom xmlns:a="http://schemas.openxmlformats.org/drawingml/2006/main"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8B4B44-3BBD-4DA6-8CD5-56A49F1596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5455920" cy="6858000"/>
          </a:xfrm>
          <a:custGeom xmlns:a="http://schemas.openxmlformats.org/drawingml/2006/main"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2EC9B-17FC-48FC-8A47-25F902143B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00" y="1143001"/>
            <a:ext cx="2545010" cy="5715001"/>
          </a:xfrm>
          <a:custGeom xmlns:a="http://schemas.openxmlformats.org/drawingml/2006/main"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A98430-BC94-448B-985C-1E6094AAD51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63467" y="3059709"/>
            <a:ext cx="1865066" cy="1868886"/>
          </a:xfrm>
          <a:custGeom xmlns:a="http://schemas.openxmlformats.org/drawingml/2006/main"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7F490A-959C-4F85-81DE-BF89D2C349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3507" y="1321131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1997B38-89C3-4F01-AF02-C44B0EFFC5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31467" y="1321132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15750FD-EA30-4A01-8263-EB9C22F8D2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888453" y="1574800"/>
            <a:ext cx="2700825" cy="52832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6EFC27-3C14-4F0A-98BF-BD882A0DCC4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40585" y="2909788"/>
            <a:ext cx="2710830" cy="2710830"/>
          </a:xfrm>
          <a:custGeom xmlns:a="http://schemas.openxmlformats.org/drawingml/2006/main"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3.xml><?xml version="1.0" encoding="utf-8"?>
<p:sldLayout xmlns:p="http://schemas.openxmlformats.org/presentationml/2006/main" userDrawn="1">
  <p:cSld name="Roadmap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E67C807-851E-4A9A-A756-F7EECEE7C9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54386" y="2141"/>
            <a:ext cx="6196414" cy="6881260"/>
          </a:xfrm>
          <a:custGeom xmlns:a="http://schemas.openxmlformats.org/drawingml/2006/main"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683CF32-8740-4174-8736-EBF66051520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CB20C6C-B1E7-4D7F-85D6-3E7CEDA654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8FCF21D-6D77-4877-810D-96B31A9713D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CD019A4-5B64-4A5B-B493-5C3A3BB2A29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DA23793-95BB-4000-AA45-D1EC027C741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6C6D596F-8D12-4296-B134-67982EF4DAF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8F3E41E-47D0-469B-8890-3A2D3E9385E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6.xml><?xml version="1.0" encoding="utf-8"?>
<p:sldLayout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3769511-9359-4EAC-8184-2CA0BA182A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7389196-1D54-4DBD-B114-E4A13B324F0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1EDA64-D3A6-4276-B949-F1773F8113D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7.xml><?xml version="1.0" encoding="utf-8"?>
<p:sldLayout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078853C-3CA0-4B8B-B9D6-F8C7820101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837877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855EFED9-864D-455F-A20F-5F6B342B11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85524" y="2015808"/>
            <a:ext cx="1220954" cy="1225072"/>
          </a:xfrm>
          <a:custGeom xmlns:a="http://schemas.openxmlformats.org/drawingml/2006/main"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CF9ED683-5C0D-4E5F-A492-BF4C7A8AA4A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131113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4BC7375C-3FF5-416F-B00D-FA9921C5D05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661611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91B270AC-ACD4-479D-8325-73CA96C11BE7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307378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userDrawn="1">
  <p:cSld name="Team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F6094CA-34AF-4FC8-9E4B-639CE9B3337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635522" y="2780348"/>
            <a:ext cx="2084914" cy="2086292"/>
          </a:xfrm>
          <a:custGeom xmlns:a="http://schemas.openxmlformats.org/drawingml/2006/main"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AA3EF95-AC0B-416B-B65F-3A70447448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481386" y="1485623"/>
            <a:ext cx="998908" cy="999000"/>
          </a:xfrm>
          <a:custGeom xmlns:a="http://schemas.openxmlformats.org/drawingml/2006/main"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4F130F-0306-427D-BD17-E1320AD56A0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306223" y="2621796"/>
            <a:ext cx="997976" cy="1000046"/>
          </a:xfrm>
          <a:custGeom xmlns:a="http://schemas.openxmlformats.org/drawingml/2006/main"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AA95DF9-DDC0-47D6-8C3B-A7E3583D0CA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306223" y="4025954"/>
            <a:ext cx="997976" cy="1000029"/>
          </a:xfrm>
          <a:custGeom xmlns:a="http://schemas.openxmlformats.org/drawingml/2006/main"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6CBDF843-1658-41DC-A2E8-4224E6EA667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481386" y="5163861"/>
            <a:ext cx="998908" cy="998577"/>
          </a:xfrm>
          <a:custGeom xmlns:a="http://schemas.openxmlformats.org/drawingml/2006/main"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9.xml><?xml version="1.0" encoding="utf-8"?>
<p:sldLayout xmlns:p="http://schemas.openxmlformats.org/presentationml/2006/main" userDrawn="1">
  <p:cSld name="Team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1D1E24-0E94-4D2E-9193-AB642A55DA3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E6C770C6-7835-4E98-94C1-743F634F5B7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493656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E6245B3-25B6-449A-9C39-645AB788EE9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282644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599BE0B-8ADD-43D4-8DE9-11E068E215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071632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C71E60AD-0746-49FA-B17E-313B8CF859C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860620" y="3162613"/>
            <a:ext cx="2048736" cy="2048736"/>
          </a:xfrm>
          <a:custGeom xmlns:a="http://schemas.openxmlformats.org/drawingml/2006/main"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BE928712-61F4-43C8-AF4A-815641BEC16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9226973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0.xml><?xml version="1.0" encoding="utf-8"?>
<p:sldLayout xmlns:p="http://schemas.openxmlformats.org/presentationml/2006/main" userDrawn="1">
  <p:cSld name="Team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F4FEE6A-6096-4A5C-89F8-25EEDBB11BE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42370" y="4542901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78A3291-0E2D-4728-9811-29028C92DA6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572499" y="1543957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1.xml><?xml version="1.0" encoding="utf-8"?>
<p:sldLayout xmlns:p="http://schemas.openxmlformats.org/presentationml/2006/main" userDrawn="1">
  <p:cSld name="Team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CE11FF2-4E8F-438B-A49E-8CF916BDD5C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C041A7D-35C6-4BED-8459-0B1BAE2A945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928155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04B3B45-985D-4571-82EB-4B670B522E8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789510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2.xml><?xml version="1.0" encoding="utf-8"?>
<p:sldLayout xmlns:p="http://schemas.openxmlformats.org/presentationml/2006/main" userDrawn="1">
  <p:cSld name="Team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5D544E1-EE1C-4C5E-A49D-26B93B6262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95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C571FF9-F445-4FDB-8929-4742128C88D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322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542DD78F-0F25-4D17-983D-5F07E92C260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1849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F85E9B8-6660-4F42-80A0-EF189899385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7376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3.xml><?xml version="1.0" encoding="utf-8"?>
<p:sldLayout xmlns:p="http://schemas.openxmlformats.org/presentationml/2006/main" userDrawn="1">
  <p:cSld name="Team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093227D6-C4F8-4E26-8B4F-BA16FEE625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F3797CA-10B5-4819-A8A8-860B2FFD0C6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545555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01F1FD1E-C39D-46FF-A993-ED47515A6B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024309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4CA6797D-5450-49D5-B606-452B6EEF180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829114" y="1867262"/>
            <a:ext cx="1680060" cy="3769360"/>
          </a:xfrm>
          <a:custGeom xmlns:a="http://schemas.openxmlformats.org/drawingml/2006/main"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4.xml><?xml version="1.0" encoding="utf-8"?>
<p:sldLayout xmlns:p="http://schemas.openxmlformats.org/presentationml/2006/main" userDrawn="1">
  <p:cSld name="Team 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9D9BE5A4-94B7-428C-80B8-FD7952988D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46468" y="2633163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0868B7C1-F9D6-4603-B2F2-E94F6C8BA5F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946468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0" name="Picture Placeholder 19">
            <a:extLst xmlns:a="http://schemas.openxmlformats.org/drawingml/2006/main">
              <a:ext uri="{FF2B5EF4-FFF2-40B4-BE49-F238E27FC236}">
                <a16:creationId xmlns:a16="http://schemas.microsoft.com/office/drawing/2014/main" id="{BFA60506-98B3-4707-883C-0B43A9CEC5AA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933743" y="2633162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D7BD9A7-3980-4213-98A7-9B4327CE05D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933743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5.xml><?xml version="1.0" encoding="utf-8"?>
<p:sldLayout xmlns:p="http://schemas.openxmlformats.org/presentationml/2006/main" userDrawn="1">
  <p:cSld name="Team 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7C1AC483-4DD9-4A9F-ACEA-5AE40E66D36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514475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18534C3A-F8E6-40F5-BA87-7F05938C3D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52462" y="2850198"/>
            <a:ext cx="1591528" cy="2228850"/>
          </a:xfrm>
          <a:custGeom xmlns:a="http://schemas.openxmlformats.org/drawingml/2006/main"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ECE6447B-A296-4CBA-910C-F47AFBAABDF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84950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3D68290C-DC3B-418F-A0E7-0C38066B638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123256" y="2850198"/>
            <a:ext cx="1595652" cy="2228850"/>
          </a:xfrm>
          <a:custGeom xmlns:a="http://schemas.openxmlformats.org/drawingml/2006/main"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DDD8446-CADA-4DC9-9E02-83D13014B5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7.xml><?xml version="1.0" encoding="utf-8"?>
<p:sldLayout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2991A81-0463-4D81-8EC9-9947B85221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2554514"/>
            <a:ext cx="3026229" cy="4303486"/>
          </a:xfrm>
          <a:custGeom xmlns:a="http://schemas.openxmlformats.org/drawingml/2006/main"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8.xml><?xml version="1.0" encoding="utf-8"?>
<p:sldLayout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458AEE2-CFB6-460C-9AA1-B32EB1AD7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799" y="2807208"/>
            <a:ext cx="2976933" cy="1718183"/>
          </a:xfrm>
          <a:custGeom xmlns:a="http://schemas.openxmlformats.org/drawingml/2006/main"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9.xml><?xml version="1.0" encoding="utf-8"?>
<p:sldLayout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A2BC9E-B9B5-4C89-85F1-3FB5383114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805595" y="1883120"/>
            <a:ext cx="3386405" cy="4974881"/>
          </a:xfrm>
          <a:custGeom xmlns:a="http://schemas.openxmlformats.org/drawingml/2006/main"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127959F-B269-4419-9A6D-E7E52545B8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2120899"/>
            <a:ext cx="2971073" cy="4737102"/>
          </a:xfrm>
          <a:custGeom xmlns:a="http://schemas.openxmlformats.org/drawingml/2006/main"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208F0E8-4045-40FD-B673-EE31C490D5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71209" y="4161201"/>
            <a:ext cx="3801291" cy="2168435"/>
          </a:xfrm>
          <a:custGeom xmlns:a="http://schemas.openxmlformats.org/drawingml/2006/main"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C154CCF-0FD1-4193-931A-1DBAEE5396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403189" y="3594100"/>
            <a:ext cx="2632529" cy="2632529"/>
          </a:xfrm>
          <a:custGeom xmlns:a="http://schemas.openxmlformats.org/drawingml/2006/main"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3.xml><?xml version="1.0" encoding="utf-8"?>
<p:sldLayout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06E4E5A-3A4B-44EC-A95C-86495D8C192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40800" y="1143000"/>
            <a:ext cx="3251200" cy="5715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F506F60-F0C6-4A1B-B502-90B7E224A8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3138" y="2115623"/>
            <a:ext cx="4094921" cy="4094922"/>
          </a:xfrm>
          <a:custGeom xmlns:a="http://schemas.openxmlformats.org/drawingml/2006/main"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5.xml><?xml version="1.0" encoding="utf-8"?>
<p:sldLayout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7A2470-90DC-4D80-B047-3D86AB733E2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F93919D-F170-4D41-8799-26996637D4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5826"/>
            <a:ext cx="3236685" cy="4492174"/>
          </a:xfrm>
          <a:custGeom xmlns:a="http://schemas.openxmlformats.org/drawingml/2006/main"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25D6FF0-1A26-4A10-AE08-4266E8733C7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88531" y="2168742"/>
            <a:ext cx="2736669" cy="4155859"/>
          </a:xfrm>
          <a:custGeom xmlns:a="http://schemas.openxmlformats.org/drawingml/2006/main"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8.xml><?xml version="1.0" encoding="utf-8"?>
<p:sldLayout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E5623B-8293-47C6-84DA-DA812C12649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96215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E573CF56-5262-4AE9-A808-5C108833B9F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52644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DABD1AE-F2F7-488D-A5A2-995A973B78D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39787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118F4EF-A3A7-449B-ABAE-9AC5EEC1DC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64475" y="2353552"/>
            <a:ext cx="2799571" cy="3959189"/>
          </a:xfrm>
          <a:custGeom xmlns:a="http://schemas.openxmlformats.org/drawingml/2006/main"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0C2F6B-88BC-4A56-9AE4-26E7FFB0F38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09447" y="0"/>
            <a:ext cx="6082553" cy="6858000"/>
          </a:xfrm>
          <a:custGeom xmlns:a="http://schemas.openxmlformats.org/drawingml/2006/main"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260C32-F500-430E-A6EC-6FD3ABE10D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4366927"/>
            <a:ext cx="5029200" cy="1960375"/>
          </a:xfrm>
          <a:custGeom xmlns:a="http://schemas.openxmlformats.org/drawingml/2006/main"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2.xml><?xml version="1.0" encoding="utf-8"?>
<p:sldLayout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8CCDA8-74A1-4ECE-881C-0B3559A4C6D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891595"/>
            <a:ext cx="2528757" cy="3966406"/>
          </a:xfrm>
          <a:custGeom xmlns:a="http://schemas.openxmlformats.org/drawingml/2006/main"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A7FE2F4-1F3D-4760-B0C0-793B1AB36CB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774" y="1143000"/>
            <a:ext cx="3123426" cy="5181600"/>
          </a:xfrm>
          <a:custGeom xmlns:a="http://schemas.openxmlformats.org/drawingml/2006/main"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4.xml><?xml version="1.0" encoding="utf-8"?>
<p:sldLayout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9CEBA5F-6DB5-48E3-BCAA-97140F76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234" y="3846286"/>
            <a:ext cx="5000767" cy="2478314"/>
          </a:xfrm>
          <a:custGeom xmlns:a="http://schemas.openxmlformats.org/drawingml/2006/main"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C4FAF6-0D14-4D89-BD36-03E034D62AE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66231" y="3132220"/>
            <a:ext cx="2258974" cy="2258974"/>
          </a:xfrm>
          <a:custGeom xmlns:a="http://schemas.openxmlformats.org/drawingml/2006/main"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E94E1F4-FFA0-4AE9-99CF-7EFD1B0C93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1921755"/>
            <a:ext cx="6903299" cy="1257300"/>
          </a:xfrm>
          <a:custGeom xmlns:a="http://schemas.openxmlformats.org/drawingml/2006/main"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E02ABDC-B5E7-4D6D-91BD-45160B8329F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828" y="2095500"/>
            <a:ext cx="5000172" cy="2418443"/>
          </a:xfrm>
          <a:custGeom xmlns:a="http://schemas.openxmlformats.org/drawingml/2006/main"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userDrawn="1">
  <p:cSld name="Agenda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3E2F2D-4A8B-4E39-89E5-79AF20702B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347913" y="1023939"/>
            <a:ext cx="4210050" cy="4810125"/>
          </a:xfrm>
          <a:custGeom xmlns:a="http://schemas.openxmlformats.org/drawingml/2006/main"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userDrawn="1">
  <p:cSld name="Agenda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7F31DDD-9BDB-471E-B096-84EB15550B1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"/>
            <a:ext cx="6124172" cy="6857999"/>
          </a:xfrm>
          <a:custGeom xmlns:a="http://schemas.openxmlformats.org/drawingml/2006/main"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userDrawn="1">
  <p:cSld name="Agenda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7B3B552-02D1-4509-8926-82FC144558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290888" y="1636"/>
            <a:ext cx="5611813" cy="4295481"/>
          </a:xfrm>
          <a:custGeom xmlns:a="http://schemas.openxmlformats.org/drawingml/2006/main"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userDrawn="1">
  <p:cSld name="Agenda 05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6264A29-3B40-4135-A9E1-E1E0DCB5EB9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453544" y="1290319"/>
            <a:ext cx="4864608" cy="4279392"/>
          </a:xfrm>
          <a:custGeom xmlns:a="http://schemas.openxmlformats.org/drawingml/2006/main"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userDrawn="1">
  <p:cSld name="Agenda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9ACF846-4F67-4B92-9CAF-1FD6176B2A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535613" y="1987550"/>
            <a:ext cx="1120775" cy="1292225"/>
          </a:xfrm>
          <a:custGeom xmlns:a="http://schemas.openxmlformats.org/drawingml/2006/main"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userDrawn="1">
  <p:cSld name="Agenda 06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882D7BC-01E9-4587-BFFD-373986FC94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704828"/>
            <a:ext cx="4227365" cy="4153170"/>
          </a:xfrm>
          <a:custGeom xmlns:a="http://schemas.openxmlformats.org/drawingml/2006/main"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4.xml><?xml version="1.0" encoding="utf-8"?>
<p:sldLayout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1983868"/>
            <a:ext cx="4296406" cy="2372343"/>
          </a:xfrm>
          <a:custGeom xmlns:a="http://schemas.openxmlformats.org/drawingml/2006/main"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5.xml><?xml version="1.0" encoding="utf-8"?>
<p:sldLayout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63D4EF5-F485-40CD-958A-76435565F9F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103324" y="1544481"/>
            <a:ext cx="4088677" cy="2300980"/>
          </a:xfrm>
          <a:custGeom xmlns:a="http://schemas.openxmlformats.org/drawingml/2006/main"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B9F8979-EF8F-457D-B0F0-3E83338097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74175" y="1660526"/>
            <a:ext cx="2914650" cy="5197475"/>
          </a:xfrm>
          <a:custGeom xmlns:a="http://schemas.openxmlformats.org/drawingml/2006/main"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8D3A090-2DE3-4E23-B995-3848412C76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692572" y="1763486"/>
            <a:ext cx="3394527" cy="4561114"/>
          </a:xfrm>
          <a:custGeom xmlns:a="http://schemas.openxmlformats.org/drawingml/2006/main"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9.xml><?xml version="1.0" encoding="utf-8"?>
<p:sldLayout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27AABD-7B5A-4691-B640-F658688FE3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747675" y="1244081"/>
            <a:ext cx="2149267" cy="4638208"/>
          </a:xfrm>
          <a:custGeom xmlns:a="http://schemas.openxmlformats.org/drawingml/2006/main"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0.xml><?xml version="1.0" encoding="utf-8"?>
<p:sldLayout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4F8602-81C2-4306-9998-532FEB68F2C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5504" y="710812"/>
            <a:ext cx="2516552" cy="5441271"/>
          </a:xfrm>
          <a:custGeom xmlns:a="http://schemas.openxmlformats.org/drawingml/2006/main"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1.xml><?xml version="1.0" encoding="utf-8"?>
<p:sldLayout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34C69FC-5E3E-48C5-8BFB-0B9EEA98531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4764" y="0"/>
            <a:ext cx="12207877" cy="6858000"/>
          </a:xfrm>
          <a:custGeom xmlns:a="http://schemas.openxmlformats.org/drawingml/2006/main"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D4207FC-B5DB-4742-BDCE-CBA97CCB35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89307" y="634505"/>
            <a:ext cx="2623525" cy="5681750"/>
          </a:xfrm>
          <a:custGeom xmlns:a="http://schemas.openxmlformats.org/drawingml/2006/main"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1B7281-3AEE-4369-88B5-C6888E12993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14693" y="977137"/>
            <a:ext cx="2144631" cy="4254666"/>
          </a:xfrm>
          <a:custGeom xmlns:a="http://schemas.openxmlformats.org/drawingml/2006/main"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581574F8-1FF0-4A11-A03E-AFFFC9362D2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18566" y="2298769"/>
            <a:ext cx="5021331" cy="2262472"/>
          </a:xfrm>
          <a:custGeom xmlns:a="http://schemas.openxmlformats.org/drawingml/2006/main"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AEAC2FE-BE0F-44BD-944C-7DD31D183D5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08007" y="1470237"/>
            <a:ext cx="1897345" cy="3636439"/>
          </a:xfrm>
          <a:custGeom xmlns:a="http://schemas.openxmlformats.org/drawingml/2006/main"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EC1461-F799-4039-83C5-FB4D0EEE40E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F405A63-9A11-440D-9C40-2EC1E498826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20601" y="460844"/>
            <a:ext cx="2295297" cy="4389704"/>
          </a:xfrm>
          <a:custGeom xmlns:a="http://schemas.openxmlformats.org/drawingml/2006/main"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DEE62CC-4B58-4867-906E-31BA2F5ED17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1" y="0"/>
            <a:ext cx="1220311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CBE70D6-E214-4B6F-B481-E85D5D90FFF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679327" y="2675205"/>
            <a:ext cx="2492467" cy="4182797"/>
          </a:xfrm>
          <a:custGeom xmlns:a="http://schemas.openxmlformats.org/drawingml/2006/main"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41E156-0B2C-43DF-82B2-D51A9FC1036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74506" y="2306439"/>
            <a:ext cx="1983650" cy="3525907"/>
          </a:xfrm>
          <a:custGeom xmlns:a="http://schemas.openxmlformats.org/drawingml/2006/main"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B4DE3D3-8AD7-461D-8BC3-E35D7EBA908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A450B2-3FE0-438B-9D08-965AD3A7F3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741709" y="1488519"/>
            <a:ext cx="2522889" cy="3763763"/>
          </a:xfrm>
          <a:custGeom xmlns:a="http://schemas.openxmlformats.org/drawingml/2006/main"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358C69A-3E34-4155-9D3A-057617F5D5E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22400" y="2258836"/>
            <a:ext cx="2754435" cy="3508728"/>
          </a:xfrm>
          <a:custGeom xmlns:a="http://schemas.openxmlformats.org/drawingml/2006/main"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0E56BCA-C532-4BF0-83DF-E86F7F99DBB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2017" y="1369156"/>
            <a:ext cx="3191073" cy="4106552"/>
          </a:xfrm>
          <a:custGeom xmlns:a="http://schemas.openxmlformats.org/drawingml/2006/main"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1.xml><?xml version="1.0" encoding="utf-8"?>
<p:sldLayout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5B720C-0704-4622-A4E7-834514AA69E5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59128D-DC30-4556-8EF6-78530FE356F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610227" y="1243013"/>
            <a:ext cx="1486694" cy="2617788"/>
          </a:xfrm>
          <a:custGeom xmlns:a="http://schemas.openxmlformats.org/drawingml/2006/main"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037B49F-5F12-4A0B-88AE-1FF4BFCE584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18784" y="2053036"/>
            <a:ext cx="2541971" cy="3627827"/>
          </a:xfrm>
          <a:custGeom xmlns:a="http://schemas.openxmlformats.org/drawingml/2006/main"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80BB03E8-4098-4B07-AE5D-BF079441003E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813709" y="2050693"/>
            <a:ext cx="2544354" cy="3271560"/>
          </a:xfrm>
          <a:custGeom xmlns:a="http://schemas.openxmlformats.org/drawingml/2006/main"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5C7426C-0A8C-43BA-A4AA-8266D9FFB0F5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641431" y="2059865"/>
            <a:ext cx="2514371" cy="3628201"/>
          </a:xfrm>
          <a:custGeom xmlns:a="http://schemas.openxmlformats.org/drawingml/2006/main"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D953DD30-3409-4E8C-BBF6-F0FF01C4E42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038349" y="2447109"/>
            <a:ext cx="2319388" cy="3098029"/>
          </a:xfrm>
          <a:custGeom xmlns:a="http://schemas.openxmlformats.org/drawingml/2006/main"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54E9A5D-7A2C-4E4C-85BD-62C3179EA77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124973" y="2447109"/>
            <a:ext cx="2281147" cy="3098029"/>
          </a:xfrm>
          <a:custGeom xmlns:a="http://schemas.openxmlformats.org/drawingml/2006/main"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5EE6A72-0845-47AC-9B8F-CF2C31E5EA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8664" y="2453640"/>
            <a:ext cx="2967037" cy="3954781"/>
          </a:xfrm>
          <a:custGeom xmlns:a="http://schemas.openxmlformats.org/drawingml/2006/main"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2386986-D2CA-4A6B-97DC-618A3F8864C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990975" y="2350271"/>
            <a:ext cx="4444875" cy="3295998"/>
          </a:xfrm>
          <a:custGeom xmlns:a="http://schemas.openxmlformats.org/drawingml/2006/main"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6.xml><?xml version="1.0" encoding="utf-8"?>
<p:sldLayout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8950E0-34B0-45B1-9EE0-8AEB6EFB3B1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465345" y="1886726"/>
            <a:ext cx="2885088" cy="3881614"/>
          </a:xfrm>
          <a:custGeom xmlns:a="http://schemas.openxmlformats.org/drawingml/2006/main"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7.xml><?xml version="1.0" encoding="utf-8"?>
<p:sldLayout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897829-CDA6-482D-9AFC-037FEEAEFC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84123" y="1378160"/>
            <a:ext cx="3607378" cy="3313110"/>
          </a:xfrm>
          <a:custGeom xmlns:a="http://schemas.openxmlformats.org/drawingml/2006/main"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8.xml><?xml version="1.0" encoding="utf-8"?>
<p:sldLayout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9228360-1F65-42BD-B8F7-3A986DC65EF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222794" y="3468848"/>
            <a:ext cx="3662799" cy="2273525"/>
          </a:xfrm>
          <a:custGeom xmlns:a="http://schemas.openxmlformats.org/drawingml/2006/main"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7FF5A6E-AE55-4CCE-909B-47212CBEF475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866022" y="4085831"/>
            <a:ext cx="1252659" cy="1787027"/>
          </a:xfrm>
          <a:custGeom xmlns:a="http://schemas.openxmlformats.org/drawingml/2006/main"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07E39B0-2064-4EB2-A750-FF08C189F3D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977006" y="4040568"/>
            <a:ext cx="1426501" cy="1787027"/>
          </a:xfrm>
          <a:custGeom xmlns:a="http://schemas.openxmlformats.org/drawingml/2006/main"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9.xml><?xml version="1.0" encoding="utf-8"?>
<p:sldLayout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BCA633F-D29A-4CF1-9B58-910FF2FF17D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00575" y="3061069"/>
            <a:ext cx="2905124" cy="1830019"/>
          </a:xfrm>
          <a:custGeom xmlns:a="http://schemas.openxmlformats.org/drawingml/2006/main"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A3530-4937-4E24-98FA-87258D26F93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61184" y="2745627"/>
            <a:ext cx="4897356" cy="2994345"/>
          </a:xfrm>
          <a:custGeom xmlns:a="http://schemas.openxmlformats.org/drawingml/2006/main"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9F62C9-CB16-4814-9898-8C9A7504A06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57325" y="3443289"/>
            <a:ext cx="3490914" cy="2195512"/>
          </a:xfrm>
          <a:custGeom xmlns:a="http://schemas.openxmlformats.org/drawingml/2006/main"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2.xml><?xml version="1.0" encoding="utf-8"?>
<p:sldLayout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D62458-4DB4-4B0F-98C1-95C2308F6DB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05638" y="1052514"/>
            <a:ext cx="3424236" cy="1904999"/>
          </a:xfrm>
          <a:custGeom xmlns:a="http://schemas.openxmlformats.org/drawingml/2006/main"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3.xml><?xml version="1.0" encoding="utf-8"?>
<p:sldLayout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33BF561-A090-46BB-BFFF-3E741D5E33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375282" y="1269964"/>
            <a:ext cx="4518924" cy="3602550"/>
          </a:xfrm>
          <a:custGeom xmlns:a="http://schemas.openxmlformats.org/drawingml/2006/main"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3A1AF16-E6CE-4540-9086-3CC6C19BC9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1338" y="2345079"/>
            <a:ext cx="2419350" cy="3469935"/>
          </a:xfrm>
          <a:custGeom xmlns:a="http://schemas.openxmlformats.org/drawingml/2006/main"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92B3E28-847E-4607-8910-84B2BBD5D41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5DB4CB3-3174-4A46-898B-B8823F56307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516507" y="2719389"/>
            <a:ext cx="4776787" cy="3000375"/>
          </a:xfrm>
          <a:custGeom xmlns:a="http://schemas.openxmlformats.org/drawingml/2006/main"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D03639-67EE-4C6B-9E3E-E5D578DFA84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8858253" y="3820908"/>
            <a:ext cx="1036440" cy="2190046"/>
          </a:xfrm>
          <a:custGeom xmlns:a="http://schemas.openxmlformats.org/drawingml/2006/main"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FD68CDE-FEA7-487B-A275-0C8544B3651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69857" y="2448379"/>
            <a:ext cx="4158796" cy="2385302"/>
          </a:xfrm>
          <a:custGeom xmlns:a="http://schemas.openxmlformats.org/drawingml/2006/main"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6.xml><?xml version="1.0" encoding="utf-8"?>
<p:sldLayout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4B02B3-C9AF-454F-B561-5BDD504B7AA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586"/>
            <a:ext cx="12203112" cy="5380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066C88B-B403-4E45-8381-25AC0AC5367F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609373" y="2448379"/>
            <a:ext cx="4158796" cy="2385303"/>
          </a:xfrm>
          <a:custGeom xmlns:a="http://schemas.openxmlformats.org/drawingml/2006/main"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B7B230E-CF94-4A8E-B380-A4738723F632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4699" y="3989164"/>
            <a:ext cx="3354565" cy="2106837"/>
          </a:xfrm>
          <a:custGeom xmlns:a="http://schemas.openxmlformats.org/drawingml/2006/main"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245365C-FB59-472C-ACF6-D1FF6D10B704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24593" y="4248754"/>
            <a:ext cx="1367204" cy="1960902"/>
          </a:xfrm>
          <a:custGeom xmlns:a="http://schemas.openxmlformats.org/drawingml/2006/main"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E64D445-DC20-41EF-AF9B-A363362D0C81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1992310" y="4962071"/>
            <a:ext cx="638397" cy="1348964"/>
          </a:xfrm>
          <a:custGeom xmlns:a="http://schemas.openxmlformats.org/drawingml/2006/main"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833984C-DE7E-45D3-B407-8B9E65A2430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632431-51EF-4B6E-8EB1-CC65C9CAB99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09002" y="2163014"/>
            <a:ext cx="2327387" cy="2764391"/>
          </a:xfrm>
          <a:custGeom xmlns:a="http://schemas.openxmlformats.org/drawingml/2006/main"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8.xml><?xml version="1.0" encoding="utf-8"?>
<p:sldLayout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EBD4F6-B5FF-4F7F-A9A8-BCE4AFDA8C8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8018" y="2172910"/>
            <a:ext cx="1800345" cy="2634397"/>
          </a:xfrm>
          <a:custGeom xmlns:a="http://schemas.openxmlformats.org/drawingml/2006/main"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9.xml><?xml version="1.0" encoding="utf-8"?>
<p:sldLayout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DE7D589-C818-405E-A02A-35197D24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0.xml><?xml version="1.0" encoding="utf-8"?>
<p:sldLayout xmlns:p="http://schemas.openxmlformats.org/presentationml/2006/main" userDrawn="1">
  <p:cSld name="Contact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F978C8C-65C0-4AE6-825E-63AF8D447A5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171700"/>
            <a:ext cx="12192000" cy="4686300"/>
          </a:xfrm>
          <a:custGeom xmlns:a="http://schemas.openxmlformats.org/drawingml/2006/main"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1.xml><?xml version="1.0" encoding="utf-8"?>
<p:sldLayout xmlns:p="http://schemas.openxmlformats.org/presentationml/2006/main" userDrawn="1">
  <p:cSld name="Contact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B766A13-F3BF-4A60-908B-0FF8F790E9D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29717" y="1330610"/>
            <a:ext cx="2558766" cy="3114391"/>
          </a:xfrm>
          <a:custGeom xmlns:a="http://schemas.openxmlformats.org/drawingml/2006/main"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2.xml><?xml version="1.0" encoding="utf-8"?>
<p:sldLayout xmlns:p="http://schemas.openxmlformats.org/presentationml/2006/main" userDrawn="1">
  <p:cSld name="Contact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B23FC5E-E667-43C2-A436-B273DD201DC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809875"/>
            <a:ext cx="6997700" cy="4048125"/>
          </a:xfrm>
          <a:custGeom xmlns:a="http://schemas.openxmlformats.org/drawingml/2006/main"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3.xml><?xml version="1.0" encoding="utf-8"?>
<p:sldLayout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6A70C71E-BCDB-499B-94FA-B06D7A16189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913392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28CFBD46-32FC-4678-B59E-54A17E031BC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5646899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12E7293C-0372-437A-8F5F-C4A0A9E7A46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9380406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E34A6DC4-E4B0-4D39-A7B2-2F14EF7E5F2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913392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D090163D-36FE-4D26-8842-6C835B27502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646899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D6489D0C-0C97-4FCC-B6A2-4C8FA663EA7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9380406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4.xml><?xml version="1.0" encoding="utf-8"?>
<p:sldLayout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3211BED-193D-4322-8E70-D92B569A3BE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4678978"/>
            <a:ext cx="12192000" cy="2179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e0b589ca74188" /><Relationship Type="http://schemas.openxmlformats.org/officeDocument/2006/relationships/slideLayout" Target="/ppt/slideLayouts/slideLayout1.xml" Id="R54abdeaae4274bff" /><Relationship Type="http://schemas.openxmlformats.org/officeDocument/2006/relationships/slideLayout" Target="/ppt/slideLayouts/slideLayout2.xml" Id="R323c1949e6ce4386" /><Relationship Type="http://schemas.openxmlformats.org/officeDocument/2006/relationships/slideLayout" Target="/ppt/slideLayouts/slideLayout3.xml" Id="R11bba5d9c46b4632" /><Relationship Type="http://schemas.openxmlformats.org/officeDocument/2006/relationships/slideLayout" Target="/ppt/slideLayouts/slideLayout4.xml" Id="R4f85936d1d944cd6" /><Relationship Type="http://schemas.openxmlformats.org/officeDocument/2006/relationships/slideLayout" Target="/ppt/slideLayouts/slideLayout5.xml" Id="Rfc82da94d2cd4c53" /><Relationship Type="http://schemas.openxmlformats.org/officeDocument/2006/relationships/slideLayout" Target="/ppt/slideLayouts/slideLayout6.xml" Id="R684cdf654fb941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c91c60503084836" /><Relationship Type="http://schemas.openxmlformats.org/officeDocument/2006/relationships/slideLayout" Target="/ppt/slideLayouts/slideLayout7.xml" Id="Ra3bfa834c27c4038" /><Relationship Type="http://schemas.openxmlformats.org/officeDocument/2006/relationships/slideLayout" Target="/ppt/slideLayouts/slideLayout8.xml" Id="Re8f4302ce68243b8" /><Relationship Type="http://schemas.openxmlformats.org/officeDocument/2006/relationships/slideLayout" Target="/ppt/slideLayouts/slideLayout9.xml" Id="Rdf812f3d68fc4fd2" /><Relationship Type="http://schemas.openxmlformats.org/officeDocument/2006/relationships/slideLayout" Target="/ppt/slideLayouts/slideLayout10.xml" Id="Rd76f2455a1884348" /><Relationship Type="http://schemas.openxmlformats.org/officeDocument/2006/relationships/slideLayout" Target="/ppt/slideLayouts/slideLayout11.xml" Id="Racb0b2839df043a9" /><Relationship Type="http://schemas.openxmlformats.org/officeDocument/2006/relationships/slideLayout" Target="/ppt/slideLayouts/slideLayout12.xml" Id="R55ca3cb74de74288" /><Relationship Type="http://schemas.openxmlformats.org/officeDocument/2006/relationships/slideLayout" Target="/ppt/slideLayouts/slideLayout13.xml" Id="Re2ef13e2b30544c7" /><Relationship Type="http://schemas.openxmlformats.org/officeDocument/2006/relationships/slideLayout" Target="/ppt/slideLayouts/slideLayout14.xml" Id="R6425b308b7684b86" /><Relationship Type="http://schemas.openxmlformats.org/officeDocument/2006/relationships/slideLayout" Target="/ppt/slideLayouts/slideLayout15.xml" Id="R64b0510c8dcd45f6" /><Relationship Type="http://schemas.openxmlformats.org/officeDocument/2006/relationships/slideLayout" Target="/ppt/slideLayouts/slideLayout16.xml" Id="Rb34f1da85d6446cd" /><Relationship Type="http://schemas.openxmlformats.org/officeDocument/2006/relationships/slideLayout" Target="/ppt/slideLayouts/slideLayout17.xml" Id="Rc26a792267e04088" /><Relationship Type="http://schemas.openxmlformats.org/officeDocument/2006/relationships/slideLayout" Target="/ppt/slideLayouts/slideLayout18.xml" Id="Rf48c2bef0426460d" /><Relationship Type="http://schemas.openxmlformats.org/officeDocument/2006/relationships/slideLayout" Target="/ppt/slideLayouts/slideLayout19.xml" Id="R0264ec0e51434f72" /><Relationship Type="http://schemas.openxmlformats.org/officeDocument/2006/relationships/slideLayout" Target="/ppt/slideLayouts/slideLayout20.xml" Id="R99c30f93c14c4511" /><Relationship Type="http://schemas.openxmlformats.org/officeDocument/2006/relationships/slideLayout" Target="/ppt/slideLayouts/slideLayout21.xml" Id="Rb0bf46d5cf324b78" /><Relationship Type="http://schemas.openxmlformats.org/officeDocument/2006/relationships/slideLayout" Target="/ppt/slideLayouts/slideLayout22.xml" Id="R246743da8895453d" /><Relationship Type="http://schemas.openxmlformats.org/officeDocument/2006/relationships/slideLayout" Target="/ppt/slideLayouts/slideLayout23.xml" Id="R4597a738a771499f" /><Relationship Type="http://schemas.openxmlformats.org/officeDocument/2006/relationships/slideLayout" Target="/ppt/slideLayouts/slideLayout24.xml" Id="R83131948e8db49f2" /><Relationship Type="http://schemas.openxmlformats.org/officeDocument/2006/relationships/slideLayout" Target="/ppt/slideLayouts/slideLayout25.xml" Id="R2dd96f338cd94eaa" /><Relationship Type="http://schemas.openxmlformats.org/officeDocument/2006/relationships/slideLayout" Target="/ppt/slideLayouts/slideLayout26.xml" Id="Rea819ce7a932406d" /><Relationship Type="http://schemas.openxmlformats.org/officeDocument/2006/relationships/slideLayout" Target="/ppt/slideLayouts/slideLayout27.xml" Id="Ref96593633a346da" /><Relationship Type="http://schemas.openxmlformats.org/officeDocument/2006/relationships/slideLayout" Target="/ppt/slideLayouts/slideLayout28.xml" Id="R295c2e5a8c684a3a" /><Relationship Type="http://schemas.openxmlformats.org/officeDocument/2006/relationships/slideLayout" Target="/ppt/slideLayouts/slideLayout29.xml" Id="R082a257e3a1c49b3" /><Relationship Type="http://schemas.openxmlformats.org/officeDocument/2006/relationships/slideLayout" Target="/ppt/slideLayouts/slideLayout30.xml" Id="R20984200def745ac" /><Relationship Type="http://schemas.openxmlformats.org/officeDocument/2006/relationships/slideLayout" Target="/ppt/slideLayouts/slideLayout31.xml" Id="Rc0e894cec4ff45c6" /><Relationship Type="http://schemas.openxmlformats.org/officeDocument/2006/relationships/slideLayout" Target="/ppt/slideLayouts/slideLayout32.xml" Id="R548b9f54a1fb4ff9" /><Relationship Type="http://schemas.openxmlformats.org/officeDocument/2006/relationships/slideLayout" Target="/ppt/slideLayouts/slideLayout33.xml" Id="Rc5f5b82ba87047ba" /><Relationship Type="http://schemas.openxmlformats.org/officeDocument/2006/relationships/slideLayout" Target="/ppt/slideLayouts/slideLayout34.xml" Id="Rba0e016f8edf4108" /><Relationship Type="http://schemas.openxmlformats.org/officeDocument/2006/relationships/slideLayout" Target="/ppt/slideLayouts/slideLayout35.xml" Id="R5781aceaed6244a1" /><Relationship Type="http://schemas.openxmlformats.org/officeDocument/2006/relationships/slideLayout" Target="/ppt/slideLayouts/slideLayout36.xml" Id="R9853500a20b84d4b" /><Relationship Type="http://schemas.openxmlformats.org/officeDocument/2006/relationships/slideLayout" Target="/ppt/slideLayouts/slideLayout37.xml" Id="R8572bc7ba7734720" /><Relationship Type="http://schemas.openxmlformats.org/officeDocument/2006/relationships/slideLayout" Target="/ppt/slideLayouts/slideLayout38.xml" Id="Rf79e6294adda42fa" /><Relationship Type="http://schemas.openxmlformats.org/officeDocument/2006/relationships/slideLayout" Target="/ppt/slideLayouts/slideLayout39.xml" Id="Rc4485f2b2e3144e0" /><Relationship Type="http://schemas.openxmlformats.org/officeDocument/2006/relationships/slideLayout" Target="/ppt/slideLayouts/slideLayout40.xml" Id="R5ebed45a6d69473f" /><Relationship Type="http://schemas.openxmlformats.org/officeDocument/2006/relationships/slideLayout" Target="/ppt/slideLayouts/slideLayout41.xml" Id="Rf9cafc1005754b50" /><Relationship Type="http://schemas.openxmlformats.org/officeDocument/2006/relationships/slideLayout" Target="/ppt/slideLayouts/slideLayout42.xml" Id="Rc5913ad8dfa946a3" /><Relationship Type="http://schemas.openxmlformats.org/officeDocument/2006/relationships/slideLayout" Target="/ppt/slideLayouts/slideLayout43.xml" Id="R3fe3566c3bc44df8" /><Relationship Type="http://schemas.openxmlformats.org/officeDocument/2006/relationships/slideLayout" Target="/ppt/slideLayouts/slideLayout44.xml" Id="Rd5fa25d4ae6049c2" /><Relationship Type="http://schemas.openxmlformats.org/officeDocument/2006/relationships/slideLayout" Target="/ppt/slideLayouts/slideLayout45.xml" Id="Re27cf6f22a474bed" /><Relationship Type="http://schemas.openxmlformats.org/officeDocument/2006/relationships/slideLayout" Target="/ppt/slideLayouts/slideLayout46.xml" Id="R2f60b8b192e9413e" /><Relationship Type="http://schemas.openxmlformats.org/officeDocument/2006/relationships/slideLayout" Target="/ppt/slideLayouts/slideLayout47.xml" Id="R647878b21aed4f59" /><Relationship Type="http://schemas.openxmlformats.org/officeDocument/2006/relationships/slideLayout" Target="/ppt/slideLayouts/slideLayout48.xml" Id="R77a7ae79bed34788" /><Relationship Type="http://schemas.openxmlformats.org/officeDocument/2006/relationships/slideLayout" Target="/ppt/slideLayouts/slideLayout49.xml" Id="R61c396d33498492b" /><Relationship Type="http://schemas.openxmlformats.org/officeDocument/2006/relationships/slideLayout" Target="/ppt/slideLayouts/slideLayout50.xml" Id="Rd90e0d20aae24761" /><Relationship Type="http://schemas.openxmlformats.org/officeDocument/2006/relationships/slideLayout" Target="/ppt/slideLayouts/slideLayout51.xml" Id="R66e1e952d98a45b1" /><Relationship Type="http://schemas.openxmlformats.org/officeDocument/2006/relationships/slideLayout" Target="/ppt/slideLayouts/slideLayout52.xml" Id="R77b1c22d30c6416f" /><Relationship Type="http://schemas.openxmlformats.org/officeDocument/2006/relationships/slideLayout" Target="/ppt/slideLayouts/slideLayout53.xml" Id="R3715a1bc06324f98" /><Relationship Type="http://schemas.openxmlformats.org/officeDocument/2006/relationships/slideLayout" Target="/ppt/slideLayouts/slideLayout54.xml" Id="Rf46f604664944349" /><Relationship Type="http://schemas.openxmlformats.org/officeDocument/2006/relationships/slideLayout" Target="/ppt/slideLayouts/slideLayout55.xml" Id="R430ac166c94e4804" /><Relationship Type="http://schemas.openxmlformats.org/officeDocument/2006/relationships/slideLayout" Target="/ppt/slideLayouts/slideLayout56.xml" Id="Rd330154d47b945ff" /><Relationship Type="http://schemas.openxmlformats.org/officeDocument/2006/relationships/slideLayout" Target="/ppt/slideLayouts/slideLayout57.xml" Id="R12a6b0fc42794520" /><Relationship Type="http://schemas.openxmlformats.org/officeDocument/2006/relationships/slideLayout" Target="/ppt/slideLayouts/slideLayout58.xml" Id="Ra4a465f6ebd44e5f" /><Relationship Type="http://schemas.openxmlformats.org/officeDocument/2006/relationships/slideLayout" Target="/ppt/slideLayouts/slideLayout59.xml" Id="R7e6a83e0a15e44ab" /><Relationship Type="http://schemas.openxmlformats.org/officeDocument/2006/relationships/slideLayout" Target="/ppt/slideLayouts/slideLayout60.xml" Id="R930d483b5c584eab" /><Relationship Type="http://schemas.openxmlformats.org/officeDocument/2006/relationships/slideLayout" Target="/ppt/slideLayouts/slideLayout61.xml" Id="R7274455959b24717" /><Relationship Type="http://schemas.openxmlformats.org/officeDocument/2006/relationships/slideLayout" Target="/ppt/slideLayouts/slideLayout62.xml" Id="R8cda9e4c289e4b65" /><Relationship Type="http://schemas.openxmlformats.org/officeDocument/2006/relationships/slideLayout" Target="/ppt/slideLayouts/slideLayout63.xml" Id="Rc6cf815dae1d4f1e" /><Relationship Type="http://schemas.openxmlformats.org/officeDocument/2006/relationships/slideLayout" Target="/ppt/slideLayouts/slideLayout64.xml" Id="R43fe55910af94f37" /><Relationship Type="http://schemas.openxmlformats.org/officeDocument/2006/relationships/slideLayout" Target="/ppt/slideLayouts/slideLayout65.xml" Id="R34b9f88b295b4434" /><Relationship Type="http://schemas.openxmlformats.org/officeDocument/2006/relationships/slideLayout" Target="/ppt/slideLayouts/slideLayout66.xml" Id="R63c9ada8082d4a08" /><Relationship Type="http://schemas.openxmlformats.org/officeDocument/2006/relationships/slideLayout" Target="/ppt/slideLayouts/slideLayout67.xml" Id="R22006858dd0b4681" /><Relationship Type="http://schemas.openxmlformats.org/officeDocument/2006/relationships/slideLayout" Target="/ppt/slideLayouts/slideLayout68.xml" Id="R969b0e0a5e9e44a5" /><Relationship Type="http://schemas.openxmlformats.org/officeDocument/2006/relationships/slideLayout" Target="/ppt/slideLayouts/slideLayout69.xml" Id="Rc9db6a3003864fc0" /><Relationship Type="http://schemas.openxmlformats.org/officeDocument/2006/relationships/slideLayout" Target="/ppt/slideLayouts/slideLayout70.xml" Id="R45aef520ed0a4653" /><Relationship Type="http://schemas.openxmlformats.org/officeDocument/2006/relationships/slideLayout" Target="/ppt/slideLayouts/slideLayout71.xml" Id="R09b4ffacb3cf4e35" /><Relationship Type="http://schemas.openxmlformats.org/officeDocument/2006/relationships/slideLayout" Target="/ppt/slideLayouts/slideLayout72.xml" Id="R983ee24509144119" /><Relationship Type="http://schemas.openxmlformats.org/officeDocument/2006/relationships/slideLayout" Target="/ppt/slideLayouts/slideLayout73.xml" Id="Ra4ef46f6cbdd4d43" /><Relationship Type="http://schemas.openxmlformats.org/officeDocument/2006/relationships/slideLayout" Target="/ppt/slideLayouts/slideLayout74.xml" Id="R3f35a91c79374adb" /><Relationship Type="http://schemas.openxmlformats.org/officeDocument/2006/relationships/slideLayout" Target="/ppt/slideLayouts/slideLayout75.xml" Id="R811882e1438d412f" /><Relationship Type="http://schemas.openxmlformats.org/officeDocument/2006/relationships/slideLayout" Target="/ppt/slideLayouts/slideLayout76.xml" Id="R95da6b2f240e4189" /><Relationship Type="http://schemas.openxmlformats.org/officeDocument/2006/relationships/slideLayout" Target="/ppt/slideLayouts/slideLayout77.xml" Id="Ra42b1d8866b6455c" /><Relationship Type="http://schemas.openxmlformats.org/officeDocument/2006/relationships/slideLayout" Target="/ppt/slideLayouts/slideLayout78.xml" Id="R5bedfe27d5224802" /><Relationship Type="http://schemas.openxmlformats.org/officeDocument/2006/relationships/slideLayout" Target="/ppt/slideLayouts/slideLayout79.xml" Id="R4cccdf87959541f6" /><Relationship Type="http://schemas.openxmlformats.org/officeDocument/2006/relationships/slideLayout" Target="/ppt/slideLayouts/slideLayout80.xml" Id="R3f111765d3cd40ec" /><Relationship Type="http://schemas.openxmlformats.org/officeDocument/2006/relationships/slideLayout" Target="/ppt/slideLayouts/slideLayout81.xml" Id="R9c26319ccaf24fd8" /><Relationship Type="http://schemas.openxmlformats.org/officeDocument/2006/relationships/slideLayout" Target="/ppt/slideLayouts/slideLayout82.xml" Id="R632463d3e974423d" /><Relationship Type="http://schemas.openxmlformats.org/officeDocument/2006/relationships/slideLayout" Target="/ppt/slideLayouts/slideLayout83.xml" Id="R9e16f73285f04cb0" /><Relationship Type="http://schemas.openxmlformats.org/officeDocument/2006/relationships/slideLayout" Target="/ppt/slideLayouts/slideLayout84.xml" Id="R01a99dfc62374457" /><Relationship Type="http://schemas.openxmlformats.org/officeDocument/2006/relationships/slideLayout" Target="/ppt/slideLayouts/slideLayout85.xml" Id="R99bb15a249014a35" /><Relationship Type="http://schemas.openxmlformats.org/officeDocument/2006/relationships/slideLayout" Target="/ppt/slideLayouts/slideLayout86.xml" Id="R55dd4f99b8bd42f9" /><Relationship Type="http://schemas.openxmlformats.org/officeDocument/2006/relationships/slideLayout" Target="/ppt/slideLayouts/slideLayout87.xml" Id="R512ca9d3a0c74a0d" /><Relationship Type="http://schemas.openxmlformats.org/officeDocument/2006/relationships/slideLayout" Target="/ppt/slideLayouts/slideLayout88.xml" Id="R4f091108bcf2427e" /><Relationship Type="http://schemas.openxmlformats.org/officeDocument/2006/relationships/slideLayout" Target="/ppt/slideLayouts/slideLayout89.xml" Id="R44f1161da68a4aea" /><Relationship Type="http://schemas.openxmlformats.org/officeDocument/2006/relationships/slideLayout" Target="/ppt/slideLayouts/slideLayout90.xml" Id="R20a33a61550743ba" /><Relationship Type="http://schemas.openxmlformats.org/officeDocument/2006/relationships/slideLayout" Target="/ppt/slideLayouts/slideLayout91.xml" Id="Rde0732d1ad5a4bfb" /><Relationship Type="http://schemas.openxmlformats.org/officeDocument/2006/relationships/slideLayout" Target="/ppt/slideLayouts/slideLayout92.xml" Id="R6b4ac898d42147b1" /><Relationship Type="http://schemas.openxmlformats.org/officeDocument/2006/relationships/slideLayout" Target="/ppt/slideLayouts/slideLayout93.xml" Id="R85c2d70ed4b54b23" /><Relationship Type="http://schemas.openxmlformats.org/officeDocument/2006/relationships/slideLayout" Target="/ppt/slideLayouts/slideLayout94.xml" Id="R3ea32d566ac64460" /><Relationship Type="http://schemas.openxmlformats.org/officeDocument/2006/relationships/slideLayout" Target="/ppt/slideLayouts/slideLayout95.xml" Id="R80ca84631a674a91" /><Relationship Type="http://schemas.openxmlformats.org/officeDocument/2006/relationships/slideLayout" Target="/ppt/slideLayouts/slideLayout96.xml" Id="R172710e63de14337" /><Relationship Type="http://schemas.openxmlformats.org/officeDocument/2006/relationships/slideLayout" Target="/ppt/slideLayouts/slideLayout97.xml" Id="R36a15280521448b9" /><Relationship Type="http://schemas.openxmlformats.org/officeDocument/2006/relationships/slideLayout" Target="/ppt/slideLayouts/slideLayout98.xml" Id="Rb47ce56a25794a07" /><Relationship Type="http://schemas.openxmlformats.org/officeDocument/2006/relationships/slideLayout" Target="/ppt/slideLayouts/slideLayout99.xml" Id="Re9ea05ca84144e75" /><Relationship Type="http://schemas.openxmlformats.org/officeDocument/2006/relationships/slideLayout" Target="/ppt/slideLayouts/slideLayout100.xml" Id="Rf2fa6ada1f714241" /><Relationship Type="http://schemas.openxmlformats.org/officeDocument/2006/relationships/slideLayout" Target="/ppt/slideLayouts/slideLayout101.xml" Id="R5b7516d078704632" /><Relationship Type="http://schemas.openxmlformats.org/officeDocument/2006/relationships/slideLayout" Target="/ppt/slideLayouts/slideLayout102.xml" Id="R987dc51c48974587" /><Relationship Type="http://schemas.openxmlformats.org/officeDocument/2006/relationships/slideLayout" Target="/ppt/slideLayouts/slideLayout103.xml" Id="R2ee65c898d8647ea" /><Relationship Type="http://schemas.openxmlformats.org/officeDocument/2006/relationships/slideLayout" Target="/ppt/slideLayouts/slideLayout104.xml" Id="Rb203c955a8784db3" /><Relationship Type="http://schemas.openxmlformats.org/officeDocument/2006/relationships/slideLayout" Target="/ppt/slideLayouts/slideLayout105.xml" Id="Raa2ff65309e843e0" /><Relationship Type="http://schemas.openxmlformats.org/officeDocument/2006/relationships/slideLayout" Target="/ppt/slideLayouts/slideLayout106.xml" Id="R71aa4668a308453a" /><Relationship Type="http://schemas.openxmlformats.org/officeDocument/2006/relationships/slideLayout" Target="/ppt/slideLayouts/slideLayout107.xml" Id="R97e8b76196fb4821" /><Relationship Type="http://schemas.openxmlformats.org/officeDocument/2006/relationships/slideLayout" Target="/ppt/slideLayouts/slideLayout108.xml" Id="R7dad7ad1d30d4021" /><Relationship Type="http://schemas.openxmlformats.org/officeDocument/2006/relationships/slideLayout" Target="/ppt/slideLayouts/slideLayout109.xml" Id="Rffad2efc4df64f67" /><Relationship Type="http://schemas.openxmlformats.org/officeDocument/2006/relationships/slideLayout" Target="/ppt/slideLayouts/slideLayout110.xml" Id="R6f45e854d09f443a" /><Relationship Type="http://schemas.openxmlformats.org/officeDocument/2006/relationships/slideLayout" Target="/ppt/slideLayouts/slideLayout111.xml" Id="R0999cc5ac5044a9f" /><Relationship Type="http://schemas.openxmlformats.org/officeDocument/2006/relationships/slideLayout" Target="/ppt/slideLayouts/slideLayout112.xml" Id="Raaf80bb64dc0412f" /><Relationship Type="http://schemas.openxmlformats.org/officeDocument/2006/relationships/slideLayout" Target="/ppt/slideLayouts/slideLayout113.xml" Id="R7ea54f2f487d49e6" /><Relationship Type="http://schemas.openxmlformats.org/officeDocument/2006/relationships/slideLayout" Target="/ppt/slideLayouts/slideLayout114.xml" Id="R7afa78ffb426447f" /><Relationship Type="http://schemas.openxmlformats.org/officeDocument/2006/relationships/slideLayout" Target="/ppt/slideLayouts/slideLayout115.xml" Id="R41fa63aeba3d44b7" /><Relationship Type="http://schemas.openxmlformats.org/officeDocument/2006/relationships/slideLayout" Target="/ppt/slideLayouts/slideLayout116.xml" Id="R6ba40159a6ba4962" /><Relationship Type="http://schemas.openxmlformats.org/officeDocument/2006/relationships/slideLayout" Target="/ppt/slideLayouts/slideLayout117.xml" Id="Rdb5ab5a6f91947d5" /><Relationship Type="http://schemas.openxmlformats.org/officeDocument/2006/relationships/slideLayout" Target="/ppt/slideLayouts/slideLayout118.xml" Id="Rd68d6ade22e043b6" /><Relationship Type="http://schemas.openxmlformats.org/officeDocument/2006/relationships/slideLayout" Target="/ppt/slideLayouts/slideLayout119.xml" Id="R7fbf2841a9434082" /><Relationship Type="http://schemas.openxmlformats.org/officeDocument/2006/relationships/slideLayout" Target="/ppt/slideLayouts/slideLayout120.xml" Id="R668df2c9be2b43a3" /><Relationship Type="http://schemas.openxmlformats.org/officeDocument/2006/relationships/slideLayout" Target="/ppt/slideLayouts/slideLayout121.xml" Id="Rceab6609ae41448a" /><Relationship Type="http://schemas.openxmlformats.org/officeDocument/2006/relationships/slideLayout" Target="/ppt/slideLayouts/slideLayout122.xml" Id="R0c22c0ee489148c6" /><Relationship Type="http://schemas.openxmlformats.org/officeDocument/2006/relationships/slideLayout" Target="/ppt/slideLayouts/slideLayout123.xml" Id="R4a02290baad24c6e" /><Relationship Type="http://schemas.openxmlformats.org/officeDocument/2006/relationships/slideLayout" Target="/ppt/slideLayouts/slideLayout124.xml" Id="R75dc1ee72d8043a1" /><Relationship Type="http://schemas.openxmlformats.org/officeDocument/2006/relationships/slideLayout" Target="/ppt/slideLayouts/slideLayout125.xml" Id="R903caae7f0b84da3" /><Relationship Type="http://schemas.openxmlformats.org/officeDocument/2006/relationships/slideLayout" Target="/ppt/slideLayouts/slideLayout126.xml" Id="Rccd6b8e211164768" /><Relationship Type="http://schemas.openxmlformats.org/officeDocument/2006/relationships/slideLayout" Target="/ppt/slideLayouts/slideLayout127.xml" Id="R0aefecb1efb54310" /><Relationship Type="http://schemas.openxmlformats.org/officeDocument/2006/relationships/slideLayout" Target="/ppt/slideLayouts/slideLayout128.xml" Id="Recb2817820674699" /><Relationship Type="http://schemas.openxmlformats.org/officeDocument/2006/relationships/slideLayout" Target="/ppt/slideLayouts/slideLayout129.xml" Id="R92801598826b493f" /><Relationship Type="http://schemas.openxmlformats.org/officeDocument/2006/relationships/slideLayout" Target="/ppt/slideLayouts/slideLayout130.xml" Id="Reffc9c85bc8c4029" /><Relationship Type="http://schemas.openxmlformats.org/officeDocument/2006/relationships/slideLayout" Target="/ppt/slideLayouts/slideLayout131.xml" Id="R43d32f8effca4328" /><Relationship Type="http://schemas.openxmlformats.org/officeDocument/2006/relationships/slideLayout" Target="/ppt/slideLayouts/slideLayout132.xml" Id="R9e90c9d3efed46c7" /><Relationship Type="http://schemas.openxmlformats.org/officeDocument/2006/relationships/slideLayout" Target="/ppt/slideLayouts/slideLayout133.xml" Id="R185d8f604adb43f1" /><Relationship Type="http://schemas.openxmlformats.org/officeDocument/2006/relationships/slideLayout" Target="/ppt/slideLayouts/slideLayout134.xml" Id="R7b1f1caa91d64643" /><Relationship Type="http://schemas.openxmlformats.org/officeDocument/2006/relationships/slideLayout" Target="/ppt/slideLayouts/slideLayout135.xml" Id="R2f570bdfe8d4437c" /><Relationship Type="http://schemas.openxmlformats.org/officeDocument/2006/relationships/slideLayout" Target="/ppt/slideLayouts/slideLayout136.xml" Id="R0286c83619454f72" /><Relationship Type="http://schemas.openxmlformats.org/officeDocument/2006/relationships/slideLayout" Target="/ppt/slideLayouts/slideLayout137.xml" Id="R3f4d684c64be4118" /><Relationship Type="http://schemas.openxmlformats.org/officeDocument/2006/relationships/slideLayout" Target="/ppt/slideLayouts/slideLayout138.xml" Id="R27ab3edcd810426c" /><Relationship Type="http://schemas.openxmlformats.org/officeDocument/2006/relationships/slideLayout" Target="/ppt/slideLayouts/slideLayout139.xml" Id="R61700d3c747a4b3f" /><Relationship Type="http://schemas.openxmlformats.org/officeDocument/2006/relationships/slideLayout" Target="/ppt/slideLayouts/slideLayout140.xml" Id="R1e82f4bb39fd42f2" /><Relationship Type="http://schemas.openxmlformats.org/officeDocument/2006/relationships/slideLayout" Target="/ppt/slideLayouts/slideLayout141.xml" Id="R27a069c0a40b4316" /><Relationship Type="http://schemas.openxmlformats.org/officeDocument/2006/relationships/slideLayout" Target="/ppt/slideLayouts/slideLayout142.xml" Id="R4add8f0b22f949ee" /><Relationship Type="http://schemas.openxmlformats.org/officeDocument/2006/relationships/slideLayout" Target="/ppt/slideLayouts/slideLayout143.xml" Id="Rdb71fe3bad7040a8" /><Relationship Type="http://schemas.openxmlformats.org/officeDocument/2006/relationships/slideLayout" Target="/ppt/slideLayouts/slideLayout144.xml" Id="R3c5b6f083787420d" /><Relationship Type="http://schemas.openxmlformats.org/officeDocument/2006/relationships/slideLayout" Target="/ppt/slideLayouts/slideLayout145.xml" Id="Rd4bb76436e4c4121" /><Relationship Type="http://schemas.openxmlformats.org/officeDocument/2006/relationships/slideLayout" Target="/ppt/slideLayouts/slideLayout146.xml" Id="Raaa3297871514684" /><Relationship Type="http://schemas.openxmlformats.org/officeDocument/2006/relationships/slideLayout" Target="/ppt/slideLayouts/slideLayout147.xml" Id="R655bb9701e5b40ed" /><Relationship Type="http://schemas.openxmlformats.org/officeDocument/2006/relationships/slideLayout" Target="/ppt/slideLayouts/slideLayout148.xml" Id="R811c563848144d99" /><Relationship Type="http://schemas.openxmlformats.org/officeDocument/2006/relationships/slideLayout" Target="/ppt/slideLayouts/slideLayout149.xml" Id="Rdb3d28dd3a054b55" /><Relationship Type="http://schemas.openxmlformats.org/officeDocument/2006/relationships/slideLayout" Target="/ppt/slideLayouts/slideLayout150.xml" Id="R3b61b87cb4734e40" /><Relationship Type="http://schemas.openxmlformats.org/officeDocument/2006/relationships/slideLayout" Target="/ppt/slideLayouts/slideLayout151.xml" Id="R11d82ea77a6b4842" /><Relationship Type="http://schemas.openxmlformats.org/officeDocument/2006/relationships/slideLayout" Target="/ppt/slideLayouts/slideLayout152.xml" Id="R6f91f6a3c7684470" /><Relationship Type="http://schemas.openxmlformats.org/officeDocument/2006/relationships/slideLayout" Target="/ppt/slideLayouts/slideLayout153.xml" Id="Rf3f9094405024203" /><Relationship Type="http://schemas.openxmlformats.org/officeDocument/2006/relationships/slideLayout" Target="/ppt/slideLayouts/slideLayout154.xml" Id="R30f39eb60350462d" /><Relationship Type="http://schemas.openxmlformats.org/officeDocument/2006/relationships/slideLayout" Target="/ppt/slideLayouts/slideLayout155.xml" Id="Rdb88119be0f44dc7" /><Relationship Type="http://schemas.openxmlformats.org/officeDocument/2006/relationships/slideLayout" Target="/ppt/slideLayouts/slideLayout156.xml" Id="R15baa668288f4c9e" /><Relationship Type="http://schemas.openxmlformats.org/officeDocument/2006/relationships/slideLayout" Target="/ppt/slideLayouts/slideLayout157.xml" Id="R3e12680df2d0476a" /><Relationship Type="http://schemas.openxmlformats.org/officeDocument/2006/relationships/slideLayout" Target="/ppt/slideLayouts/slideLayout158.xml" Id="Raa3f4811672d4f0e" /><Relationship Type="http://schemas.openxmlformats.org/officeDocument/2006/relationships/slideLayout" Target="/ppt/slideLayouts/slideLayout159.xml" Id="R9b2181235a844ea7" /><Relationship Type="http://schemas.openxmlformats.org/officeDocument/2006/relationships/slideLayout" Target="/ppt/slideLayouts/slideLayout160.xml" Id="R4e72f929ef814cc7" /><Relationship Type="http://schemas.openxmlformats.org/officeDocument/2006/relationships/slideLayout" Target="/ppt/slideLayouts/slideLayout161.xml" Id="R6909eaa9d5ee441b" /><Relationship Type="http://schemas.openxmlformats.org/officeDocument/2006/relationships/slideLayout" Target="/ppt/slideLayouts/slideLayout162.xml" Id="R47701b78bb894451" /><Relationship Type="http://schemas.openxmlformats.org/officeDocument/2006/relationships/slideLayout" Target="/ppt/slideLayouts/slideLayout163.xml" Id="R15bce4d064ee4801" /><Relationship Type="http://schemas.openxmlformats.org/officeDocument/2006/relationships/slideLayout" Target="/ppt/slideLayouts/slideLayout164.xml" Id="R62de9ba47a7a43ac" /><Relationship Type="http://schemas.openxmlformats.org/officeDocument/2006/relationships/slideLayout" Target="/ppt/slideLayouts/slideLayout165.xml" Id="R41b7643b34cf436f" /><Relationship Type="http://schemas.openxmlformats.org/officeDocument/2006/relationships/slideLayout" Target="/ppt/slideLayouts/slideLayout166.xml" Id="R773768d60b92435a" /><Relationship Type="http://schemas.openxmlformats.org/officeDocument/2006/relationships/slideLayout" Target="/ppt/slideLayouts/slideLayout167.xml" Id="Ref41e2bdd435400f" /><Relationship Type="http://schemas.openxmlformats.org/officeDocument/2006/relationships/slideLayout" Target="/ppt/slideLayouts/slideLayout168.xml" Id="R2ffa6310d8c44d2b" /><Relationship Type="http://schemas.openxmlformats.org/officeDocument/2006/relationships/slideLayout" Target="/ppt/slideLayouts/slideLayout169.xml" Id="Rfd2048d6575c48c7" /><Relationship Type="http://schemas.openxmlformats.org/officeDocument/2006/relationships/slideLayout" Target="/ppt/slideLayouts/slideLayout170.xml" Id="R23f9a2039b6d467c" /><Relationship Type="http://schemas.openxmlformats.org/officeDocument/2006/relationships/slideLayout" Target="/ppt/slideLayouts/slideLayout171.xml" Id="Rb71c080b8363411d" /><Relationship Type="http://schemas.openxmlformats.org/officeDocument/2006/relationships/slideLayout" Target="/ppt/slideLayouts/slideLayout172.xml" Id="R0423de0d26e340b0" /><Relationship Type="http://schemas.openxmlformats.org/officeDocument/2006/relationships/slideLayout" Target="/ppt/slideLayouts/slideLayout173.xml" Id="R25c21cc83a3c4c47" /><Relationship Type="http://schemas.openxmlformats.org/officeDocument/2006/relationships/slideLayout" Target="/ppt/slideLayouts/slideLayout174.xml" Id="Rd19cc2f90e014261" /><Relationship Type="http://schemas.openxmlformats.org/officeDocument/2006/relationships/slideLayout" Target="/ppt/slideLayouts/slideLayout175.xml" Id="R4dfc83d96d254108" /><Relationship Type="http://schemas.openxmlformats.org/officeDocument/2006/relationships/slideLayout" Target="/ppt/slideLayouts/slideLayout176.xml" Id="Rd9299224bc43484e" /><Relationship Type="http://schemas.openxmlformats.org/officeDocument/2006/relationships/slideLayout" Target="/ppt/slideLayouts/slideLayout177.xml" Id="R85a621c3a80f42bf" /><Relationship Type="http://schemas.openxmlformats.org/officeDocument/2006/relationships/slideLayout" Target="/ppt/slideLayouts/slideLayout178.xml" Id="Rd51d1100d7114081" /><Relationship Type="http://schemas.openxmlformats.org/officeDocument/2006/relationships/slideLayout" Target="/ppt/slideLayouts/slideLayout179.xml" Id="R5c4d42922777415b" /><Relationship Type="http://schemas.openxmlformats.org/officeDocument/2006/relationships/slideLayout" Target="/ppt/slideLayouts/slideLayout180.xml" Id="R6c386813fbea475e" /><Relationship Type="http://schemas.openxmlformats.org/officeDocument/2006/relationships/slideLayout" Target="/ppt/slideLayouts/slideLayout181.xml" Id="R7c0e2636f47f4665" /><Relationship Type="http://schemas.openxmlformats.org/officeDocument/2006/relationships/slideLayout" Target="/ppt/slideLayouts/slideLayout182.xml" Id="R0ee4858d28684b79" /><Relationship Type="http://schemas.openxmlformats.org/officeDocument/2006/relationships/slideLayout" Target="/ppt/slideLayouts/slideLayout183.xml" Id="R2a1babbdc6784160" /><Relationship Type="http://schemas.openxmlformats.org/officeDocument/2006/relationships/slideLayout" Target="/ppt/slideLayouts/slideLayout184.xml" Id="Rd87784e2ae8c471e" /><Relationship Type="http://schemas.openxmlformats.org/officeDocument/2006/relationships/slideLayout" Target="/ppt/slideLayouts/slideLayout185.xml" Id="R47c303bcb1824d45" /><Relationship Type="http://schemas.openxmlformats.org/officeDocument/2006/relationships/slideLayout" Target="/ppt/slideLayouts/slideLayout186.xml" Id="Re2850f51359d4968" /><Relationship Type="http://schemas.openxmlformats.org/officeDocument/2006/relationships/slideLayout" Target="/ppt/slideLayouts/slideLayout187.xml" Id="R7f0a2e6e47da4b41" /><Relationship Type="http://schemas.openxmlformats.org/officeDocument/2006/relationships/slideLayout" Target="/ppt/slideLayouts/slideLayout188.xml" Id="R3ceaabdd66174c4a" /><Relationship Type="http://schemas.openxmlformats.org/officeDocument/2006/relationships/slideLayout" Target="/ppt/slideLayouts/slideLayout189.xml" Id="R87176dec3a8c4821" /><Relationship Type="http://schemas.openxmlformats.org/officeDocument/2006/relationships/slideLayout" Target="/ppt/slideLayouts/slideLayout190.xml" Id="Rcc74302c7a644e8f" /><Relationship Type="http://schemas.openxmlformats.org/officeDocument/2006/relationships/slideLayout" Target="/ppt/slideLayouts/slideLayout191.xml" Id="R862feb84d32e4676" /><Relationship Type="http://schemas.openxmlformats.org/officeDocument/2006/relationships/slideLayout" Target="/ppt/slideLayouts/slideLayout192.xml" Id="R11c1db88101f4e4e" /><Relationship Type="http://schemas.openxmlformats.org/officeDocument/2006/relationships/slideLayout" Target="/ppt/slideLayouts/slideLayout193.xml" Id="R0f79241d73a44513" /><Relationship Type="http://schemas.openxmlformats.org/officeDocument/2006/relationships/slideLayout" Target="/ppt/slideLayouts/slideLayout194.xml" Id="R6dcf1c0d351c4394" /><Relationship Type="http://schemas.openxmlformats.org/officeDocument/2006/relationships/slideLayout" Target="/ppt/slideLayouts/slideLayout195.xml" Id="Rda11bfe01bb04fe4" /><Relationship Type="http://schemas.openxmlformats.org/officeDocument/2006/relationships/slideLayout" Target="/ppt/slideLayouts/slideLayout196.xml" Id="R9d3a7a6ff15d4150" /><Relationship Type="http://schemas.openxmlformats.org/officeDocument/2006/relationships/slideLayout" Target="/ppt/slideLayouts/slideLayout197.xml" Id="R77b989be223f40ac" /><Relationship Type="http://schemas.openxmlformats.org/officeDocument/2006/relationships/slideLayout" Target="/ppt/slideLayouts/slideLayout198.xml" Id="R0ecff2ea99204123" /><Relationship Type="http://schemas.openxmlformats.org/officeDocument/2006/relationships/slideLayout" Target="/ppt/slideLayouts/slideLayout199.xml" Id="Rf23d944210bf43c9" /><Relationship Type="http://schemas.openxmlformats.org/officeDocument/2006/relationships/slideLayout" Target="/ppt/slideLayouts/slideLayout200.xml" Id="R7736ddac91d542f9" /><Relationship Type="http://schemas.openxmlformats.org/officeDocument/2006/relationships/slideLayout" Target="/ppt/slideLayouts/slideLayout201.xml" Id="Rc34965cc53984f28" /><Relationship Type="http://schemas.openxmlformats.org/officeDocument/2006/relationships/slideLayout" Target="/ppt/slideLayouts/slideLayout202.xml" Id="Rcd7a19afe9d1434a" /><Relationship Type="http://schemas.openxmlformats.org/officeDocument/2006/relationships/slideLayout" Target="/ppt/slideLayouts/slideLayout203.xml" Id="R53c8df02dbff4b5c" /><Relationship Type="http://schemas.openxmlformats.org/officeDocument/2006/relationships/slideLayout" Target="/ppt/slideLayouts/slideLayout204.xml" Id="Rbc50db0e8f8a4a22" /><Relationship Type="http://schemas.openxmlformats.org/officeDocument/2006/relationships/slideLayout" Target="/ppt/slideLayouts/slideLayout205.xml" Id="Rd43d6b6db7b14a93" /><Relationship Type="http://schemas.openxmlformats.org/officeDocument/2006/relationships/slideLayout" Target="/ppt/slideLayouts/slideLayout206.xml" Id="R688bf4612e004adc" /><Relationship Type="http://schemas.openxmlformats.org/officeDocument/2006/relationships/slideLayout" Target="/ppt/slideLayouts/slideLayout207.xml" Id="R735d9e83bc3744a0" /><Relationship Type="http://schemas.openxmlformats.org/officeDocument/2006/relationships/slideLayout" Target="/ppt/slideLayouts/slideLayout208.xml" Id="R730402847f124b48" /><Relationship Type="http://schemas.openxmlformats.org/officeDocument/2006/relationships/slideLayout" Target="/ppt/slideLayouts/slideLayout209.xml" Id="R0c636456ea344198" /><Relationship Type="http://schemas.openxmlformats.org/officeDocument/2006/relationships/slideLayout" Target="/ppt/slideLayouts/slideLayout210.xml" Id="Rdbd06e5a57754d5e" /><Relationship Type="http://schemas.openxmlformats.org/officeDocument/2006/relationships/slideLayout" Target="/ppt/slideLayouts/slideLayout211.xml" Id="R48d7e51dba0d4a93" /><Relationship Type="http://schemas.openxmlformats.org/officeDocument/2006/relationships/slideLayout" Target="/ppt/slideLayouts/slideLayout212.xml" Id="R2126487e7a4b47be" /><Relationship Type="http://schemas.openxmlformats.org/officeDocument/2006/relationships/slideLayout" Target="/ppt/slideLayouts/slideLayout213.xml" Id="R91feb0736bf84970" /><Relationship Type="http://schemas.openxmlformats.org/officeDocument/2006/relationships/slideLayout" Target="/ppt/slideLayouts/slideLayout214.xml" Id="Rcc71ebc0a0b1420d" /><Relationship Type="http://schemas.openxmlformats.org/officeDocument/2006/relationships/slideLayout" Target="/ppt/slideLayouts/slideLayout215.xml" Id="R252c0cb74f7f4842" /><Relationship Type="http://schemas.openxmlformats.org/officeDocument/2006/relationships/slideLayout" Target="/ppt/slideLayouts/slideLayout216.xml" Id="Rc3bf2ae41ae24045" /><Relationship Type="http://schemas.openxmlformats.org/officeDocument/2006/relationships/slideLayout" Target="/ppt/slideLayouts/slideLayout217.xml" Id="Rceea07c6e04d4f3f" /><Relationship Type="http://schemas.openxmlformats.org/officeDocument/2006/relationships/slideLayout" Target="/ppt/slideLayouts/slideLayout218.xml" Id="Rec1c6c894a454619" /><Relationship Type="http://schemas.openxmlformats.org/officeDocument/2006/relationships/slideLayout" Target="/ppt/slideLayouts/slideLayout219.xml" Id="R535228de82ab44f8" /><Relationship Type="http://schemas.openxmlformats.org/officeDocument/2006/relationships/slideLayout" Target="/ppt/slideLayouts/slideLayout220.xml" Id="Rdf21c3a52a8448b4" /><Relationship Type="http://schemas.openxmlformats.org/officeDocument/2006/relationships/slideLayout" Target="/ppt/slideLayouts/slideLayout221.xml" Id="Ra2af260f346e48c8" /><Relationship Type="http://schemas.openxmlformats.org/officeDocument/2006/relationships/slideLayout" Target="/ppt/slideLayouts/slideLayout222.xml" Id="Rc7872a4256a94c61" /><Relationship Type="http://schemas.openxmlformats.org/officeDocument/2006/relationships/slideLayout" Target="/ppt/slideLayouts/slideLayout223.xml" Id="Rcddc887f1b184f89" /><Relationship Type="http://schemas.openxmlformats.org/officeDocument/2006/relationships/slideLayout" Target="/ppt/slideLayouts/slideLayout224.xml" Id="R5251af00d8dc4933" /><Relationship Type="http://schemas.openxmlformats.org/officeDocument/2006/relationships/slideLayout" Target="/ppt/slideLayouts/slideLayout225.xml" Id="R74164fc054494d12" /><Relationship Type="http://schemas.openxmlformats.org/officeDocument/2006/relationships/slideLayout" Target="/ppt/slideLayouts/slideLayout226.xml" Id="R53d1e8b316e643bf" /><Relationship Type="http://schemas.openxmlformats.org/officeDocument/2006/relationships/slideLayout" Target="/ppt/slideLayouts/slideLayout227.xml" Id="R4048b0e190a0445b" /><Relationship Type="http://schemas.openxmlformats.org/officeDocument/2006/relationships/slideLayout" Target="/ppt/slideLayouts/slideLayout228.xml" Id="Rfc324ae7dee240e9" /><Relationship Type="http://schemas.openxmlformats.org/officeDocument/2006/relationships/slideLayout" Target="/ppt/slideLayouts/slideLayout229.xml" Id="Rf05c1e67cdfa43fc" /><Relationship Type="http://schemas.openxmlformats.org/officeDocument/2006/relationships/slideLayout" Target="/ppt/slideLayouts/slideLayout230.xml" Id="Rf919fa0adeb64e91" /><Relationship Type="http://schemas.openxmlformats.org/officeDocument/2006/relationships/slideLayout" Target="/ppt/slideLayouts/slideLayout231.xml" Id="Rf70c60fbbc9f41c4" /><Relationship Type="http://schemas.openxmlformats.org/officeDocument/2006/relationships/slideLayout" Target="/ppt/slideLayouts/slideLayout232.xml" Id="R52332fe4ffee46a7" /><Relationship Type="http://schemas.openxmlformats.org/officeDocument/2006/relationships/slideLayout" Target="/ppt/slideLayouts/slideLayout233.xml" Id="Ra7ea48283f404a28" /><Relationship Type="http://schemas.openxmlformats.org/officeDocument/2006/relationships/slideLayout" Target="/ppt/slideLayouts/slideLayout234.xml" Id="Rb0e1ecc1029546d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E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abdeaae4274bff"/>
    <p:sldLayoutId xmlns:r="http://schemas.openxmlformats.org/officeDocument/2006/relationships" id="2147483650" r:id="R323c1949e6ce4386"/>
    <p:sldLayoutId xmlns:r="http://schemas.openxmlformats.org/officeDocument/2006/relationships" id="2147483651" r:id="R11bba5d9c46b4632"/>
    <p:sldLayoutId xmlns:r="http://schemas.openxmlformats.org/officeDocument/2006/relationships" id="2147483652" r:id="R4f85936d1d944cd6"/>
    <p:sldLayoutId xmlns:r="http://schemas.openxmlformats.org/officeDocument/2006/relationships" id="2147483653" r:id="Rfc82da94d2cd4c53"/>
    <p:sldLayoutId xmlns:r="http://schemas.openxmlformats.org/officeDocument/2006/relationships" id="2147483654" r:id="R684cdf654fb941d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3bfa834c27c4038"/>
    <p:sldLayoutId xmlns:r="http://schemas.openxmlformats.org/officeDocument/2006/relationships" id="2147483657" r:id="Re8f4302ce68243b8"/>
    <p:sldLayoutId xmlns:r="http://schemas.openxmlformats.org/officeDocument/2006/relationships" id="2147483658" r:id="Rdf812f3d68fc4fd2"/>
    <p:sldLayoutId xmlns:r="http://schemas.openxmlformats.org/officeDocument/2006/relationships" id="2147483659" r:id="Rd76f2455a1884348"/>
    <p:sldLayoutId xmlns:r="http://schemas.openxmlformats.org/officeDocument/2006/relationships" id="2147483660" r:id="Racb0b2839df043a9"/>
    <p:sldLayoutId xmlns:r="http://schemas.openxmlformats.org/officeDocument/2006/relationships" id="2147483661" r:id="R55ca3cb74de74288"/>
    <p:sldLayoutId xmlns:r="http://schemas.openxmlformats.org/officeDocument/2006/relationships" id="2147483662" r:id="Re2ef13e2b30544c7"/>
    <p:sldLayoutId xmlns:r="http://schemas.openxmlformats.org/officeDocument/2006/relationships" id="2147483663" r:id="R6425b308b7684b86"/>
    <p:sldLayoutId xmlns:r="http://schemas.openxmlformats.org/officeDocument/2006/relationships" id="2147483664" r:id="R64b0510c8dcd45f6"/>
    <p:sldLayoutId xmlns:r="http://schemas.openxmlformats.org/officeDocument/2006/relationships" id="2147483665" r:id="Rb34f1da85d6446cd"/>
    <p:sldLayoutId xmlns:r="http://schemas.openxmlformats.org/officeDocument/2006/relationships" id="2147483666" r:id="Rc26a792267e04088"/>
    <p:sldLayoutId xmlns:r="http://schemas.openxmlformats.org/officeDocument/2006/relationships" id="2147483667" r:id="Rf48c2bef0426460d"/>
    <p:sldLayoutId xmlns:r="http://schemas.openxmlformats.org/officeDocument/2006/relationships" id="2147483668" r:id="R0264ec0e51434f72"/>
    <p:sldLayoutId xmlns:r="http://schemas.openxmlformats.org/officeDocument/2006/relationships" id="2147483669" r:id="R99c30f93c14c4511"/>
    <p:sldLayoutId xmlns:r="http://schemas.openxmlformats.org/officeDocument/2006/relationships" id="2147483670" r:id="Rb0bf46d5cf324b78"/>
    <p:sldLayoutId xmlns:r="http://schemas.openxmlformats.org/officeDocument/2006/relationships" id="2147483671" r:id="R246743da8895453d"/>
    <p:sldLayoutId xmlns:r="http://schemas.openxmlformats.org/officeDocument/2006/relationships" id="2147483672" r:id="R4597a738a771499f"/>
    <p:sldLayoutId xmlns:r="http://schemas.openxmlformats.org/officeDocument/2006/relationships" id="2147483673" r:id="R83131948e8db49f2"/>
    <p:sldLayoutId xmlns:r="http://schemas.openxmlformats.org/officeDocument/2006/relationships" id="2147483674" r:id="R2dd96f338cd94eaa"/>
    <p:sldLayoutId xmlns:r="http://schemas.openxmlformats.org/officeDocument/2006/relationships" id="2147483675" r:id="Rea819ce7a932406d"/>
    <p:sldLayoutId xmlns:r="http://schemas.openxmlformats.org/officeDocument/2006/relationships" id="2147483676" r:id="Ref96593633a346da"/>
    <p:sldLayoutId xmlns:r="http://schemas.openxmlformats.org/officeDocument/2006/relationships" id="2147483677" r:id="R295c2e5a8c684a3a"/>
    <p:sldLayoutId xmlns:r="http://schemas.openxmlformats.org/officeDocument/2006/relationships" id="2147483678" r:id="R082a257e3a1c49b3"/>
    <p:sldLayoutId xmlns:r="http://schemas.openxmlformats.org/officeDocument/2006/relationships" id="2147483679" r:id="R20984200def745ac"/>
    <p:sldLayoutId xmlns:r="http://schemas.openxmlformats.org/officeDocument/2006/relationships" id="2147483680" r:id="Rc0e894cec4ff45c6"/>
    <p:sldLayoutId xmlns:r="http://schemas.openxmlformats.org/officeDocument/2006/relationships" id="2147483681" r:id="R548b9f54a1fb4ff9"/>
    <p:sldLayoutId xmlns:r="http://schemas.openxmlformats.org/officeDocument/2006/relationships" id="2147483682" r:id="Rc5f5b82ba87047ba"/>
    <p:sldLayoutId xmlns:r="http://schemas.openxmlformats.org/officeDocument/2006/relationships" id="2147483683" r:id="Rba0e016f8edf4108"/>
    <p:sldLayoutId xmlns:r="http://schemas.openxmlformats.org/officeDocument/2006/relationships" id="2147483684" r:id="R5781aceaed6244a1"/>
    <p:sldLayoutId xmlns:r="http://schemas.openxmlformats.org/officeDocument/2006/relationships" id="2147483685" r:id="R9853500a20b84d4b"/>
    <p:sldLayoutId xmlns:r="http://schemas.openxmlformats.org/officeDocument/2006/relationships" id="2147483686" r:id="R8572bc7ba7734720"/>
    <p:sldLayoutId xmlns:r="http://schemas.openxmlformats.org/officeDocument/2006/relationships" id="2147483687" r:id="Rf79e6294adda42fa"/>
    <p:sldLayoutId xmlns:r="http://schemas.openxmlformats.org/officeDocument/2006/relationships" id="2147483688" r:id="Rc4485f2b2e3144e0"/>
    <p:sldLayoutId xmlns:r="http://schemas.openxmlformats.org/officeDocument/2006/relationships" id="2147483689" r:id="R5ebed45a6d69473f"/>
    <p:sldLayoutId xmlns:r="http://schemas.openxmlformats.org/officeDocument/2006/relationships" id="2147483690" r:id="Rf9cafc1005754b50"/>
    <p:sldLayoutId xmlns:r="http://schemas.openxmlformats.org/officeDocument/2006/relationships" id="2147483691" r:id="Rc5913ad8dfa946a3"/>
    <p:sldLayoutId xmlns:r="http://schemas.openxmlformats.org/officeDocument/2006/relationships" id="2147483692" r:id="R3fe3566c3bc44df8"/>
    <p:sldLayoutId xmlns:r="http://schemas.openxmlformats.org/officeDocument/2006/relationships" id="2147483693" r:id="Rd5fa25d4ae6049c2"/>
    <p:sldLayoutId xmlns:r="http://schemas.openxmlformats.org/officeDocument/2006/relationships" id="2147483694" r:id="Re27cf6f22a474bed"/>
    <p:sldLayoutId xmlns:r="http://schemas.openxmlformats.org/officeDocument/2006/relationships" id="2147483695" r:id="R2f60b8b192e9413e"/>
    <p:sldLayoutId xmlns:r="http://schemas.openxmlformats.org/officeDocument/2006/relationships" id="2147483696" r:id="R647878b21aed4f59"/>
    <p:sldLayoutId xmlns:r="http://schemas.openxmlformats.org/officeDocument/2006/relationships" id="2147483697" r:id="R77a7ae79bed34788"/>
    <p:sldLayoutId xmlns:r="http://schemas.openxmlformats.org/officeDocument/2006/relationships" id="2147483698" r:id="R61c396d33498492b"/>
    <p:sldLayoutId xmlns:r="http://schemas.openxmlformats.org/officeDocument/2006/relationships" id="2147483699" r:id="Rd90e0d20aae24761"/>
    <p:sldLayoutId xmlns:r="http://schemas.openxmlformats.org/officeDocument/2006/relationships" id="2147483700" r:id="R66e1e952d98a45b1"/>
    <p:sldLayoutId xmlns:r="http://schemas.openxmlformats.org/officeDocument/2006/relationships" id="2147483701" r:id="R77b1c22d30c6416f"/>
    <p:sldLayoutId xmlns:r="http://schemas.openxmlformats.org/officeDocument/2006/relationships" id="2147483702" r:id="R3715a1bc06324f98"/>
    <p:sldLayoutId xmlns:r="http://schemas.openxmlformats.org/officeDocument/2006/relationships" id="2147483703" r:id="Rf46f604664944349"/>
    <p:sldLayoutId xmlns:r="http://schemas.openxmlformats.org/officeDocument/2006/relationships" id="2147483704" r:id="R430ac166c94e4804"/>
    <p:sldLayoutId xmlns:r="http://schemas.openxmlformats.org/officeDocument/2006/relationships" id="2147483705" r:id="Rd330154d47b945ff"/>
    <p:sldLayoutId xmlns:r="http://schemas.openxmlformats.org/officeDocument/2006/relationships" id="2147483706" r:id="R12a6b0fc42794520"/>
    <p:sldLayoutId xmlns:r="http://schemas.openxmlformats.org/officeDocument/2006/relationships" id="2147483707" r:id="Ra4a465f6ebd44e5f"/>
    <p:sldLayoutId xmlns:r="http://schemas.openxmlformats.org/officeDocument/2006/relationships" id="2147483708" r:id="R7e6a83e0a15e44ab"/>
    <p:sldLayoutId xmlns:r="http://schemas.openxmlformats.org/officeDocument/2006/relationships" id="2147483709" r:id="R930d483b5c584eab"/>
    <p:sldLayoutId xmlns:r="http://schemas.openxmlformats.org/officeDocument/2006/relationships" id="2147483710" r:id="R7274455959b24717"/>
    <p:sldLayoutId xmlns:r="http://schemas.openxmlformats.org/officeDocument/2006/relationships" id="2147483711" r:id="R8cda9e4c289e4b65"/>
    <p:sldLayoutId xmlns:r="http://schemas.openxmlformats.org/officeDocument/2006/relationships" id="2147483712" r:id="Rc6cf815dae1d4f1e"/>
    <p:sldLayoutId xmlns:r="http://schemas.openxmlformats.org/officeDocument/2006/relationships" id="2147483713" r:id="R43fe55910af94f37"/>
    <p:sldLayoutId xmlns:r="http://schemas.openxmlformats.org/officeDocument/2006/relationships" id="2147483714" r:id="R34b9f88b295b4434"/>
    <p:sldLayoutId xmlns:r="http://schemas.openxmlformats.org/officeDocument/2006/relationships" id="2147483715" r:id="R63c9ada8082d4a08"/>
    <p:sldLayoutId xmlns:r="http://schemas.openxmlformats.org/officeDocument/2006/relationships" id="2147483716" r:id="R22006858dd0b4681"/>
    <p:sldLayoutId xmlns:r="http://schemas.openxmlformats.org/officeDocument/2006/relationships" id="2147483717" r:id="R969b0e0a5e9e44a5"/>
    <p:sldLayoutId xmlns:r="http://schemas.openxmlformats.org/officeDocument/2006/relationships" id="2147483718" r:id="Rc9db6a3003864fc0"/>
    <p:sldLayoutId xmlns:r="http://schemas.openxmlformats.org/officeDocument/2006/relationships" id="2147483719" r:id="R45aef520ed0a4653"/>
    <p:sldLayoutId xmlns:r="http://schemas.openxmlformats.org/officeDocument/2006/relationships" id="2147483720" r:id="R09b4ffacb3cf4e35"/>
    <p:sldLayoutId xmlns:r="http://schemas.openxmlformats.org/officeDocument/2006/relationships" id="2147483721" r:id="R983ee24509144119"/>
    <p:sldLayoutId xmlns:r="http://schemas.openxmlformats.org/officeDocument/2006/relationships" id="2147483722" r:id="Ra4ef46f6cbdd4d43"/>
    <p:sldLayoutId xmlns:r="http://schemas.openxmlformats.org/officeDocument/2006/relationships" id="2147483723" r:id="R3f35a91c79374adb"/>
    <p:sldLayoutId xmlns:r="http://schemas.openxmlformats.org/officeDocument/2006/relationships" id="2147483724" r:id="R811882e1438d412f"/>
    <p:sldLayoutId xmlns:r="http://schemas.openxmlformats.org/officeDocument/2006/relationships" id="2147483725" r:id="R95da6b2f240e4189"/>
    <p:sldLayoutId xmlns:r="http://schemas.openxmlformats.org/officeDocument/2006/relationships" id="2147483726" r:id="Ra42b1d8866b6455c"/>
    <p:sldLayoutId xmlns:r="http://schemas.openxmlformats.org/officeDocument/2006/relationships" id="2147483727" r:id="R5bedfe27d5224802"/>
    <p:sldLayoutId xmlns:r="http://schemas.openxmlformats.org/officeDocument/2006/relationships" id="2147483728" r:id="R4cccdf87959541f6"/>
    <p:sldLayoutId xmlns:r="http://schemas.openxmlformats.org/officeDocument/2006/relationships" id="2147483729" r:id="R3f111765d3cd40ec"/>
    <p:sldLayoutId xmlns:r="http://schemas.openxmlformats.org/officeDocument/2006/relationships" id="2147483730" r:id="R9c26319ccaf24fd8"/>
    <p:sldLayoutId xmlns:r="http://schemas.openxmlformats.org/officeDocument/2006/relationships" id="2147483731" r:id="R632463d3e974423d"/>
    <p:sldLayoutId xmlns:r="http://schemas.openxmlformats.org/officeDocument/2006/relationships" id="2147483732" r:id="R9e16f73285f04cb0"/>
    <p:sldLayoutId xmlns:r="http://schemas.openxmlformats.org/officeDocument/2006/relationships" id="2147483733" r:id="R01a99dfc62374457"/>
    <p:sldLayoutId xmlns:r="http://schemas.openxmlformats.org/officeDocument/2006/relationships" id="2147483734" r:id="R99bb15a249014a35"/>
    <p:sldLayoutId xmlns:r="http://schemas.openxmlformats.org/officeDocument/2006/relationships" id="2147483735" r:id="R55dd4f99b8bd42f9"/>
    <p:sldLayoutId xmlns:r="http://schemas.openxmlformats.org/officeDocument/2006/relationships" id="2147483736" r:id="R512ca9d3a0c74a0d"/>
    <p:sldLayoutId xmlns:r="http://schemas.openxmlformats.org/officeDocument/2006/relationships" id="2147483737" r:id="R4f091108bcf2427e"/>
    <p:sldLayoutId xmlns:r="http://schemas.openxmlformats.org/officeDocument/2006/relationships" id="2147483738" r:id="R44f1161da68a4aea"/>
    <p:sldLayoutId xmlns:r="http://schemas.openxmlformats.org/officeDocument/2006/relationships" id="2147483739" r:id="R20a33a61550743ba"/>
    <p:sldLayoutId xmlns:r="http://schemas.openxmlformats.org/officeDocument/2006/relationships" id="2147483740" r:id="Rde0732d1ad5a4bfb"/>
    <p:sldLayoutId xmlns:r="http://schemas.openxmlformats.org/officeDocument/2006/relationships" id="2147483741" r:id="R6b4ac898d42147b1"/>
    <p:sldLayoutId xmlns:r="http://schemas.openxmlformats.org/officeDocument/2006/relationships" id="2147483742" r:id="R85c2d70ed4b54b23"/>
    <p:sldLayoutId xmlns:r="http://schemas.openxmlformats.org/officeDocument/2006/relationships" id="2147483743" r:id="R3ea32d566ac64460"/>
    <p:sldLayoutId xmlns:r="http://schemas.openxmlformats.org/officeDocument/2006/relationships" id="2147483744" r:id="R80ca84631a674a91"/>
    <p:sldLayoutId xmlns:r="http://schemas.openxmlformats.org/officeDocument/2006/relationships" id="2147483745" r:id="R172710e63de14337"/>
    <p:sldLayoutId xmlns:r="http://schemas.openxmlformats.org/officeDocument/2006/relationships" id="2147483746" r:id="R36a15280521448b9"/>
    <p:sldLayoutId xmlns:r="http://schemas.openxmlformats.org/officeDocument/2006/relationships" id="2147483747" r:id="Rb47ce56a25794a07"/>
    <p:sldLayoutId xmlns:r="http://schemas.openxmlformats.org/officeDocument/2006/relationships" id="2147483748" r:id="Re9ea05ca84144e75"/>
    <p:sldLayoutId xmlns:r="http://schemas.openxmlformats.org/officeDocument/2006/relationships" id="2147483749" r:id="Rf2fa6ada1f714241"/>
    <p:sldLayoutId xmlns:r="http://schemas.openxmlformats.org/officeDocument/2006/relationships" id="2147483750" r:id="R5b7516d078704632"/>
    <p:sldLayoutId xmlns:r="http://schemas.openxmlformats.org/officeDocument/2006/relationships" id="2147483751" r:id="R987dc51c48974587"/>
    <p:sldLayoutId xmlns:r="http://schemas.openxmlformats.org/officeDocument/2006/relationships" id="2147483752" r:id="R2ee65c898d8647ea"/>
    <p:sldLayoutId xmlns:r="http://schemas.openxmlformats.org/officeDocument/2006/relationships" id="2147483753" r:id="Rb203c955a8784db3"/>
    <p:sldLayoutId xmlns:r="http://schemas.openxmlformats.org/officeDocument/2006/relationships" id="2147483754" r:id="Raa2ff65309e843e0"/>
    <p:sldLayoutId xmlns:r="http://schemas.openxmlformats.org/officeDocument/2006/relationships" id="2147483755" r:id="R71aa4668a308453a"/>
    <p:sldLayoutId xmlns:r="http://schemas.openxmlformats.org/officeDocument/2006/relationships" id="2147483756" r:id="R97e8b76196fb4821"/>
    <p:sldLayoutId xmlns:r="http://schemas.openxmlformats.org/officeDocument/2006/relationships" id="2147483757" r:id="R7dad7ad1d30d4021"/>
    <p:sldLayoutId xmlns:r="http://schemas.openxmlformats.org/officeDocument/2006/relationships" id="2147483758" r:id="Rffad2efc4df64f67"/>
    <p:sldLayoutId xmlns:r="http://schemas.openxmlformats.org/officeDocument/2006/relationships" id="2147483759" r:id="R6f45e854d09f443a"/>
    <p:sldLayoutId xmlns:r="http://schemas.openxmlformats.org/officeDocument/2006/relationships" id="2147483760" r:id="R0999cc5ac5044a9f"/>
    <p:sldLayoutId xmlns:r="http://schemas.openxmlformats.org/officeDocument/2006/relationships" id="2147483761" r:id="Raaf80bb64dc0412f"/>
    <p:sldLayoutId xmlns:r="http://schemas.openxmlformats.org/officeDocument/2006/relationships" id="2147483762" r:id="R7ea54f2f487d49e6"/>
    <p:sldLayoutId xmlns:r="http://schemas.openxmlformats.org/officeDocument/2006/relationships" id="2147483763" r:id="R7afa78ffb426447f"/>
    <p:sldLayoutId xmlns:r="http://schemas.openxmlformats.org/officeDocument/2006/relationships" id="2147483764" r:id="R41fa63aeba3d44b7"/>
    <p:sldLayoutId xmlns:r="http://schemas.openxmlformats.org/officeDocument/2006/relationships" id="2147483765" r:id="R6ba40159a6ba4962"/>
    <p:sldLayoutId xmlns:r="http://schemas.openxmlformats.org/officeDocument/2006/relationships" id="2147483766" r:id="Rdb5ab5a6f91947d5"/>
    <p:sldLayoutId xmlns:r="http://schemas.openxmlformats.org/officeDocument/2006/relationships" id="2147483767" r:id="Rd68d6ade22e043b6"/>
    <p:sldLayoutId xmlns:r="http://schemas.openxmlformats.org/officeDocument/2006/relationships" id="2147483768" r:id="R7fbf2841a9434082"/>
    <p:sldLayoutId xmlns:r="http://schemas.openxmlformats.org/officeDocument/2006/relationships" id="2147483769" r:id="R668df2c9be2b43a3"/>
    <p:sldLayoutId xmlns:r="http://schemas.openxmlformats.org/officeDocument/2006/relationships" id="2147483770" r:id="Rceab6609ae41448a"/>
    <p:sldLayoutId xmlns:r="http://schemas.openxmlformats.org/officeDocument/2006/relationships" id="2147483771" r:id="R0c22c0ee489148c6"/>
    <p:sldLayoutId xmlns:r="http://schemas.openxmlformats.org/officeDocument/2006/relationships" id="2147483772" r:id="R4a02290baad24c6e"/>
    <p:sldLayoutId xmlns:r="http://schemas.openxmlformats.org/officeDocument/2006/relationships" id="2147483773" r:id="R75dc1ee72d8043a1"/>
    <p:sldLayoutId xmlns:r="http://schemas.openxmlformats.org/officeDocument/2006/relationships" id="2147483774" r:id="R903caae7f0b84da3"/>
    <p:sldLayoutId xmlns:r="http://schemas.openxmlformats.org/officeDocument/2006/relationships" id="2147483775" r:id="Rccd6b8e211164768"/>
    <p:sldLayoutId xmlns:r="http://schemas.openxmlformats.org/officeDocument/2006/relationships" id="2147483776" r:id="R0aefecb1efb54310"/>
    <p:sldLayoutId xmlns:r="http://schemas.openxmlformats.org/officeDocument/2006/relationships" id="2147483777" r:id="Recb2817820674699"/>
    <p:sldLayoutId xmlns:r="http://schemas.openxmlformats.org/officeDocument/2006/relationships" id="2147483778" r:id="R92801598826b493f"/>
    <p:sldLayoutId xmlns:r="http://schemas.openxmlformats.org/officeDocument/2006/relationships" id="2147483779" r:id="Reffc9c85bc8c4029"/>
    <p:sldLayoutId xmlns:r="http://schemas.openxmlformats.org/officeDocument/2006/relationships" id="2147483780" r:id="R43d32f8effca4328"/>
    <p:sldLayoutId xmlns:r="http://schemas.openxmlformats.org/officeDocument/2006/relationships" id="2147483781" r:id="R9e90c9d3efed46c7"/>
    <p:sldLayoutId xmlns:r="http://schemas.openxmlformats.org/officeDocument/2006/relationships" id="2147483782" r:id="R185d8f604adb43f1"/>
    <p:sldLayoutId xmlns:r="http://schemas.openxmlformats.org/officeDocument/2006/relationships" id="2147483783" r:id="R7b1f1caa91d64643"/>
    <p:sldLayoutId xmlns:r="http://schemas.openxmlformats.org/officeDocument/2006/relationships" id="2147483784" r:id="R2f570bdfe8d4437c"/>
    <p:sldLayoutId xmlns:r="http://schemas.openxmlformats.org/officeDocument/2006/relationships" id="2147483785" r:id="R0286c83619454f72"/>
    <p:sldLayoutId xmlns:r="http://schemas.openxmlformats.org/officeDocument/2006/relationships" id="2147483786" r:id="R3f4d684c64be4118"/>
    <p:sldLayoutId xmlns:r="http://schemas.openxmlformats.org/officeDocument/2006/relationships" id="2147483787" r:id="R27ab3edcd810426c"/>
    <p:sldLayoutId xmlns:r="http://schemas.openxmlformats.org/officeDocument/2006/relationships" id="2147483788" r:id="R61700d3c747a4b3f"/>
    <p:sldLayoutId xmlns:r="http://schemas.openxmlformats.org/officeDocument/2006/relationships" id="2147483789" r:id="R1e82f4bb39fd42f2"/>
    <p:sldLayoutId xmlns:r="http://schemas.openxmlformats.org/officeDocument/2006/relationships" id="2147483790" r:id="R27a069c0a40b4316"/>
    <p:sldLayoutId xmlns:r="http://schemas.openxmlformats.org/officeDocument/2006/relationships" id="2147483791" r:id="R4add8f0b22f949ee"/>
    <p:sldLayoutId xmlns:r="http://schemas.openxmlformats.org/officeDocument/2006/relationships" id="2147483792" r:id="Rdb71fe3bad7040a8"/>
    <p:sldLayoutId xmlns:r="http://schemas.openxmlformats.org/officeDocument/2006/relationships" id="2147483793" r:id="R3c5b6f083787420d"/>
    <p:sldLayoutId xmlns:r="http://schemas.openxmlformats.org/officeDocument/2006/relationships" id="2147483794" r:id="Rd4bb76436e4c4121"/>
    <p:sldLayoutId xmlns:r="http://schemas.openxmlformats.org/officeDocument/2006/relationships" id="2147483795" r:id="Raaa3297871514684"/>
    <p:sldLayoutId xmlns:r="http://schemas.openxmlformats.org/officeDocument/2006/relationships" id="2147483796" r:id="R655bb9701e5b40ed"/>
    <p:sldLayoutId xmlns:r="http://schemas.openxmlformats.org/officeDocument/2006/relationships" id="2147483797" r:id="R811c563848144d99"/>
    <p:sldLayoutId xmlns:r="http://schemas.openxmlformats.org/officeDocument/2006/relationships" id="2147483798" r:id="Rdb3d28dd3a054b55"/>
    <p:sldLayoutId xmlns:r="http://schemas.openxmlformats.org/officeDocument/2006/relationships" id="2147483799" r:id="R3b61b87cb4734e40"/>
    <p:sldLayoutId xmlns:r="http://schemas.openxmlformats.org/officeDocument/2006/relationships" id="2147483800" r:id="R11d82ea77a6b4842"/>
    <p:sldLayoutId xmlns:r="http://schemas.openxmlformats.org/officeDocument/2006/relationships" id="2147483801" r:id="R6f91f6a3c7684470"/>
    <p:sldLayoutId xmlns:r="http://schemas.openxmlformats.org/officeDocument/2006/relationships" id="2147483802" r:id="Rf3f9094405024203"/>
    <p:sldLayoutId xmlns:r="http://schemas.openxmlformats.org/officeDocument/2006/relationships" id="2147483803" r:id="R30f39eb60350462d"/>
    <p:sldLayoutId xmlns:r="http://schemas.openxmlformats.org/officeDocument/2006/relationships" id="2147483804" r:id="Rdb88119be0f44dc7"/>
    <p:sldLayoutId xmlns:r="http://schemas.openxmlformats.org/officeDocument/2006/relationships" id="2147483805" r:id="R15baa668288f4c9e"/>
    <p:sldLayoutId xmlns:r="http://schemas.openxmlformats.org/officeDocument/2006/relationships" id="2147483806" r:id="R3e12680df2d0476a"/>
    <p:sldLayoutId xmlns:r="http://schemas.openxmlformats.org/officeDocument/2006/relationships" id="2147483807" r:id="Raa3f4811672d4f0e"/>
    <p:sldLayoutId xmlns:r="http://schemas.openxmlformats.org/officeDocument/2006/relationships" id="2147483808" r:id="R9b2181235a844ea7"/>
    <p:sldLayoutId xmlns:r="http://schemas.openxmlformats.org/officeDocument/2006/relationships" id="2147483809" r:id="R4e72f929ef814cc7"/>
    <p:sldLayoutId xmlns:r="http://schemas.openxmlformats.org/officeDocument/2006/relationships" id="2147483810" r:id="R6909eaa9d5ee441b"/>
    <p:sldLayoutId xmlns:r="http://schemas.openxmlformats.org/officeDocument/2006/relationships" id="2147483811" r:id="R47701b78bb894451"/>
    <p:sldLayoutId xmlns:r="http://schemas.openxmlformats.org/officeDocument/2006/relationships" id="2147483812" r:id="R15bce4d064ee4801"/>
    <p:sldLayoutId xmlns:r="http://schemas.openxmlformats.org/officeDocument/2006/relationships" id="2147483813" r:id="R62de9ba47a7a43ac"/>
    <p:sldLayoutId xmlns:r="http://schemas.openxmlformats.org/officeDocument/2006/relationships" id="2147483814" r:id="R41b7643b34cf436f"/>
    <p:sldLayoutId xmlns:r="http://schemas.openxmlformats.org/officeDocument/2006/relationships" id="2147483815" r:id="R773768d60b92435a"/>
    <p:sldLayoutId xmlns:r="http://schemas.openxmlformats.org/officeDocument/2006/relationships" id="2147483816" r:id="Ref41e2bdd435400f"/>
    <p:sldLayoutId xmlns:r="http://schemas.openxmlformats.org/officeDocument/2006/relationships" id="2147483817" r:id="R2ffa6310d8c44d2b"/>
    <p:sldLayoutId xmlns:r="http://schemas.openxmlformats.org/officeDocument/2006/relationships" id="2147483818" r:id="Rfd2048d6575c48c7"/>
    <p:sldLayoutId xmlns:r="http://schemas.openxmlformats.org/officeDocument/2006/relationships" id="2147483819" r:id="R23f9a2039b6d467c"/>
    <p:sldLayoutId xmlns:r="http://schemas.openxmlformats.org/officeDocument/2006/relationships" id="2147483820" r:id="Rb71c080b8363411d"/>
    <p:sldLayoutId xmlns:r="http://schemas.openxmlformats.org/officeDocument/2006/relationships" id="2147483821" r:id="R0423de0d26e340b0"/>
    <p:sldLayoutId xmlns:r="http://schemas.openxmlformats.org/officeDocument/2006/relationships" id="2147483822" r:id="R25c21cc83a3c4c47"/>
    <p:sldLayoutId xmlns:r="http://schemas.openxmlformats.org/officeDocument/2006/relationships" id="2147483823" r:id="Rd19cc2f90e014261"/>
    <p:sldLayoutId xmlns:r="http://schemas.openxmlformats.org/officeDocument/2006/relationships" id="2147483824" r:id="R4dfc83d96d254108"/>
    <p:sldLayoutId xmlns:r="http://schemas.openxmlformats.org/officeDocument/2006/relationships" id="2147483825" r:id="Rd9299224bc43484e"/>
    <p:sldLayoutId xmlns:r="http://schemas.openxmlformats.org/officeDocument/2006/relationships" id="2147483826" r:id="R85a621c3a80f42bf"/>
    <p:sldLayoutId xmlns:r="http://schemas.openxmlformats.org/officeDocument/2006/relationships" id="2147483827" r:id="Rd51d1100d7114081"/>
    <p:sldLayoutId xmlns:r="http://schemas.openxmlformats.org/officeDocument/2006/relationships" id="2147483828" r:id="R5c4d42922777415b"/>
    <p:sldLayoutId xmlns:r="http://schemas.openxmlformats.org/officeDocument/2006/relationships" id="2147483829" r:id="R6c386813fbea475e"/>
    <p:sldLayoutId xmlns:r="http://schemas.openxmlformats.org/officeDocument/2006/relationships" id="2147483830" r:id="R7c0e2636f47f4665"/>
    <p:sldLayoutId xmlns:r="http://schemas.openxmlformats.org/officeDocument/2006/relationships" id="2147483831" r:id="R0ee4858d28684b79"/>
    <p:sldLayoutId xmlns:r="http://schemas.openxmlformats.org/officeDocument/2006/relationships" id="2147483832" r:id="R2a1babbdc6784160"/>
    <p:sldLayoutId xmlns:r="http://schemas.openxmlformats.org/officeDocument/2006/relationships" id="2147483833" r:id="Rd87784e2ae8c471e"/>
    <p:sldLayoutId xmlns:r="http://schemas.openxmlformats.org/officeDocument/2006/relationships" id="2147483834" r:id="R47c303bcb1824d45"/>
    <p:sldLayoutId xmlns:r="http://schemas.openxmlformats.org/officeDocument/2006/relationships" id="2147483835" r:id="Re2850f51359d4968"/>
    <p:sldLayoutId xmlns:r="http://schemas.openxmlformats.org/officeDocument/2006/relationships" id="2147483836" r:id="R7f0a2e6e47da4b41"/>
    <p:sldLayoutId xmlns:r="http://schemas.openxmlformats.org/officeDocument/2006/relationships" id="2147483837" r:id="R3ceaabdd66174c4a"/>
    <p:sldLayoutId xmlns:r="http://schemas.openxmlformats.org/officeDocument/2006/relationships" id="2147483838" r:id="R87176dec3a8c4821"/>
    <p:sldLayoutId xmlns:r="http://schemas.openxmlformats.org/officeDocument/2006/relationships" id="2147483839" r:id="Rcc74302c7a644e8f"/>
    <p:sldLayoutId xmlns:r="http://schemas.openxmlformats.org/officeDocument/2006/relationships" id="2147483840" r:id="R862feb84d32e4676"/>
    <p:sldLayoutId xmlns:r="http://schemas.openxmlformats.org/officeDocument/2006/relationships" id="2147483841" r:id="R11c1db88101f4e4e"/>
    <p:sldLayoutId xmlns:r="http://schemas.openxmlformats.org/officeDocument/2006/relationships" id="2147483842" r:id="R0f79241d73a44513"/>
    <p:sldLayoutId xmlns:r="http://schemas.openxmlformats.org/officeDocument/2006/relationships" id="2147483843" r:id="R6dcf1c0d351c4394"/>
    <p:sldLayoutId xmlns:r="http://schemas.openxmlformats.org/officeDocument/2006/relationships" id="2147483844" r:id="Rda11bfe01bb04fe4"/>
    <p:sldLayoutId xmlns:r="http://schemas.openxmlformats.org/officeDocument/2006/relationships" id="2147483845" r:id="R9d3a7a6ff15d4150"/>
    <p:sldLayoutId xmlns:r="http://schemas.openxmlformats.org/officeDocument/2006/relationships" id="2147483846" r:id="R77b989be223f40ac"/>
    <p:sldLayoutId xmlns:r="http://schemas.openxmlformats.org/officeDocument/2006/relationships" id="2147483847" r:id="R0ecff2ea99204123"/>
    <p:sldLayoutId xmlns:r="http://schemas.openxmlformats.org/officeDocument/2006/relationships" id="2147483848" r:id="Rf23d944210bf43c9"/>
    <p:sldLayoutId xmlns:r="http://schemas.openxmlformats.org/officeDocument/2006/relationships" id="2147483849" r:id="R7736ddac91d542f9"/>
    <p:sldLayoutId xmlns:r="http://schemas.openxmlformats.org/officeDocument/2006/relationships" id="2147483850" r:id="Rc34965cc53984f28"/>
    <p:sldLayoutId xmlns:r="http://schemas.openxmlformats.org/officeDocument/2006/relationships" id="2147483851" r:id="Rcd7a19afe9d1434a"/>
    <p:sldLayoutId xmlns:r="http://schemas.openxmlformats.org/officeDocument/2006/relationships" id="2147483852" r:id="R53c8df02dbff4b5c"/>
    <p:sldLayoutId xmlns:r="http://schemas.openxmlformats.org/officeDocument/2006/relationships" id="2147483853" r:id="Rbc50db0e8f8a4a22"/>
    <p:sldLayoutId xmlns:r="http://schemas.openxmlformats.org/officeDocument/2006/relationships" id="2147483854" r:id="Rd43d6b6db7b14a93"/>
    <p:sldLayoutId xmlns:r="http://schemas.openxmlformats.org/officeDocument/2006/relationships" id="2147483855" r:id="R688bf4612e004adc"/>
    <p:sldLayoutId xmlns:r="http://schemas.openxmlformats.org/officeDocument/2006/relationships" id="2147483856" r:id="R735d9e83bc3744a0"/>
    <p:sldLayoutId xmlns:r="http://schemas.openxmlformats.org/officeDocument/2006/relationships" id="2147483857" r:id="R730402847f124b48"/>
    <p:sldLayoutId xmlns:r="http://schemas.openxmlformats.org/officeDocument/2006/relationships" id="2147483858" r:id="R0c636456ea344198"/>
    <p:sldLayoutId xmlns:r="http://schemas.openxmlformats.org/officeDocument/2006/relationships" id="2147483859" r:id="Rdbd06e5a57754d5e"/>
    <p:sldLayoutId xmlns:r="http://schemas.openxmlformats.org/officeDocument/2006/relationships" id="2147483860" r:id="R48d7e51dba0d4a93"/>
    <p:sldLayoutId xmlns:r="http://schemas.openxmlformats.org/officeDocument/2006/relationships" id="2147483861" r:id="R2126487e7a4b47be"/>
    <p:sldLayoutId xmlns:r="http://schemas.openxmlformats.org/officeDocument/2006/relationships" id="2147483862" r:id="R91feb0736bf84970"/>
    <p:sldLayoutId xmlns:r="http://schemas.openxmlformats.org/officeDocument/2006/relationships" id="2147483863" r:id="Rcc71ebc0a0b1420d"/>
    <p:sldLayoutId xmlns:r="http://schemas.openxmlformats.org/officeDocument/2006/relationships" id="2147483864" r:id="R252c0cb74f7f4842"/>
    <p:sldLayoutId xmlns:r="http://schemas.openxmlformats.org/officeDocument/2006/relationships" id="2147483865" r:id="Rc3bf2ae41ae24045"/>
    <p:sldLayoutId xmlns:r="http://schemas.openxmlformats.org/officeDocument/2006/relationships" id="2147483866" r:id="Rceea07c6e04d4f3f"/>
    <p:sldLayoutId xmlns:r="http://schemas.openxmlformats.org/officeDocument/2006/relationships" id="2147483867" r:id="Rec1c6c894a454619"/>
    <p:sldLayoutId xmlns:r="http://schemas.openxmlformats.org/officeDocument/2006/relationships" id="2147483868" r:id="R535228de82ab44f8"/>
    <p:sldLayoutId xmlns:r="http://schemas.openxmlformats.org/officeDocument/2006/relationships" id="2147483869" r:id="Rdf21c3a52a8448b4"/>
    <p:sldLayoutId xmlns:r="http://schemas.openxmlformats.org/officeDocument/2006/relationships" id="2147483870" r:id="Ra2af260f346e48c8"/>
    <p:sldLayoutId xmlns:r="http://schemas.openxmlformats.org/officeDocument/2006/relationships" id="2147483871" r:id="Rc7872a4256a94c61"/>
    <p:sldLayoutId xmlns:r="http://schemas.openxmlformats.org/officeDocument/2006/relationships" id="2147483872" r:id="Rcddc887f1b184f89"/>
    <p:sldLayoutId xmlns:r="http://schemas.openxmlformats.org/officeDocument/2006/relationships" id="2147483873" r:id="R5251af00d8dc4933"/>
    <p:sldLayoutId xmlns:r="http://schemas.openxmlformats.org/officeDocument/2006/relationships" id="2147483874" r:id="R74164fc054494d12"/>
    <p:sldLayoutId xmlns:r="http://schemas.openxmlformats.org/officeDocument/2006/relationships" id="2147483875" r:id="R53d1e8b316e643bf"/>
    <p:sldLayoutId xmlns:r="http://schemas.openxmlformats.org/officeDocument/2006/relationships" id="2147483876" r:id="R4048b0e190a0445b"/>
    <p:sldLayoutId xmlns:r="http://schemas.openxmlformats.org/officeDocument/2006/relationships" id="2147483877" r:id="Rfc324ae7dee240e9"/>
    <p:sldLayoutId xmlns:r="http://schemas.openxmlformats.org/officeDocument/2006/relationships" id="2147483878" r:id="Rf05c1e67cdfa43fc"/>
    <p:sldLayoutId xmlns:r="http://schemas.openxmlformats.org/officeDocument/2006/relationships" id="2147483879" r:id="Rf919fa0adeb64e91"/>
    <p:sldLayoutId xmlns:r="http://schemas.openxmlformats.org/officeDocument/2006/relationships" id="2147483880" r:id="Rf70c60fbbc9f41c4"/>
    <p:sldLayoutId xmlns:r="http://schemas.openxmlformats.org/officeDocument/2006/relationships" id="2147483881" r:id="R52332fe4ffee46a7"/>
    <p:sldLayoutId xmlns:r="http://schemas.openxmlformats.org/officeDocument/2006/relationships" id="2147483882" r:id="Ra7ea48283f404a28"/>
    <p:sldLayoutId xmlns:r="http://schemas.openxmlformats.org/officeDocument/2006/relationships" id="2147483883" r:id="Rb0e1ecc1029546d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3b003bc64c4efe" /><Relationship Type="http://schemas.openxmlformats.org/officeDocument/2006/relationships/image" Target="/ppt/media/image.jpeg" Id="Rfef8be01cbfa4719" /><Relationship Type="http://schemas.openxmlformats.org/officeDocument/2006/relationships/image" Target="/ppt/media/image.svg" Id="R5d5e2e62d1fc4aaf" /><Relationship Type="http://schemas.openxmlformats.org/officeDocument/2006/relationships/image" Target="/ppt/media/image.png" Id="Rf9f04d9e2fbf4dd6" /><Relationship Type="http://schemas.openxmlformats.org/officeDocument/2006/relationships/image" Target="/ppt/media/image2.svg" Id="R7ddb434a4bff4e2a" /><Relationship Type="http://schemas.openxmlformats.org/officeDocument/2006/relationships/image" Target="/ppt/media/image2.png" Id="R85d4775deae74e19" /><Relationship Type="http://schemas.openxmlformats.org/officeDocument/2006/relationships/image" Target="/ppt/media/image3.svg" Id="R65c14494dfd9468d" /><Relationship Type="http://schemas.openxmlformats.org/officeDocument/2006/relationships/image" Target="/ppt/media/image3.png" Id="R5a25e4a8fa564766" /><Relationship Type="http://schemas.openxmlformats.org/officeDocument/2006/relationships/image" Target="/ppt/media/image4.svg" Id="Re8afa9e8489b44c9" /><Relationship Type="http://schemas.openxmlformats.org/officeDocument/2006/relationships/image" Target="/ppt/media/image4.png" Id="R7d659a046ab24934" /><Relationship Type="http://schemas.openxmlformats.org/officeDocument/2006/relationships/image" Target="/ppt/media/image5.svg" Id="Rc7b75b5bde8542a2" /><Relationship Type="http://schemas.openxmlformats.org/officeDocument/2006/relationships/image" Target="/ppt/media/image5.png" Id="R461f9b53b2cb468c" /><Relationship Type="http://schemas.openxmlformats.org/officeDocument/2006/relationships/image" Target="/ppt/media/image6.svg" Id="Rd481f142812b41e0" /><Relationship Type="http://schemas.openxmlformats.org/officeDocument/2006/relationships/image" Target="/ppt/media/image6.png" Id="Rdfece63d9b214f3d" /><Relationship Type="http://schemas.openxmlformats.org/officeDocument/2006/relationships/image" Target="/ppt/media/image7.svg" Id="R77d6c7198c914e7b" /><Relationship Type="http://schemas.openxmlformats.org/officeDocument/2006/relationships/image" Target="/ppt/media/image7.png" Id="Rffbaf6ff2b9d42dc" /><Relationship Type="http://schemas.openxmlformats.org/officeDocument/2006/relationships/image" Target="/ppt/media/image8.svg" Id="R56a1b3204357436e" /><Relationship Type="http://schemas.openxmlformats.org/officeDocument/2006/relationships/image" Target="/ppt/media/image8.png" Id="Rbdeb3f0dae1d4d47" /><Relationship Type="http://schemas.openxmlformats.org/officeDocument/2006/relationships/image" Target="/ppt/media/image9.svg" Id="R7c027e71132a4aa3" /><Relationship Type="http://schemas.openxmlformats.org/officeDocument/2006/relationships/image" Target="/ppt/media/image9.png" Id="R770ba83b50684e6b" /><Relationship Type="http://schemas.openxmlformats.org/officeDocument/2006/relationships/image" Target="/ppt/media/image10.svg" Id="R57c5aa37d4db42b0" /><Relationship Type="http://schemas.openxmlformats.org/officeDocument/2006/relationships/image" Target="/ppt/media/image10.png" Id="R047605500a974e36" /><Relationship Type="http://schemas.openxmlformats.org/officeDocument/2006/relationships/image" Target="/ppt/media/image11.svg" Id="Re931d628c5364e5b" /><Relationship Type="http://schemas.openxmlformats.org/officeDocument/2006/relationships/image" Target="/ppt/media/image11.png" Id="R3748f085d8134598" /><Relationship Type="http://schemas.openxmlformats.org/officeDocument/2006/relationships/image" Target="/ppt/media/image12.svg" Id="R4cca9e64a7044e26" /><Relationship Type="http://schemas.openxmlformats.org/officeDocument/2006/relationships/image" Target="/ppt/media/image12.png" Id="R2d6c0703c14145e0" /><Relationship Type="http://schemas.openxmlformats.org/officeDocument/2006/relationships/image" Target="/ppt/media/image13.svg" Id="R37f7014d634741f3" /><Relationship Type="http://schemas.openxmlformats.org/officeDocument/2006/relationships/image" Target="/ppt/media/image13.png" Id="R51f000ddd05a42a9" /><Relationship Type="http://schemas.openxmlformats.org/officeDocument/2006/relationships/image" Target="/ppt/media/image14.svg" Id="R262c65165c104e78" /><Relationship Type="http://schemas.openxmlformats.org/officeDocument/2006/relationships/notesSlide" Target="/ppt/notesSlides/notesSlide1.xml" Id="Rfc62f6304894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dd7efe725454c" /><Relationship Type="http://schemas.openxmlformats.org/officeDocument/2006/relationships/notesSlide" Target="/ppt/notesSlides/notesSlide2.xml" Id="Ra3174b6df8d042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LESSON_NUMBER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Урок 1.4</a:t>
            </a:r>
          </a:p>
        </p:txBody>
      </p:sp>
      <p:sp>
        <p:nvSpPr>
          <p:cNvPr id="2101" name="LESSON_TITLE">
            <a:extLst xmlns:a="http://schemas.openxmlformats.org/drawingml/2006/main"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41202" y="3298835"/>
            <a:ext cx="4701600" cy="106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ИНТЕРАКТИВНОГО ШАБЛОНА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8be01cbfa4719">
            <a:extLst>
              <a:ext uri="{96DAC541-7B7A-43D3-8B79-37D633B846F1}">
                <asvg:svgBlip xmlns:asvg="http://schemas.microsoft.com/office/drawing/2016/SVG/main" r:embed="R5d5e2e62d1fc4a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980000">
            <a:off x="-2657475" y="-2505075"/>
            <a:ext cx="3000375" cy="3000375"/>
          </a:xfrm>
          <a:prstGeom xmlns:a="http://schemas.openxmlformats.org/drawingml/2006/main" prst="rect">
            <a:avLst/>
          </a:prstGeom>
        </p:spPr>
      </p:pic>
      <p:pic>
        <p:nvPicPr>
          <p:cNvPr id="2119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4d9e2fbf4dd6">
            <a:extLst>
              <a:ext uri="{96DAC541-7B7A-43D3-8B79-37D633B846F1}">
                <asvg:svgBlip xmlns:asvg="http://schemas.microsoft.com/office/drawing/2016/SVG/main" r:embed="R7ddb434a4bff4e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00000">
            <a:off x="11811000" y="-1724025"/>
            <a:ext cx="2497455" cy="2497455"/>
          </a:xfrm>
          <a:prstGeom xmlns:a="http://schemas.openxmlformats.org/drawingml/2006/main" prst="rect">
            <a:avLst/>
          </a:prstGeom>
        </p:spPr>
      </p:pic>
      <p:pic>
        <p:nvPicPr>
          <p:cNvPr id="2120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4775deae74e19">
            <a:extLst>
              <a:ext uri="{96DAC541-7B7A-43D3-8B79-37D633B846F1}">
                <asvg:svgBlip xmlns:asvg="http://schemas.microsoft.com/office/drawing/2016/SVG/main" r:embed="R65c14494dfd946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20000">
            <a:off x="-1532866" y="3960709"/>
            <a:ext cx="3310700" cy="3310700"/>
          </a:xfrm>
          <a:prstGeom xmlns:a="http://schemas.openxmlformats.org/drawingml/2006/main" prst="rect">
            <a:avLst/>
          </a:prstGeom>
        </p:spPr>
      </p:pic>
      <p:pic>
        <p:nvPicPr>
          <p:cNvPr id="2121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5e4a8fa564766">
            <a:extLst>
              <a:ext uri="{96DAC541-7B7A-43D3-8B79-37D633B846F1}">
                <asvg:svgBlip xmlns:asvg="http://schemas.microsoft.com/office/drawing/2016/SVG/main" r:embed="Re8afa9e8489b44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040000">
            <a:off x="10133668" y="-3168958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22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59a046ab24934">
            <a:extLst>
              <a:ext uri="{96DAC541-7B7A-43D3-8B79-37D633B846F1}">
                <asvg:svgBlip xmlns:asvg="http://schemas.microsoft.com/office/drawing/2016/SVG/main" r:embed="Rc7b75b5bde8542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060000">
            <a:off x="190500" y="6353175"/>
            <a:ext cx="1757363" cy="1757363"/>
          </a:xfrm>
          <a:prstGeom xmlns:a="http://schemas.openxmlformats.org/drawingml/2006/main" prst="rect">
            <a:avLst/>
          </a:prstGeom>
        </p:spPr>
      </p:pic>
      <p:pic>
        <p:nvPicPr>
          <p:cNvPr id="2123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9b53b2cb468c">
            <a:extLst>
              <a:ext uri="{96DAC541-7B7A-43D3-8B79-37D633B846F1}">
                <asvg:svgBlip xmlns:asvg="http://schemas.microsoft.com/office/drawing/2016/SVG/main" r:embed="Rd481f142812b41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080000">
            <a:off x="12182475" y="2609850"/>
            <a:ext cx="2117408" cy="2117408"/>
          </a:xfrm>
          <a:prstGeom xmlns:a="http://schemas.openxmlformats.org/drawingml/2006/main" prst="rect">
            <a:avLst/>
          </a:prstGeom>
        </p:spPr>
      </p:pic>
      <p:pic>
        <p:nvPicPr>
          <p:cNvPr id="212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ce63d9b214f3d">
            <a:extLst>
              <a:ext uri="{96DAC541-7B7A-43D3-8B79-37D633B846F1}">
                <asvg:svgBlip xmlns:asvg="http://schemas.microsoft.com/office/drawing/2016/SVG/main" r:embed="R77d6c7198c914e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00000">
            <a:off x="9710281" y="-1520279"/>
            <a:ext cx="3180398" cy="3180398"/>
          </a:xfrm>
          <a:prstGeom xmlns:a="http://schemas.openxmlformats.org/drawingml/2006/main" prst="rect">
            <a:avLst/>
          </a:prstGeom>
        </p:spPr>
      </p:pic>
      <p:pic>
        <p:nvPicPr>
          <p:cNvPr id="2125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af6ff2b9d42dc">
            <a:extLst>
              <a:ext uri="{96DAC541-7B7A-43D3-8B79-37D633B846F1}">
                <asvg:svgBlip xmlns:asvg="http://schemas.microsoft.com/office/drawing/2016/SVG/main" r:embed="R56a1b320435743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20000">
            <a:off x="6286500" y="674370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126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b3f0dae1d4d47">
            <a:extLst>
              <a:ext uri="{96DAC541-7B7A-43D3-8B79-37D633B846F1}">
                <asvg:svgBlip xmlns:asvg="http://schemas.microsoft.com/office/drawing/2016/SVG/main" r:embed="R7c027e71132a4a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140000">
            <a:off x="-3937442" y="1874103"/>
            <a:ext cx="1800225" cy="1800225"/>
          </a:xfrm>
          <a:prstGeom xmlns:a="http://schemas.openxmlformats.org/drawingml/2006/main" prst="rect">
            <a:avLst/>
          </a:prstGeom>
        </p:spPr>
      </p:pic>
      <p:pic>
        <p:nvPicPr>
          <p:cNvPr id="2127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ba83b50684e6b">
            <a:extLst>
              <a:ext uri="{96DAC541-7B7A-43D3-8B79-37D633B846F1}">
                <asvg:svgBlip xmlns:asvg="http://schemas.microsoft.com/office/drawing/2016/SVG/main" r:embed="R57c5aa37d4db42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160000">
            <a:off x="12249150" y="514350"/>
            <a:ext cx="2008823" cy="2008823"/>
          </a:xfrm>
          <a:prstGeom xmlns:a="http://schemas.openxmlformats.org/drawingml/2006/main" prst="rect">
            <a:avLst/>
          </a:prstGeom>
        </p:spPr>
      </p:pic>
      <p:pic>
        <p:nvPicPr>
          <p:cNvPr id="212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605500a974e36">
            <a:extLst>
              <a:ext uri="{96DAC541-7B7A-43D3-8B79-37D633B846F1}">
                <asvg:svgBlip xmlns:asvg="http://schemas.microsoft.com/office/drawing/2016/SVG/main" r:embed="Re931d628c5364e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180000">
            <a:off x="10644363" y="5766631"/>
            <a:ext cx="1615440" cy="1615440"/>
          </a:xfrm>
          <a:prstGeom xmlns:a="http://schemas.openxmlformats.org/drawingml/2006/main" prst="rect">
            <a:avLst/>
          </a:prstGeom>
        </p:spPr>
      </p:pic>
      <p:pic>
        <p:nvPicPr>
          <p:cNvPr id="2129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8f085d8134598">
            <a:extLst>
              <a:ext uri="{96DAC541-7B7A-43D3-8B79-37D633B846F1}">
                <asvg:svgBlip xmlns:asvg="http://schemas.microsoft.com/office/drawing/2016/SVG/main" r:embed="R4cca9e64a7044e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00000">
            <a:off x="326806" y="6218699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30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c0703c14145e0">
            <a:extLst>
              <a:ext uri="{96DAC541-7B7A-43D3-8B79-37D633B846F1}">
                <asvg:svgBlip xmlns:asvg="http://schemas.microsoft.com/office/drawing/2016/SVG/main" r:embed="R37f7014d634741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4220000">
            <a:off x="1533525" y="-1600200"/>
            <a:ext cx="1414463" cy="1414463"/>
          </a:xfrm>
          <a:prstGeom xmlns:a="http://schemas.openxmlformats.org/drawingml/2006/main" prst="rect">
            <a:avLst/>
          </a:prstGeom>
        </p:spPr>
      </p:pic>
      <p:pic>
        <p:nvPicPr>
          <p:cNvPr id="2131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000ddd05a42a9">
            <a:extLst>
              <a:ext uri="{96DAC541-7B7A-43D3-8B79-37D633B846F1}">
                <asvg:svgBlip xmlns:asvg="http://schemas.microsoft.com/office/drawing/2016/SVG/main" r:embed="R262c65165c104e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5240000">
            <a:off x="11715750" y="4895850"/>
            <a:ext cx="2225993" cy="2225993"/>
          </a:xfrm>
          <a:prstGeom xmlns:a="http://schemas.openxmlformats.org/drawingml/2006/main" prst="rect">
            <a:avLst/>
          </a:prstGeom>
        </p:spPr>
      </p:pic>
      <p:sp>
        <p:nvSpPr>
          <p:cNvPr id="18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" y="53199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20874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Что следовало ответить Алексею?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«Я мастер, делай как сказано».</a:t>
            </a:r>
            <a:br/>
            <a:r>
              <a:rPr sz="1600">
                <a:latin typeface="Nunito"/>
                <a:ea typeface="Nunito"/>
                <a:cs typeface="Nunito"/>
              </a:rPr>
              <a:t>2. «Хорошо, делай как считаешь нужным».</a:t>
            </a:r>
            <a:br/>
            <a:r>
              <a:rPr sz="1600">
                <a:latin typeface="Nunito"/>
                <a:ea typeface="Nunito"/>
                <a:cs typeface="Nunito"/>
              </a:rPr>
              <a:t>3. «Покажи на чертеже, где видишь риск. Посмотрим деталь и решим, как выполнять работу».</a:t>
            </a:r>
            <a:br/>
            <a:r>
              <a:rPr sz="1600">
                <a:latin typeface="Nunito"/>
                <a:ea typeface="Nunito"/>
                <a:cs typeface="Nunito"/>
              </a:rPr>
              <a:t>4. «Обсудим потом. Сейчас не спорь при всех».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2026-08-31T07:49:39.0280000Z</dcterms:created>
  <dcterms:modified xsi:type="dcterms:W3CDTF">2026-08-31T07:49:39.0280000Z</dcterms:modified>
</coreProperties>
</file>