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52"/>
  </p:notesMasterIdLst>
  <p:sldIdLst>
    <p:sldId id="1731" r:id="rId3"/>
    <p:sldId id="261" r:id="rId4"/>
    <p:sldId id="260" r:id="rId5"/>
    <p:sldId id="263" r:id="rId6"/>
    <p:sldId id="268" r:id="rId7"/>
    <p:sldId id="297" r:id="rId8"/>
    <p:sldId id="298" r:id="rId9"/>
    <p:sldId id="269" r:id="rId10"/>
    <p:sldId id="288" r:id="rId11"/>
    <p:sldId id="294" r:id="rId12"/>
    <p:sldId id="301" r:id="rId13"/>
    <p:sldId id="292" r:id="rId14"/>
    <p:sldId id="314" r:id="rId15"/>
    <p:sldId id="315" r:id="rId16"/>
    <p:sldId id="1480" r:id="rId17"/>
    <p:sldId id="293" r:id="rId18"/>
    <p:sldId id="1735" r:id="rId19"/>
    <p:sldId id="290" r:id="rId20"/>
    <p:sldId id="1734" r:id="rId21"/>
    <p:sldId id="300" r:id="rId22"/>
    <p:sldId id="305" r:id="rId23"/>
    <p:sldId id="306" r:id="rId24"/>
    <p:sldId id="291" r:id="rId25"/>
    <p:sldId id="296" r:id="rId26"/>
    <p:sldId id="287" r:id="rId27"/>
    <p:sldId id="312" r:id="rId28"/>
    <p:sldId id="1736" r:id="rId29"/>
    <p:sldId id="308" r:id="rId30"/>
    <p:sldId id="309" r:id="rId31"/>
    <p:sldId id="307" r:id="rId32"/>
    <p:sldId id="316" r:id="rId33"/>
    <p:sldId id="313" r:id="rId34"/>
    <p:sldId id="303" r:id="rId35"/>
    <p:sldId id="304" r:id="rId36"/>
    <p:sldId id="299" r:id="rId37"/>
    <p:sldId id="302" r:id="rId38"/>
    <p:sldId id="270" r:id="rId39"/>
    <p:sldId id="310" r:id="rId40"/>
    <p:sldId id="311" r:id="rId41"/>
    <p:sldId id="317" r:id="rId42"/>
    <p:sldId id="272" r:id="rId43"/>
    <p:sldId id="273" r:id="rId44"/>
    <p:sldId id="318" r:id="rId45"/>
    <p:sldId id="319" r:id="rId46"/>
    <p:sldId id="320" r:id="rId47"/>
    <p:sldId id="1733" r:id="rId48"/>
    <p:sldId id="1729" r:id="rId49"/>
    <p:sldId id="1732" r:id="rId50"/>
    <p:sldId id="1730" r:id="rId5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41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7A07"/>
    <a:srgbClr val="FB4D4D"/>
    <a:srgbClr val="3F454F"/>
    <a:srgbClr val="6ADE78"/>
    <a:srgbClr val="1CAA2D"/>
    <a:srgbClr val="676C74"/>
    <a:srgbClr val="FA7E7E"/>
    <a:srgbClr val="A4ABB5"/>
    <a:srgbClr val="C8C8C9"/>
    <a:srgbClr val="FFA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876" y="78"/>
      </p:cViewPr>
      <p:guideLst>
        <p:guide orient="horz" pos="2137"/>
        <p:guide pos="41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Bahnschrift SemiBold Condensed" panose="020B0502040204020203" pitchFamily="34" charset="0"/>
                <a:ea typeface="+mn-ea"/>
                <a:cs typeface="Sora" pitchFamily="2" charset="0"/>
              </a:defRPr>
            </a:pPr>
            <a:r>
              <a:rPr lang="en-US" sz="2400" b="1" dirty="0">
                <a:solidFill>
                  <a:schemeClr val="tx1"/>
                </a:solidFill>
                <a:latin typeface="Bahnschrift SemiBold Condensed" panose="020B0502040204020203" pitchFamily="34" charset="0"/>
                <a:cs typeface="Sora" pitchFamily="2" charset="0"/>
              </a:rPr>
              <a:t>BUDGET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Bahnschrift SemiBold Condensed" panose="020B0502040204020203" pitchFamily="34" charset="0"/>
              <a:ea typeface="+mn-ea"/>
              <a:cs typeface="Sora" pitchFamily="2" charset="0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B0B-4766-BDFB-6F3152DBD698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B0B-4766-BDFB-6F3152DBD698}"/>
              </c:ext>
            </c:extLst>
          </c:dPt>
          <c:dPt>
            <c:idx val="5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0B-4766-BDFB-6F3152DBD698}"/>
              </c:ext>
            </c:extLst>
          </c:dPt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4.2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0B-4766-BDFB-6F3152DBD6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2.6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0B-4766-BDFB-6F3152DBD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9720080"/>
        <c:axId val="379721064"/>
      </c:barChart>
      <c:catAx>
        <c:axId val="379720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ru-RU"/>
          </a:p>
        </c:txPr>
        <c:crossAx val="379721064"/>
        <c:crosses val="autoZero"/>
        <c:auto val="1"/>
        <c:lblAlgn val="ctr"/>
        <c:lblOffset val="100"/>
        <c:noMultiLvlLbl val="0"/>
      </c:catAx>
      <c:valAx>
        <c:axId val="379721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ru-RU"/>
          </a:p>
        </c:txPr>
        <c:crossAx val="379720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Bahnschrift SemiBold Condensed" panose="020B0502040204020203" pitchFamily="34" charset="0"/>
                <a:ea typeface="+mn-ea"/>
                <a:cs typeface="Sora" pitchFamily="2" charset="0"/>
              </a:defRPr>
            </a:pPr>
            <a:r>
              <a:rPr lang="en-US" sz="2400" b="1" dirty="0">
                <a:solidFill>
                  <a:schemeClr val="tx1"/>
                </a:solidFill>
                <a:latin typeface="Bahnschrift SemiBold Condensed" panose="020B0502040204020203" pitchFamily="34" charset="0"/>
                <a:cs typeface="Sora" pitchFamily="2" charset="0"/>
              </a:rPr>
              <a:t>BUDGET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Bahnschrift SemiBold Condensed" panose="020B0502040204020203" pitchFamily="34" charset="0"/>
              <a:ea typeface="+mn-ea"/>
              <a:cs typeface="Sora" pitchFamily="2" charset="0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B0B-4766-BDFB-6F3152DBD698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B0B-4766-BDFB-6F3152DBD698}"/>
              </c:ext>
            </c:extLst>
          </c:dPt>
          <c:dPt>
            <c:idx val="5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0B-4766-BDFB-6F3152DBD698}"/>
              </c:ext>
            </c:extLst>
          </c:dPt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4.2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0B-4766-BDFB-6F3152DBD6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2.6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0B-4766-BDFB-6F3152DBD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9720080"/>
        <c:axId val="379721064"/>
      </c:barChart>
      <c:catAx>
        <c:axId val="379720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ru-RU"/>
          </a:p>
        </c:txPr>
        <c:crossAx val="379721064"/>
        <c:crosses val="autoZero"/>
        <c:auto val="1"/>
        <c:lblAlgn val="ctr"/>
        <c:lblOffset val="100"/>
        <c:noMultiLvlLbl val="0"/>
      </c:catAx>
      <c:valAx>
        <c:axId val="379721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ru-RU"/>
          </a:p>
        </c:txPr>
        <c:crossAx val="379720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Пустой слайд для диалоговых сцен и </a:t>
            </a:r>
            <a:r>
              <a:rPr lang="ru-RU" dirty="0" err="1"/>
              <a:t>интерактивностей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833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Титульный слайд курса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Титульный слайд модуля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Титульный слайд урока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текст на плашке. </a:t>
            </a:r>
            <a:r>
              <a:rPr lang="en-US" dirty="0" err="1"/>
              <a:t>Text.plain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+ 5 пунктов с короткими заголовками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2757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</a:t>
            </a:r>
            <a:r>
              <a:rPr lang="en-US" dirty="0"/>
              <a:t>4</a:t>
            </a:r>
            <a:r>
              <a:rPr lang="ru-RU" dirty="0"/>
              <a:t> пунктов с короткими заголовками и коротким </a:t>
            </a:r>
            <a:r>
              <a:rPr lang="ru-RU" dirty="0" err="1"/>
              <a:t>тектом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8185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Текст+пример</a:t>
            </a:r>
            <a:r>
              <a:rPr lang="ru-RU" dirty="0"/>
              <a:t>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Определение термина + пояснение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8674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- определение термина + пояснение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043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Термин определение + пояснение +пример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125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сравнение плохо-хорошо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0762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Ситуация - действие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360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Ситуация - действие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2411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Проблема, пример, решение </a:t>
            </a:r>
            <a:br>
              <a:rPr lang="ru-RU" dirty="0"/>
            </a:br>
            <a:r>
              <a:rPr lang="ru-RU" dirty="0"/>
              <a:t>Или проблема. Пояснение, решение</a:t>
            </a:r>
            <a:br>
              <a:rPr lang="ru-RU" dirty="0"/>
            </a:br>
            <a:r>
              <a:rPr lang="ru-RU" dirty="0"/>
              <a:t>Или исследование, вывод, пример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1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 + сравнение двух схожих элементов или явлений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38977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 + сравнение двух схожих элементов или явлений, много текста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5532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Тезис+пример+иллюстрация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421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реплика Дениса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148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текст+иллюстрация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87516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Большой </a:t>
            </a:r>
            <a:r>
              <a:rPr lang="ru-RU" dirty="0" err="1"/>
              <a:t>текст+иллюстрация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49859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чеклист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04550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на весь слайд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138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текст +вывод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764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3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47098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маркированный список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2680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основная мысль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8214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6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71709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список из </a:t>
            </a:r>
            <a:r>
              <a:rPr lang="en-US"/>
              <a:t>5</a:t>
            </a:r>
            <a:r>
              <a:rPr lang="ru-RU"/>
              <a:t> </a:t>
            </a:r>
            <a:r>
              <a:rPr lang="ru-RU" dirty="0"/>
              <a:t>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9654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4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12378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ключевая мысль.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3462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нумерованный список  и картинка. Если пунктов больше или меньше, добавить текстом.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18330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Классификация 3 элемента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1328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Классификация 4 элемента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7500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Короткий текст + список 6 пунктов или классификация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33347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+ 6 плашек с коротким заголовком и текстом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3541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Текст+3 плашки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Текст+ 4 плашки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60515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Текст+ 6 плашек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85727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Развитие ситуации, шаги, процесс. Если менее 5 шагов, оставляем лишние пустыми. Можно уменьшать текст при переполнении до 14.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2726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Стадии, шаги 3-4 шага. </a:t>
            </a:r>
            <a:br>
              <a:rPr lang="ru-RU" dirty="0"/>
            </a:br>
            <a:r>
              <a:rPr lang="ru-RU" dirty="0"/>
              <a:t>Если 3 шага, один оставить пустым.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Стадии, шаги, процесс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Длинный процесс 6 шагов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3874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Шаги, процесс, можно под список однородных понятий, 3-4 шага. </a:t>
            </a:r>
            <a:br>
              <a:rPr lang="ru-RU" dirty="0"/>
            </a:br>
            <a:r>
              <a:rPr lang="ru-RU" dirty="0"/>
              <a:t>Если 3 шага, один оставить пустым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7642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  4 шага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9483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 3 шага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455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Статистика 3 цифры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9676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Статистика 4 цифры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9800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Таймлайн</a:t>
            </a:r>
            <a:r>
              <a:rPr lang="ru-RU" dirty="0"/>
              <a:t>, процесс. Если менее 5 пунктов, то оставить пустыми. Если более 5 пунктов, то лишний текст в заметки слайда.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652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3">
            <a:extLst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49" y="3002440"/>
            <a:ext cx="4702800" cy="177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33">
            <a:extLst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839433" y="1323640"/>
            <a:ext cx="2088800" cy="1440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>
            <a:r>
              <a:t>xx%</a:t>
            </a:r>
          </a:p>
        </p:txBody>
      </p:sp>
      <p:sp>
        <p:nvSpPr>
          <p:cNvPr id="1259" name="Google Shape;1259;p33">
            <a:extLst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9449" y="5019631"/>
            <a:ext cx="3185600" cy="777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>
            <a:endParaRPr/>
          </a:p>
        </p:txBody>
      </p:sp>
      <p:cxnSp>
        <p:nvCxnSpPr>
          <p:cNvPr id="1268" name="Google Shape;1260;p33"/>
          <p:cNvCxnSpPr/>
          <p:nvPr/>
        </p:nvCxnSpPr>
        <p:spPr>
          <a:xfrm rot="10800000">
            <a:off x="3971184" y="2820651"/>
            <a:ext cx="82208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>
            <a:extLst>
              <a:ext uri="{FF2B5EF4-FFF2-40B4-BE49-F238E27FC236}">
                <a16:creationId xmlns:a16="http://schemas.microsoft.com/office/drawing/2014/main" id="{90FD6B1D-6012-41D5-A54B-6645C2155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600" y="1658100"/>
            <a:ext cx="6328400" cy="2736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0A1F4081-0714-4830-AB4A-1AD9C186E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1267" y="4394900"/>
            <a:ext cx="4389600" cy="1056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Nunito"/>
                <a:ea typeface="Nunito"/>
                <a:cs typeface="Nuni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0">
            <a:extLst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22580"/>
            <a:ext cx="4553520" cy="2189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162" name="Google Shape;1162;p30">
            <a:extLst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9433" y="2586565"/>
            <a:ext cx="4701600" cy="218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9" name="Google Shape;1163;p30"/>
          <p:cNvCxnSpPr/>
          <p:nvPr/>
        </p:nvCxnSpPr>
        <p:spPr>
          <a:xfrm>
            <a:off x="6096000" y="-162400"/>
            <a:ext cx="0" cy="501400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1251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ackgour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878703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9086015-4857-44A6-BF76-194CF6EC5C5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472362" y="1784350"/>
            <a:ext cx="3321050" cy="3311526"/>
          </a:xfrm>
          <a:custGeom>
            <a:avLst/>
            <a:gdLst>
              <a:gd name="connsiteX0" fmla="*/ 1660525 w 3321050"/>
              <a:gd name="connsiteY0" fmla="*/ 0 h 3311526"/>
              <a:gd name="connsiteX1" fmla="*/ 3321050 w 3321050"/>
              <a:gd name="connsiteY1" fmla="*/ 1655763 h 3311526"/>
              <a:gd name="connsiteX2" fmla="*/ 1660525 w 3321050"/>
              <a:gd name="connsiteY2" fmla="*/ 3311526 h 3311526"/>
              <a:gd name="connsiteX3" fmla="*/ 0 w 3321050"/>
              <a:gd name="connsiteY3" fmla="*/ 1655763 h 3311526"/>
              <a:gd name="connsiteX4" fmla="*/ 1660525 w 3321050"/>
              <a:gd name="connsiteY4" fmla="*/ 0 h 3311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1050" h="3311526">
                <a:moveTo>
                  <a:pt x="1660525" y="0"/>
                </a:moveTo>
                <a:cubicBezTo>
                  <a:pt x="2577608" y="0"/>
                  <a:pt x="3321050" y="741310"/>
                  <a:pt x="3321050" y="1655763"/>
                </a:cubicBezTo>
                <a:cubicBezTo>
                  <a:pt x="3321050" y="2570216"/>
                  <a:pt x="2577608" y="3311526"/>
                  <a:pt x="1660525" y="3311526"/>
                </a:cubicBezTo>
                <a:cubicBezTo>
                  <a:pt x="743442" y="3311526"/>
                  <a:pt x="0" y="2570216"/>
                  <a:pt x="0" y="1655763"/>
                </a:cubicBezTo>
                <a:cubicBezTo>
                  <a:pt x="0" y="741310"/>
                  <a:pt x="743442" y="0"/>
                  <a:pt x="166052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127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28153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816725" y="781050"/>
            <a:ext cx="4543560" cy="5270530"/>
          </a:xfrm>
          <a:custGeom>
            <a:avLst/>
            <a:gdLst>
              <a:gd name="connsiteX0" fmla="*/ 0 w 4543560"/>
              <a:gd name="connsiteY0" fmla="*/ 0 h 5270530"/>
              <a:gd name="connsiteX1" fmla="*/ 4543560 w 4543560"/>
              <a:gd name="connsiteY1" fmla="*/ 2635265 h 5270530"/>
              <a:gd name="connsiteX2" fmla="*/ 0 w 4543560"/>
              <a:gd name="connsiteY2" fmla="*/ 5270530 h 52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3560" h="5270530">
                <a:moveTo>
                  <a:pt x="0" y="0"/>
                </a:moveTo>
                <a:lnTo>
                  <a:pt x="4543560" y="2635265"/>
                </a:lnTo>
                <a:lnTo>
                  <a:pt x="0" y="52705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9439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213725" y="1508126"/>
            <a:ext cx="3727450" cy="3711575"/>
          </a:xfrm>
          <a:custGeom>
            <a:avLst/>
            <a:gdLst>
              <a:gd name="connsiteX0" fmla="*/ 12700 w 3727450"/>
              <a:gd name="connsiteY0" fmla="*/ 0 h 3711575"/>
              <a:gd name="connsiteX1" fmla="*/ 1873250 w 3727450"/>
              <a:gd name="connsiteY1" fmla="*/ 0 h 3711575"/>
              <a:gd name="connsiteX2" fmla="*/ 3727450 w 3727450"/>
              <a:gd name="connsiteY2" fmla="*/ 1849438 h 3711575"/>
              <a:gd name="connsiteX3" fmla="*/ 1860550 w 3727450"/>
              <a:gd name="connsiteY3" fmla="*/ 3711575 h 3711575"/>
              <a:gd name="connsiteX4" fmla="*/ 0 w 3727450"/>
              <a:gd name="connsiteY4" fmla="*/ 3711575 h 3711575"/>
              <a:gd name="connsiteX5" fmla="*/ 1866900 w 3727450"/>
              <a:gd name="connsiteY5" fmla="*/ 1849438 h 371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27450" h="3711575">
                <a:moveTo>
                  <a:pt x="12700" y="0"/>
                </a:moveTo>
                <a:lnTo>
                  <a:pt x="1873250" y="0"/>
                </a:lnTo>
                <a:lnTo>
                  <a:pt x="3727450" y="1849438"/>
                </a:lnTo>
                <a:lnTo>
                  <a:pt x="1860550" y="3711575"/>
                </a:lnTo>
                <a:lnTo>
                  <a:pt x="0" y="3711575"/>
                </a:lnTo>
                <a:lnTo>
                  <a:pt x="1866900" y="18494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40953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Pag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16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14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948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017588" y="1082675"/>
            <a:ext cx="4705350" cy="4692650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413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6870700" cy="4113212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603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846638" y="1081088"/>
            <a:ext cx="4916488" cy="5776912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85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622425" y="2098675"/>
            <a:ext cx="1924050" cy="2181225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480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638174" y="1654175"/>
            <a:ext cx="3559175" cy="5205413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43865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6588125" y="646113"/>
            <a:ext cx="4716463" cy="6196013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6164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952226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_ Cover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29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5920260" y="1"/>
            <a:ext cx="6271741" cy="2271713"/>
          </a:xfrm>
          <a:custGeom>
            <a:avLst/>
            <a:gdLst>
              <a:gd name="connsiteX0" fmla="*/ 0 w 6271741"/>
              <a:gd name="connsiteY0" fmla="*/ 0 h 2271713"/>
              <a:gd name="connsiteX1" fmla="*/ 6271741 w 6271741"/>
              <a:gd name="connsiteY1" fmla="*/ 0 h 2271713"/>
              <a:gd name="connsiteX2" fmla="*/ 6271741 w 6271741"/>
              <a:gd name="connsiteY2" fmla="*/ 2271713 h 2271713"/>
              <a:gd name="connsiteX3" fmla="*/ 1438520 w 6271741"/>
              <a:gd name="connsiteY3" fmla="*/ 2271713 h 227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71741" h="2271713">
                <a:moveTo>
                  <a:pt x="0" y="0"/>
                </a:moveTo>
                <a:lnTo>
                  <a:pt x="6271741" y="0"/>
                </a:lnTo>
                <a:lnTo>
                  <a:pt x="6271741" y="2271713"/>
                </a:lnTo>
                <a:lnTo>
                  <a:pt x="1438520" y="22717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101291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837113" y="0"/>
            <a:ext cx="7354888" cy="6858000"/>
          </a:xfrm>
          <a:custGeom>
            <a:avLst/>
            <a:gdLst>
              <a:gd name="connsiteX0" fmla="*/ 0 w 7354888"/>
              <a:gd name="connsiteY0" fmla="*/ 0 h 6858000"/>
              <a:gd name="connsiteX1" fmla="*/ 7354888 w 7354888"/>
              <a:gd name="connsiteY1" fmla="*/ 0 h 6858000"/>
              <a:gd name="connsiteX2" fmla="*/ 7354888 w 7354888"/>
              <a:gd name="connsiteY2" fmla="*/ 6858000 h 6858000"/>
              <a:gd name="connsiteX3" fmla="*/ 5605463 w 7354888"/>
              <a:gd name="connsiteY3" fmla="*/ 6858000 h 6858000"/>
              <a:gd name="connsiteX4" fmla="*/ 3611563 w 7354888"/>
              <a:gd name="connsiteY4" fmla="*/ 4418013 h 6858000"/>
              <a:gd name="connsiteX5" fmla="*/ 2830513 w 7354888"/>
              <a:gd name="connsiteY5" fmla="*/ 345598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54888" h="6858000">
                <a:moveTo>
                  <a:pt x="0" y="0"/>
                </a:moveTo>
                <a:lnTo>
                  <a:pt x="7354888" y="0"/>
                </a:lnTo>
                <a:lnTo>
                  <a:pt x="7354888" y="6858000"/>
                </a:lnTo>
                <a:lnTo>
                  <a:pt x="5605463" y="6858000"/>
                </a:lnTo>
                <a:lnTo>
                  <a:pt x="3611563" y="4418013"/>
                </a:lnTo>
                <a:lnTo>
                  <a:pt x="2830513" y="34559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28045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-1" y="850899"/>
            <a:ext cx="6829736" cy="5156200"/>
          </a:xfrm>
          <a:custGeom>
            <a:avLst/>
            <a:gdLst>
              <a:gd name="connsiteX0" fmla="*/ 0 w 6829736"/>
              <a:gd name="connsiteY0" fmla="*/ 0 h 5156200"/>
              <a:gd name="connsiteX1" fmla="*/ 4255168 w 6829736"/>
              <a:gd name="connsiteY1" fmla="*/ 0 h 5156200"/>
              <a:gd name="connsiteX2" fmla="*/ 6829736 w 6829736"/>
              <a:gd name="connsiteY2" fmla="*/ 2578100 h 5156200"/>
              <a:gd name="connsiteX3" fmla="*/ 4255168 w 6829736"/>
              <a:gd name="connsiteY3" fmla="*/ 5156200 h 5156200"/>
              <a:gd name="connsiteX4" fmla="*/ 0 w 6829736"/>
              <a:gd name="connsiteY4" fmla="*/ 5156200 h 5156200"/>
              <a:gd name="connsiteX5" fmla="*/ 0 w 6829736"/>
              <a:gd name="connsiteY5" fmla="*/ 4309133 h 5156200"/>
              <a:gd name="connsiteX6" fmla="*/ 4110979 w 6829736"/>
              <a:gd name="connsiteY6" fmla="*/ 4309133 h 5156200"/>
              <a:gd name="connsiteX7" fmla="*/ 4244904 w 6829736"/>
              <a:gd name="connsiteY7" fmla="*/ 4301564 h 5156200"/>
              <a:gd name="connsiteX8" fmla="*/ 4289047 w 6829736"/>
              <a:gd name="connsiteY8" fmla="*/ 4299346 h 5156200"/>
              <a:gd name="connsiteX9" fmla="*/ 4291992 w 6829736"/>
              <a:gd name="connsiteY9" fmla="*/ 4298903 h 5156200"/>
              <a:gd name="connsiteX10" fmla="*/ 4310679 w 6829736"/>
              <a:gd name="connsiteY10" fmla="*/ 4297847 h 5156200"/>
              <a:gd name="connsiteX11" fmla="*/ 4403839 w 6829736"/>
              <a:gd name="connsiteY11" fmla="*/ 4282083 h 5156200"/>
              <a:gd name="connsiteX12" fmla="*/ 4463363 w 6829736"/>
              <a:gd name="connsiteY12" fmla="*/ 4273132 h 5156200"/>
              <a:gd name="connsiteX13" fmla="*/ 4477059 w 6829736"/>
              <a:gd name="connsiteY13" fmla="*/ 4269693 h 5156200"/>
              <a:gd name="connsiteX14" fmla="*/ 4505897 w 6829736"/>
              <a:gd name="connsiteY14" fmla="*/ 4264814 h 5156200"/>
              <a:gd name="connsiteX15" fmla="*/ 4579601 w 6829736"/>
              <a:gd name="connsiteY15" fmla="*/ 4243950 h 5156200"/>
              <a:gd name="connsiteX16" fmla="*/ 4633163 w 6829736"/>
              <a:gd name="connsiteY16" fmla="*/ 4230504 h 5156200"/>
              <a:gd name="connsiteX17" fmla="*/ 4657225 w 6829736"/>
              <a:gd name="connsiteY17" fmla="*/ 4221978 h 5156200"/>
              <a:gd name="connsiteX18" fmla="*/ 4695048 w 6829736"/>
              <a:gd name="connsiteY18" fmla="*/ 4211271 h 5156200"/>
              <a:gd name="connsiteX19" fmla="*/ 4752610 w 6829736"/>
              <a:gd name="connsiteY19" fmla="*/ 4188179 h 5156200"/>
              <a:gd name="connsiteX20" fmla="*/ 4797335 w 6829736"/>
              <a:gd name="connsiteY20" fmla="*/ 4172331 h 5156200"/>
              <a:gd name="connsiteX21" fmla="*/ 4831361 w 6829736"/>
              <a:gd name="connsiteY21" fmla="*/ 4156586 h 5156200"/>
              <a:gd name="connsiteX22" fmla="*/ 4876548 w 6829736"/>
              <a:gd name="connsiteY22" fmla="*/ 4138458 h 5156200"/>
              <a:gd name="connsiteX23" fmla="*/ 4919589 w 6829736"/>
              <a:gd name="connsiteY23" fmla="*/ 4115759 h 5156200"/>
              <a:gd name="connsiteX24" fmla="*/ 4954766 w 6829736"/>
              <a:gd name="connsiteY24" fmla="*/ 4099482 h 5156200"/>
              <a:gd name="connsiteX25" fmla="*/ 4998509 w 6829736"/>
              <a:gd name="connsiteY25" fmla="*/ 4074140 h 5156200"/>
              <a:gd name="connsiteX26" fmla="*/ 5048814 w 6829736"/>
              <a:gd name="connsiteY26" fmla="*/ 4047611 h 5156200"/>
              <a:gd name="connsiteX27" fmla="*/ 5078729 w 6829736"/>
              <a:gd name="connsiteY27" fmla="*/ 4027666 h 5156200"/>
              <a:gd name="connsiteX28" fmla="*/ 5104344 w 6829736"/>
              <a:gd name="connsiteY28" fmla="*/ 4012826 h 5156200"/>
              <a:gd name="connsiteX29" fmla="*/ 5158212 w 6829736"/>
              <a:gd name="connsiteY29" fmla="*/ 3974672 h 5156200"/>
              <a:gd name="connsiteX30" fmla="*/ 5210261 w 6829736"/>
              <a:gd name="connsiteY30" fmla="*/ 3939970 h 5156200"/>
              <a:gd name="connsiteX31" fmla="*/ 5228544 w 6829736"/>
              <a:gd name="connsiteY31" fmla="*/ 3924857 h 5156200"/>
              <a:gd name="connsiteX32" fmla="*/ 5244956 w 6829736"/>
              <a:gd name="connsiteY32" fmla="*/ 3913233 h 5156200"/>
              <a:gd name="connsiteX33" fmla="*/ 5312277 w 6829736"/>
              <a:gd name="connsiteY33" fmla="*/ 3855646 h 5156200"/>
              <a:gd name="connsiteX34" fmla="*/ 5359307 w 6829736"/>
              <a:gd name="connsiteY34" fmla="*/ 3816771 h 5156200"/>
              <a:gd name="connsiteX35" fmla="*/ 5367639 w 6829736"/>
              <a:gd name="connsiteY35" fmla="*/ 3808287 h 5156200"/>
              <a:gd name="connsiteX36" fmla="*/ 5375490 w 6829736"/>
              <a:gd name="connsiteY36" fmla="*/ 3801571 h 5156200"/>
              <a:gd name="connsiteX37" fmla="*/ 5488762 w 6829736"/>
              <a:gd name="connsiteY37" fmla="*/ 3684960 h 5156200"/>
              <a:gd name="connsiteX38" fmla="*/ 5494366 w 6829736"/>
              <a:gd name="connsiteY38" fmla="*/ 3679254 h 5156200"/>
              <a:gd name="connsiteX39" fmla="*/ 5494661 w 6829736"/>
              <a:gd name="connsiteY39" fmla="*/ 3678887 h 5156200"/>
              <a:gd name="connsiteX40" fmla="*/ 5488762 w 6829736"/>
              <a:gd name="connsiteY40" fmla="*/ 3684960 h 5156200"/>
              <a:gd name="connsiteX41" fmla="*/ 5367639 w 6829736"/>
              <a:gd name="connsiteY41" fmla="*/ 3808287 h 5156200"/>
              <a:gd name="connsiteX42" fmla="*/ 5312277 w 6829736"/>
              <a:gd name="connsiteY42" fmla="*/ 3855646 h 5156200"/>
              <a:gd name="connsiteX43" fmla="*/ 5228544 w 6829736"/>
              <a:gd name="connsiteY43" fmla="*/ 3924857 h 5156200"/>
              <a:gd name="connsiteX44" fmla="*/ 5158212 w 6829736"/>
              <a:gd name="connsiteY44" fmla="*/ 3974672 h 5156200"/>
              <a:gd name="connsiteX45" fmla="*/ 5078729 w 6829736"/>
              <a:gd name="connsiteY45" fmla="*/ 4027666 h 5156200"/>
              <a:gd name="connsiteX46" fmla="*/ 4998509 w 6829736"/>
              <a:gd name="connsiteY46" fmla="*/ 4074140 h 5156200"/>
              <a:gd name="connsiteX47" fmla="*/ 4919589 w 6829736"/>
              <a:gd name="connsiteY47" fmla="*/ 4115759 h 5156200"/>
              <a:gd name="connsiteX48" fmla="*/ 4831361 w 6829736"/>
              <a:gd name="connsiteY48" fmla="*/ 4156586 h 5156200"/>
              <a:gd name="connsiteX49" fmla="*/ 4752610 w 6829736"/>
              <a:gd name="connsiteY49" fmla="*/ 4188179 h 5156200"/>
              <a:gd name="connsiteX50" fmla="*/ 4657225 w 6829736"/>
              <a:gd name="connsiteY50" fmla="*/ 4221978 h 5156200"/>
              <a:gd name="connsiteX51" fmla="*/ 4579601 w 6829736"/>
              <a:gd name="connsiteY51" fmla="*/ 4243950 h 5156200"/>
              <a:gd name="connsiteX52" fmla="*/ 4477059 w 6829736"/>
              <a:gd name="connsiteY52" fmla="*/ 4269693 h 5156200"/>
              <a:gd name="connsiteX53" fmla="*/ 4403839 w 6829736"/>
              <a:gd name="connsiteY53" fmla="*/ 4282083 h 5156200"/>
              <a:gd name="connsiteX54" fmla="*/ 4291992 w 6829736"/>
              <a:gd name="connsiteY54" fmla="*/ 4298903 h 5156200"/>
              <a:gd name="connsiteX55" fmla="*/ 4244904 w 6829736"/>
              <a:gd name="connsiteY55" fmla="*/ 4301564 h 5156200"/>
              <a:gd name="connsiteX56" fmla="*/ 4111328 w 6829736"/>
              <a:gd name="connsiteY56" fmla="*/ 4308277 h 5156200"/>
              <a:gd name="connsiteX57" fmla="*/ 0 w 6829736"/>
              <a:gd name="connsiteY57" fmla="*/ 4308277 h 5156200"/>
              <a:gd name="connsiteX58" fmla="*/ 0 w 6829736"/>
              <a:gd name="connsiteY58" fmla="*/ 847924 h 5156200"/>
              <a:gd name="connsiteX59" fmla="*/ 4194645 w 6829736"/>
              <a:gd name="connsiteY59" fmla="*/ 847924 h 5156200"/>
              <a:gd name="connsiteX60" fmla="*/ 4326816 w 6829736"/>
              <a:gd name="connsiteY60" fmla="*/ 854602 h 5156200"/>
              <a:gd name="connsiteX61" fmla="*/ 4374375 w 6829736"/>
              <a:gd name="connsiteY61" fmla="*/ 857305 h 5156200"/>
              <a:gd name="connsiteX62" fmla="*/ 4483788 w 6829736"/>
              <a:gd name="connsiteY62" fmla="*/ 874013 h 5156200"/>
              <a:gd name="connsiteX63" fmla="*/ 4556629 w 6829736"/>
              <a:gd name="connsiteY63" fmla="*/ 886550 h 5156200"/>
              <a:gd name="connsiteX64" fmla="*/ 4655935 w 6829736"/>
              <a:gd name="connsiteY64" fmla="*/ 912099 h 5156200"/>
              <a:gd name="connsiteX65" fmla="*/ 4732358 w 6829736"/>
              <a:gd name="connsiteY65" fmla="*/ 934329 h 5156200"/>
              <a:gd name="connsiteX66" fmla="*/ 4823878 w 6829736"/>
              <a:gd name="connsiteY66" fmla="*/ 967847 h 5156200"/>
              <a:gd name="connsiteX67" fmla="*/ 4900712 w 6829736"/>
              <a:gd name="connsiteY67" fmla="*/ 999817 h 5156200"/>
              <a:gd name="connsiteX68" fmla="*/ 4984607 w 6829736"/>
              <a:gd name="connsiteY68" fmla="*/ 1040258 h 5156200"/>
              <a:gd name="connsiteX69" fmla="*/ 5061003 w 6829736"/>
              <a:gd name="connsiteY69" fmla="*/ 1082402 h 5156200"/>
              <a:gd name="connsiteX70" fmla="*/ 5136588 w 6829736"/>
              <a:gd name="connsiteY70" fmla="*/ 1128353 h 5156200"/>
              <a:gd name="connsiteX71" fmla="*/ 5213040 w 6829736"/>
              <a:gd name="connsiteY71" fmla="*/ 1182096 h 5156200"/>
              <a:gd name="connsiteX72" fmla="*/ 5278610 w 6829736"/>
              <a:gd name="connsiteY72" fmla="*/ 1231164 h 5156200"/>
              <a:gd name="connsiteX73" fmla="*/ 5358847 w 6829736"/>
              <a:gd name="connsiteY73" fmla="*/ 1301601 h 5156200"/>
              <a:gd name="connsiteX74" fmla="*/ 5409562 w 6829736"/>
              <a:gd name="connsiteY74" fmla="*/ 1347730 h 5156200"/>
              <a:gd name="connsiteX75" fmla="*/ 5526074 w 6829736"/>
              <a:gd name="connsiteY75" fmla="*/ 1474576 h 5156200"/>
              <a:gd name="connsiteX76" fmla="*/ 5528368 w 6829736"/>
              <a:gd name="connsiteY76" fmla="*/ 1477102 h 5156200"/>
              <a:gd name="connsiteX77" fmla="*/ 5528251 w 6829736"/>
              <a:gd name="connsiteY77" fmla="*/ 1476946 h 5156200"/>
              <a:gd name="connsiteX78" fmla="*/ 5526074 w 6829736"/>
              <a:gd name="connsiteY78" fmla="*/ 1474576 h 5156200"/>
              <a:gd name="connsiteX79" fmla="*/ 5417148 w 6829736"/>
              <a:gd name="connsiteY79" fmla="*/ 1354630 h 5156200"/>
              <a:gd name="connsiteX80" fmla="*/ 5409562 w 6829736"/>
              <a:gd name="connsiteY80" fmla="*/ 1347730 h 5156200"/>
              <a:gd name="connsiteX81" fmla="*/ 5401937 w 6829736"/>
              <a:gd name="connsiteY81" fmla="*/ 1339429 h 5156200"/>
              <a:gd name="connsiteX82" fmla="*/ 5358847 w 6829736"/>
              <a:gd name="connsiteY82" fmla="*/ 1301601 h 5156200"/>
              <a:gd name="connsiteX83" fmla="*/ 5294384 w 6829736"/>
              <a:gd name="connsiteY83" fmla="*/ 1242969 h 5156200"/>
              <a:gd name="connsiteX84" fmla="*/ 5278610 w 6829736"/>
              <a:gd name="connsiteY84" fmla="*/ 1231164 h 5156200"/>
              <a:gd name="connsiteX85" fmla="*/ 5261599 w 6829736"/>
              <a:gd name="connsiteY85" fmla="*/ 1216231 h 5156200"/>
              <a:gd name="connsiteX86" fmla="*/ 5213040 w 6829736"/>
              <a:gd name="connsiteY86" fmla="*/ 1182096 h 5156200"/>
              <a:gd name="connsiteX87" fmla="*/ 5161298 w 6829736"/>
              <a:gd name="connsiteY87" fmla="*/ 1143375 h 5156200"/>
              <a:gd name="connsiteX88" fmla="*/ 5136588 w 6829736"/>
              <a:gd name="connsiteY88" fmla="*/ 1128353 h 5156200"/>
              <a:gd name="connsiteX89" fmla="*/ 5108472 w 6829736"/>
              <a:gd name="connsiteY89" fmla="*/ 1108589 h 5156200"/>
              <a:gd name="connsiteX90" fmla="*/ 5061003 w 6829736"/>
              <a:gd name="connsiteY90" fmla="*/ 1082402 h 5156200"/>
              <a:gd name="connsiteX91" fmla="*/ 5018758 w 6829736"/>
              <a:gd name="connsiteY91" fmla="*/ 1056720 h 5156200"/>
              <a:gd name="connsiteX92" fmla="*/ 4984607 w 6829736"/>
              <a:gd name="connsiteY92" fmla="*/ 1040258 h 5156200"/>
              <a:gd name="connsiteX93" fmla="*/ 4943794 w 6829736"/>
              <a:gd name="connsiteY93" fmla="*/ 1017743 h 5156200"/>
              <a:gd name="connsiteX94" fmla="*/ 4900712 w 6829736"/>
              <a:gd name="connsiteY94" fmla="*/ 999817 h 5156200"/>
              <a:gd name="connsiteX95" fmla="*/ 4867633 w 6829736"/>
              <a:gd name="connsiteY95" fmla="*/ 983871 h 5156200"/>
              <a:gd name="connsiteX96" fmla="*/ 4823878 w 6829736"/>
              <a:gd name="connsiteY96" fmla="*/ 967847 h 5156200"/>
              <a:gd name="connsiteX97" fmla="*/ 4768800 w 6829736"/>
              <a:gd name="connsiteY97" fmla="*/ 944929 h 5156200"/>
              <a:gd name="connsiteX98" fmla="*/ 4732358 w 6829736"/>
              <a:gd name="connsiteY98" fmla="*/ 934329 h 5156200"/>
              <a:gd name="connsiteX99" fmla="*/ 4708790 w 6829736"/>
              <a:gd name="connsiteY99" fmla="*/ 925698 h 5156200"/>
              <a:gd name="connsiteX100" fmla="*/ 4655935 w 6829736"/>
              <a:gd name="connsiteY100" fmla="*/ 912099 h 5156200"/>
              <a:gd name="connsiteX101" fmla="*/ 4584727 w 6829736"/>
              <a:gd name="connsiteY101" fmla="*/ 891387 h 5156200"/>
              <a:gd name="connsiteX102" fmla="*/ 4556629 w 6829736"/>
              <a:gd name="connsiteY102" fmla="*/ 886550 h 5156200"/>
              <a:gd name="connsiteX103" fmla="*/ 4543099 w 6829736"/>
              <a:gd name="connsiteY103" fmla="*/ 883070 h 5156200"/>
              <a:gd name="connsiteX104" fmla="*/ 4483788 w 6829736"/>
              <a:gd name="connsiteY104" fmla="*/ 874013 h 5156200"/>
              <a:gd name="connsiteX105" fmla="*/ 4392811 w 6829736"/>
              <a:gd name="connsiteY105" fmla="*/ 858353 h 5156200"/>
              <a:gd name="connsiteX106" fmla="*/ 4374375 w 6829736"/>
              <a:gd name="connsiteY106" fmla="*/ 857305 h 5156200"/>
              <a:gd name="connsiteX107" fmla="*/ 4371428 w 6829736"/>
              <a:gd name="connsiteY107" fmla="*/ 856855 h 5156200"/>
              <a:gd name="connsiteX108" fmla="*/ 4326816 w 6829736"/>
              <a:gd name="connsiteY108" fmla="*/ 854602 h 5156200"/>
              <a:gd name="connsiteX109" fmla="*/ 4194288 w 6829736"/>
              <a:gd name="connsiteY109" fmla="*/ 847067 h 5156200"/>
              <a:gd name="connsiteX110" fmla="*/ 0 w 6829736"/>
              <a:gd name="connsiteY110" fmla="*/ 847067 h 5156200"/>
              <a:gd name="connsiteX111" fmla="*/ 0 w 6829736"/>
              <a:gd name="connsiteY111" fmla="*/ 0 h 515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829736" h="5156200">
                <a:moveTo>
                  <a:pt x="0" y="0"/>
                </a:moveTo>
                <a:cubicBezTo>
                  <a:pt x="0" y="0"/>
                  <a:pt x="0" y="0"/>
                  <a:pt x="4255168" y="0"/>
                </a:cubicBezTo>
                <a:cubicBezTo>
                  <a:pt x="5676227" y="0"/>
                  <a:pt x="6829736" y="1153487"/>
                  <a:pt x="6829736" y="2578100"/>
                </a:cubicBezTo>
                <a:cubicBezTo>
                  <a:pt x="6829736" y="4002713"/>
                  <a:pt x="5676227" y="5156200"/>
                  <a:pt x="4255168" y="5156200"/>
                </a:cubicBezTo>
                <a:cubicBezTo>
                  <a:pt x="4255168" y="5156200"/>
                  <a:pt x="4255168" y="5156200"/>
                  <a:pt x="0" y="5156200"/>
                </a:cubicBezTo>
                <a:cubicBezTo>
                  <a:pt x="0" y="5156200"/>
                  <a:pt x="0" y="5156200"/>
                  <a:pt x="0" y="4309133"/>
                </a:cubicBezTo>
                <a:cubicBezTo>
                  <a:pt x="0" y="4309133"/>
                  <a:pt x="0" y="4309133"/>
                  <a:pt x="4110979" y="4309133"/>
                </a:cubicBezTo>
                <a:lnTo>
                  <a:pt x="4244904" y="4301564"/>
                </a:lnTo>
                <a:lnTo>
                  <a:pt x="4289047" y="4299346"/>
                </a:lnTo>
                <a:lnTo>
                  <a:pt x="4291992" y="4298903"/>
                </a:lnTo>
                <a:lnTo>
                  <a:pt x="4310679" y="4297847"/>
                </a:lnTo>
                <a:lnTo>
                  <a:pt x="4403839" y="4282083"/>
                </a:lnTo>
                <a:lnTo>
                  <a:pt x="4463363" y="4273132"/>
                </a:lnTo>
                <a:lnTo>
                  <a:pt x="4477059" y="4269693"/>
                </a:lnTo>
                <a:lnTo>
                  <a:pt x="4505897" y="4264814"/>
                </a:lnTo>
                <a:lnTo>
                  <a:pt x="4579601" y="4243950"/>
                </a:lnTo>
                <a:lnTo>
                  <a:pt x="4633163" y="4230504"/>
                </a:lnTo>
                <a:lnTo>
                  <a:pt x="4657225" y="4221978"/>
                </a:lnTo>
                <a:lnTo>
                  <a:pt x="4695048" y="4211271"/>
                </a:lnTo>
                <a:lnTo>
                  <a:pt x="4752610" y="4188179"/>
                </a:lnTo>
                <a:lnTo>
                  <a:pt x="4797335" y="4172331"/>
                </a:lnTo>
                <a:lnTo>
                  <a:pt x="4831361" y="4156586"/>
                </a:lnTo>
                <a:lnTo>
                  <a:pt x="4876548" y="4138458"/>
                </a:lnTo>
                <a:lnTo>
                  <a:pt x="4919589" y="4115759"/>
                </a:lnTo>
                <a:lnTo>
                  <a:pt x="4954766" y="4099482"/>
                </a:lnTo>
                <a:lnTo>
                  <a:pt x="4998509" y="4074140"/>
                </a:lnTo>
                <a:lnTo>
                  <a:pt x="5048814" y="4047611"/>
                </a:lnTo>
                <a:lnTo>
                  <a:pt x="5078729" y="4027666"/>
                </a:lnTo>
                <a:lnTo>
                  <a:pt x="5104344" y="4012826"/>
                </a:lnTo>
                <a:lnTo>
                  <a:pt x="5158212" y="3974672"/>
                </a:lnTo>
                <a:lnTo>
                  <a:pt x="5210261" y="3939970"/>
                </a:lnTo>
                <a:lnTo>
                  <a:pt x="5228544" y="3924857"/>
                </a:lnTo>
                <a:lnTo>
                  <a:pt x="5244956" y="3913233"/>
                </a:lnTo>
                <a:lnTo>
                  <a:pt x="5312277" y="3855646"/>
                </a:lnTo>
                <a:lnTo>
                  <a:pt x="5359307" y="3816771"/>
                </a:lnTo>
                <a:lnTo>
                  <a:pt x="5367639" y="3808287"/>
                </a:lnTo>
                <a:lnTo>
                  <a:pt x="5375490" y="3801571"/>
                </a:lnTo>
                <a:lnTo>
                  <a:pt x="5488762" y="3684960"/>
                </a:lnTo>
                <a:lnTo>
                  <a:pt x="5494366" y="3679254"/>
                </a:lnTo>
                <a:lnTo>
                  <a:pt x="5494661" y="3678887"/>
                </a:lnTo>
                <a:lnTo>
                  <a:pt x="5488762" y="3684960"/>
                </a:lnTo>
                <a:lnTo>
                  <a:pt x="5367639" y="3808287"/>
                </a:lnTo>
                <a:lnTo>
                  <a:pt x="5312277" y="3855646"/>
                </a:lnTo>
                <a:lnTo>
                  <a:pt x="5228544" y="3924857"/>
                </a:lnTo>
                <a:lnTo>
                  <a:pt x="5158212" y="3974672"/>
                </a:lnTo>
                <a:lnTo>
                  <a:pt x="5078729" y="4027666"/>
                </a:lnTo>
                <a:lnTo>
                  <a:pt x="4998509" y="4074140"/>
                </a:lnTo>
                <a:lnTo>
                  <a:pt x="4919589" y="4115759"/>
                </a:lnTo>
                <a:lnTo>
                  <a:pt x="4831361" y="4156586"/>
                </a:lnTo>
                <a:lnTo>
                  <a:pt x="4752610" y="4188179"/>
                </a:lnTo>
                <a:lnTo>
                  <a:pt x="4657225" y="4221978"/>
                </a:lnTo>
                <a:lnTo>
                  <a:pt x="4579601" y="4243950"/>
                </a:lnTo>
                <a:lnTo>
                  <a:pt x="4477059" y="4269693"/>
                </a:lnTo>
                <a:lnTo>
                  <a:pt x="4403839" y="4282083"/>
                </a:lnTo>
                <a:lnTo>
                  <a:pt x="4291992" y="4298903"/>
                </a:lnTo>
                <a:lnTo>
                  <a:pt x="4244904" y="4301564"/>
                </a:lnTo>
                <a:lnTo>
                  <a:pt x="4111328" y="4308277"/>
                </a:lnTo>
                <a:cubicBezTo>
                  <a:pt x="4111328" y="4308277"/>
                  <a:pt x="4111328" y="4308277"/>
                  <a:pt x="0" y="4308277"/>
                </a:cubicBezTo>
                <a:cubicBezTo>
                  <a:pt x="0" y="4308277"/>
                  <a:pt x="0" y="4308277"/>
                  <a:pt x="0" y="847924"/>
                </a:cubicBezTo>
                <a:cubicBezTo>
                  <a:pt x="0" y="847924"/>
                  <a:pt x="0" y="847924"/>
                  <a:pt x="4194645" y="847924"/>
                </a:cubicBezTo>
                <a:lnTo>
                  <a:pt x="4326816" y="854602"/>
                </a:lnTo>
                <a:lnTo>
                  <a:pt x="4374375" y="857305"/>
                </a:lnTo>
                <a:lnTo>
                  <a:pt x="4483788" y="874013"/>
                </a:lnTo>
                <a:lnTo>
                  <a:pt x="4556629" y="886550"/>
                </a:lnTo>
                <a:lnTo>
                  <a:pt x="4655935" y="912099"/>
                </a:lnTo>
                <a:lnTo>
                  <a:pt x="4732358" y="934329"/>
                </a:lnTo>
                <a:lnTo>
                  <a:pt x="4823878" y="967847"/>
                </a:lnTo>
                <a:lnTo>
                  <a:pt x="4900712" y="999817"/>
                </a:lnTo>
                <a:lnTo>
                  <a:pt x="4984607" y="1040258"/>
                </a:lnTo>
                <a:lnTo>
                  <a:pt x="5061003" y="1082402"/>
                </a:lnTo>
                <a:lnTo>
                  <a:pt x="5136588" y="1128353"/>
                </a:lnTo>
                <a:lnTo>
                  <a:pt x="5213040" y="1182096"/>
                </a:lnTo>
                <a:lnTo>
                  <a:pt x="5278610" y="1231164"/>
                </a:lnTo>
                <a:lnTo>
                  <a:pt x="5358847" y="1301601"/>
                </a:lnTo>
                <a:lnTo>
                  <a:pt x="5409562" y="1347730"/>
                </a:lnTo>
                <a:lnTo>
                  <a:pt x="5526074" y="1474576"/>
                </a:lnTo>
                <a:lnTo>
                  <a:pt x="5528368" y="1477102"/>
                </a:lnTo>
                <a:lnTo>
                  <a:pt x="5528251" y="1476946"/>
                </a:lnTo>
                <a:lnTo>
                  <a:pt x="5526074" y="1474576"/>
                </a:lnTo>
                <a:lnTo>
                  <a:pt x="5417148" y="1354630"/>
                </a:lnTo>
                <a:lnTo>
                  <a:pt x="5409562" y="1347730"/>
                </a:lnTo>
                <a:lnTo>
                  <a:pt x="5401937" y="1339429"/>
                </a:lnTo>
                <a:lnTo>
                  <a:pt x="5358847" y="1301601"/>
                </a:lnTo>
                <a:lnTo>
                  <a:pt x="5294384" y="1242969"/>
                </a:lnTo>
                <a:lnTo>
                  <a:pt x="5278610" y="1231164"/>
                </a:lnTo>
                <a:lnTo>
                  <a:pt x="5261599" y="1216231"/>
                </a:lnTo>
                <a:lnTo>
                  <a:pt x="5213040" y="1182096"/>
                </a:lnTo>
                <a:lnTo>
                  <a:pt x="5161298" y="1143375"/>
                </a:lnTo>
                <a:lnTo>
                  <a:pt x="5136588" y="1128353"/>
                </a:lnTo>
                <a:lnTo>
                  <a:pt x="5108472" y="1108589"/>
                </a:lnTo>
                <a:lnTo>
                  <a:pt x="5061003" y="1082402"/>
                </a:lnTo>
                <a:lnTo>
                  <a:pt x="5018758" y="1056720"/>
                </a:lnTo>
                <a:lnTo>
                  <a:pt x="4984607" y="1040258"/>
                </a:lnTo>
                <a:lnTo>
                  <a:pt x="4943794" y="1017743"/>
                </a:lnTo>
                <a:lnTo>
                  <a:pt x="4900712" y="999817"/>
                </a:lnTo>
                <a:lnTo>
                  <a:pt x="4867633" y="983871"/>
                </a:lnTo>
                <a:lnTo>
                  <a:pt x="4823878" y="967847"/>
                </a:lnTo>
                <a:lnTo>
                  <a:pt x="4768800" y="944929"/>
                </a:lnTo>
                <a:lnTo>
                  <a:pt x="4732358" y="934329"/>
                </a:lnTo>
                <a:lnTo>
                  <a:pt x="4708790" y="925698"/>
                </a:lnTo>
                <a:lnTo>
                  <a:pt x="4655935" y="912099"/>
                </a:lnTo>
                <a:lnTo>
                  <a:pt x="4584727" y="891387"/>
                </a:lnTo>
                <a:lnTo>
                  <a:pt x="4556629" y="886550"/>
                </a:lnTo>
                <a:lnTo>
                  <a:pt x="4543099" y="883070"/>
                </a:lnTo>
                <a:lnTo>
                  <a:pt x="4483788" y="874013"/>
                </a:lnTo>
                <a:lnTo>
                  <a:pt x="4392811" y="858353"/>
                </a:lnTo>
                <a:lnTo>
                  <a:pt x="4374375" y="857305"/>
                </a:lnTo>
                <a:lnTo>
                  <a:pt x="4371428" y="856855"/>
                </a:lnTo>
                <a:lnTo>
                  <a:pt x="4326816" y="854602"/>
                </a:lnTo>
                <a:lnTo>
                  <a:pt x="4194288" y="847067"/>
                </a:lnTo>
                <a:cubicBezTo>
                  <a:pt x="4194288" y="847067"/>
                  <a:pt x="4194288" y="847067"/>
                  <a:pt x="0" y="847067"/>
                </a:cubicBezTo>
                <a:cubicBezTo>
                  <a:pt x="0" y="847067"/>
                  <a:pt x="0" y="847067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511038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1336040" y="2369820"/>
            <a:ext cx="3286760" cy="3286760"/>
          </a:xfrm>
          <a:custGeom>
            <a:avLst/>
            <a:gdLst>
              <a:gd name="connsiteX0" fmla="*/ 1643380 w 3286760"/>
              <a:gd name="connsiteY0" fmla="*/ 0 h 3286760"/>
              <a:gd name="connsiteX1" fmla="*/ 3286760 w 3286760"/>
              <a:gd name="connsiteY1" fmla="*/ 1643380 h 3286760"/>
              <a:gd name="connsiteX2" fmla="*/ 1643380 w 3286760"/>
              <a:gd name="connsiteY2" fmla="*/ 3286760 h 3286760"/>
              <a:gd name="connsiteX3" fmla="*/ 0 w 3286760"/>
              <a:gd name="connsiteY3" fmla="*/ 1643380 h 3286760"/>
              <a:gd name="connsiteX4" fmla="*/ 1643380 w 3286760"/>
              <a:gd name="connsiteY4" fmla="*/ 0 h 328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6760" h="3286760">
                <a:moveTo>
                  <a:pt x="1643380" y="0"/>
                </a:moveTo>
                <a:cubicBezTo>
                  <a:pt x="2550994" y="0"/>
                  <a:pt x="3286760" y="735766"/>
                  <a:pt x="3286760" y="1643380"/>
                </a:cubicBezTo>
                <a:cubicBezTo>
                  <a:pt x="3286760" y="2550994"/>
                  <a:pt x="2550994" y="3286760"/>
                  <a:pt x="1643380" y="3286760"/>
                </a:cubicBezTo>
                <a:cubicBezTo>
                  <a:pt x="735766" y="3286760"/>
                  <a:pt x="0" y="2550994"/>
                  <a:pt x="0" y="1643380"/>
                </a:cubicBezTo>
                <a:cubicBezTo>
                  <a:pt x="0" y="735766"/>
                  <a:pt x="735766" y="0"/>
                  <a:pt x="164338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90868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6066971" cy="6858000"/>
          </a:xfrm>
          <a:custGeom>
            <a:avLst/>
            <a:gdLst>
              <a:gd name="connsiteX0" fmla="*/ 0 w 6066971"/>
              <a:gd name="connsiteY0" fmla="*/ 0 h 6858000"/>
              <a:gd name="connsiteX1" fmla="*/ 6066971 w 6066971"/>
              <a:gd name="connsiteY1" fmla="*/ 0 h 6858000"/>
              <a:gd name="connsiteX2" fmla="*/ 6066971 w 6066971"/>
              <a:gd name="connsiteY2" fmla="*/ 6858000 h 6858000"/>
              <a:gd name="connsiteX3" fmla="*/ 0 w 60669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6971" h="6858000">
                <a:moveTo>
                  <a:pt x="0" y="0"/>
                </a:moveTo>
                <a:lnTo>
                  <a:pt x="6066971" y="0"/>
                </a:lnTo>
                <a:lnTo>
                  <a:pt x="6066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24581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625962" y="1627086"/>
            <a:ext cx="3598818" cy="3603828"/>
          </a:xfrm>
          <a:custGeom>
            <a:avLst/>
            <a:gdLst>
              <a:gd name="connsiteX0" fmla="*/ 1799409 w 3598818"/>
              <a:gd name="connsiteY0" fmla="*/ 0 h 3603828"/>
              <a:gd name="connsiteX1" fmla="*/ 3598818 w 3598818"/>
              <a:gd name="connsiteY1" fmla="*/ 1801914 h 3603828"/>
              <a:gd name="connsiteX2" fmla="*/ 1799409 w 3598818"/>
              <a:gd name="connsiteY2" fmla="*/ 3603828 h 3603828"/>
              <a:gd name="connsiteX3" fmla="*/ 0 w 3598818"/>
              <a:gd name="connsiteY3" fmla="*/ 1801914 h 3603828"/>
              <a:gd name="connsiteX4" fmla="*/ 1799409 w 3598818"/>
              <a:gd name="connsiteY4" fmla="*/ 0 h 3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8818" h="3603828">
                <a:moveTo>
                  <a:pt x="1799409" y="0"/>
                </a:moveTo>
                <a:cubicBezTo>
                  <a:pt x="2793195" y="0"/>
                  <a:pt x="3598818" y="806744"/>
                  <a:pt x="3598818" y="1801914"/>
                </a:cubicBezTo>
                <a:cubicBezTo>
                  <a:pt x="3598818" y="2797084"/>
                  <a:pt x="2793195" y="3603828"/>
                  <a:pt x="1799409" y="3603828"/>
                </a:cubicBezTo>
                <a:cubicBezTo>
                  <a:pt x="805623" y="3603828"/>
                  <a:pt x="0" y="2797084"/>
                  <a:pt x="0" y="1801914"/>
                </a:cubicBezTo>
                <a:cubicBezTo>
                  <a:pt x="0" y="806744"/>
                  <a:pt x="805623" y="0"/>
                  <a:pt x="17994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08348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756400" y="2311400"/>
            <a:ext cx="5435600" cy="4546600"/>
          </a:xfrm>
          <a:custGeom>
            <a:avLst/>
            <a:gdLst>
              <a:gd name="connsiteX0" fmla="*/ 0 w 5435600"/>
              <a:gd name="connsiteY0" fmla="*/ 0 h 4546600"/>
              <a:gd name="connsiteX1" fmla="*/ 5435600 w 5435600"/>
              <a:gd name="connsiteY1" fmla="*/ 0 h 4546600"/>
              <a:gd name="connsiteX2" fmla="*/ 5435600 w 5435600"/>
              <a:gd name="connsiteY2" fmla="*/ 4546600 h 4546600"/>
              <a:gd name="connsiteX3" fmla="*/ 0 w 5435600"/>
              <a:gd name="connsiteY3" fmla="*/ 4546600 h 454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600" h="4546600">
                <a:moveTo>
                  <a:pt x="0" y="0"/>
                </a:moveTo>
                <a:lnTo>
                  <a:pt x="5435600" y="0"/>
                </a:lnTo>
                <a:lnTo>
                  <a:pt x="5435600" y="4546600"/>
                </a:lnTo>
                <a:lnTo>
                  <a:pt x="0" y="4546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03783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105418" y="2217261"/>
            <a:ext cx="1118648" cy="1118646"/>
          </a:xfrm>
          <a:custGeom>
            <a:avLst/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1105418" y="4448260"/>
            <a:ext cx="1118648" cy="1118646"/>
          </a:xfrm>
          <a:custGeom>
            <a:avLst/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25797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105418" y="1036220"/>
            <a:ext cx="1230512" cy="1230510"/>
          </a:xfrm>
          <a:custGeom>
            <a:avLst/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1105418" y="3267219"/>
            <a:ext cx="1230512" cy="1230510"/>
          </a:xfrm>
          <a:custGeom>
            <a:avLst/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82442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518400" y="0"/>
            <a:ext cx="4673600" cy="6858000"/>
          </a:xfrm>
          <a:custGeom>
            <a:avLst/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78760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811470" y="4847772"/>
            <a:ext cx="4570648" cy="2010229"/>
          </a:xfrm>
          <a:custGeom>
            <a:avLst/>
            <a:gdLst>
              <a:gd name="connsiteX0" fmla="*/ 2285324 w 4570648"/>
              <a:gd name="connsiteY0" fmla="*/ 0 h 2010229"/>
              <a:gd name="connsiteX1" fmla="*/ 4545104 w 4570648"/>
              <a:gd name="connsiteY1" fmla="*/ 1842767 h 2010229"/>
              <a:gd name="connsiteX2" fmla="*/ 4570648 w 4570648"/>
              <a:gd name="connsiteY2" fmla="*/ 2010229 h 2010229"/>
              <a:gd name="connsiteX3" fmla="*/ 0 w 4570648"/>
              <a:gd name="connsiteY3" fmla="*/ 2010229 h 2010229"/>
              <a:gd name="connsiteX4" fmla="*/ 25544 w 4570648"/>
              <a:gd name="connsiteY4" fmla="*/ 1842767 h 2010229"/>
              <a:gd name="connsiteX5" fmla="*/ 2285324 w 4570648"/>
              <a:gd name="connsiteY5" fmla="*/ 0 h 201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648" h="2010229">
                <a:moveTo>
                  <a:pt x="2285324" y="0"/>
                </a:moveTo>
                <a:cubicBezTo>
                  <a:pt x="3400008" y="0"/>
                  <a:pt x="4330019" y="791102"/>
                  <a:pt x="4545104" y="1842767"/>
                </a:cubicBezTo>
                <a:lnTo>
                  <a:pt x="4570648" y="2010229"/>
                </a:lnTo>
                <a:lnTo>
                  <a:pt x="0" y="2010229"/>
                </a:lnTo>
                <a:lnTo>
                  <a:pt x="25544" y="1842767"/>
                </a:lnTo>
                <a:cubicBezTo>
                  <a:pt x="240630" y="791102"/>
                  <a:pt x="1170641" y="0"/>
                  <a:pt x="2285324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8708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e d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192464" y="-422275"/>
            <a:ext cx="7559675" cy="7702550"/>
          </a:xfrm>
          <a:custGeom>
            <a:avLst/>
            <a:gdLst>
              <a:gd name="connsiteX0" fmla="*/ 3847269 w 7559675"/>
              <a:gd name="connsiteY0" fmla="*/ 0 h 7702550"/>
              <a:gd name="connsiteX1" fmla="*/ 5345569 w 7559675"/>
              <a:gd name="connsiteY1" fmla="*/ 302584 h 7702550"/>
              <a:gd name="connsiteX2" fmla="*/ 6568218 w 7559675"/>
              <a:gd name="connsiteY2" fmla="*/ 1127275 h 7702550"/>
              <a:gd name="connsiteX3" fmla="*/ 7392209 w 7559675"/>
              <a:gd name="connsiteY3" fmla="*/ 2352445 h 7702550"/>
              <a:gd name="connsiteX4" fmla="*/ 7559675 w 7559675"/>
              <a:gd name="connsiteY4" fmla="*/ 2831536 h 7702550"/>
              <a:gd name="connsiteX5" fmla="*/ 6375558 w 7559675"/>
              <a:gd name="connsiteY5" fmla="*/ 2831536 h 7702550"/>
              <a:gd name="connsiteX6" fmla="*/ 6571182 w 7559675"/>
              <a:gd name="connsiteY6" fmla="*/ 3849050 h 7702550"/>
              <a:gd name="connsiteX7" fmla="*/ 6374076 w 7559675"/>
              <a:gd name="connsiteY7" fmla="*/ 4869531 h 7702550"/>
              <a:gd name="connsiteX8" fmla="*/ 7559675 w 7559675"/>
              <a:gd name="connsiteY8" fmla="*/ 4869531 h 7702550"/>
              <a:gd name="connsiteX9" fmla="*/ 7392209 w 7559675"/>
              <a:gd name="connsiteY9" fmla="*/ 5350106 h 7702550"/>
              <a:gd name="connsiteX10" fmla="*/ 6568218 w 7559675"/>
              <a:gd name="connsiteY10" fmla="*/ 6573792 h 7702550"/>
              <a:gd name="connsiteX11" fmla="*/ 5345569 w 7559675"/>
              <a:gd name="connsiteY11" fmla="*/ 7399966 h 7702550"/>
              <a:gd name="connsiteX12" fmla="*/ 3847269 w 7559675"/>
              <a:gd name="connsiteY12" fmla="*/ 7702550 h 7702550"/>
              <a:gd name="connsiteX13" fmla="*/ 2348968 w 7559675"/>
              <a:gd name="connsiteY13" fmla="*/ 7399966 h 7702550"/>
              <a:gd name="connsiteX14" fmla="*/ 1126319 w 7559675"/>
              <a:gd name="connsiteY14" fmla="*/ 6573792 h 7702550"/>
              <a:gd name="connsiteX15" fmla="*/ 302328 w 7559675"/>
              <a:gd name="connsiteY15" fmla="*/ 5350106 h 7702550"/>
              <a:gd name="connsiteX16" fmla="*/ 0 w 7559675"/>
              <a:gd name="connsiteY16" fmla="*/ 3850533 h 7702550"/>
              <a:gd name="connsiteX17" fmla="*/ 302328 w 7559675"/>
              <a:gd name="connsiteY17" fmla="*/ 2352445 h 7702550"/>
              <a:gd name="connsiteX18" fmla="*/ 1126319 w 7559675"/>
              <a:gd name="connsiteY18" fmla="*/ 1127275 h 7702550"/>
              <a:gd name="connsiteX19" fmla="*/ 2348968 w 7559675"/>
              <a:gd name="connsiteY19" fmla="*/ 302584 h 7702550"/>
              <a:gd name="connsiteX20" fmla="*/ 3847269 w 7559675"/>
              <a:gd name="connsiteY20" fmla="*/ 0 h 770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59675" h="7702550">
                <a:moveTo>
                  <a:pt x="3847269" y="0"/>
                </a:moveTo>
                <a:cubicBezTo>
                  <a:pt x="4365968" y="0"/>
                  <a:pt x="4869848" y="102345"/>
                  <a:pt x="5345569" y="302584"/>
                </a:cubicBezTo>
                <a:cubicBezTo>
                  <a:pt x="5803507" y="496891"/>
                  <a:pt x="6215502" y="774260"/>
                  <a:pt x="6568218" y="1127275"/>
                </a:cubicBezTo>
                <a:cubicBezTo>
                  <a:pt x="6920933" y="1481773"/>
                  <a:pt x="7199549" y="1892635"/>
                  <a:pt x="7392209" y="2352445"/>
                </a:cubicBezTo>
                <a:cubicBezTo>
                  <a:pt x="7458899" y="2509670"/>
                  <a:pt x="7515215" y="2669862"/>
                  <a:pt x="7559675" y="2831536"/>
                </a:cubicBezTo>
                <a:cubicBezTo>
                  <a:pt x="7559675" y="2831536"/>
                  <a:pt x="7559675" y="2831536"/>
                  <a:pt x="6375558" y="2831536"/>
                </a:cubicBezTo>
                <a:cubicBezTo>
                  <a:pt x="6501528" y="3145987"/>
                  <a:pt x="6571182" y="3490102"/>
                  <a:pt x="6571182" y="3849050"/>
                </a:cubicBezTo>
                <a:cubicBezTo>
                  <a:pt x="6571182" y="4209482"/>
                  <a:pt x="6501528" y="4555080"/>
                  <a:pt x="6374076" y="4869531"/>
                </a:cubicBezTo>
                <a:lnTo>
                  <a:pt x="7559675" y="4869531"/>
                </a:lnTo>
                <a:cubicBezTo>
                  <a:pt x="7515215" y="5032689"/>
                  <a:pt x="7458899" y="5192881"/>
                  <a:pt x="7392209" y="5350106"/>
                </a:cubicBezTo>
                <a:cubicBezTo>
                  <a:pt x="7199549" y="5808432"/>
                  <a:pt x="6920933" y="6220777"/>
                  <a:pt x="6568218" y="6573792"/>
                </a:cubicBezTo>
                <a:cubicBezTo>
                  <a:pt x="6215502" y="6928290"/>
                  <a:pt x="5803507" y="7205659"/>
                  <a:pt x="5345569" y="7399966"/>
                </a:cubicBezTo>
                <a:cubicBezTo>
                  <a:pt x="4869848" y="7600206"/>
                  <a:pt x="4365968" y="7702550"/>
                  <a:pt x="3847269" y="7702550"/>
                </a:cubicBezTo>
                <a:cubicBezTo>
                  <a:pt x="3328569" y="7702550"/>
                  <a:pt x="2824690" y="7600206"/>
                  <a:pt x="2348968" y="7399966"/>
                </a:cubicBezTo>
                <a:cubicBezTo>
                  <a:pt x="1891030" y="7205659"/>
                  <a:pt x="1479035" y="6928290"/>
                  <a:pt x="1126319" y="6573792"/>
                </a:cubicBezTo>
                <a:cubicBezTo>
                  <a:pt x="773603" y="6220777"/>
                  <a:pt x="496470" y="5808432"/>
                  <a:pt x="302328" y="5350106"/>
                </a:cubicBezTo>
                <a:cubicBezTo>
                  <a:pt x="100776" y="4875464"/>
                  <a:pt x="0" y="4371157"/>
                  <a:pt x="0" y="3850533"/>
                </a:cubicBezTo>
                <a:cubicBezTo>
                  <a:pt x="0" y="3331394"/>
                  <a:pt x="100776" y="2827087"/>
                  <a:pt x="302328" y="2352445"/>
                </a:cubicBezTo>
                <a:cubicBezTo>
                  <a:pt x="496470" y="1892635"/>
                  <a:pt x="773603" y="1481773"/>
                  <a:pt x="1126319" y="1127275"/>
                </a:cubicBezTo>
                <a:cubicBezTo>
                  <a:pt x="1479035" y="774260"/>
                  <a:pt x="1891030" y="496891"/>
                  <a:pt x="2348968" y="302584"/>
                </a:cubicBezTo>
                <a:cubicBezTo>
                  <a:pt x="2824690" y="102345"/>
                  <a:pt x="3328569" y="0"/>
                  <a:pt x="3847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1624174" y="3770789"/>
            <a:ext cx="2211976" cy="2211978"/>
          </a:xfrm>
          <a:custGeom>
            <a:avLst/>
            <a:gdLst>
              <a:gd name="connsiteX0" fmla="*/ 1105988 w 2211976"/>
              <a:gd name="connsiteY0" fmla="*/ 0 h 2211978"/>
              <a:gd name="connsiteX1" fmla="*/ 2211976 w 2211976"/>
              <a:gd name="connsiteY1" fmla="*/ 1105989 h 2211978"/>
              <a:gd name="connsiteX2" fmla="*/ 1105988 w 2211976"/>
              <a:gd name="connsiteY2" fmla="*/ 2211978 h 2211978"/>
              <a:gd name="connsiteX3" fmla="*/ 0 w 2211976"/>
              <a:gd name="connsiteY3" fmla="*/ 1105989 h 2211978"/>
              <a:gd name="connsiteX4" fmla="*/ 1105988 w 2211976"/>
              <a:gd name="connsiteY4" fmla="*/ 0 h 2211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1976" h="2211978">
                <a:moveTo>
                  <a:pt x="1105988" y="0"/>
                </a:moveTo>
                <a:cubicBezTo>
                  <a:pt x="1716808" y="0"/>
                  <a:pt x="2211976" y="495168"/>
                  <a:pt x="2211976" y="1105989"/>
                </a:cubicBezTo>
                <a:cubicBezTo>
                  <a:pt x="2211976" y="1716810"/>
                  <a:pt x="1716808" y="2211978"/>
                  <a:pt x="1105988" y="2211978"/>
                </a:cubicBezTo>
                <a:cubicBezTo>
                  <a:pt x="495168" y="2211978"/>
                  <a:pt x="0" y="1716810"/>
                  <a:pt x="0" y="1105989"/>
                </a:cubicBezTo>
                <a:cubicBezTo>
                  <a:pt x="0" y="495168"/>
                  <a:pt x="495168" y="0"/>
                  <a:pt x="11059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35358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e d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124700" y="0"/>
            <a:ext cx="5067300" cy="6858000"/>
          </a:xfrm>
          <a:custGeom>
            <a:avLst/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2873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e d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5270500" y="1143000"/>
            <a:ext cx="2616200" cy="1595438"/>
          </a:xfrm>
          <a:custGeom>
            <a:avLst/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5270500" y="4729162"/>
            <a:ext cx="2616200" cy="1595438"/>
          </a:xfrm>
          <a:custGeom>
            <a:avLst/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 hasCustomPrompt="1"/>
          </p:nvPr>
        </p:nvSpPr>
        <p:spPr>
          <a:xfrm>
            <a:off x="4470400" y="2936081"/>
            <a:ext cx="2616200" cy="1595438"/>
          </a:xfrm>
          <a:custGeom>
            <a:avLst/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21564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e do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207204" y="2405130"/>
            <a:ext cx="1878896" cy="1878896"/>
          </a:xfrm>
          <a:custGeom>
            <a:avLst/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3836104" y="2405130"/>
            <a:ext cx="1878896" cy="1878896"/>
          </a:xfrm>
          <a:custGeom>
            <a:avLst/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6465004" y="2405130"/>
            <a:ext cx="1878896" cy="1878896"/>
          </a:xfrm>
          <a:custGeom>
            <a:avLst/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9093904" y="2405130"/>
            <a:ext cx="1878896" cy="1878896"/>
          </a:xfrm>
          <a:custGeom>
            <a:avLst/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67728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e do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0" y="2743199"/>
            <a:ext cx="10058400" cy="3340099"/>
          </a:xfrm>
          <a:custGeom>
            <a:avLst/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946892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 Overview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2578100"/>
            <a:ext cx="11049000" cy="3746500"/>
          </a:xfrm>
          <a:custGeom>
            <a:avLst/>
            <a:gdLst>
              <a:gd name="connsiteX0" fmla="*/ 0 w 11049000"/>
              <a:gd name="connsiteY0" fmla="*/ 0 h 3746500"/>
              <a:gd name="connsiteX1" fmla="*/ 11049000 w 11049000"/>
              <a:gd name="connsiteY1" fmla="*/ 0 h 3746500"/>
              <a:gd name="connsiteX2" fmla="*/ 11049000 w 11049000"/>
              <a:gd name="connsiteY2" fmla="*/ 3746500 h 3746500"/>
              <a:gd name="connsiteX3" fmla="*/ 0 w 11049000"/>
              <a:gd name="connsiteY3" fmla="*/ 3746500 h 374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49000" h="3746500">
                <a:moveTo>
                  <a:pt x="0" y="0"/>
                </a:moveTo>
                <a:lnTo>
                  <a:pt x="11049000" y="0"/>
                </a:lnTo>
                <a:lnTo>
                  <a:pt x="11049000" y="3746500"/>
                </a:lnTo>
                <a:lnTo>
                  <a:pt x="0" y="3746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322273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626459" y="2761782"/>
            <a:ext cx="2937458" cy="2939082"/>
          </a:xfrm>
          <a:custGeom>
            <a:avLst/>
            <a:gdLst>
              <a:gd name="connsiteX0" fmla="*/ 1468729 w 2937458"/>
              <a:gd name="connsiteY0" fmla="*/ 0 h 2939082"/>
              <a:gd name="connsiteX1" fmla="*/ 2937458 w 2937458"/>
              <a:gd name="connsiteY1" fmla="*/ 1469541 h 2939082"/>
              <a:gd name="connsiteX2" fmla="*/ 1468729 w 2937458"/>
              <a:gd name="connsiteY2" fmla="*/ 2939082 h 2939082"/>
              <a:gd name="connsiteX3" fmla="*/ 0 w 2937458"/>
              <a:gd name="connsiteY3" fmla="*/ 1469541 h 2939082"/>
              <a:gd name="connsiteX4" fmla="*/ 1468729 w 2937458"/>
              <a:gd name="connsiteY4" fmla="*/ 0 h 29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7458" h="2939082">
                <a:moveTo>
                  <a:pt x="1468729" y="0"/>
                </a:moveTo>
                <a:cubicBezTo>
                  <a:pt x="2279886" y="0"/>
                  <a:pt x="2937458" y="657936"/>
                  <a:pt x="2937458" y="1469541"/>
                </a:cubicBezTo>
                <a:cubicBezTo>
                  <a:pt x="2937458" y="2281146"/>
                  <a:pt x="2279886" y="2939082"/>
                  <a:pt x="1468729" y="2939082"/>
                </a:cubicBezTo>
                <a:cubicBezTo>
                  <a:pt x="657572" y="2939082"/>
                  <a:pt x="0" y="2281146"/>
                  <a:pt x="0" y="1469541"/>
                </a:cubicBezTo>
                <a:cubicBezTo>
                  <a:pt x="0" y="657936"/>
                  <a:pt x="657572" y="0"/>
                  <a:pt x="146872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54333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Objectiv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184832" y="1456775"/>
            <a:ext cx="3986772" cy="3457663"/>
          </a:xfrm>
          <a:custGeom>
            <a:avLst/>
            <a:gdLst>
              <a:gd name="connsiteX0" fmla="*/ 992079 w 3986772"/>
              <a:gd name="connsiteY0" fmla="*/ 0 h 3457663"/>
              <a:gd name="connsiteX1" fmla="*/ 2988541 w 3986772"/>
              <a:gd name="connsiteY1" fmla="*/ 0 h 3457663"/>
              <a:gd name="connsiteX2" fmla="*/ 3986772 w 3986772"/>
              <a:gd name="connsiteY2" fmla="*/ 1728832 h 3457663"/>
              <a:gd name="connsiteX3" fmla="*/ 2988541 w 3986772"/>
              <a:gd name="connsiteY3" fmla="*/ 3457663 h 3457663"/>
              <a:gd name="connsiteX4" fmla="*/ 992079 w 3986772"/>
              <a:gd name="connsiteY4" fmla="*/ 3457663 h 3457663"/>
              <a:gd name="connsiteX5" fmla="*/ 0 w 3986772"/>
              <a:gd name="connsiteY5" fmla="*/ 1728832 h 3457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86772" h="3457663">
                <a:moveTo>
                  <a:pt x="992079" y="0"/>
                </a:moveTo>
                <a:lnTo>
                  <a:pt x="2988541" y="0"/>
                </a:lnTo>
                <a:lnTo>
                  <a:pt x="3986772" y="1728832"/>
                </a:lnTo>
                <a:lnTo>
                  <a:pt x="2988541" y="3457663"/>
                </a:lnTo>
                <a:lnTo>
                  <a:pt x="992079" y="3457663"/>
                </a:lnTo>
                <a:lnTo>
                  <a:pt x="0" y="17288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63716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Objectiv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726907" y="0"/>
            <a:ext cx="3465095" cy="6858000"/>
          </a:xfrm>
          <a:custGeom>
            <a:avLst/>
            <a:gdLst>
              <a:gd name="connsiteX0" fmla="*/ 3465095 w 3465095"/>
              <a:gd name="connsiteY0" fmla="*/ 0 h 6858000"/>
              <a:gd name="connsiteX1" fmla="*/ 3465095 w 3465095"/>
              <a:gd name="connsiteY1" fmla="*/ 6858000 h 6858000"/>
              <a:gd name="connsiteX2" fmla="*/ 0 w 3465095"/>
              <a:gd name="connsiteY2" fmla="*/ 3435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5095" h="6858000">
                <a:moveTo>
                  <a:pt x="3465095" y="0"/>
                </a:moveTo>
                <a:lnTo>
                  <a:pt x="3465095" y="6858000"/>
                </a:lnTo>
                <a:lnTo>
                  <a:pt x="0" y="34353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635709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Objectiv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044950" y="2097965"/>
            <a:ext cx="3835400" cy="3846514"/>
          </a:xfrm>
          <a:custGeom>
            <a:avLst/>
            <a:gdLst>
              <a:gd name="connsiteX0" fmla="*/ 1917700 w 3835400"/>
              <a:gd name="connsiteY0" fmla="*/ 0 h 3846514"/>
              <a:gd name="connsiteX1" fmla="*/ 3835400 w 3835400"/>
              <a:gd name="connsiteY1" fmla="*/ 1923257 h 3846514"/>
              <a:gd name="connsiteX2" fmla="*/ 1917700 w 3835400"/>
              <a:gd name="connsiteY2" fmla="*/ 3846514 h 3846514"/>
              <a:gd name="connsiteX3" fmla="*/ 0 w 3835400"/>
              <a:gd name="connsiteY3" fmla="*/ 1923257 h 3846514"/>
              <a:gd name="connsiteX4" fmla="*/ 1917700 w 3835400"/>
              <a:gd name="connsiteY4" fmla="*/ 0 h 384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5400" h="3846514">
                <a:moveTo>
                  <a:pt x="1917700" y="0"/>
                </a:moveTo>
                <a:cubicBezTo>
                  <a:pt x="2976816" y="0"/>
                  <a:pt x="3835400" y="861071"/>
                  <a:pt x="3835400" y="1923257"/>
                </a:cubicBezTo>
                <a:cubicBezTo>
                  <a:pt x="3835400" y="2985443"/>
                  <a:pt x="2976816" y="3846514"/>
                  <a:pt x="1917700" y="3846514"/>
                </a:cubicBezTo>
                <a:cubicBezTo>
                  <a:pt x="858584" y="3846514"/>
                  <a:pt x="0" y="2985443"/>
                  <a:pt x="0" y="1923257"/>
                </a:cubicBezTo>
                <a:cubicBezTo>
                  <a:pt x="0" y="861071"/>
                  <a:pt x="858584" y="0"/>
                  <a:pt x="19177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28609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Key to Suc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989409" y="2730116"/>
            <a:ext cx="2981326" cy="2989264"/>
          </a:xfrm>
          <a:custGeom>
            <a:avLst/>
            <a:gdLst>
              <a:gd name="connsiteX0" fmla="*/ 1490663 w 2981326"/>
              <a:gd name="connsiteY0" fmla="*/ 0 h 2989264"/>
              <a:gd name="connsiteX1" fmla="*/ 2981326 w 2981326"/>
              <a:gd name="connsiteY1" fmla="*/ 1494632 h 2989264"/>
              <a:gd name="connsiteX2" fmla="*/ 1490663 w 2981326"/>
              <a:gd name="connsiteY2" fmla="*/ 2989264 h 2989264"/>
              <a:gd name="connsiteX3" fmla="*/ 0 w 2981326"/>
              <a:gd name="connsiteY3" fmla="*/ 1494632 h 2989264"/>
              <a:gd name="connsiteX4" fmla="*/ 1490663 w 2981326"/>
              <a:gd name="connsiteY4" fmla="*/ 0 h 298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1326" h="2989264">
                <a:moveTo>
                  <a:pt x="1490663" y="0"/>
                </a:moveTo>
                <a:cubicBezTo>
                  <a:pt x="2313933" y="0"/>
                  <a:pt x="2981326" y="669170"/>
                  <a:pt x="2981326" y="1494632"/>
                </a:cubicBezTo>
                <a:cubicBezTo>
                  <a:pt x="2981326" y="2320094"/>
                  <a:pt x="2313933" y="2989264"/>
                  <a:pt x="1490663" y="2989264"/>
                </a:cubicBezTo>
                <a:cubicBezTo>
                  <a:pt x="667393" y="2989264"/>
                  <a:pt x="0" y="2320094"/>
                  <a:pt x="0" y="1494632"/>
                </a:cubicBezTo>
                <a:cubicBezTo>
                  <a:pt x="0" y="669170"/>
                  <a:pt x="667393" y="0"/>
                  <a:pt x="149066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07709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 Miss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0" y="3721100"/>
            <a:ext cx="10553700" cy="2603500"/>
          </a:xfrm>
          <a:custGeom>
            <a:avLst/>
            <a:gdLst>
              <a:gd name="connsiteX0" fmla="*/ 0 w 10553700"/>
              <a:gd name="connsiteY0" fmla="*/ 0 h 2603500"/>
              <a:gd name="connsiteX1" fmla="*/ 10553700 w 10553700"/>
              <a:gd name="connsiteY1" fmla="*/ 0 h 2603500"/>
              <a:gd name="connsiteX2" fmla="*/ 10553700 w 10553700"/>
              <a:gd name="connsiteY2" fmla="*/ 2603500 h 2603500"/>
              <a:gd name="connsiteX3" fmla="*/ 0 w 10553700"/>
              <a:gd name="connsiteY3" fmla="*/ 260350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3700" h="2603500">
                <a:moveTo>
                  <a:pt x="0" y="0"/>
                </a:moveTo>
                <a:lnTo>
                  <a:pt x="10553700" y="0"/>
                </a:lnTo>
                <a:lnTo>
                  <a:pt x="10553700" y="2603500"/>
                </a:lnTo>
                <a:lnTo>
                  <a:pt x="0" y="260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58322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 Miss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165723"/>
          </a:xfrm>
          <a:custGeom>
            <a:avLst/>
            <a:gdLst>
              <a:gd name="connsiteX0" fmla="*/ 0 w 12192000"/>
              <a:gd name="connsiteY0" fmla="*/ 0 h 3165723"/>
              <a:gd name="connsiteX1" fmla="*/ 12192000 w 12192000"/>
              <a:gd name="connsiteY1" fmla="*/ 0 h 3165723"/>
              <a:gd name="connsiteX2" fmla="*/ 12192000 w 12192000"/>
              <a:gd name="connsiteY2" fmla="*/ 3165723 h 3165723"/>
              <a:gd name="connsiteX3" fmla="*/ 0 w 12192000"/>
              <a:gd name="connsiteY3" fmla="*/ 3165723 h 3165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165723">
                <a:moveTo>
                  <a:pt x="0" y="0"/>
                </a:moveTo>
                <a:lnTo>
                  <a:pt x="12192000" y="0"/>
                </a:lnTo>
                <a:lnTo>
                  <a:pt x="12192000" y="3165723"/>
                </a:lnTo>
                <a:lnTo>
                  <a:pt x="0" y="3165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604678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 Vis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289850"/>
            <a:ext cx="5981700" cy="4568150"/>
          </a:xfrm>
          <a:custGeom>
            <a:avLst/>
            <a:gdLst>
              <a:gd name="connsiteX0" fmla="*/ 0 w 5981700"/>
              <a:gd name="connsiteY0" fmla="*/ 0 h 4568150"/>
              <a:gd name="connsiteX1" fmla="*/ 5981700 w 5981700"/>
              <a:gd name="connsiteY1" fmla="*/ 0 h 4568150"/>
              <a:gd name="connsiteX2" fmla="*/ 5981700 w 5981700"/>
              <a:gd name="connsiteY2" fmla="*/ 4568150 h 4568150"/>
              <a:gd name="connsiteX3" fmla="*/ 0 w 5981700"/>
              <a:gd name="connsiteY3" fmla="*/ 4568150 h 456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1700" h="4568150">
                <a:moveTo>
                  <a:pt x="0" y="0"/>
                </a:moveTo>
                <a:lnTo>
                  <a:pt x="5981700" y="0"/>
                </a:lnTo>
                <a:lnTo>
                  <a:pt x="5981700" y="4568150"/>
                </a:lnTo>
                <a:lnTo>
                  <a:pt x="0" y="45681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5996994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836230" y="0"/>
            <a:ext cx="4250871" cy="6858000"/>
          </a:xfrm>
          <a:custGeom>
            <a:avLst/>
            <a:gdLst>
              <a:gd name="connsiteX0" fmla="*/ 0 w 4250871"/>
              <a:gd name="connsiteY0" fmla="*/ 0 h 6858000"/>
              <a:gd name="connsiteX1" fmla="*/ 4250871 w 4250871"/>
              <a:gd name="connsiteY1" fmla="*/ 0 h 6858000"/>
              <a:gd name="connsiteX2" fmla="*/ 4250871 w 4250871"/>
              <a:gd name="connsiteY2" fmla="*/ 6858000 h 6858000"/>
              <a:gd name="connsiteX3" fmla="*/ 0 w 4250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0871" h="6858000">
                <a:moveTo>
                  <a:pt x="0" y="0"/>
                </a:moveTo>
                <a:lnTo>
                  <a:pt x="4250871" y="0"/>
                </a:lnTo>
                <a:lnTo>
                  <a:pt x="4250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120875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49567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_Company Va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C0908B-A88F-6ABE-4227-A99582A2B8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00825" y="1673762"/>
            <a:ext cx="3571205" cy="3260994"/>
          </a:xfrm>
          <a:custGeom>
            <a:avLst/>
            <a:gdLst>
              <a:gd name="connsiteX0" fmla="*/ 0 w 3571205"/>
              <a:gd name="connsiteY0" fmla="*/ 0 h 3260994"/>
              <a:gd name="connsiteX1" fmla="*/ 3571205 w 3571205"/>
              <a:gd name="connsiteY1" fmla="*/ 0 h 3260994"/>
              <a:gd name="connsiteX2" fmla="*/ 3571205 w 3571205"/>
              <a:gd name="connsiteY2" fmla="*/ 3260994 h 3260994"/>
              <a:gd name="connsiteX3" fmla="*/ 0 w 3571205"/>
              <a:gd name="connsiteY3" fmla="*/ 3260994 h 3260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205" h="3260994">
                <a:moveTo>
                  <a:pt x="0" y="0"/>
                </a:moveTo>
                <a:lnTo>
                  <a:pt x="3571205" y="0"/>
                </a:lnTo>
                <a:lnTo>
                  <a:pt x="3571205" y="3260994"/>
                </a:lnTo>
                <a:lnTo>
                  <a:pt x="0" y="32609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248776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758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_Company C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7B3B4-17B4-353A-47DE-B9BE457C4B8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3400" y="533400"/>
            <a:ext cx="11106150" cy="2971800"/>
          </a:xfrm>
          <a:custGeom>
            <a:avLst/>
            <a:gdLst>
              <a:gd name="connsiteX0" fmla="*/ 0 w 11106150"/>
              <a:gd name="connsiteY0" fmla="*/ 0 h 2971800"/>
              <a:gd name="connsiteX1" fmla="*/ 11106150 w 11106150"/>
              <a:gd name="connsiteY1" fmla="*/ 0 h 2971800"/>
              <a:gd name="connsiteX2" fmla="*/ 11106150 w 11106150"/>
              <a:gd name="connsiteY2" fmla="*/ 2971800 h 2971800"/>
              <a:gd name="connsiteX3" fmla="*/ 0 w 11106150"/>
              <a:gd name="connsiteY3" fmla="*/ 2971800 h 297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6150" h="2971800">
                <a:moveTo>
                  <a:pt x="0" y="0"/>
                </a:moveTo>
                <a:lnTo>
                  <a:pt x="11106150" y="0"/>
                </a:lnTo>
                <a:lnTo>
                  <a:pt x="11106150" y="2971800"/>
                </a:lnTo>
                <a:lnTo>
                  <a:pt x="0" y="2971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03967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3_Company Pro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B80BD46-6651-03C3-0186-FE05661F08A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221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mpany Pro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91A94-5198-7CEC-11C5-1E2261A505E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9557" y="2482239"/>
            <a:ext cx="1113372" cy="1113371"/>
          </a:xfrm>
          <a:custGeom>
            <a:avLst/>
            <a:gdLst>
              <a:gd name="connsiteX0" fmla="*/ 556686 w 1113372"/>
              <a:gd name="connsiteY0" fmla="*/ 0 h 1113371"/>
              <a:gd name="connsiteX1" fmla="*/ 950323 w 1113372"/>
              <a:gd name="connsiteY1" fmla="*/ 163049 h 1113371"/>
              <a:gd name="connsiteX2" fmla="*/ 950323 w 1113372"/>
              <a:gd name="connsiteY2" fmla="*/ 950322 h 1113371"/>
              <a:gd name="connsiteX3" fmla="*/ 163050 w 1113372"/>
              <a:gd name="connsiteY3" fmla="*/ 950322 h 1113371"/>
              <a:gd name="connsiteX4" fmla="*/ 163050 w 1113372"/>
              <a:gd name="connsiteY4" fmla="*/ 163049 h 1113371"/>
              <a:gd name="connsiteX5" fmla="*/ 556686 w 1113372"/>
              <a:gd name="connsiteY5" fmla="*/ 0 h 111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372" h="1113371">
                <a:moveTo>
                  <a:pt x="556686" y="0"/>
                </a:moveTo>
                <a:cubicBezTo>
                  <a:pt x="699154" y="0"/>
                  <a:pt x="841623" y="54350"/>
                  <a:pt x="950323" y="163049"/>
                </a:cubicBezTo>
                <a:cubicBezTo>
                  <a:pt x="1167722" y="380448"/>
                  <a:pt x="1167722" y="732923"/>
                  <a:pt x="950323" y="950322"/>
                </a:cubicBezTo>
                <a:cubicBezTo>
                  <a:pt x="732923" y="1167721"/>
                  <a:pt x="380449" y="1167721"/>
                  <a:pt x="163050" y="950322"/>
                </a:cubicBezTo>
                <a:cubicBezTo>
                  <a:pt x="-54350" y="732923"/>
                  <a:pt x="-54350" y="380448"/>
                  <a:pt x="163050" y="163049"/>
                </a:cubicBezTo>
                <a:cubicBezTo>
                  <a:pt x="271750" y="54350"/>
                  <a:pt x="414218" y="0"/>
                  <a:pt x="55668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AE858B9-7256-D584-0C43-05BC7ABAAC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78711" y="2712488"/>
            <a:ext cx="952119" cy="955110"/>
          </a:xfrm>
          <a:custGeom>
            <a:avLst/>
            <a:gdLst>
              <a:gd name="connsiteX0" fmla="*/ 507577 w 952119"/>
              <a:gd name="connsiteY0" fmla="*/ 1096 h 955110"/>
              <a:gd name="connsiteX1" fmla="*/ 947826 w 952119"/>
              <a:gd name="connsiteY1" fmla="*/ 413105 h 955110"/>
              <a:gd name="connsiteX2" fmla="*/ 539683 w 952119"/>
              <a:gd name="connsiteY2" fmla="*/ 950810 h 955110"/>
              <a:gd name="connsiteX3" fmla="*/ 4684 w 952119"/>
              <a:gd name="connsiteY3" fmla="*/ 542007 h 955110"/>
              <a:gd name="connsiteX4" fmla="*/ 410989 w 952119"/>
              <a:gd name="connsiteY4" fmla="*/ 4301 h 955110"/>
              <a:gd name="connsiteX5" fmla="*/ 507577 w 952119"/>
              <a:gd name="connsiteY5" fmla="*/ 1096 h 955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2119" h="955110">
                <a:moveTo>
                  <a:pt x="507577" y="1096"/>
                </a:moveTo>
                <a:cubicBezTo>
                  <a:pt x="729046" y="16127"/>
                  <a:pt x="917261" y="184304"/>
                  <a:pt x="947826" y="413105"/>
                </a:cubicBezTo>
                <a:cubicBezTo>
                  <a:pt x="982757" y="674592"/>
                  <a:pt x="800747" y="915823"/>
                  <a:pt x="539683" y="950810"/>
                </a:cubicBezTo>
                <a:cubicBezTo>
                  <a:pt x="278618" y="985798"/>
                  <a:pt x="39615" y="803494"/>
                  <a:pt x="4684" y="542007"/>
                </a:cubicBezTo>
                <a:cubicBezTo>
                  <a:pt x="-32086" y="280520"/>
                  <a:pt x="151763" y="39289"/>
                  <a:pt x="410989" y="4301"/>
                </a:cubicBezTo>
                <a:cubicBezTo>
                  <a:pt x="443622" y="-73"/>
                  <a:pt x="475939" y="-1051"/>
                  <a:pt x="507577" y="10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EEEE2AC-CD36-4D5B-72AD-F505724179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304056" y="2503614"/>
            <a:ext cx="947624" cy="949199"/>
          </a:xfrm>
          <a:custGeom>
            <a:avLst/>
            <a:gdLst>
              <a:gd name="connsiteX0" fmla="*/ 438872 w 947624"/>
              <a:gd name="connsiteY0" fmla="*/ 1193 h 949199"/>
              <a:gd name="connsiteX1" fmla="*/ 946423 w 947624"/>
              <a:gd name="connsiteY1" fmla="*/ 441438 h 949199"/>
              <a:gd name="connsiteX2" fmla="*/ 508752 w 947624"/>
              <a:gd name="connsiteY2" fmla="*/ 947996 h 949199"/>
              <a:gd name="connsiteX3" fmla="*/ 1202 w 947624"/>
              <a:gd name="connsiteY3" fmla="*/ 509593 h 949199"/>
              <a:gd name="connsiteX4" fmla="*/ 438872 w 947624"/>
              <a:gd name="connsiteY4" fmla="*/ 1193 h 94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624" h="949199">
                <a:moveTo>
                  <a:pt x="438872" y="1193"/>
                </a:moveTo>
                <a:cubicBezTo>
                  <a:pt x="700003" y="-17227"/>
                  <a:pt x="928034" y="179870"/>
                  <a:pt x="946423" y="441438"/>
                </a:cubicBezTo>
                <a:cubicBezTo>
                  <a:pt x="964813" y="701164"/>
                  <a:pt x="769883" y="929576"/>
                  <a:pt x="508752" y="947996"/>
                </a:cubicBezTo>
                <a:cubicBezTo>
                  <a:pt x="247621" y="966416"/>
                  <a:pt x="19591" y="771161"/>
                  <a:pt x="1202" y="509593"/>
                </a:cubicBezTo>
                <a:cubicBezTo>
                  <a:pt x="-17188" y="248025"/>
                  <a:pt x="177741" y="19614"/>
                  <a:pt x="438872" y="119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9397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_ Company Pro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B53C9-472B-5B7A-935B-3CC4F90B9D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1836" y="1811178"/>
            <a:ext cx="3920338" cy="3920338"/>
          </a:xfrm>
          <a:custGeom>
            <a:avLst/>
            <a:gdLst>
              <a:gd name="connsiteX0" fmla="*/ 1960169 w 3920338"/>
              <a:gd name="connsiteY0" fmla="*/ 0 h 3920338"/>
              <a:gd name="connsiteX1" fmla="*/ 3920338 w 3920338"/>
              <a:gd name="connsiteY1" fmla="*/ 1960169 h 3920338"/>
              <a:gd name="connsiteX2" fmla="*/ 1960169 w 3920338"/>
              <a:gd name="connsiteY2" fmla="*/ 3920338 h 3920338"/>
              <a:gd name="connsiteX3" fmla="*/ 0 w 3920338"/>
              <a:gd name="connsiteY3" fmla="*/ 1960169 h 3920338"/>
              <a:gd name="connsiteX4" fmla="*/ 1960169 w 3920338"/>
              <a:gd name="connsiteY4" fmla="*/ 0 h 3920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0338" h="3920338">
                <a:moveTo>
                  <a:pt x="1960169" y="0"/>
                </a:moveTo>
                <a:cubicBezTo>
                  <a:pt x="3042740" y="0"/>
                  <a:pt x="3920338" y="877598"/>
                  <a:pt x="3920338" y="1960169"/>
                </a:cubicBezTo>
                <a:cubicBezTo>
                  <a:pt x="3920338" y="3042740"/>
                  <a:pt x="3042740" y="3920338"/>
                  <a:pt x="1960169" y="3920338"/>
                </a:cubicBezTo>
                <a:cubicBezTo>
                  <a:pt x="877599" y="3920338"/>
                  <a:pt x="0" y="3042740"/>
                  <a:pt x="0" y="1960169"/>
                </a:cubicBezTo>
                <a:cubicBezTo>
                  <a:pt x="0" y="877598"/>
                  <a:pt x="877599" y="0"/>
                  <a:pt x="19601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96759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 Company Pro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3E7125-7E1A-19BE-38EE-8E06675052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652838" y="3576620"/>
            <a:ext cx="2586038" cy="2433620"/>
          </a:xfrm>
          <a:custGeom>
            <a:avLst/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2F7C4A-F2A9-A1C2-7C50-8C250A3F9D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66800" y="1143000"/>
            <a:ext cx="2586038" cy="2433620"/>
          </a:xfrm>
          <a:custGeom>
            <a:avLst/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6111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F8852CC-962F-6896-E2EA-EE205415803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1" y="1143000"/>
            <a:ext cx="2496979" cy="5181600"/>
          </a:xfrm>
          <a:custGeom>
            <a:avLst/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C266283-3B07-C3B8-5C2D-1A7AB124B1B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90122" y="1143000"/>
            <a:ext cx="2496979" cy="5181600"/>
          </a:xfrm>
          <a:custGeom>
            <a:avLst/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77290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BA022A-6A31-2CA0-052D-434D1B65F71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1500" y="533401"/>
            <a:ext cx="11049000" cy="3228975"/>
          </a:xfrm>
          <a:custGeom>
            <a:avLst/>
            <a:gdLst>
              <a:gd name="connsiteX0" fmla="*/ 97386 w 11049000"/>
              <a:gd name="connsiteY0" fmla="*/ 0 h 3228975"/>
              <a:gd name="connsiteX1" fmla="*/ 10951614 w 11049000"/>
              <a:gd name="connsiteY1" fmla="*/ 0 h 3228975"/>
              <a:gd name="connsiteX2" fmla="*/ 11049000 w 11049000"/>
              <a:gd name="connsiteY2" fmla="*/ 97386 h 3228975"/>
              <a:gd name="connsiteX3" fmla="*/ 11049000 w 11049000"/>
              <a:gd name="connsiteY3" fmla="*/ 3131589 h 3228975"/>
              <a:gd name="connsiteX4" fmla="*/ 10951614 w 11049000"/>
              <a:gd name="connsiteY4" fmla="*/ 3228975 h 3228975"/>
              <a:gd name="connsiteX5" fmla="*/ 97386 w 11049000"/>
              <a:gd name="connsiteY5" fmla="*/ 3228975 h 3228975"/>
              <a:gd name="connsiteX6" fmla="*/ 0 w 11049000"/>
              <a:gd name="connsiteY6" fmla="*/ 3131589 h 3228975"/>
              <a:gd name="connsiteX7" fmla="*/ 0 w 11049000"/>
              <a:gd name="connsiteY7" fmla="*/ 97386 h 3228975"/>
              <a:gd name="connsiteX8" fmla="*/ 97386 w 11049000"/>
              <a:gd name="connsiteY8" fmla="*/ 0 h 32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49000" h="3228975">
                <a:moveTo>
                  <a:pt x="97386" y="0"/>
                </a:moveTo>
                <a:lnTo>
                  <a:pt x="10951614" y="0"/>
                </a:lnTo>
                <a:cubicBezTo>
                  <a:pt x="11005399" y="0"/>
                  <a:pt x="11049000" y="43601"/>
                  <a:pt x="11049000" y="97386"/>
                </a:cubicBezTo>
                <a:lnTo>
                  <a:pt x="11049000" y="3131589"/>
                </a:lnTo>
                <a:cubicBezTo>
                  <a:pt x="11049000" y="3185374"/>
                  <a:pt x="11005399" y="3228975"/>
                  <a:pt x="10951614" y="3228975"/>
                </a:cubicBezTo>
                <a:lnTo>
                  <a:pt x="97386" y="3228975"/>
                </a:lnTo>
                <a:cubicBezTo>
                  <a:pt x="43601" y="3228975"/>
                  <a:pt x="0" y="3185374"/>
                  <a:pt x="0" y="3131589"/>
                </a:cubicBezTo>
                <a:lnTo>
                  <a:pt x="0" y="97386"/>
                </a:lnTo>
                <a:cubicBezTo>
                  <a:pt x="0" y="43601"/>
                  <a:pt x="43601" y="0"/>
                  <a:pt x="9738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893990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F78B597-6FDF-B419-A2BF-2649E817000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5155" y="1143001"/>
            <a:ext cx="3190875" cy="2417885"/>
          </a:xfrm>
          <a:custGeom>
            <a:avLst/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64036BF-C850-5FB1-F861-A2C9F6B8C7B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26928" y="1143001"/>
            <a:ext cx="3190875" cy="2417885"/>
          </a:xfrm>
          <a:custGeom>
            <a:avLst/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D70E33A-200F-F476-73AB-E3DD7455DA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28701" y="1143000"/>
            <a:ext cx="3190875" cy="2417885"/>
          </a:xfrm>
          <a:custGeom>
            <a:avLst/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014971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5500" y="0"/>
            <a:ext cx="5016500" cy="6858000"/>
          </a:xfrm>
          <a:custGeom>
            <a:avLst/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8932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422554"/>
            <a:ext cx="12192000" cy="3435446"/>
          </a:xfrm>
          <a:custGeom>
            <a:avLst/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14346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F98DAD-0ED8-DD0F-5C1D-4DF4065382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18433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933AD-0E6F-ECA4-BDFE-0395178809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91075" y="4503339"/>
            <a:ext cx="2724150" cy="2725738"/>
          </a:xfrm>
          <a:custGeom>
            <a:avLst/>
            <a:gdLst>
              <a:gd name="connsiteX0" fmla="*/ 1362075 w 2724150"/>
              <a:gd name="connsiteY0" fmla="*/ 0 h 2725738"/>
              <a:gd name="connsiteX1" fmla="*/ 2724150 w 2724150"/>
              <a:gd name="connsiteY1" fmla="*/ 1362869 h 2725738"/>
              <a:gd name="connsiteX2" fmla="*/ 1362075 w 2724150"/>
              <a:gd name="connsiteY2" fmla="*/ 2725738 h 2725738"/>
              <a:gd name="connsiteX3" fmla="*/ 0 w 2724150"/>
              <a:gd name="connsiteY3" fmla="*/ 1362869 h 2725738"/>
              <a:gd name="connsiteX4" fmla="*/ 1362075 w 2724150"/>
              <a:gd name="connsiteY4" fmla="*/ 0 h 272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4150" h="2725738">
                <a:moveTo>
                  <a:pt x="1362075" y="0"/>
                </a:moveTo>
                <a:cubicBezTo>
                  <a:pt x="2114328" y="0"/>
                  <a:pt x="2724150" y="610177"/>
                  <a:pt x="2724150" y="1362869"/>
                </a:cubicBezTo>
                <a:cubicBezTo>
                  <a:pt x="2724150" y="2115561"/>
                  <a:pt x="2114328" y="2725738"/>
                  <a:pt x="1362075" y="2725738"/>
                </a:cubicBezTo>
                <a:cubicBezTo>
                  <a:pt x="609822" y="2725738"/>
                  <a:pt x="0" y="2115561"/>
                  <a:pt x="0" y="1362869"/>
                </a:cubicBezTo>
                <a:cubicBezTo>
                  <a:pt x="0" y="610177"/>
                  <a:pt x="609822" y="0"/>
                  <a:pt x="136207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11547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87210C7-2841-DFBE-C2B7-ABF955941DE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111026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A7F2666-0C4D-F422-1101-8AAF8E7B34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84361" y="0"/>
            <a:ext cx="3607639" cy="6858000"/>
          </a:xfrm>
          <a:custGeom>
            <a:avLst/>
            <a:gdLst>
              <a:gd name="connsiteX0" fmla="*/ 0 w 3607639"/>
              <a:gd name="connsiteY0" fmla="*/ 0 h 6858000"/>
              <a:gd name="connsiteX1" fmla="*/ 3607639 w 3607639"/>
              <a:gd name="connsiteY1" fmla="*/ 0 h 6858000"/>
              <a:gd name="connsiteX2" fmla="*/ 3607639 w 3607639"/>
              <a:gd name="connsiteY2" fmla="*/ 6858000 h 6858000"/>
              <a:gd name="connsiteX3" fmla="*/ 0 w 360763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7639" h="6858000">
                <a:moveTo>
                  <a:pt x="0" y="0"/>
                </a:moveTo>
                <a:lnTo>
                  <a:pt x="3607639" y="0"/>
                </a:lnTo>
                <a:lnTo>
                  <a:pt x="36076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32624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6557B7-549F-0BE4-86B5-82C14D4247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3733800"/>
            <a:ext cx="2495550" cy="2590800"/>
          </a:xfrm>
          <a:custGeom>
            <a:avLst/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3BCB02-0C02-7E47-8FD5-FBA9B0A250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91550" y="1143000"/>
            <a:ext cx="2495550" cy="2590800"/>
          </a:xfrm>
          <a:custGeom>
            <a:avLst/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53543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AC953C3-6016-7274-476C-7BEF98FB6F3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37735" y="3663951"/>
            <a:ext cx="2238375" cy="2225675"/>
          </a:xfrm>
          <a:custGeom>
            <a:avLst/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FD575F-E402-EFA8-98DA-568871D6BB2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27666" y="1316656"/>
            <a:ext cx="2216154" cy="2203580"/>
          </a:xfrm>
          <a:custGeom>
            <a:avLst/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863847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35A5C-D9A8-F59F-7A4F-71B618DE60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11750" y="3480594"/>
            <a:ext cx="1990726" cy="1995488"/>
          </a:xfrm>
          <a:custGeom>
            <a:avLst/>
            <a:gdLst>
              <a:gd name="connsiteX0" fmla="*/ 995363 w 1990726"/>
              <a:gd name="connsiteY0" fmla="*/ 0 h 1995488"/>
              <a:gd name="connsiteX1" fmla="*/ 1990726 w 1990726"/>
              <a:gd name="connsiteY1" fmla="*/ 997744 h 1995488"/>
              <a:gd name="connsiteX2" fmla="*/ 995363 w 1990726"/>
              <a:gd name="connsiteY2" fmla="*/ 1995488 h 1995488"/>
              <a:gd name="connsiteX3" fmla="*/ 0 w 1990726"/>
              <a:gd name="connsiteY3" fmla="*/ 997744 h 1995488"/>
              <a:gd name="connsiteX4" fmla="*/ 995363 w 1990726"/>
              <a:gd name="connsiteY4" fmla="*/ 0 h 199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90726" h="1995488">
                <a:moveTo>
                  <a:pt x="995363" y="0"/>
                </a:moveTo>
                <a:cubicBezTo>
                  <a:pt x="1545087" y="0"/>
                  <a:pt x="1990726" y="446705"/>
                  <a:pt x="1990726" y="997744"/>
                </a:cubicBezTo>
                <a:cubicBezTo>
                  <a:pt x="1990726" y="1548783"/>
                  <a:pt x="1545087" y="1995488"/>
                  <a:pt x="995363" y="1995488"/>
                </a:cubicBezTo>
                <a:cubicBezTo>
                  <a:pt x="445639" y="1995488"/>
                  <a:pt x="0" y="1548783"/>
                  <a:pt x="0" y="997744"/>
                </a:cubicBezTo>
                <a:cubicBezTo>
                  <a:pt x="0" y="446705"/>
                  <a:pt x="445639" y="0"/>
                  <a:pt x="99536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88139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0B858-5438-0035-74F8-B5545F09FA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530602"/>
            <a:ext cx="4822110" cy="3327399"/>
          </a:xfrm>
          <a:custGeom>
            <a:avLst/>
            <a:gdLst>
              <a:gd name="connsiteX0" fmla="*/ 0 w 4822110"/>
              <a:gd name="connsiteY0" fmla="*/ 0 h 3327399"/>
              <a:gd name="connsiteX1" fmla="*/ 4822110 w 4822110"/>
              <a:gd name="connsiteY1" fmla="*/ 0 h 3327399"/>
              <a:gd name="connsiteX2" fmla="*/ 4822110 w 4822110"/>
              <a:gd name="connsiteY2" fmla="*/ 3327399 h 3327399"/>
              <a:gd name="connsiteX3" fmla="*/ 0 w 4822110"/>
              <a:gd name="connsiteY3" fmla="*/ 3327399 h 3327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2110" h="3327399">
                <a:moveTo>
                  <a:pt x="0" y="0"/>
                </a:moveTo>
                <a:lnTo>
                  <a:pt x="4822110" y="0"/>
                </a:lnTo>
                <a:lnTo>
                  <a:pt x="4822110" y="3327399"/>
                </a:lnTo>
                <a:lnTo>
                  <a:pt x="0" y="33273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14748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C48A473-0406-3009-8417-EE92713F0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72958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DCA30F-CB6B-3149-F1BF-C991E3F3EF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67325" y="0"/>
            <a:ext cx="69246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4675" h="6858000">
                <a:moveTo>
                  <a:pt x="0" y="0"/>
                </a:moveTo>
                <a:lnTo>
                  <a:pt x="6924675" y="0"/>
                </a:lnTo>
                <a:lnTo>
                  <a:pt x="692467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4432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he Probl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2F9FD44-157C-6AD7-C4F3-D91C1F0D2A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80511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he Sol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5F46D3A-A590-F69C-7005-429FF12BE4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66800" y="3409646"/>
            <a:ext cx="5029200" cy="3448354"/>
          </a:xfrm>
          <a:custGeom>
            <a:avLst/>
            <a:gdLst>
              <a:gd name="connsiteX0" fmla="*/ 0 w 5029200"/>
              <a:gd name="connsiteY0" fmla="*/ 0 h 3448354"/>
              <a:gd name="connsiteX1" fmla="*/ 5029200 w 5029200"/>
              <a:gd name="connsiteY1" fmla="*/ 0 h 3448354"/>
              <a:gd name="connsiteX2" fmla="*/ 5029200 w 5029200"/>
              <a:gd name="connsiteY2" fmla="*/ 3448354 h 3448354"/>
              <a:gd name="connsiteX3" fmla="*/ 0 w 5029200"/>
              <a:gd name="connsiteY3" fmla="*/ 3448354 h 3448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9200" h="3448354">
                <a:moveTo>
                  <a:pt x="0" y="0"/>
                </a:moveTo>
                <a:lnTo>
                  <a:pt x="5029200" y="0"/>
                </a:lnTo>
                <a:lnTo>
                  <a:pt x="5029200" y="3448354"/>
                </a:lnTo>
                <a:lnTo>
                  <a:pt x="0" y="344835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3664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he Sol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250F181-8F3D-FE5A-F722-836CDE9EA6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5621916 w 12192000"/>
              <a:gd name="connsiteY0" fmla="*/ 0 h 6858000"/>
              <a:gd name="connsiteX1" fmla="*/ 12192000 w 12192000"/>
              <a:gd name="connsiteY1" fmla="*/ 2852915 h 6858000"/>
              <a:gd name="connsiteX2" fmla="*/ 12191999 w 12192000"/>
              <a:gd name="connsiteY2" fmla="*/ 6858000 h 6858000"/>
              <a:gd name="connsiteX3" fmla="*/ 3636833 w 12192000"/>
              <a:gd name="connsiteY3" fmla="*/ 6858000 h 6858000"/>
              <a:gd name="connsiteX4" fmla="*/ 0 w 12192000"/>
              <a:gd name="connsiteY4" fmla="*/ 5278786 h 6858000"/>
              <a:gd name="connsiteX5" fmla="*/ 0 w 12192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5621916" y="0"/>
                </a:moveTo>
                <a:lnTo>
                  <a:pt x="12192000" y="2852915"/>
                </a:lnTo>
                <a:lnTo>
                  <a:pt x="12191999" y="6858000"/>
                </a:lnTo>
                <a:lnTo>
                  <a:pt x="3636833" y="6858000"/>
                </a:lnTo>
                <a:lnTo>
                  <a:pt x="0" y="527878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67634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77060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y 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3CE51AD-E1BB-D00D-A86A-A1808AA37EF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303270"/>
          </a:xfrm>
          <a:custGeom>
            <a:avLst/>
            <a:gdLst>
              <a:gd name="connsiteX0" fmla="*/ 0 w 12192000"/>
              <a:gd name="connsiteY0" fmla="*/ 0 h 3303270"/>
              <a:gd name="connsiteX1" fmla="*/ 12192000 w 12192000"/>
              <a:gd name="connsiteY1" fmla="*/ 0 h 3303270"/>
              <a:gd name="connsiteX2" fmla="*/ 12192000 w 12192000"/>
              <a:gd name="connsiteY2" fmla="*/ 3303270 h 3303270"/>
              <a:gd name="connsiteX3" fmla="*/ 0 w 12192000"/>
              <a:gd name="connsiteY3" fmla="*/ 3303270 h 330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303270">
                <a:moveTo>
                  <a:pt x="0" y="0"/>
                </a:moveTo>
                <a:lnTo>
                  <a:pt x="12192000" y="0"/>
                </a:lnTo>
                <a:lnTo>
                  <a:pt x="12192000" y="3303270"/>
                </a:lnTo>
                <a:lnTo>
                  <a:pt x="0" y="33032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248623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Why 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15FCB-54FE-2958-4430-1ECEDF2EB1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42126" y="533400"/>
            <a:ext cx="4778375" cy="5791200"/>
          </a:xfrm>
          <a:custGeom>
            <a:avLst/>
            <a:gdLst>
              <a:gd name="connsiteX0" fmla="*/ 0 w 4778375"/>
              <a:gd name="connsiteY0" fmla="*/ 0 h 5791200"/>
              <a:gd name="connsiteX1" fmla="*/ 4778375 w 4778375"/>
              <a:gd name="connsiteY1" fmla="*/ 0 h 5791200"/>
              <a:gd name="connsiteX2" fmla="*/ 4778375 w 4778375"/>
              <a:gd name="connsiteY2" fmla="*/ 5791200 h 5791200"/>
              <a:gd name="connsiteX3" fmla="*/ 0 w 4778375"/>
              <a:gd name="connsiteY3" fmla="*/ 5791200 h 579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8375" h="5791200">
                <a:moveTo>
                  <a:pt x="0" y="0"/>
                </a:moveTo>
                <a:lnTo>
                  <a:pt x="4778375" y="0"/>
                </a:lnTo>
                <a:lnTo>
                  <a:pt x="4778375" y="5791200"/>
                </a:lnTo>
                <a:lnTo>
                  <a:pt x="0" y="5791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6379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Why 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B48DD9-1500-83F8-1BA4-BFEDDF9A98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69683" y="2522534"/>
            <a:ext cx="2953985" cy="2953985"/>
          </a:xfrm>
          <a:custGeom>
            <a:avLst/>
            <a:gdLst>
              <a:gd name="connsiteX0" fmla="*/ 1476993 w 2953985"/>
              <a:gd name="connsiteY0" fmla="*/ 0 h 2953985"/>
              <a:gd name="connsiteX1" fmla="*/ 2953985 w 2953985"/>
              <a:gd name="connsiteY1" fmla="*/ 1476993 h 2953985"/>
              <a:gd name="connsiteX2" fmla="*/ 1476993 w 2953985"/>
              <a:gd name="connsiteY2" fmla="*/ 2953985 h 2953985"/>
              <a:gd name="connsiteX3" fmla="*/ 0 w 2953985"/>
              <a:gd name="connsiteY3" fmla="*/ 1476993 h 2953985"/>
              <a:gd name="connsiteX4" fmla="*/ 1476993 w 2953985"/>
              <a:gd name="connsiteY4" fmla="*/ 0 h 2953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3985" h="2953985">
                <a:moveTo>
                  <a:pt x="1476993" y="0"/>
                </a:moveTo>
                <a:cubicBezTo>
                  <a:pt x="2292713" y="0"/>
                  <a:pt x="2953985" y="661272"/>
                  <a:pt x="2953985" y="1476993"/>
                </a:cubicBezTo>
                <a:cubicBezTo>
                  <a:pt x="2953985" y="2292713"/>
                  <a:pt x="2292713" y="2953985"/>
                  <a:pt x="1476993" y="2953985"/>
                </a:cubicBezTo>
                <a:cubicBezTo>
                  <a:pt x="661272" y="2953985"/>
                  <a:pt x="0" y="2292713"/>
                  <a:pt x="0" y="1476993"/>
                </a:cubicBezTo>
                <a:cubicBezTo>
                  <a:pt x="0" y="661272"/>
                  <a:pt x="661272" y="0"/>
                  <a:pt x="147699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21540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262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Why 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7CCCD10-A695-7CB0-75FC-3B4E6C32330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038350"/>
            <a:ext cx="5334000" cy="4819650"/>
          </a:xfrm>
          <a:custGeom>
            <a:avLst/>
            <a:gdLst>
              <a:gd name="connsiteX0" fmla="*/ 0 w 5334000"/>
              <a:gd name="connsiteY0" fmla="*/ 0 h 4819650"/>
              <a:gd name="connsiteX1" fmla="*/ 5334000 w 5334000"/>
              <a:gd name="connsiteY1" fmla="*/ 0 h 4819650"/>
              <a:gd name="connsiteX2" fmla="*/ 5334000 w 5334000"/>
              <a:gd name="connsiteY2" fmla="*/ 4819650 h 4819650"/>
              <a:gd name="connsiteX3" fmla="*/ 0 w 5334000"/>
              <a:gd name="connsiteY3" fmla="*/ 4819650 h 481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4000" h="4819650">
                <a:moveTo>
                  <a:pt x="0" y="0"/>
                </a:moveTo>
                <a:lnTo>
                  <a:pt x="5334000" y="0"/>
                </a:lnTo>
                <a:lnTo>
                  <a:pt x="5334000" y="4819650"/>
                </a:lnTo>
                <a:lnTo>
                  <a:pt x="0" y="4819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05596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1870EFB-6DB8-0FFA-6B19-C003ACA7E2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19933" y="3532093"/>
            <a:ext cx="1177082" cy="1177082"/>
          </a:xfrm>
          <a:custGeom>
            <a:avLst/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6E889C1-3911-EAB7-E77D-F26E4941E7D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303815" y="2481510"/>
            <a:ext cx="1177082" cy="1177082"/>
          </a:xfrm>
          <a:custGeom>
            <a:avLst/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49779D5-48FA-7F8F-E1FF-C84D163FFD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81625" y="2479877"/>
            <a:ext cx="1177082" cy="1177082"/>
          </a:xfrm>
          <a:custGeom>
            <a:avLst/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941245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3DD580D-FC23-D502-3B90-09786DF9154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981573" y="1859478"/>
            <a:ext cx="2446601" cy="1781795"/>
          </a:xfrm>
          <a:custGeom>
            <a:avLst/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D0D0CDF-4CC7-861B-37AA-DBCEE9D18C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23832" y="1859478"/>
            <a:ext cx="2446601" cy="1781795"/>
          </a:xfrm>
          <a:custGeom>
            <a:avLst/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B73DCB-E01A-4278-49A9-BC3E10A9BC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39313" y="1859478"/>
            <a:ext cx="2446601" cy="1781795"/>
          </a:xfrm>
          <a:custGeom>
            <a:avLst/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64160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6EFDF70-C768-EDE6-94DE-BBA1D16F49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61030" y="4155621"/>
            <a:ext cx="1278888" cy="1277273"/>
          </a:xfrm>
          <a:custGeom>
            <a:avLst/>
            <a:gdLst>
              <a:gd name="connsiteX0" fmla="*/ 0 w 1278888"/>
              <a:gd name="connsiteY0" fmla="*/ 0 h 1277273"/>
              <a:gd name="connsiteX1" fmla="*/ 1278888 w 1278888"/>
              <a:gd name="connsiteY1" fmla="*/ 0 h 1277273"/>
              <a:gd name="connsiteX2" fmla="*/ 1278888 w 1278888"/>
              <a:gd name="connsiteY2" fmla="*/ 1277273 h 1277273"/>
              <a:gd name="connsiteX3" fmla="*/ 0 w 1278888"/>
              <a:gd name="connsiteY3" fmla="*/ 1277273 h 127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8888" h="1277273">
                <a:moveTo>
                  <a:pt x="0" y="0"/>
                </a:moveTo>
                <a:lnTo>
                  <a:pt x="1278888" y="0"/>
                </a:lnTo>
                <a:lnTo>
                  <a:pt x="1278888" y="1277273"/>
                </a:lnTo>
                <a:lnTo>
                  <a:pt x="0" y="12772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36780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9FC408-0C92-6075-EEC4-B8B099E2C41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60552" y="2047465"/>
            <a:ext cx="2015735" cy="2046627"/>
          </a:xfrm>
          <a:custGeom>
            <a:avLst/>
            <a:gdLst>
              <a:gd name="connsiteX0" fmla="*/ 258740 w 2015735"/>
              <a:gd name="connsiteY0" fmla="*/ 0 h 2046627"/>
              <a:gd name="connsiteX1" fmla="*/ 1756995 w 2015735"/>
              <a:gd name="connsiteY1" fmla="*/ 0 h 2046627"/>
              <a:gd name="connsiteX2" fmla="*/ 2015735 w 2015735"/>
              <a:gd name="connsiteY2" fmla="*/ 258740 h 2046627"/>
              <a:gd name="connsiteX3" fmla="*/ 2015735 w 2015735"/>
              <a:gd name="connsiteY3" fmla="*/ 1787887 h 2046627"/>
              <a:gd name="connsiteX4" fmla="*/ 1756995 w 2015735"/>
              <a:gd name="connsiteY4" fmla="*/ 2046627 h 2046627"/>
              <a:gd name="connsiteX5" fmla="*/ 258740 w 2015735"/>
              <a:gd name="connsiteY5" fmla="*/ 2046627 h 2046627"/>
              <a:gd name="connsiteX6" fmla="*/ 0 w 2015735"/>
              <a:gd name="connsiteY6" fmla="*/ 1787887 h 2046627"/>
              <a:gd name="connsiteX7" fmla="*/ 0 w 2015735"/>
              <a:gd name="connsiteY7" fmla="*/ 258740 h 2046627"/>
              <a:gd name="connsiteX8" fmla="*/ 258740 w 2015735"/>
              <a:gd name="connsiteY8" fmla="*/ 0 h 204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15735" h="2046627">
                <a:moveTo>
                  <a:pt x="258740" y="0"/>
                </a:moveTo>
                <a:lnTo>
                  <a:pt x="1756995" y="0"/>
                </a:lnTo>
                <a:cubicBezTo>
                  <a:pt x="1899893" y="0"/>
                  <a:pt x="2015735" y="115842"/>
                  <a:pt x="2015735" y="258740"/>
                </a:cubicBezTo>
                <a:lnTo>
                  <a:pt x="2015735" y="1787887"/>
                </a:lnTo>
                <a:cubicBezTo>
                  <a:pt x="2015735" y="1930785"/>
                  <a:pt x="1899893" y="2046627"/>
                  <a:pt x="1756995" y="2046627"/>
                </a:cubicBezTo>
                <a:lnTo>
                  <a:pt x="258740" y="2046627"/>
                </a:lnTo>
                <a:cubicBezTo>
                  <a:pt x="115842" y="2046627"/>
                  <a:pt x="0" y="1930785"/>
                  <a:pt x="0" y="1787887"/>
                </a:cubicBezTo>
                <a:lnTo>
                  <a:pt x="0" y="258740"/>
                </a:lnTo>
                <a:cubicBezTo>
                  <a:pt x="0" y="115842"/>
                  <a:pt x="115842" y="0"/>
                  <a:pt x="25874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87857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AEA4C-B304-E9AD-B114-236A747BC1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161030" y="538163"/>
            <a:ext cx="5946583" cy="4589462"/>
          </a:xfrm>
          <a:custGeom>
            <a:avLst/>
            <a:gdLst>
              <a:gd name="connsiteX0" fmla="*/ 0 w 6335486"/>
              <a:gd name="connsiteY0" fmla="*/ 0 h 3361975"/>
              <a:gd name="connsiteX1" fmla="*/ 6335486 w 6335486"/>
              <a:gd name="connsiteY1" fmla="*/ 0 h 3361975"/>
              <a:gd name="connsiteX2" fmla="*/ 6335486 w 6335486"/>
              <a:gd name="connsiteY2" fmla="*/ 3361975 h 3361975"/>
              <a:gd name="connsiteX3" fmla="*/ 0 w 6335486"/>
              <a:gd name="connsiteY3" fmla="*/ 3361975 h 33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5486" h="3361975">
                <a:moveTo>
                  <a:pt x="0" y="0"/>
                </a:moveTo>
                <a:lnTo>
                  <a:pt x="6335486" y="0"/>
                </a:lnTo>
                <a:lnTo>
                  <a:pt x="6335486" y="3361975"/>
                </a:lnTo>
                <a:lnTo>
                  <a:pt x="0" y="3361975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58617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CE0B10-A499-7A74-84E1-B97894DE275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289947" y="3839681"/>
            <a:ext cx="767444" cy="767444"/>
          </a:xfrm>
          <a:custGeom>
            <a:avLst/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B51AC20-47EB-7D8D-74D8-E8E1E0AFBB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89947" y="5036510"/>
            <a:ext cx="767444" cy="767444"/>
          </a:xfrm>
          <a:custGeom>
            <a:avLst/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52967A-7252-AA32-6D3F-6B9E18EC039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89947" y="2649309"/>
            <a:ext cx="767444" cy="767444"/>
          </a:xfrm>
          <a:custGeom>
            <a:avLst/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30498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D943080-9D73-6468-F8BD-59D5381FD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5741" y="3370432"/>
            <a:ext cx="1468010" cy="1468010"/>
          </a:xfrm>
          <a:custGeom>
            <a:avLst/>
            <a:gdLst>
              <a:gd name="connsiteX0" fmla="*/ 734005 w 1468010"/>
              <a:gd name="connsiteY0" fmla="*/ 0 h 1468010"/>
              <a:gd name="connsiteX1" fmla="*/ 1468010 w 1468010"/>
              <a:gd name="connsiteY1" fmla="*/ 734005 h 1468010"/>
              <a:gd name="connsiteX2" fmla="*/ 734005 w 1468010"/>
              <a:gd name="connsiteY2" fmla="*/ 1468010 h 1468010"/>
              <a:gd name="connsiteX3" fmla="*/ 0 w 1468010"/>
              <a:gd name="connsiteY3" fmla="*/ 734005 h 1468010"/>
              <a:gd name="connsiteX4" fmla="*/ 734005 w 1468010"/>
              <a:gd name="connsiteY4" fmla="*/ 0 h 1468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8010" h="1468010">
                <a:moveTo>
                  <a:pt x="734005" y="0"/>
                </a:moveTo>
                <a:cubicBezTo>
                  <a:pt x="1139385" y="0"/>
                  <a:pt x="1468010" y="328625"/>
                  <a:pt x="1468010" y="734005"/>
                </a:cubicBezTo>
                <a:cubicBezTo>
                  <a:pt x="1468010" y="1139385"/>
                  <a:pt x="1139385" y="1468010"/>
                  <a:pt x="734005" y="1468010"/>
                </a:cubicBezTo>
                <a:cubicBezTo>
                  <a:pt x="328625" y="1468010"/>
                  <a:pt x="0" y="1139385"/>
                  <a:pt x="0" y="734005"/>
                </a:cubicBezTo>
                <a:cubicBezTo>
                  <a:pt x="0" y="328625"/>
                  <a:pt x="328625" y="0"/>
                  <a:pt x="73400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E41C875-9F35-A816-D7F7-CAA60B63DB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58373" y="5198973"/>
            <a:ext cx="1082744" cy="1082744"/>
          </a:xfrm>
          <a:custGeom>
            <a:avLst/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B8E15E8-E886-9AA3-9C04-2BDDC0DC2AF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19300" y="1927157"/>
            <a:ext cx="1082744" cy="1082744"/>
          </a:xfrm>
          <a:custGeom>
            <a:avLst/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1917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1382A26-FDF3-6EB5-965E-A87DF37A99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585891" y="4643261"/>
            <a:ext cx="1446794" cy="1446794"/>
          </a:xfrm>
          <a:custGeom>
            <a:avLst/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02E9DF-A6CC-E97C-A988-46C9B101AD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146" y="2283180"/>
            <a:ext cx="1446794" cy="1446794"/>
          </a:xfrm>
          <a:custGeom>
            <a:avLst/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0058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How it 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C34C9-B452-5745-A43D-6D74BB3539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7239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How it 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CEFCB-E9E0-FCDC-B18E-F421C27D25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3401" y="2449286"/>
            <a:ext cx="5413141" cy="3875314"/>
          </a:xfrm>
          <a:custGeom>
            <a:avLst/>
            <a:gdLst>
              <a:gd name="connsiteX0" fmla="*/ 0 w 5413141"/>
              <a:gd name="connsiteY0" fmla="*/ 0 h 3875314"/>
              <a:gd name="connsiteX1" fmla="*/ 5413141 w 5413141"/>
              <a:gd name="connsiteY1" fmla="*/ 0 h 3875314"/>
              <a:gd name="connsiteX2" fmla="*/ 5413141 w 5413141"/>
              <a:gd name="connsiteY2" fmla="*/ 3875314 h 3875314"/>
              <a:gd name="connsiteX3" fmla="*/ 0 w 5413141"/>
              <a:gd name="connsiteY3" fmla="*/ 3875314 h 387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3141" h="3875314">
                <a:moveTo>
                  <a:pt x="0" y="0"/>
                </a:moveTo>
                <a:lnTo>
                  <a:pt x="5413141" y="0"/>
                </a:lnTo>
                <a:lnTo>
                  <a:pt x="5413141" y="3875314"/>
                </a:lnTo>
                <a:lnTo>
                  <a:pt x="0" y="38753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12098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How it 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8F99F3F-39C9-2F60-94F6-EDF04D904E2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86064" y="1986643"/>
            <a:ext cx="7905936" cy="2922814"/>
          </a:xfrm>
          <a:custGeom>
            <a:avLst/>
            <a:gdLst>
              <a:gd name="connsiteX0" fmla="*/ 0 w 7905936"/>
              <a:gd name="connsiteY0" fmla="*/ 0 h 2922814"/>
              <a:gd name="connsiteX1" fmla="*/ 7905936 w 7905936"/>
              <a:gd name="connsiteY1" fmla="*/ 0 h 2922814"/>
              <a:gd name="connsiteX2" fmla="*/ 7905936 w 7905936"/>
              <a:gd name="connsiteY2" fmla="*/ 2922814 h 2922814"/>
              <a:gd name="connsiteX3" fmla="*/ 0 w 7905936"/>
              <a:gd name="connsiteY3" fmla="*/ 2922814 h 2922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05936" h="2922814">
                <a:moveTo>
                  <a:pt x="0" y="0"/>
                </a:moveTo>
                <a:lnTo>
                  <a:pt x="7905936" y="0"/>
                </a:lnTo>
                <a:lnTo>
                  <a:pt x="7905936" y="2922814"/>
                </a:lnTo>
                <a:lnTo>
                  <a:pt x="0" y="29228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48CE8D2-19E6-82B1-DD75-12C9FCC3BF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986643"/>
            <a:ext cx="4223657" cy="2922814"/>
          </a:xfrm>
          <a:custGeom>
            <a:avLst/>
            <a:gdLst>
              <a:gd name="connsiteX0" fmla="*/ 0 w 4223657"/>
              <a:gd name="connsiteY0" fmla="*/ 0 h 2922814"/>
              <a:gd name="connsiteX1" fmla="*/ 4223657 w 4223657"/>
              <a:gd name="connsiteY1" fmla="*/ 0 h 2922814"/>
              <a:gd name="connsiteX2" fmla="*/ 4223657 w 4223657"/>
              <a:gd name="connsiteY2" fmla="*/ 2922814 h 2922814"/>
              <a:gd name="connsiteX3" fmla="*/ 0 w 4223657"/>
              <a:gd name="connsiteY3" fmla="*/ 2922814 h 2922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3657" h="2922814">
                <a:moveTo>
                  <a:pt x="0" y="0"/>
                </a:moveTo>
                <a:lnTo>
                  <a:pt x="4223657" y="0"/>
                </a:lnTo>
                <a:lnTo>
                  <a:pt x="4223657" y="2922814"/>
                </a:lnTo>
                <a:lnTo>
                  <a:pt x="0" y="29228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4695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How it 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336F29-4E9B-6932-07CB-3044E44FC55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81851" y="0"/>
            <a:ext cx="5010150" cy="3886200"/>
          </a:xfrm>
          <a:custGeom>
            <a:avLst/>
            <a:gdLst>
              <a:gd name="connsiteX0" fmla="*/ 0 w 4435929"/>
              <a:gd name="connsiteY0" fmla="*/ 0 h 3886200"/>
              <a:gd name="connsiteX1" fmla="*/ 4435929 w 4435929"/>
              <a:gd name="connsiteY1" fmla="*/ 0 h 3886200"/>
              <a:gd name="connsiteX2" fmla="*/ 4435929 w 4435929"/>
              <a:gd name="connsiteY2" fmla="*/ 3886200 h 3886200"/>
              <a:gd name="connsiteX3" fmla="*/ 0 w 4435929"/>
              <a:gd name="connsiteY3" fmla="*/ 38862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35929" h="3886200">
                <a:moveTo>
                  <a:pt x="0" y="0"/>
                </a:moveTo>
                <a:lnTo>
                  <a:pt x="4435929" y="0"/>
                </a:lnTo>
                <a:lnTo>
                  <a:pt x="4435929" y="3886200"/>
                </a:lnTo>
                <a:lnTo>
                  <a:pt x="0" y="3886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38B1116-51EE-1EAE-FD64-E1A2DEC54B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886200"/>
            <a:ext cx="4735286" cy="2971800"/>
          </a:xfrm>
          <a:custGeom>
            <a:avLst/>
            <a:gdLst>
              <a:gd name="connsiteX0" fmla="*/ 0 w 4735286"/>
              <a:gd name="connsiteY0" fmla="*/ 0 h 2971800"/>
              <a:gd name="connsiteX1" fmla="*/ 4735286 w 4735286"/>
              <a:gd name="connsiteY1" fmla="*/ 0 h 2971800"/>
              <a:gd name="connsiteX2" fmla="*/ 4735286 w 4735286"/>
              <a:gd name="connsiteY2" fmla="*/ 2971800 h 2971800"/>
              <a:gd name="connsiteX3" fmla="*/ 0 w 4735286"/>
              <a:gd name="connsiteY3" fmla="*/ 2971800 h 297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35286" h="2971800">
                <a:moveTo>
                  <a:pt x="0" y="0"/>
                </a:moveTo>
                <a:lnTo>
                  <a:pt x="4735286" y="0"/>
                </a:lnTo>
                <a:lnTo>
                  <a:pt x="4735286" y="2971800"/>
                </a:lnTo>
                <a:lnTo>
                  <a:pt x="0" y="2971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79026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ur Work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EF9DD-AB79-955F-DE81-E0A658DAEC3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28360" y="1143000"/>
            <a:ext cx="5263640" cy="5715000"/>
          </a:xfrm>
          <a:custGeom>
            <a:avLst/>
            <a:gdLst>
              <a:gd name="connsiteX0" fmla="*/ 0 w 5263640"/>
              <a:gd name="connsiteY0" fmla="*/ 0 h 5715000"/>
              <a:gd name="connsiteX1" fmla="*/ 5263640 w 5263640"/>
              <a:gd name="connsiteY1" fmla="*/ 0 h 5715000"/>
              <a:gd name="connsiteX2" fmla="*/ 5263640 w 5263640"/>
              <a:gd name="connsiteY2" fmla="*/ 5715000 h 5715000"/>
              <a:gd name="connsiteX3" fmla="*/ 0 w 5263640"/>
              <a:gd name="connsiteY3" fmla="*/ 5715000 h 571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3640" h="5715000">
                <a:moveTo>
                  <a:pt x="0" y="0"/>
                </a:moveTo>
                <a:lnTo>
                  <a:pt x="5263640" y="0"/>
                </a:lnTo>
                <a:lnTo>
                  <a:pt x="5263640" y="5715000"/>
                </a:lnTo>
                <a:lnTo>
                  <a:pt x="0" y="5715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648489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ur Work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41B2EAC-9CFE-C14C-17D2-2BF6FBA9A88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359728" y="2701804"/>
            <a:ext cx="3396344" cy="3396344"/>
          </a:xfrm>
          <a:custGeom>
            <a:avLst/>
            <a:gdLst>
              <a:gd name="connsiteX0" fmla="*/ 1698172 w 3396344"/>
              <a:gd name="connsiteY0" fmla="*/ 0 h 3396344"/>
              <a:gd name="connsiteX1" fmla="*/ 3396344 w 3396344"/>
              <a:gd name="connsiteY1" fmla="*/ 1698172 h 3396344"/>
              <a:gd name="connsiteX2" fmla="*/ 1698172 w 3396344"/>
              <a:gd name="connsiteY2" fmla="*/ 3396344 h 3396344"/>
              <a:gd name="connsiteX3" fmla="*/ 0 w 3396344"/>
              <a:gd name="connsiteY3" fmla="*/ 1698172 h 3396344"/>
              <a:gd name="connsiteX4" fmla="*/ 1698172 w 3396344"/>
              <a:gd name="connsiteY4" fmla="*/ 0 h 339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6344" h="3396344">
                <a:moveTo>
                  <a:pt x="1698172" y="0"/>
                </a:moveTo>
                <a:cubicBezTo>
                  <a:pt x="2636046" y="0"/>
                  <a:pt x="3396344" y="760298"/>
                  <a:pt x="3396344" y="1698172"/>
                </a:cubicBezTo>
                <a:cubicBezTo>
                  <a:pt x="3396344" y="2636046"/>
                  <a:pt x="2636046" y="3396344"/>
                  <a:pt x="1698172" y="3396344"/>
                </a:cubicBezTo>
                <a:cubicBezTo>
                  <a:pt x="760298" y="3396344"/>
                  <a:pt x="0" y="2636046"/>
                  <a:pt x="0" y="1698172"/>
                </a:cubicBezTo>
                <a:cubicBezTo>
                  <a:pt x="0" y="760298"/>
                  <a:pt x="760298" y="0"/>
                  <a:pt x="16981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08270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S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CA88E9-2301-F978-BE2C-FF539B6CFC6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40729" y="1"/>
            <a:ext cx="2710543" cy="5110843"/>
          </a:xfrm>
          <a:custGeom>
            <a:avLst/>
            <a:gdLst>
              <a:gd name="connsiteX0" fmla="*/ 0 w 2710543"/>
              <a:gd name="connsiteY0" fmla="*/ 0 h 5110843"/>
              <a:gd name="connsiteX1" fmla="*/ 2710543 w 2710543"/>
              <a:gd name="connsiteY1" fmla="*/ 0 h 5110843"/>
              <a:gd name="connsiteX2" fmla="*/ 2710543 w 2710543"/>
              <a:gd name="connsiteY2" fmla="*/ 5110843 h 5110843"/>
              <a:gd name="connsiteX3" fmla="*/ 0 w 2710543"/>
              <a:gd name="connsiteY3" fmla="*/ 5110843 h 5110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0543" h="5110843">
                <a:moveTo>
                  <a:pt x="0" y="0"/>
                </a:moveTo>
                <a:lnTo>
                  <a:pt x="2710543" y="0"/>
                </a:lnTo>
                <a:lnTo>
                  <a:pt x="2710543" y="5110843"/>
                </a:lnTo>
                <a:lnTo>
                  <a:pt x="0" y="51108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11456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 S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A3DB92-7E9A-F385-57D8-0D1C414801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86057" y="555863"/>
            <a:ext cx="3434443" cy="2895600"/>
          </a:xfrm>
          <a:custGeom>
            <a:avLst/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AE48A27-598A-FA8F-1F5A-CE0F0DDDF2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5632" y="3451463"/>
            <a:ext cx="3434443" cy="2895600"/>
          </a:xfrm>
          <a:custGeom>
            <a:avLst/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47057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Ad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868D816-EABF-537E-08B1-65A88E5E0C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263321"/>
            <a:ext cx="3673929" cy="3200400"/>
          </a:xfrm>
          <a:custGeom>
            <a:avLst/>
            <a:gdLst>
              <a:gd name="connsiteX0" fmla="*/ 0 w 3673929"/>
              <a:gd name="connsiteY0" fmla="*/ 0 h 3200400"/>
              <a:gd name="connsiteX1" fmla="*/ 3673929 w 3673929"/>
              <a:gd name="connsiteY1" fmla="*/ 0 h 3200400"/>
              <a:gd name="connsiteX2" fmla="*/ 3673929 w 3673929"/>
              <a:gd name="connsiteY2" fmla="*/ 3200400 h 3200400"/>
              <a:gd name="connsiteX3" fmla="*/ 0 w 3673929"/>
              <a:gd name="connsiteY3" fmla="*/ 320040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3929" h="3200400">
                <a:moveTo>
                  <a:pt x="0" y="0"/>
                </a:moveTo>
                <a:lnTo>
                  <a:pt x="3673929" y="0"/>
                </a:lnTo>
                <a:lnTo>
                  <a:pt x="3673929" y="3200400"/>
                </a:lnTo>
                <a:lnTo>
                  <a:pt x="0" y="3200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001354D-A3F8-D974-5866-98B565F012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315200" y="2263321"/>
            <a:ext cx="4876800" cy="3200400"/>
          </a:xfrm>
          <a:custGeom>
            <a:avLst/>
            <a:gdLst>
              <a:gd name="connsiteX0" fmla="*/ 0 w 4876800"/>
              <a:gd name="connsiteY0" fmla="*/ 0 h 3200400"/>
              <a:gd name="connsiteX1" fmla="*/ 4876800 w 4876800"/>
              <a:gd name="connsiteY1" fmla="*/ 0 h 3200400"/>
              <a:gd name="connsiteX2" fmla="*/ 4876800 w 4876800"/>
              <a:gd name="connsiteY2" fmla="*/ 3200400 h 3200400"/>
              <a:gd name="connsiteX3" fmla="*/ 0 w 4876800"/>
              <a:gd name="connsiteY3" fmla="*/ 320040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6800" h="3200400">
                <a:moveTo>
                  <a:pt x="0" y="0"/>
                </a:moveTo>
                <a:lnTo>
                  <a:pt x="4876800" y="0"/>
                </a:lnTo>
                <a:lnTo>
                  <a:pt x="4876800" y="3200400"/>
                </a:lnTo>
                <a:lnTo>
                  <a:pt x="0" y="3200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83923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 Ad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E1AF238-94A9-2B29-A685-7D6B7A93223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819751"/>
            <a:ext cx="12192000" cy="3247549"/>
          </a:xfrm>
          <a:custGeom>
            <a:avLst/>
            <a:gdLst>
              <a:gd name="connsiteX0" fmla="*/ 0 w 12192000"/>
              <a:gd name="connsiteY0" fmla="*/ 0 h 2697068"/>
              <a:gd name="connsiteX1" fmla="*/ 12192000 w 12192000"/>
              <a:gd name="connsiteY1" fmla="*/ 0 h 2697068"/>
              <a:gd name="connsiteX2" fmla="*/ 12192000 w 12192000"/>
              <a:gd name="connsiteY2" fmla="*/ 2697068 h 2697068"/>
              <a:gd name="connsiteX3" fmla="*/ 0 w 12192000"/>
              <a:gd name="connsiteY3" fmla="*/ 2697068 h 2697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97068">
                <a:moveTo>
                  <a:pt x="0" y="0"/>
                </a:moveTo>
                <a:lnTo>
                  <a:pt x="12192000" y="0"/>
                </a:lnTo>
                <a:lnTo>
                  <a:pt x="12192000" y="2697068"/>
                </a:lnTo>
                <a:lnTo>
                  <a:pt x="0" y="26970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801789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rket Ad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26E4C-8129-BCB1-6281-03795176861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72598" y="1143000"/>
            <a:ext cx="2819403" cy="5715000"/>
          </a:xfrm>
          <a:custGeom>
            <a:avLst/>
            <a:gdLst>
              <a:gd name="connsiteX0" fmla="*/ 0 w 2819403"/>
              <a:gd name="connsiteY0" fmla="*/ 0 h 5715000"/>
              <a:gd name="connsiteX1" fmla="*/ 2819403 w 2819403"/>
              <a:gd name="connsiteY1" fmla="*/ 0 h 5715000"/>
              <a:gd name="connsiteX2" fmla="*/ 2819403 w 2819403"/>
              <a:gd name="connsiteY2" fmla="*/ 5715000 h 5715000"/>
              <a:gd name="connsiteX3" fmla="*/ 0 w 2819403"/>
              <a:gd name="connsiteY3" fmla="*/ 5715000 h 571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9403" h="5715000">
                <a:moveTo>
                  <a:pt x="0" y="0"/>
                </a:moveTo>
                <a:lnTo>
                  <a:pt x="2819403" y="0"/>
                </a:lnTo>
                <a:lnTo>
                  <a:pt x="2819403" y="5715000"/>
                </a:lnTo>
                <a:lnTo>
                  <a:pt x="0" y="5715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2364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6D5EC3-9E59-A6D8-3B44-2F2C1B9D3B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4350" y="2057400"/>
            <a:ext cx="5334000" cy="4229100"/>
          </a:xfrm>
          <a:custGeom>
            <a:avLst/>
            <a:gdLst>
              <a:gd name="connsiteX0" fmla="*/ 0 w 5334000"/>
              <a:gd name="connsiteY0" fmla="*/ 0 h 4229100"/>
              <a:gd name="connsiteX1" fmla="*/ 5334000 w 5334000"/>
              <a:gd name="connsiteY1" fmla="*/ 0 h 4229100"/>
              <a:gd name="connsiteX2" fmla="*/ 5334000 w 5334000"/>
              <a:gd name="connsiteY2" fmla="*/ 4229100 h 4229100"/>
              <a:gd name="connsiteX3" fmla="*/ 0 w 5334000"/>
              <a:gd name="connsiteY3" fmla="*/ 4229100 h 422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4000" h="4229100">
                <a:moveTo>
                  <a:pt x="0" y="0"/>
                </a:moveTo>
                <a:lnTo>
                  <a:pt x="5334000" y="0"/>
                </a:lnTo>
                <a:lnTo>
                  <a:pt x="5334000" y="4229100"/>
                </a:lnTo>
                <a:lnTo>
                  <a:pt x="0" y="42291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02716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377084F-D324-493E-E127-F6FDDC837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22375" y="-12689"/>
            <a:ext cx="3652157" cy="6299189"/>
          </a:xfrm>
          <a:custGeom>
            <a:avLst/>
            <a:gdLst>
              <a:gd name="connsiteX0" fmla="*/ 0 w 3652157"/>
              <a:gd name="connsiteY0" fmla="*/ 0 h 6299189"/>
              <a:gd name="connsiteX1" fmla="*/ 3652157 w 3652157"/>
              <a:gd name="connsiteY1" fmla="*/ 0 h 6299189"/>
              <a:gd name="connsiteX2" fmla="*/ 3652157 w 3652157"/>
              <a:gd name="connsiteY2" fmla="*/ 6299189 h 6299189"/>
              <a:gd name="connsiteX3" fmla="*/ 0 w 3652157"/>
              <a:gd name="connsiteY3" fmla="*/ 6299189 h 6299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2157" h="6299189">
                <a:moveTo>
                  <a:pt x="0" y="0"/>
                </a:moveTo>
                <a:lnTo>
                  <a:pt x="3652157" y="0"/>
                </a:lnTo>
                <a:lnTo>
                  <a:pt x="3652157" y="6299189"/>
                </a:lnTo>
                <a:lnTo>
                  <a:pt x="0" y="629918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1171D15-5388-BAD3-E4A0-7A6A0EDB691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" y="2061102"/>
            <a:ext cx="3652157" cy="4187298"/>
          </a:xfrm>
          <a:custGeom>
            <a:avLst/>
            <a:gdLst>
              <a:gd name="connsiteX0" fmla="*/ 0 w 3652157"/>
              <a:gd name="connsiteY0" fmla="*/ 0 h 4187298"/>
              <a:gd name="connsiteX1" fmla="*/ 3652157 w 3652157"/>
              <a:gd name="connsiteY1" fmla="*/ 0 h 4187298"/>
              <a:gd name="connsiteX2" fmla="*/ 3652157 w 3652157"/>
              <a:gd name="connsiteY2" fmla="*/ 4187298 h 4187298"/>
              <a:gd name="connsiteX3" fmla="*/ 0 w 3652157"/>
              <a:gd name="connsiteY3" fmla="*/ 4187298 h 4187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2157" h="4187298">
                <a:moveTo>
                  <a:pt x="0" y="0"/>
                </a:moveTo>
                <a:lnTo>
                  <a:pt x="3652157" y="0"/>
                </a:lnTo>
                <a:lnTo>
                  <a:pt x="3652157" y="4187298"/>
                </a:lnTo>
                <a:lnTo>
                  <a:pt x="0" y="41872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56206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rke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89C8304-9645-7F95-8887-61AE1B30F80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5584" y="1160425"/>
            <a:ext cx="4153232" cy="4922556"/>
          </a:xfrm>
          <a:custGeom>
            <a:avLst/>
            <a:gdLst>
              <a:gd name="connsiteX0" fmla="*/ 137057 w 4153232"/>
              <a:gd name="connsiteY0" fmla="*/ 0 h 4922556"/>
              <a:gd name="connsiteX1" fmla="*/ 4016175 w 4153232"/>
              <a:gd name="connsiteY1" fmla="*/ 0 h 4922556"/>
              <a:gd name="connsiteX2" fmla="*/ 4153232 w 4153232"/>
              <a:gd name="connsiteY2" fmla="*/ 137057 h 4922556"/>
              <a:gd name="connsiteX3" fmla="*/ 4153232 w 4153232"/>
              <a:gd name="connsiteY3" fmla="*/ 4785499 h 4922556"/>
              <a:gd name="connsiteX4" fmla="*/ 4016175 w 4153232"/>
              <a:gd name="connsiteY4" fmla="*/ 4922556 h 4922556"/>
              <a:gd name="connsiteX5" fmla="*/ 137057 w 4153232"/>
              <a:gd name="connsiteY5" fmla="*/ 4922556 h 4922556"/>
              <a:gd name="connsiteX6" fmla="*/ 0 w 4153232"/>
              <a:gd name="connsiteY6" fmla="*/ 4785499 h 4922556"/>
              <a:gd name="connsiteX7" fmla="*/ 0 w 4153232"/>
              <a:gd name="connsiteY7" fmla="*/ 137057 h 4922556"/>
              <a:gd name="connsiteX8" fmla="*/ 137057 w 4153232"/>
              <a:gd name="connsiteY8" fmla="*/ 0 h 492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53232" h="4922556">
                <a:moveTo>
                  <a:pt x="137057" y="0"/>
                </a:moveTo>
                <a:lnTo>
                  <a:pt x="4016175" y="0"/>
                </a:lnTo>
                <a:cubicBezTo>
                  <a:pt x="4091869" y="0"/>
                  <a:pt x="4153232" y="61363"/>
                  <a:pt x="4153232" y="137057"/>
                </a:cubicBezTo>
                <a:lnTo>
                  <a:pt x="4153232" y="4785499"/>
                </a:lnTo>
                <a:cubicBezTo>
                  <a:pt x="4153232" y="4861193"/>
                  <a:pt x="4091869" y="4922556"/>
                  <a:pt x="4016175" y="4922556"/>
                </a:cubicBezTo>
                <a:lnTo>
                  <a:pt x="137057" y="4922556"/>
                </a:lnTo>
                <a:cubicBezTo>
                  <a:pt x="61363" y="4922556"/>
                  <a:pt x="0" y="4861193"/>
                  <a:pt x="0" y="4785499"/>
                </a:cubicBezTo>
                <a:lnTo>
                  <a:pt x="0" y="137057"/>
                </a:lnTo>
                <a:cubicBezTo>
                  <a:pt x="0" y="61363"/>
                  <a:pt x="61363" y="0"/>
                  <a:pt x="13705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16252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rget Mar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109079D-EE4B-A859-BC75-22703C95DDE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33400" y="4061229"/>
            <a:ext cx="6128658" cy="2796771"/>
          </a:xfrm>
          <a:custGeom>
            <a:avLst/>
            <a:gdLst>
              <a:gd name="connsiteX0" fmla="*/ 0 w 6128658"/>
              <a:gd name="connsiteY0" fmla="*/ 0 h 2796771"/>
              <a:gd name="connsiteX1" fmla="*/ 6128658 w 6128658"/>
              <a:gd name="connsiteY1" fmla="*/ 0 h 2796771"/>
              <a:gd name="connsiteX2" fmla="*/ 6128658 w 6128658"/>
              <a:gd name="connsiteY2" fmla="*/ 2796771 h 2796771"/>
              <a:gd name="connsiteX3" fmla="*/ 0 w 6128658"/>
              <a:gd name="connsiteY3" fmla="*/ 2796771 h 279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8658" h="2796771">
                <a:moveTo>
                  <a:pt x="0" y="0"/>
                </a:moveTo>
                <a:lnTo>
                  <a:pt x="6128658" y="0"/>
                </a:lnTo>
                <a:lnTo>
                  <a:pt x="6128658" y="2796771"/>
                </a:lnTo>
                <a:lnTo>
                  <a:pt x="0" y="27967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22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arget Mar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56DE190-486E-AFEA-D08E-F960899C530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03616" y="1055866"/>
            <a:ext cx="5143500" cy="5143500"/>
          </a:xfrm>
          <a:custGeom>
            <a:avLst/>
            <a:gdLst>
              <a:gd name="connsiteX0" fmla="*/ 2571750 w 5143500"/>
              <a:gd name="connsiteY0" fmla="*/ 0 h 5143500"/>
              <a:gd name="connsiteX1" fmla="*/ 5143500 w 5143500"/>
              <a:gd name="connsiteY1" fmla="*/ 2571750 h 5143500"/>
              <a:gd name="connsiteX2" fmla="*/ 2571750 w 5143500"/>
              <a:gd name="connsiteY2" fmla="*/ 5143500 h 5143500"/>
              <a:gd name="connsiteX3" fmla="*/ 0 w 5143500"/>
              <a:gd name="connsiteY3" fmla="*/ 2571750 h 5143500"/>
              <a:gd name="connsiteX4" fmla="*/ 2571750 w 5143500"/>
              <a:gd name="connsiteY4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  <a:cubicBezTo>
                  <a:pt x="0" y="1151412"/>
                  <a:pt x="1151412" y="0"/>
                  <a:pt x="257175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92498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1FAC9-C613-85D9-0C5E-DB624E7BADB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524250" y="0"/>
            <a:ext cx="8667750" cy="4419600"/>
          </a:xfrm>
          <a:custGeom>
            <a:avLst/>
            <a:gdLst>
              <a:gd name="connsiteX0" fmla="*/ 0 w 8667750"/>
              <a:gd name="connsiteY0" fmla="*/ 0 h 4419600"/>
              <a:gd name="connsiteX1" fmla="*/ 8667750 w 8667750"/>
              <a:gd name="connsiteY1" fmla="*/ 0 h 4419600"/>
              <a:gd name="connsiteX2" fmla="*/ 8667750 w 8667750"/>
              <a:gd name="connsiteY2" fmla="*/ 4419600 h 4419600"/>
              <a:gd name="connsiteX3" fmla="*/ 0 w 8667750"/>
              <a:gd name="connsiteY3" fmla="*/ 4419600 h 441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67750" h="4419600">
                <a:moveTo>
                  <a:pt x="0" y="0"/>
                </a:moveTo>
                <a:lnTo>
                  <a:pt x="8667750" y="0"/>
                </a:lnTo>
                <a:lnTo>
                  <a:pt x="8667750" y="4419600"/>
                </a:lnTo>
                <a:lnTo>
                  <a:pt x="0" y="4419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3190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BB338-DE53-E42A-8EEA-ED0021784A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55390" y="2019031"/>
            <a:ext cx="3943920" cy="2247900"/>
          </a:xfrm>
          <a:custGeom>
            <a:avLst/>
            <a:gdLst>
              <a:gd name="connsiteX0" fmla="*/ 0 w 3943920"/>
              <a:gd name="connsiteY0" fmla="*/ 0 h 2247900"/>
              <a:gd name="connsiteX1" fmla="*/ 3943920 w 3943920"/>
              <a:gd name="connsiteY1" fmla="*/ 0 h 2247900"/>
              <a:gd name="connsiteX2" fmla="*/ 3943920 w 3943920"/>
              <a:gd name="connsiteY2" fmla="*/ 2247900 h 2247900"/>
              <a:gd name="connsiteX3" fmla="*/ 0 w 3943920"/>
              <a:gd name="connsiteY3" fmla="*/ 2247900 h 224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43920" h="2247900">
                <a:moveTo>
                  <a:pt x="0" y="0"/>
                </a:moveTo>
                <a:lnTo>
                  <a:pt x="3943920" y="0"/>
                </a:lnTo>
                <a:lnTo>
                  <a:pt x="3943920" y="2247900"/>
                </a:lnTo>
                <a:lnTo>
                  <a:pt x="0" y="2247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855553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rke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ECA8BE0-0446-1F40-66F0-1EC2A64B36B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227179" y="1143001"/>
            <a:ext cx="4964821" cy="5714998"/>
          </a:xfrm>
          <a:custGeom>
            <a:avLst/>
            <a:gdLst>
              <a:gd name="connsiteX0" fmla="*/ 0 w 4964821"/>
              <a:gd name="connsiteY0" fmla="*/ 0 h 5714998"/>
              <a:gd name="connsiteX1" fmla="*/ 4964821 w 4964821"/>
              <a:gd name="connsiteY1" fmla="*/ 0 h 5714998"/>
              <a:gd name="connsiteX2" fmla="*/ 4964821 w 4964821"/>
              <a:gd name="connsiteY2" fmla="*/ 5714998 h 5714998"/>
              <a:gd name="connsiteX3" fmla="*/ 0 w 4964821"/>
              <a:gd name="connsiteY3" fmla="*/ 5714998 h 571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4821" h="5714998">
                <a:moveTo>
                  <a:pt x="0" y="0"/>
                </a:moveTo>
                <a:lnTo>
                  <a:pt x="4964821" y="0"/>
                </a:lnTo>
                <a:lnTo>
                  <a:pt x="4964821" y="5714998"/>
                </a:lnTo>
                <a:lnTo>
                  <a:pt x="0" y="57149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48200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Valid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F78D47-35C2-B5D3-325C-226E1A2E4C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39430" y="2002971"/>
            <a:ext cx="4085771" cy="4855029"/>
          </a:xfrm>
          <a:custGeom>
            <a:avLst/>
            <a:gdLst>
              <a:gd name="connsiteX0" fmla="*/ 0 w 4085771"/>
              <a:gd name="connsiteY0" fmla="*/ 0 h 4855029"/>
              <a:gd name="connsiteX1" fmla="*/ 4085771 w 4085771"/>
              <a:gd name="connsiteY1" fmla="*/ 0 h 4855029"/>
              <a:gd name="connsiteX2" fmla="*/ 4085771 w 4085771"/>
              <a:gd name="connsiteY2" fmla="*/ 4855029 h 4855029"/>
              <a:gd name="connsiteX3" fmla="*/ 0 w 4085771"/>
              <a:gd name="connsiteY3" fmla="*/ 4855029 h 485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5771" h="4855029">
                <a:moveTo>
                  <a:pt x="0" y="0"/>
                </a:moveTo>
                <a:lnTo>
                  <a:pt x="4085771" y="0"/>
                </a:lnTo>
                <a:lnTo>
                  <a:pt x="4085771" y="4855029"/>
                </a:lnTo>
                <a:lnTo>
                  <a:pt x="0" y="48550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7262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 Validation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13251-DB3A-94C6-DC89-C07FC47A323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1143000"/>
            <a:ext cx="5524500" cy="3050628"/>
          </a:xfrm>
          <a:custGeom>
            <a:avLst/>
            <a:gdLst>
              <a:gd name="connsiteX0" fmla="*/ 0 w 5524500"/>
              <a:gd name="connsiteY0" fmla="*/ 0 h 3050628"/>
              <a:gd name="connsiteX1" fmla="*/ 5524500 w 5524500"/>
              <a:gd name="connsiteY1" fmla="*/ 0 h 3050628"/>
              <a:gd name="connsiteX2" fmla="*/ 5524500 w 5524500"/>
              <a:gd name="connsiteY2" fmla="*/ 3050628 h 3050628"/>
              <a:gd name="connsiteX3" fmla="*/ 0 w 5524500"/>
              <a:gd name="connsiteY3" fmla="*/ 3050628 h 305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3050628">
                <a:moveTo>
                  <a:pt x="0" y="0"/>
                </a:moveTo>
                <a:lnTo>
                  <a:pt x="5524500" y="0"/>
                </a:lnTo>
                <a:lnTo>
                  <a:pt x="5524500" y="3050628"/>
                </a:lnTo>
                <a:lnTo>
                  <a:pt x="0" y="30506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0900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ing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F53AD2-2CE8-98CA-4D1A-B6ACE0414F0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2049518"/>
            <a:ext cx="4209393" cy="4808483"/>
          </a:xfrm>
          <a:custGeom>
            <a:avLst/>
            <a:gdLst>
              <a:gd name="connsiteX0" fmla="*/ 0 w 3673366"/>
              <a:gd name="connsiteY0" fmla="*/ 0 h 4808483"/>
              <a:gd name="connsiteX1" fmla="*/ 3673366 w 3673366"/>
              <a:gd name="connsiteY1" fmla="*/ 0 h 4808483"/>
              <a:gd name="connsiteX2" fmla="*/ 3673366 w 3673366"/>
              <a:gd name="connsiteY2" fmla="*/ 4808483 h 4808483"/>
              <a:gd name="connsiteX3" fmla="*/ 0 w 3673366"/>
              <a:gd name="connsiteY3" fmla="*/ 4808483 h 480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3366" h="4808483">
                <a:moveTo>
                  <a:pt x="0" y="0"/>
                </a:moveTo>
                <a:lnTo>
                  <a:pt x="3673366" y="0"/>
                </a:lnTo>
                <a:lnTo>
                  <a:pt x="3673366" y="4808483"/>
                </a:lnTo>
                <a:lnTo>
                  <a:pt x="0" y="48084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23889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ing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760E6E6-2696-9A13-624E-0F3FB4F0D5A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2364828"/>
            <a:ext cx="6096000" cy="4493172"/>
          </a:xfrm>
          <a:custGeom>
            <a:avLst/>
            <a:gdLst>
              <a:gd name="connsiteX0" fmla="*/ 0 w 6096000"/>
              <a:gd name="connsiteY0" fmla="*/ 0 h 4493172"/>
              <a:gd name="connsiteX1" fmla="*/ 6096000 w 6096000"/>
              <a:gd name="connsiteY1" fmla="*/ 0 h 4493172"/>
              <a:gd name="connsiteX2" fmla="*/ 6096000 w 6096000"/>
              <a:gd name="connsiteY2" fmla="*/ 4493172 h 4493172"/>
              <a:gd name="connsiteX3" fmla="*/ 0 w 6096000"/>
              <a:gd name="connsiteY3" fmla="*/ 4493172 h 449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4493172">
                <a:moveTo>
                  <a:pt x="0" y="0"/>
                </a:moveTo>
                <a:lnTo>
                  <a:pt x="6096000" y="0"/>
                </a:lnTo>
                <a:lnTo>
                  <a:pt x="6096000" y="4493172"/>
                </a:lnTo>
                <a:lnTo>
                  <a:pt x="0" y="44931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10910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rketing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63CAA-B89F-47FE-009E-4FF443945C0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29136"/>
            <a:ext cx="5524772" cy="3028864"/>
          </a:xfrm>
          <a:custGeom>
            <a:avLst/>
            <a:gdLst>
              <a:gd name="connsiteX0" fmla="*/ 0 w 5524772"/>
              <a:gd name="connsiteY0" fmla="*/ 0 h 3028864"/>
              <a:gd name="connsiteX1" fmla="*/ 5524772 w 5524772"/>
              <a:gd name="connsiteY1" fmla="*/ 0 h 3028864"/>
              <a:gd name="connsiteX2" fmla="*/ 5524772 w 5524772"/>
              <a:gd name="connsiteY2" fmla="*/ 3028864 h 3028864"/>
              <a:gd name="connsiteX3" fmla="*/ 0 w 5524772"/>
              <a:gd name="connsiteY3" fmla="*/ 3028864 h 302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772" h="3028864">
                <a:moveTo>
                  <a:pt x="0" y="0"/>
                </a:moveTo>
                <a:lnTo>
                  <a:pt x="5524772" y="0"/>
                </a:lnTo>
                <a:lnTo>
                  <a:pt x="5524772" y="3028864"/>
                </a:lnTo>
                <a:lnTo>
                  <a:pt x="0" y="302886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21696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ing Strateg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9FFE9C3-315C-9656-958C-58BCA6A52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618565"/>
            <a:ext cx="7580792" cy="6239435"/>
          </a:xfrm>
          <a:custGeom>
            <a:avLst/>
            <a:gdLst>
              <a:gd name="connsiteX0" fmla="*/ 0 w 2142160"/>
              <a:gd name="connsiteY0" fmla="*/ 0 h 2730500"/>
              <a:gd name="connsiteX1" fmla="*/ 2142160 w 2142160"/>
              <a:gd name="connsiteY1" fmla="*/ 0 h 2730500"/>
              <a:gd name="connsiteX2" fmla="*/ 2142160 w 2142160"/>
              <a:gd name="connsiteY2" fmla="*/ 2730500 h 2730500"/>
              <a:gd name="connsiteX3" fmla="*/ 0 w 2142160"/>
              <a:gd name="connsiteY3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2160" h="2730500">
                <a:moveTo>
                  <a:pt x="0" y="0"/>
                </a:moveTo>
                <a:lnTo>
                  <a:pt x="2142160" y="0"/>
                </a:lnTo>
                <a:lnTo>
                  <a:pt x="2142160" y="2730500"/>
                </a:lnTo>
                <a:lnTo>
                  <a:pt x="0" y="2730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179913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ing Strategy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EE98CC-1724-0D86-E4A7-3CDFB5B9377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803182" y="2907788"/>
            <a:ext cx="2592604" cy="2594348"/>
          </a:xfrm>
          <a:custGeom>
            <a:avLst/>
            <a:gdLst>
              <a:gd name="connsiteX0" fmla="*/ 1296302 w 2592604"/>
              <a:gd name="connsiteY0" fmla="*/ 0 h 2594348"/>
              <a:gd name="connsiteX1" fmla="*/ 2592604 w 2592604"/>
              <a:gd name="connsiteY1" fmla="*/ 1297174 h 2594348"/>
              <a:gd name="connsiteX2" fmla="*/ 1296302 w 2592604"/>
              <a:gd name="connsiteY2" fmla="*/ 2594348 h 2594348"/>
              <a:gd name="connsiteX3" fmla="*/ 0 w 2592604"/>
              <a:gd name="connsiteY3" fmla="*/ 1297174 h 2594348"/>
              <a:gd name="connsiteX4" fmla="*/ 1296302 w 2592604"/>
              <a:gd name="connsiteY4" fmla="*/ 0 h 2594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2604" h="2594348">
                <a:moveTo>
                  <a:pt x="1296302" y="0"/>
                </a:moveTo>
                <a:cubicBezTo>
                  <a:pt x="2012230" y="0"/>
                  <a:pt x="2592604" y="580765"/>
                  <a:pt x="2592604" y="1297174"/>
                </a:cubicBezTo>
                <a:cubicBezTo>
                  <a:pt x="2592604" y="2013583"/>
                  <a:pt x="2012230" y="2594348"/>
                  <a:pt x="1296302" y="2594348"/>
                </a:cubicBezTo>
                <a:cubicBezTo>
                  <a:pt x="580374" y="2594348"/>
                  <a:pt x="0" y="2013583"/>
                  <a:pt x="0" y="1297174"/>
                </a:cubicBezTo>
                <a:cubicBezTo>
                  <a:pt x="0" y="580765"/>
                  <a:pt x="580374" y="0"/>
                  <a:pt x="129630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38967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ing Strategy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F71DD6B-3705-605D-1CB5-B1048886F8D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66801" y="4107549"/>
            <a:ext cx="4505636" cy="2198437"/>
          </a:xfrm>
          <a:custGeom>
            <a:avLst/>
            <a:gdLst>
              <a:gd name="connsiteX0" fmla="*/ 0 w 4505636"/>
              <a:gd name="connsiteY0" fmla="*/ 0 h 1935713"/>
              <a:gd name="connsiteX1" fmla="*/ 4505636 w 4505636"/>
              <a:gd name="connsiteY1" fmla="*/ 0 h 1935713"/>
              <a:gd name="connsiteX2" fmla="*/ 4505636 w 4505636"/>
              <a:gd name="connsiteY2" fmla="*/ 1935713 h 1935713"/>
              <a:gd name="connsiteX3" fmla="*/ 0 w 4505636"/>
              <a:gd name="connsiteY3" fmla="*/ 1935713 h 1935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636" h="1935713">
                <a:moveTo>
                  <a:pt x="0" y="0"/>
                </a:moveTo>
                <a:lnTo>
                  <a:pt x="4505636" y="0"/>
                </a:lnTo>
                <a:lnTo>
                  <a:pt x="4505636" y="1935713"/>
                </a:lnTo>
                <a:lnTo>
                  <a:pt x="0" y="19357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28548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Marketing Strateg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8DA6A4-7F05-5161-5197-AB0863EA521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45266" y="1147901"/>
            <a:ext cx="5446734" cy="3868659"/>
          </a:xfrm>
          <a:custGeom>
            <a:avLst/>
            <a:gdLst>
              <a:gd name="connsiteX0" fmla="*/ 0 w 5446734"/>
              <a:gd name="connsiteY0" fmla="*/ 0 h 3868659"/>
              <a:gd name="connsiteX1" fmla="*/ 5446734 w 5446734"/>
              <a:gd name="connsiteY1" fmla="*/ 0 h 3868659"/>
              <a:gd name="connsiteX2" fmla="*/ 5446734 w 5446734"/>
              <a:gd name="connsiteY2" fmla="*/ 3868659 h 3868659"/>
              <a:gd name="connsiteX3" fmla="*/ 0 w 5446734"/>
              <a:gd name="connsiteY3" fmla="*/ 3868659 h 3868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6734" h="3868659">
                <a:moveTo>
                  <a:pt x="0" y="0"/>
                </a:moveTo>
                <a:lnTo>
                  <a:pt x="5446734" y="0"/>
                </a:lnTo>
                <a:lnTo>
                  <a:pt x="5446734" y="3868659"/>
                </a:lnTo>
                <a:lnTo>
                  <a:pt x="0" y="386865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94002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Strategy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2F40F95-68DB-BB52-B1B9-5A54D273E98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96975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Strategy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94F89C-D9CD-CA90-9218-12ADDE6653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8825" y="5432426"/>
            <a:ext cx="3054350" cy="1425575"/>
          </a:xfrm>
          <a:custGeom>
            <a:avLst/>
            <a:gdLst>
              <a:gd name="connsiteX0" fmla="*/ 1525682 w 3054350"/>
              <a:gd name="connsiteY0" fmla="*/ 0 h 1425575"/>
              <a:gd name="connsiteX1" fmla="*/ 3054350 w 3054350"/>
              <a:gd name="connsiteY1" fmla="*/ 1425575 h 1425575"/>
              <a:gd name="connsiteX2" fmla="*/ 0 w 3054350"/>
              <a:gd name="connsiteY2" fmla="*/ 1425575 h 1425575"/>
              <a:gd name="connsiteX3" fmla="*/ 1525682 w 3054350"/>
              <a:gd name="connsiteY3" fmla="*/ 0 h 142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4350" h="1425575">
                <a:moveTo>
                  <a:pt x="1525682" y="0"/>
                </a:moveTo>
                <a:cubicBezTo>
                  <a:pt x="2337787" y="0"/>
                  <a:pt x="3000608" y="630600"/>
                  <a:pt x="3054350" y="1425575"/>
                </a:cubicBezTo>
                <a:cubicBezTo>
                  <a:pt x="3054350" y="1425575"/>
                  <a:pt x="3054350" y="1425575"/>
                  <a:pt x="0" y="1425575"/>
                </a:cubicBezTo>
                <a:cubicBezTo>
                  <a:pt x="53742" y="630600"/>
                  <a:pt x="716563" y="0"/>
                  <a:pt x="15256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2297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Strategy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664347A-D9B4-EEB6-4EDF-9242C1B520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15714" y="1104900"/>
            <a:ext cx="3676286" cy="5753101"/>
          </a:xfrm>
          <a:custGeom>
            <a:avLst/>
            <a:gdLst>
              <a:gd name="connsiteX0" fmla="*/ 0 w 3676286"/>
              <a:gd name="connsiteY0" fmla="*/ 0 h 4293299"/>
              <a:gd name="connsiteX1" fmla="*/ 3676286 w 3676286"/>
              <a:gd name="connsiteY1" fmla="*/ 0 h 4293299"/>
              <a:gd name="connsiteX2" fmla="*/ 3676286 w 3676286"/>
              <a:gd name="connsiteY2" fmla="*/ 4293299 h 4293299"/>
              <a:gd name="connsiteX3" fmla="*/ 0 w 3676286"/>
              <a:gd name="connsiteY3" fmla="*/ 4293299 h 429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6286" h="4293299">
                <a:moveTo>
                  <a:pt x="0" y="0"/>
                </a:moveTo>
                <a:lnTo>
                  <a:pt x="3676286" y="0"/>
                </a:lnTo>
                <a:lnTo>
                  <a:pt x="3676286" y="4293299"/>
                </a:lnTo>
                <a:lnTo>
                  <a:pt x="0" y="42932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50424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Strategy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6ED50F-E9F1-02A3-A0D1-F93ACCB75F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5686" y="1104901"/>
            <a:ext cx="4782915" cy="2757470"/>
          </a:xfrm>
          <a:custGeom>
            <a:avLst/>
            <a:gdLst>
              <a:gd name="connsiteX0" fmla="*/ 0 w 4782915"/>
              <a:gd name="connsiteY0" fmla="*/ 0 h 2757470"/>
              <a:gd name="connsiteX1" fmla="*/ 4782915 w 4782915"/>
              <a:gd name="connsiteY1" fmla="*/ 0 h 2757470"/>
              <a:gd name="connsiteX2" fmla="*/ 4782915 w 4782915"/>
              <a:gd name="connsiteY2" fmla="*/ 2757470 h 2757470"/>
              <a:gd name="connsiteX3" fmla="*/ 0 w 4782915"/>
              <a:gd name="connsiteY3" fmla="*/ 2757470 h 275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2915" h="2757470">
                <a:moveTo>
                  <a:pt x="0" y="0"/>
                </a:moveTo>
                <a:lnTo>
                  <a:pt x="4782915" y="0"/>
                </a:lnTo>
                <a:lnTo>
                  <a:pt x="4782915" y="2757470"/>
                </a:lnTo>
                <a:lnTo>
                  <a:pt x="0" y="27574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76247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Market Strategy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F31B5B-B2DA-15B5-A07F-F519666ACE2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45695" y="2708469"/>
            <a:ext cx="2075295" cy="2075297"/>
          </a:xfrm>
          <a:custGeom>
            <a:avLst/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B61E81D-4FA5-6FC2-D3A8-DC1C1AF812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63003" y="2708469"/>
            <a:ext cx="2075295" cy="2075297"/>
          </a:xfrm>
          <a:custGeom>
            <a:avLst/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DC8E3CD-B384-7537-77C3-B9A55864CAD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474832" y="2708469"/>
            <a:ext cx="2075295" cy="2075297"/>
          </a:xfrm>
          <a:custGeom>
            <a:avLst/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0163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Market Strategy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B2EF78-BD81-3816-BE8A-EA53213EA7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2367108"/>
            <a:ext cx="2625213" cy="4490893"/>
          </a:xfrm>
          <a:custGeom>
            <a:avLst/>
            <a:gdLst>
              <a:gd name="connsiteX0" fmla="*/ 0 w 2625213"/>
              <a:gd name="connsiteY0" fmla="*/ 0 h 4490893"/>
              <a:gd name="connsiteX1" fmla="*/ 2625213 w 2625213"/>
              <a:gd name="connsiteY1" fmla="*/ 0 h 4490893"/>
              <a:gd name="connsiteX2" fmla="*/ 2625213 w 2625213"/>
              <a:gd name="connsiteY2" fmla="*/ 4490893 h 4490893"/>
              <a:gd name="connsiteX3" fmla="*/ 0 w 2625213"/>
              <a:gd name="connsiteY3" fmla="*/ 4490893 h 4490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5213" h="4490893">
                <a:moveTo>
                  <a:pt x="0" y="0"/>
                </a:moveTo>
                <a:lnTo>
                  <a:pt x="2625213" y="0"/>
                </a:lnTo>
                <a:lnTo>
                  <a:pt x="2625213" y="4490893"/>
                </a:lnTo>
                <a:lnTo>
                  <a:pt x="0" y="44908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45908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Market Strategy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3B83BD8-2971-3206-B470-8EF1C123C4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95628" y="0"/>
            <a:ext cx="2896372" cy="6858000"/>
          </a:xfrm>
          <a:custGeom>
            <a:avLst/>
            <a:gdLst>
              <a:gd name="connsiteX0" fmla="*/ 0 w 2896372"/>
              <a:gd name="connsiteY0" fmla="*/ 0 h 6858000"/>
              <a:gd name="connsiteX1" fmla="*/ 2896372 w 2896372"/>
              <a:gd name="connsiteY1" fmla="*/ 0 h 6858000"/>
              <a:gd name="connsiteX2" fmla="*/ 2896372 w 2896372"/>
              <a:gd name="connsiteY2" fmla="*/ 6858000 h 6858000"/>
              <a:gd name="connsiteX3" fmla="*/ 0 w 2896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6372" h="6858000">
                <a:moveTo>
                  <a:pt x="0" y="0"/>
                </a:moveTo>
                <a:lnTo>
                  <a:pt x="2896372" y="0"/>
                </a:lnTo>
                <a:lnTo>
                  <a:pt x="28963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154892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les Strateg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C70332-9164-4CA2-162A-9AE9A792ED8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5189155" cy="4645084"/>
          </a:xfrm>
          <a:custGeom>
            <a:avLst/>
            <a:gdLst>
              <a:gd name="connsiteX0" fmla="*/ 0 w 5189155"/>
              <a:gd name="connsiteY0" fmla="*/ 0 h 4645084"/>
              <a:gd name="connsiteX1" fmla="*/ 5189155 w 5189155"/>
              <a:gd name="connsiteY1" fmla="*/ 0 h 4645084"/>
              <a:gd name="connsiteX2" fmla="*/ 5189155 w 5189155"/>
              <a:gd name="connsiteY2" fmla="*/ 4645084 h 4645084"/>
              <a:gd name="connsiteX3" fmla="*/ 0 w 5189155"/>
              <a:gd name="connsiteY3" fmla="*/ 4645084 h 4645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155" h="4645084">
                <a:moveTo>
                  <a:pt x="0" y="0"/>
                </a:moveTo>
                <a:lnTo>
                  <a:pt x="5189155" y="0"/>
                </a:lnTo>
                <a:lnTo>
                  <a:pt x="5189155" y="4645084"/>
                </a:lnTo>
                <a:lnTo>
                  <a:pt x="0" y="46450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25803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les Strategy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DF22599-FBE3-976C-1326-7A41FE9623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19663" y="1943328"/>
            <a:ext cx="2343150" cy="2346326"/>
          </a:xfrm>
          <a:custGeom>
            <a:avLst/>
            <a:gdLst>
              <a:gd name="connsiteX0" fmla="*/ 1171575 w 2343150"/>
              <a:gd name="connsiteY0" fmla="*/ 0 h 2346326"/>
              <a:gd name="connsiteX1" fmla="*/ 2343150 w 2343150"/>
              <a:gd name="connsiteY1" fmla="*/ 1173163 h 2346326"/>
              <a:gd name="connsiteX2" fmla="*/ 1171575 w 2343150"/>
              <a:gd name="connsiteY2" fmla="*/ 2346326 h 2346326"/>
              <a:gd name="connsiteX3" fmla="*/ 0 w 2343150"/>
              <a:gd name="connsiteY3" fmla="*/ 1173163 h 2346326"/>
              <a:gd name="connsiteX4" fmla="*/ 1171575 w 2343150"/>
              <a:gd name="connsiteY4" fmla="*/ 0 h 2346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3150" h="2346326">
                <a:moveTo>
                  <a:pt x="1171575" y="0"/>
                </a:moveTo>
                <a:cubicBezTo>
                  <a:pt x="1818618" y="0"/>
                  <a:pt x="2343150" y="525243"/>
                  <a:pt x="2343150" y="1173163"/>
                </a:cubicBezTo>
                <a:cubicBezTo>
                  <a:pt x="2343150" y="1821083"/>
                  <a:pt x="1818618" y="2346326"/>
                  <a:pt x="1171575" y="2346326"/>
                </a:cubicBezTo>
                <a:cubicBezTo>
                  <a:pt x="524532" y="2346326"/>
                  <a:pt x="0" y="1821083"/>
                  <a:pt x="0" y="1173163"/>
                </a:cubicBezTo>
                <a:cubicBezTo>
                  <a:pt x="0" y="525243"/>
                  <a:pt x="524532" y="0"/>
                  <a:pt x="117157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74527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les Strategy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C86A6B-B945-FE8C-82CD-96F02CD6342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78788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Sales Strategy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3F5CDA-C684-F853-2809-0EAB809EA0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69737" y="1980426"/>
            <a:ext cx="4991099" cy="2060968"/>
          </a:xfrm>
          <a:custGeom>
            <a:avLst/>
            <a:gdLst>
              <a:gd name="connsiteX0" fmla="*/ 0 w 4991099"/>
              <a:gd name="connsiteY0" fmla="*/ 0 h 2060968"/>
              <a:gd name="connsiteX1" fmla="*/ 4991099 w 4991099"/>
              <a:gd name="connsiteY1" fmla="*/ 0 h 2060968"/>
              <a:gd name="connsiteX2" fmla="*/ 4991099 w 4991099"/>
              <a:gd name="connsiteY2" fmla="*/ 2060968 h 2060968"/>
              <a:gd name="connsiteX3" fmla="*/ 0 w 4991099"/>
              <a:gd name="connsiteY3" fmla="*/ 2060968 h 2060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099" h="2060968">
                <a:moveTo>
                  <a:pt x="0" y="0"/>
                </a:moveTo>
                <a:lnTo>
                  <a:pt x="4991099" y="0"/>
                </a:lnTo>
                <a:lnTo>
                  <a:pt x="4991099" y="2060968"/>
                </a:lnTo>
                <a:lnTo>
                  <a:pt x="0" y="20609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990460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Sales Strategy 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3E0E593-D1F1-60EC-3696-5C63410F292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70488" y="2503487"/>
            <a:ext cx="1849438" cy="1851026"/>
          </a:xfrm>
          <a:custGeom>
            <a:avLst/>
            <a:gdLst>
              <a:gd name="connsiteX0" fmla="*/ 924719 w 1849438"/>
              <a:gd name="connsiteY0" fmla="*/ 0 h 1851026"/>
              <a:gd name="connsiteX1" fmla="*/ 1849438 w 1849438"/>
              <a:gd name="connsiteY1" fmla="*/ 925513 h 1851026"/>
              <a:gd name="connsiteX2" fmla="*/ 924719 w 1849438"/>
              <a:gd name="connsiteY2" fmla="*/ 1851026 h 1851026"/>
              <a:gd name="connsiteX3" fmla="*/ 0 w 1849438"/>
              <a:gd name="connsiteY3" fmla="*/ 925513 h 1851026"/>
              <a:gd name="connsiteX4" fmla="*/ 924719 w 1849438"/>
              <a:gd name="connsiteY4" fmla="*/ 0 h 1851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9438" h="1851026">
                <a:moveTo>
                  <a:pt x="924719" y="0"/>
                </a:moveTo>
                <a:cubicBezTo>
                  <a:pt x="1435427" y="0"/>
                  <a:pt x="1849438" y="414366"/>
                  <a:pt x="1849438" y="925513"/>
                </a:cubicBezTo>
                <a:cubicBezTo>
                  <a:pt x="1849438" y="1436660"/>
                  <a:pt x="1435427" y="1851026"/>
                  <a:pt x="924719" y="1851026"/>
                </a:cubicBezTo>
                <a:cubicBezTo>
                  <a:pt x="414011" y="1851026"/>
                  <a:pt x="0" y="1436660"/>
                  <a:pt x="0" y="925513"/>
                </a:cubicBezTo>
                <a:cubicBezTo>
                  <a:pt x="0" y="414366"/>
                  <a:pt x="414011" y="0"/>
                  <a:pt x="9247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803684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venue Mod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B65D43-43CB-F302-805C-DA77705432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65857" y="1106664"/>
            <a:ext cx="4559343" cy="2027604"/>
          </a:xfrm>
          <a:custGeom>
            <a:avLst/>
            <a:gdLst>
              <a:gd name="connsiteX0" fmla="*/ 0 w 4559343"/>
              <a:gd name="connsiteY0" fmla="*/ 0 h 2027604"/>
              <a:gd name="connsiteX1" fmla="*/ 4559343 w 4559343"/>
              <a:gd name="connsiteY1" fmla="*/ 0 h 2027604"/>
              <a:gd name="connsiteX2" fmla="*/ 4559343 w 4559343"/>
              <a:gd name="connsiteY2" fmla="*/ 2027604 h 2027604"/>
              <a:gd name="connsiteX3" fmla="*/ 0 w 4559343"/>
              <a:gd name="connsiteY3" fmla="*/ 2027604 h 202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9343" h="2027604">
                <a:moveTo>
                  <a:pt x="0" y="0"/>
                </a:moveTo>
                <a:lnTo>
                  <a:pt x="4559343" y="0"/>
                </a:lnTo>
                <a:lnTo>
                  <a:pt x="4559343" y="2027604"/>
                </a:lnTo>
                <a:lnTo>
                  <a:pt x="0" y="2027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16071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venue Mod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D8038E1-D4EE-D4D8-9663-E7F4C8D1018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2661602"/>
            <a:ext cx="12191999" cy="2533650"/>
          </a:xfrm>
          <a:custGeom>
            <a:avLst/>
            <a:gdLst>
              <a:gd name="connsiteX0" fmla="*/ 0 w 12191999"/>
              <a:gd name="connsiteY0" fmla="*/ 0 h 2533650"/>
              <a:gd name="connsiteX1" fmla="*/ 12191999 w 12191999"/>
              <a:gd name="connsiteY1" fmla="*/ 0 h 2533650"/>
              <a:gd name="connsiteX2" fmla="*/ 12191999 w 12191999"/>
              <a:gd name="connsiteY2" fmla="*/ 2533650 h 2533650"/>
              <a:gd name="connsiteX3" fmla="*/ 0 w 12191999"/>
              <a:gd name="connsiteY3" fmla="*/ 2533650 h 2533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2533650">
                <a:moveTo>
                  <a:pt x="0" y="0"/>
                </a:moveTo>
                <a:lnTo>
                  <a:pt x="12191999" y="0"/>
                </a:lnTo>
                <a:lnTo>
                  <a:pt x="12191999" y="2533650"/>
                </a:lnTo>
                <a:lnTo>
                  <a:pt x="0" y="2533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41234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venue Mod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A7133-EF02-121D-731B-CF60A561BC8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85918" y="0"/>
            <a:ext cx="3056306" cy="6858000"/>
          </a:xfrm>
          <a:custGeom>
            <a:avLst/>
            <a:gdLst>
              <a:gd name="connsiteX0" fmla="*/ 0 w 3056306"/>
              <a:gd name="connsiteY0" fmla="*/ 0 h 6858000"/>
              <a:gd name="connsiteX1" fmla="*/ 3056306 w 3056306"/>
              <a:gd name="connsiteY1" fmla="*/ 0 h 6858000"/>
              <a:gd name="connsiteX2" fmla="*/ 3056306 w 3056306"/>
              <a:gd name="connsiteY2" fmla="*/ 6858000 h 6858000"/>
              <a:gd name="connsiteX3" fmla="*/ 0 w 305630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306" h="6858000">
                <a:moveTo>
                  <a:pt x="0" y="0"/>
                </a:moveTo>
                <a:lnTo>
                  <a:pt x="3056306" y="0"/>
                </a:lnTo>
                <a:lnTo>
                  <a:pt x="305630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78611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venue Mod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CF6127-AED3-02F3-D6AF-56068292168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66800" y="2686050"/>
            <a:ext cx="2784903" cy="4171950"/>
          </a:xfrm>
          <a:custGeom>
            <a:avLst/>
            <a:gdLst>
              <a:gd name="connsiteX0" fmla="*/ 0 w 2784903"/>
              <a:gd name="connsiteY0" fmla="*/ 0 h 4171950"/>
              <a:gd name="connsiteX1" fmla="*/ 2784903 w 2784903"/>
              <a:gd name="connsiteY1" fmla="*/ 0 h 4171950"/>
              <a:gd name="connsiteX2" fmla="*/ 2784903 w 2784903"/>
              <a:gd name="connsiteY2" fmla="*/ 4171950 h 4171950"/>
              <a:gd name="connsiteX3" fmla="*/ 0 w 2784903"/>
              <a:gd name="connsiteY3" fmla="*/ 4171950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4903" h="4171950">
                <a:moveTo>
                  <a:pt x="0" y="0"/>
                </a:moveTo>
                <a:lnTo>
                  <a:pt x="2784903" y="0"/>
                </a:lnTo>
                <a:lnTo>
                  <a:pt x="2784903" y="4171950"/>
                </a:lnTo>
                <a:lnTo>
                  <a:pt x="0" y="41719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634937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Mod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B48EBD-622F-6C48-A42A-051CEF0015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"/>
            <a:ext cx="12192000" cy="68579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64214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Mod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C4AC17-64A6-5986-6B22-5BD2C1CF34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3162300"/>
            <a:ext cx="6096000" cy="3695700"/>
          </a:xfrm>
          <a:custGeom>
            <a:avLst/>
            <a:gdLst>
              <a:gd name="connsiteX0" fmla="*/ 0 w 6096000"/>
              <a:gd name="connsiteY0" fmla="*/ 0 h 3695700"/>
              <a:gd name="connsiteX1" fmla="*/ 6096000 w 6096000"/>
              <a:gd name="connsiteY1" fmla="*/ 0 h 3695700"/>
              <a:gd name="connsiteX2" fmla="*/ 6096000 w 6096000"/>
              <a:gd name="connsiteY2" fmla="*/ 3695700 h 3695700"/>
              <a:gd name="connsiteX3" fmla="*/ 0 w 6096000"/>
              <a:gd name="connsiteY3" fmla="*/ 3695700 h 369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695700">
                <a:moveTo>
                  <a:pt x="0" y="0"/>
                </a:moveTo>
                <a:lnTo>
                  <a:pt x="6096000" y="0"/>
                </a:lnTo>
                <a:lnTo>
                  <a:pt x="6096000" y="3695700"/>
                </a:lnTo>
                <a:lnTo>
                  <a:pt x="0" y="36957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1298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Business Mod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CB9262C9-8A67-6D86-9942-E4B0F4855A7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02351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15288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Business Mod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9B3407A-6220-5727-8273-149631D8F6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28080" y="0"/>
            <a:ext cx="3125108" cy="6858000"/>
          </a:xfrm>
          <a:custGeom>
            <a:avLst/>
            <a:gdLst>
              <a:gd name="connsiteX0" fmla="*/ 0 w 3125108"/>
              <a:gd name="connsiteY0" fmla="*/ 0 h 6858000"/>
              <a:gd name="connsiteX1" fmla="*/ 3125108 w 3125108"/>
              <a:gd name="connsiteY1" fmla="*/ 0 h 6858000"/>
              <a:gd name="connsiteX2" fmla="*/ 3125108 w 3125108"/>
              <a:gd name="connsiteY2" fmla="*/ 6858000 h 6858000"/>
              <a:gd name="connsiteX3" fmla="*/ 0 w 312510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5108" h="6858000">
                <a:moveTo>
                  <a:pt x="0" y="0"/>
                </a:moveTo>
                <a:lnTo>
                  <a:pt x="3125108" y="0"/>
                </a:lnTo>
                <a:lnTo>
                  <a:pt x="31251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046905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Location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976ACF6-67BA-E02B-F1BC-796A6F565C7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20000" y="1"/>
            <a:ext cx="4572000" cy="2365829"/>
          </a:xfrm>
          <a:custGeom>
            <a:avLst/>
            <a:gdLst>
              <a:gd name="connsiteX0" fmla="*/ 0 w 4572000"/>
              <a:gd name="connsiteY0" fmla="*/ 0 h 2365829"/>
              <a:gd name="connsiteX1" fmla="*/ 4572000 w 4572000"/>
              <a:gd name="connsiteY1" fmla="*/ 0 h 2365829"/>
              <a:gd name="connsiteX2" fmla="*/ 4572000 w 4572000"/>
              <a:gd name="connsiteY2" fmla="*/ 2365829 h 2365829"/>
              <a:gd name="connsiteX3" fmla="*/ 0 w 4572000"/>
              <a:gd name="connsiteY3" fmla="*/ 2365829 h 236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2365829">
                <a:moveTo>
                  <a:pt x="0" y="0"/>
                </a:moveTo>
                <a:lnTo>
                  <a:pt x="4572000" y="0"/>
                </a:lnTo>
                <a:lnTo>
                  <a:pt x="4572000" y="2365829"/>
                </a:lnTo>
                <a:lnTo>
                  <a:pt x="0" y="23658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8824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Location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2AC8F5-D4F2-D7BA-DEBB-25B90401340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34124" y="3429001"/>
            <a:ext cx="5857876" cy="3428999"/>
          </a:xfrm>
          <a:custGeom>
            <a:avLst/>
            <a:gdLst>
              <a:gd name="connsiteX0" fmla="*/ 0 w 6096000"/>
              <a:gd name="connsiteY0" fmla="*/ 0 h 3428999"/>
              <a:gd name="connsiteX1" fmla="*/ 6096000 w 6096000"/>
              <a:gd name="connsiteY1" fmla="*/ 0 h 3428999"/>
              <a:gd name="connsiteX2" fmla="*/ 6096000 w 6096000"/>
              <a:gd name="connsiteY2" fmla="*/ 3428999 h 3428999"/>
              <a:gd name="connsiteX3" fmla="*/ 0 w 6096000"/>
              <a:gd name="connsiteY3" fmla="*/ 3428999 h 342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428999">
                <a:moveTo>
                  <a:pt x="0" y="0"/>
                </a:moveTo>
                <a:lnTo>
                  <a:pt x="6096000" y="0"/>
                </a:lnTo>
                <a:lnTo>
                  <a:pt x="6096000" y="3428999"/>
                </a:lnTo>
                <a:lnTo>
                  <a:pt x="0" y="3428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30188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Location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CF6DAC1-5C8E-0B3C-9589-C1F3C68305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61070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Location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AAC43A-D210-94F6-4730-16C8DBD5AD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18326" y="2006601"/>
            <a:ext cx="1401763" cy="2043113"/>
          </a:xfrm>
          <a:custGeom>
            <a:avLst/>
            <a:gdLst>
              <a:gd name="connsiteX0" fmla="*/ 700882 w 1401763"/>
              <a:gd name="connsiteY0" fmla="*/ 0 h 2043113"/>
              <a:gd name="connsiteX1" fmla="*/ 1401763 w 1401763"/>
              <a:gd name="connsiteY1" fmla="*/ 694659 h 2043113"/>
              <a:gd name="connsiteX2" fmla="*/ 714624 w 1401763"/>
              <a:gd name="connsiteY2" fmla="*/ 1988630 h 2043113"/>
              <a:gd name="connsiteX3" fmla="*/ 687139 w 1401763"/>
              <a:gd name="connsiteY3" fmla="*/ 2043113 h 2043113"/>
              <a:gd name="connsiteX4" fmla="*/ 687139 w 1401763"/>
              <a:gd name="connsiteY4" fmla="*/ 2015872 h 2043113"/>
              <a:gd name="connsiteX5" fmla="*/ 0 w 1401763"/>
              <a:gd name="connsiteY5" fmla="*/ 694659 h 2043113"/>
              <a:gd name="connsiteX6" fmla="*/ 700882 w 1401763"/>
              <a:gd name="connsiteY6" fmla="*/ 0 h 2043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1763" h="2043113">
                <a:moveTo>
                  <a:pt x="700882" y="0"/>
                </a:moveTo>
                <a:cubicBezTo>
                  <a:pt x="1085679" y="0"/>
                  <a:pt x="1401763" y="313277"/>
                  <a:pt x="1401763" y="694659"/>
                </a:cubicBezTo>
                <a:cubicBezTo>
                  <a:pt x="1401763" y="1185006"/>
                  <a:pt x="893281" y="1648111"/>
                  <a:pt x="714624" y="1988630"/>
                </a:cubicBezTo>
                <a:cubicBezTo>
                  <a:pt x="687139" y="2043113"/>
                  <a:pt x="687139" y="2043113"/>
                  <a:pt x="687139" y="2043113"/>
                </a:cubicBezTo>
                <a:lnTo>
                  <a:pt x="687139" y="2015872"/>
                </a:lnTo>
                <a:cubicBezTo>
                  <a:pt x="522226" y="1620870"/>
                  <a:pt x="0" y="1130523"/>
                  <a:pt x="0" y="694659"/>
                </a:cubicBezTo>
                <a:cubicBezTo>
                  <a:pt x="0" y="313277"/>
                  <a:pt x="302341" y="0"/>
                  <a:pt x="7008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61607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Market Competi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646298-375D-D083-5CEC-609D6910340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33106" y="2"/>
            <a:ext cx="2858894" cy="4644571"/>
          </a:xfrm>
          <a:custGeom>
            <a:avLst/>
            <a:gdLst>
              <a:gd name="connsiteX0" fmla="*/ 0 w 2858894"/>
              <a:gd name="connsiteY0" fmla="*/ 0 h 4644571"/>
              <a:gd name="connsiteX1" fmla="*/ 2858894 w 2858894"/>
              <a:gd name="connsiteY1" fmla="*/ 0 h 4644571"/>
              <a:gd name="connsiteX2" fmla="*/ 2858894 w 2858894"/>
              <a:gd name="connsiteY2" fmla="*/ 4644571 h 4644571"/>
              <a:gd name="connsiteX3" fmla="*/ 0 w 2858894"/>
              <a:gd name="connsiteY3" fmla="*/ 4644571 h 464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8894" h="4644571">
                <a:moveTo>
                  <a:pt x="0" y="0"/>
                </a:moveTo>
                <a:lnTo>
                  <a:pt x="2858894" y="0"/>
                </a:lnTo>
                <a:lnTo>
                  <a:pt x="2858894" y="4644571"/>
                </a:lnTo>
                <a:lnTo>
                  <a:pt x="0" y="46445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67511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Market Competi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83524D2-3EAB-103E-125F-7F730769ED0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1500" y="4089600"/>
            <a:ext cx="11087100" cy="2235001"/>
          </a:xfrm>
          <a:custGeom>
            <a:avLst/>
            <a:gdLst>
              <a:gd name="connsiteX0" fmla="*/ 0 w 11087100"/>
              <a:gd name="connsiteY0" fmla="*/ 0 h 2235001"/>
              <a:gd name="connsiteX1" fmla="*/ 11087100 w 11087100"/>
              <a:gd name="connsiteY1" fmla="*/ 0 h 2235001"/>
              <a:gd name="connsiteX2" fmla="*/ 11087100 w 11087100"/>
              <a:gd name="connsiteY2" fmla="*/ 2235001 h 2235001"/>
              <a:gd name="connsiteX3" fmla="*/ 0 w 11087100"/>
              <a:gd name="connsiteY3" fmla="*/ 2235001 h 223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87100" h="2235001">
                <a:moveTo>
                  <a:pt x="0" y="0"/>
                </a:moveTo>
                <a:lnTo>
                  <a:pt x="11087100" y="0"/>
                </a:lnTo>
                <a:lnTo>
                  <a:pt x="11087100" y="2235001"/>
                </a:lnTo>
                <a:lnTo>
                  <a:pt x="0" y="2235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6474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Competi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DBC42E-ADC5-F6DB-E7A0-8D5F9D1E4E1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12501" y="2947593"/>
            <a:ext cx="1683880" cy="1683880"/>
          </a:xfrm>
          <a:custGeom>
            <a:avLst/>
            <a:gdLst>
              <a:gd name="connsiteX0" fmla="*/ 841940 w 1683880"/>
              <a:gd name="connsiteY0" fmla="*/ 0 h 1683880"/>
              <a:gd name="connsiteX1" fmla="*/ 1683880 w 1683880"/>
              <a:gd name="connsiteY1" fmla="*/ 841940 h 1683880"/>
              <a:gd name="connsiteX2" fmla="*/ 841940 w 1683880"/>
              <a:gd name="connsiteY2" fmla="*/ 1683880 h 1683880"/>
              <a:gd name="connsiteX3" fmla="*/ 0 w 1683880"/>
              <a:gd name="connsiteY3" fmla="*/ 841940 h 1683880"/>
              <a:gd name="connsiteX4" fmla="*/ 841940 w 1683880"/>
              <a:gd name="connsiteY4" fmla="*/ 0 h 168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3880" h="1683880">
                <a:moveTo>
                  <a:pt x="841940" y="0"/>
                </a:moveTo>
                <a:cubicBezTo>
                  <a:pt x="1306931" y="0"/>
                  <a:pt x="1683880" y="376949"/>
                  <a:pt x="1683880" y="841940"/>
                </a:cubicBezTo>
                <a:cubicBezTo>
                  <a:pt x="1683880" y="1306931"/>
                  <a:pt x="1306931" y="1683880"/>
                  <a:pt x="841940" y="1683880"/>
                </a:cubicBezTo>
                <a:cubicBezTo>
                  <a:pt x="376949" y="1683880"/>
                  <a:pt x="0" y="1306931"/>
                  <a:pt x="0" y="841940"/>
                </a:cubicBezTo>
                <a:cubicBezTo>
                  <a:pt x="0" y="376949"/>
                  <a:pt x="376949" y="0"/>
                  <a:pt x="84194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99496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etitor Analysi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86D1E9-5E48-B3A0-5C85-21D128374B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35194" y="3827239"/>
            <a:ext cx="2289398" cy="3038699"/>
          </a:xfrm>
          <a:custGeom>
            <a:avLst/>
            <a:gdLst>
              <a:gd name="connsiteX0" fmla="*/ 0 w 2289398"/>
              <a:gd name="connsiteY0" fmla="*/ 0 h 3038699"/>
              <a:gd name="connsiteX1" fmla="*/ 2289398 w 2289398"/>
              <a:gd name="connsiteY1" fmla="*/ 0 h 3038699"/>
              <a:gd name="connsiteX2" fmla="*/ 2289398 w 2289398"/>
              <a:gd name="connsiteY2" fmla="*/ 3038699 h 3038699"/>
              <a:gd name="connsiteX3" fmla="*/ 0 w 2289398"/>
              <a:gd name="connsiteY3" fmla="*/ 3038699 h 303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9398" h="3038699">
                <a:moveTo>
                  <a:pt x="0" y="0"/>
                </a:moveTo>
                <a:lnTo>
                  <a:pt x="2289398" y="0"/>
                </a:lnTo>
                <a:lnTo>
                  <a:pt x="2289398" y="3038699"/>
                </a:lnTo>
                <a:lnTo>
                  <a:pt x="0" y="30386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24927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etitive Adva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916558" y="0"/>
            <a:ext cx="3275442" cy="6324600"/>
          </a:xfrm>
          <a:custGeom>
            <a:avLst/>
            <a:gdLst>
              <a:gd name="connsiteX0" fmla="*/ 0 w 2988496"/>
              <a:gd name="connsiteY0" fmla="*/ 0 h 6324600"/>
              <a:gd name="connsiteX1" fmla="*/ 2988496 w 2988496"/>
              <a:gd name="connsiteY1" fmla="*/ 0 h 6324600"/>
              <a:gd name="connsiteX2" fmla="*/ 2988496 w 2988496"/>
              <a:gd name="connsiteY2" fmla="*/ 6324600 h 6324600"/>
              <a:gd name="connsiteX3" fmla="*/ 0 w 2988496"/>
              <a:gd name="connsiteY3" fmla="*/ 632460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496" h="6324600">
                <a:moveTo>
                  <a:pt x="0" y="0"/>
                </a:moveTo>
                <a:lnTo>
                  <a:pt x="2988496" y="0"/>
                </a:lnTo>
                <a:lnTo>
                  <a:pt x="2988496" y="6324600"/>
                </a:lnTo>
                <a:lnTo>
                  <a:pt x="0" y="6324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25530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cing Pla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455920" cy="6858000"/>
          </a:xfrm>
          <a:custGeom>
            <a:avLst/>
            <a:gdLst>
              <a:gd name="connsiteX0" fmla="*/ 0 w 5455920"/>
              <a:gd name="connsiteY0" fmla="*/ 0 h 6858000"/>
              <a:gd name="connsiteX1" fmla="*/ 5455920 w 5455920"/>
              <a:gd name="connsiteY1" fmla="*/ 0 h 6858000"/>
              <a:gd name="connsiteX2" fmla="*/ 5455920 w 5455920"/>
              <a:gd name="connsiteY2" fmla="*/ 6858000 h 6858000"/>
              <a:gd name="connsiteX3" fmla="*/ 0 w 54559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5920" h="6858000">
                <a:moveTo>
                  <a:pt x="0" y="0"/>
                </a:moveTo>
                <a:lnTo>
                  <a:pt x="5455920" y="0"/>
                </a:lnTo>
                <a:lnTo>
                  <a:pt x="545592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45439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cing Pla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00100" y="1143001"/>
            <a:ext cx="2545010" cy="5715001"/>
          </a:xfrm>
          <a:custGeom>
            <a:avLst/>
            <a:gdLst>
              <a:gd name="connsiteX0" fmla="*/ 0 w 2545010"/>
              <a:gd name="connsiteY0" fmla="*/ 0 h 5715001"/>
              <a:gd name="connsiteX1" fmla="*/ 2545010 w 2545010"/>
              <a:gd name="connsiteY1" fmla="*/ 0 h 5715001"/>
              <a:gd name="connsiteX2" fmla="*/ 2545010 w 2545010"/>
              <a:gd name="connsiteY2" fmla="*/ 5715001 h 5715001"/>
              <a:gd name="connsiteX3" fmla="*/ 0 w 2545010"/>
              <a:gd name="connsiteY3" fmla="*/ 5715001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5010" h="5715001">
                <a:moveTo>
                  <a:pt x="0" y="0"/>
                </a:moveTo>
                <a:lnTo>
                  <a:pt x="2545010" y="0"/>
                </a:lnTo>
                <a:lnTo>
                  <a:pt x="2545010" y="5715001"/>
                </a:lnTo>
                <a:lnTo>
                  <a:pt x="0" y="5715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41903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.W.O.T Analysi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163467" y="3059709"/>
            <a:ext cx="1865066" cy="1868886"/>
          </a:xfrm>
          <a:custGeom>
            <a:avLst/>
            <a:gdLst>
              <a:gd name="connsiteX0" fmla="*/ 932533 w 1865066"/>
              <a:gd name="connsiteY0" fmla="*/ 0 h 1868886"/>
              <a:gd name="connsiteX1" fmla="*/ 1865066 w 1865066"/>
              <a:gd name="connsiteY1" fmla="*/ 934443 h 1868886"/>
              <a:gd name="connsiteX2" fmla="*/ 932533 w 1865066"/>
              <a:gd name="connsiteY2" fmla="*/ 1868886 h 1868886"/>
              <a:gd name="connsiteX3" fmla="*/ 0 w 1865066"/>
              <a:gd name="connsiteY3" fmla="*/ 934443 h 1868886"/>
              <a:gd name="connsiteX4" fmla="*/ 932533 w 1865066"/>
              <a:gd name="connsiteY4" fmla="*/ 0 h 1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5066" h="1868886">
                <a:moveTo>
                  <a:pt x="932533" y="0"/>
                </a:moveTo>
                <a:cubicBezTo>
                  <a:pt x="1447557" y="0"/>
                  <a:pt x="1865066" y="418364"/>
                  <a:pt x="1865066" y="934443"/>
                </a:cubicBezTo>
                <a:cubicBezTo>
                  <a:pt x="1865066" y="1450522"/>
                  <a:pt x="1447557" y="1868886"/>
                  <a:pt x="932533" y="1868886"/>
                </a:cubicBezTo>
                <a:cubicBezTo>
                  <a:pt x="417509" y="1868886"/>
                  <a:pt x="0" y="1450522"/>
                  <a:pt x="0" y="934443"/>
                </a:cubicBezTo>
                <a:cubicBezTo>
                  <a:pt x="0" y="418364"/>
                  <a:pt x="417509" y="0"/>
                  <a:pt x="9325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67233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.W.O.T Analysi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063507" y="1321131"/>
            <a:ext cx="4102227" cy="3471433"/>
          </a:xfrm>
          <a:custGeom>
            <a:avLst/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743340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.W.O.T Analysi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331467" y="1321132"/>
            <a:ext cx="4102227" cy="3471433"/>
          </a:xfrm>
          <a:custGeom>
            <a:avLst/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1824824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c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5888453" y="1574800"/>
            <a:ext cx="2700825" cy="5283200"/>
          </a:xfrm>
          <a:custGeom>
            <a:avLst/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8977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c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740585" y="2909788"/>
            <a:ext cx="2710830" cy="2710830"/>
          </a:xfrm>
          <a:custGeom>
            <a:avLst/>
            <a:gdLst>
              <a:gd name="connsiteX0" fmla="*/ 1355415 w 2710830"/>
              <a:gd name="connsiteY0" fmla="*/ 0 h 2710830"/>
              <a:gd name="connsiteX1" fmla="*/ 2710830 w 2710830"/>
              <a:gd name="connsiteY1" fmla="*/ 1355415 h 2710830"/>
              <a:gd name="connsiteX2" fmla="*/ 1355415 w 2710830"/>
              <a:gd name="connsiteY2" fmla="*/ 2710830 h 2710830"/>
              <a:gd name="connsiteX3" fmla="*/ 0 w 2710830"/>
              <a:gd name="connsiteY3" fmla="*/ 1355415 h 2710830"/>
              <a:gd name="connsiteX4" fmla="*/ 1355415 w 2710830"/>
              <a:gd name="connsiteY4" fmla="*/ 0 h 271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0830" h="2710830">
                <a:moveTo>
                  <a:pt x="1355415" y="0"/>
                </a:moveTo>
                <a:cubicBezTo>
                  <a:pt x="2103990" y="0"/>
                  <a:pt x="2710830" y="606840"/>
                  <a:pt x="2710830" y="1355415"/>
                </a:cubicBezTo>
                <a:cubicBezTo>
                  <a:pt x="2710830" y="2103990"/>
                  <a:pt x="2103990" y="2710830"/>
                  <a:pt x="1355415" y="2710830"/>
                </a:cubicBezTo>
                <a:cubicBezTo>
                  <a:pt x="606840" y="2710830"/>
                  <a:pt x="0" y="2103990"/>
                  <a:pt x="0" y="1355415"/>
                </a:cubicBezTo>
                <a:cubicBezTo>
                  <a:pt x="0" y="606840"/>
                  <a:pt x="606840" y="0"/>
                  <a:pt x="135541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924157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oadmap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554386" y="2141"/>
            <a:ext cx="6196414" cy="6881260"/>
          </a:xfrm>
          <a:custGeom>
            <a:avLst/>
            <a:gdLst>
              <a:gd name="connsiteX0" fmla="*/ 6196414 w 6196414"/>
              <a:gd name="connsiteY0" fmla="*/ 0 h 6881260"/>
              <a:gd name="connsiteX1" fmla="*/ 6196414 w 6196414"/>
              <a:gd name="connsiteY1" fmla="*/ 6881260 h 6881260"/>
              <a:gd name="connsiteX2" fmla="*/ 6191204 w 6196414"/>
              <a:gd name="connsiteY2" fmla="*/ 6881260 h 6881260"/>
              <a:gd name="connsiteX3" fmla="*/ 269862 w 6196414"/>
              <a:gd name="connsiteY3" fmla="*/ 6881260 h 6881260"/>
              <a:gd name="connsiteX4" fmla="*/ 51563 w 6196414"/>
              <a:gd name="connsiteY4" fmla="*/ 6090912 h 6881260"/>
              <a:gd name="connsiteX5" fmla="*/ 152687 w 6196414"/>
              <a:gd name="connsiteY5" fmla="*/ 5041933 h 6881260"/>
              <a:gd name="connsiteX6" fmla="*/ 154292 w 6196414"/>
              <a:gd name="connsiteY6" fmla="*/ 5040327 h 6881260"/>
              <a:gd name="connsiteX7" fmla="*/ 595704 w 6196414"/>
              <a:gd name="connsiteY7" fmla="*/ 4849166 h 6881260"/>
              <a:gd name="connsiteX8" fmla="*/ 598914 w 6196414"/>
              <a:gd name="connsiteY8" fmla="*/ 4849166 h 6881260"/>
              <a:gd name="connsiteX9" fmla="*/ 1846104 w 6196414"/>
              <a:gd name="connsiteY9" fmla="*/ 5112615 h 6881260"/>
              <a:gd name="connsiteX10" fmla="*/ 2863759 w 6196414"/>
              <a:gd name="connsiteY10" fmla="*/ 5183297 h 6881260"/>
              <a:gd name="connsiteX11" fmla="*/ 3517049 w 6196414"/>
              <a:gd name="connsiteY11" fmla="*/ 4749569 h 6881260"/>
              <a:gd name="connsiteX12" fmla="*/ 3610147 w 6196414"/>
              <a:gd name="connsiteY12" fmla="*/ 4193755 h 6881260"/>
              <a:gd name="connsiteX13" fmla="*/ 3324433 w 6196414"/>
              <a:gd name="connsiteY13" fmla="*/ 3674888 h 6881260"/>
              <a:gd name="connsiteX14" fmla="*/ 2016248 w 6196414"/>
              <a:gd name="connsiteY14" fmla="*/ 3196181 h 6881260"/>
              <a:gd name="connsiteX15" fmla="*/ 616571 w 6196414"/>
              <a:gd name="connsiteY15" fmla="*/ 2548802 h 6881260"/>
              <a:gd name="connsiteX16" fmla="*/ 708063 w 6196414"/>
              <a:gd name="connsiteY16" fmla="*/ 2070095 h 6881260"/>
              <a:gd name="connsiteX17" fmla="*/ 968095 w 6196414"/>
              <a:gd name="connsiteY17" fmla="*/ 1906243 h 6881260"/>
              <a:gd name="connsiteX18" fmla="*/ 976121 w 6196414"/>
              <a:gd name="connsiteY18" fmla="*/ 1903030 h 6881260"/>
              <a:gd name="connsiteX19" fmla="*/ 2631015 w 6196414"/>
              <a:gd name="connsiteY19" fmla="*/ 2490972 h 6881260"/>
              <a:gd name="connsiteX20" fmla="*/ 2642251 w 6196414"/>
              <a:gd name="connsiteY20" fmla="*/ 2497397 h 6881260"/>
              <a:gd name="connsiteX21" fmla="*/ 4077241 w 6196414"/>
              <a:gd name="connsiteY21" fmla="*/ 2600207 h 6881260"/>
              <a:gd name="connsiteX22" fmla="*/ 4472104 w 6196414"/>
              <a:gd name="connsiteY22" fmla="*/ 2185756 h 6881260"/>
              <a:gd name="connsiteX23" fmla="*/ 4592490 w 6196414"/>
              <a:gd name="connsiteY23" fmla="*/ 1589782 h 6881260"/>
              <a:gd name="connsiteX24" fmla="*/ 4594094 w 6196414"/>
              <a:gd name="connsiteY24" fmla="*/ 1053 h 688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196414" h="6881260">
                <a:moveTo>
                  <a:pt x="6196414" y="0"/>
                </a:moveTo>
                <a:lnTo>
                  <a:pt x="6196414" y="6881260"/>
                </a:lnTo>
                <a:lnTo>
                  <a:pt x="6191204" y="6881260"/>
                </a:lnTo>
                <a:cubicBezTo>
                  <a:pt x="5345298" y="6881260"/>
                  <a:pt x="3653486" y="6881260"/>
                  <a:pt x="269862" y="6881260"/>
                </a:cubicBezTo>
                <a:cubicBezTo>
                  <a:pt x="229733" y="6770419"/>
                  <a:pt x="118979" y="6450745"/>
                  <a:pt x="51563" y="6090912"/>
                </a:cubicBezTo>
                <a:cubicBezTo>
                  <a:pt x="-43140" y="5580077"/>
                  <a:pt x="-6222" y="5197754"/>
                  <a:pt x="152687" y="5041933"/>
                </a:cubicBezTo>
                <a:cubicBezTo>
                  <a:pt x="152687" y="5041933"/>
                  <a:pt x="152687" y="5041933"/>
                  <a:pt x="154292" y="5040327"/>
                </a:cubicBezTo>
                <a:cubicBezTo>
                  <a:pt x="298754" y="4895751"/>
                  <a:pt x="404693" y="4849166"/>
                  <a:pt x="595704" y="4849166"/>
                </a:cubicBezTo>
                <a:cubicBezTo>
                  <a:pt x="595704" y="4849166"/>
                  <a:pt x="597309" y="4849166"/>
                  <a:pt x="598914" y="4849166"/>
                </a:cubicBezTo>
                <a:cubicBezTo>
                  <a:pt x="836474" y="4849166"/>
                  <a:pt x="1197629" y="4926273"/>
                  <a:pt x="1846104" y="5112615"/>
                </a:cubicBezTo>
                <a:cubicBezTo>
                  <a:pt x="2228126" y="5223457"/>
                  <a:pt x="2570020" y="5247553"/>
                  <a:pt x="2863759" y="5183297"/>
                </a:cubicBezTo>
                <a:cubicBezTo>
                  <a:pt x="3155894" y="5119041"/>
                  <a:pt x="3388638" y="4964826"/>
                  <a:pt x="3517049" y="4749569"/>
                </a:cubicBezTo>
                <a:cubicBezTo>
                  <a:pt x="3616568" y="4582503"/>
                  <a:pt x="3648670" y="4389736"/>
                  <a:pt x="3610147" y="4193755"/>
                </a:cubicBezTo>
                <a:cubicBezTo>
                  <a:pt x="3574834" y="4009019"/>
                  <a:pt x="3475316" y="3829102"/>
                  <a:pt x="3324433" y="3674888"/>
                </a:cubicBezTo>
                <a:cubicBezTo>
                  <a:pt x="3037114" y="3382523"/>
                  <a:pt x="2541127" y="3292565"/>
                  <a:pt x="2016248" y="3196181"/>
                </a:cubicBezTo>
                <a:cubicBezTo>
                  <a:pt x="1401482" y="3083733"/>
                  <a:pt x="765848" y="2966466"/>
                  <a:pt x="616571" y="2548802"/>
                </a:cubicBezTo>
                <a:cubicBezTo>
                  <a:pt x="552365" y="2349609"/>
                  <a:pt x="582863" y="2197001"/>
                  <a:pt x="708063" y="2070095"/>
                </a:cubicBezTo>
                <a:cubicBezTo>
                  <a:pt x="815607" y="1962467"/>
                  <a:pt x="953649" y="1912668"/>
                  <a:pt x="968095" y="1906243"/>
                </a:cubicBezTo>
                <a:cubicBezTo>
                  <a:pt x="968095" y="1906243"/>
                  <a:pt x="968095" y="1906243"/>
                  <a:pt x="976121" y="1903030"/>
                </a:cubicBezTo>
                <a:cubicBezTo>
                  <a:pt x="1091691" y="1862870"/>
                  <a:pt x="1708062" y="1840380"/>
                  <a:pt x="2631015" y="2490972"/>
                </a:cubicBezTo>
                <a:cubicBezTo>
                  <a:pt x="2631015" y="2490972"/>
                  <a:pt x="2631015" y="2490972"/>
                  <a:pt x="2642251" y="2497397"/>
                </a:cubicBezTo>
                <a:cubicBezTo>
                  <a:pt x="3117370" y="2801007"/>
                  <a:pt x="3667932" y="2841167"/>
                  <a:pt x="4077241" y="2600207"/>
                </a:cubicBezTo>
                <a:cubicBezTo>
                  <a:pt x="4245780" y="2502217"/>
                  <a:pt x="4382217" y="2359247"/>
                  <a:pt x="4472104" y="2185756"/>
                </a:cubicBezTo>
                <a:cubicBezTo>
                  <a:pt x="4563597" y="2009052"/>
                  <a:pt x="4603726" y="1809859"/>
                  <a:pt x="4592490" y="1589782"/>
                </a:cubicBezTo>
                <a:cubicBezTo>
                  <a:pt x="4589280" y="821923"/>
                  <a:pt x="4592490" y="9085"/>
                  <a:pt x="4594094" y="105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939178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390811" y="5223106"/>
            <a:ext cx="1081576" cy="1081578"/>
          </a:xfrm>
          <a:custGeom>
            <a:avLst/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6695695" y="2137444"/>
            <a:ext cx="1081576" cy="1083400"/>
          </a:xfrm>
          <a:custGeom>
            <a:avLst/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9926218" y="5223106"/>
            <a:ext cx="1081576" cy="1081578"/>
          </a:xfrm>
          <a:custGeom>
            <a:avLst/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12099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160289" y="2137444"/>
            <a:ext cx="1081576" cy="1083400"/>
          </a:xfrm>
          <a:custGeom>
            <a:avLst/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4390811" y="5223106"/>
            <a:ext cx="1081576" cy="1081578"/>
          </a:xfrm>
          <a:custGeom>
            <a:avLst/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6695695" y="2137444"/>
            <a:ext cx="1081576" cy="1083400"/>
          </a:xfrm>
          <a:custGeom>
            <a:avLst/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9926218" y="5223106"/>
            <a:ext cx="1081576" cy="1081578"/>
          </a:xfrm>
          <a:custGeom>
            <a:avLst/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683383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60289" y="2137444"/>
            <a:ext cx="1081576" cy="1083400"/>
          </a:xfrm>
          <a:custGeom>
            <a:avLst/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4390811" y="5223106"/>
            <a:ext cx="1081576" cy="1081578"/>
          </a:xfrm>
          <a:custGeom>
            <a:avLst/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6695695" y="2137444"/>
            <a:ext cx="1081576" cy="1083400"/>
          </a:xfrm>
          <a:custGeom>
            <a:avLst/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558794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1837877" y="2015808"/>
            <a:ext cx="1223012" cy="1225072"/>
          </a:xfrm>
          <a:custGeom>
            <a:avLst/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5485524" y="2015808"/>
            <a:ext cx="1220954" cy="1225072"/>
          </a:xfrm>
          <a:custGeom>
            <a:avLst/>
            <a:gdLst>
              <a:gd name="connsiteX0" fmla="*/ 610477 w 1220954"/>
              <a:gd name="connsiteY0" fmla="*/ 0 h 1225072"/>
              <a:gd name="connsiteX1" fmla="*/ 1220954 w 1220954"/>
              <a:gd name="connsiteY1" fmla="*/ 612536 h 1225072"/>
              <a:gd name="connsiteX2" fmla="*/ 610477 w 1220954"/>
              <a:gd name="connsiteY2" fmla="*/ 1225072 h 1225072"/>
              <a:gd name="connsiteX3" fmla="*/ 0 w 1220954"/>
              <a:gd name="connsiteY3" fmla="*/ 612536 h 1225072"/>
              <a:gd name="connsiteX4" fmla="*/ 610477 w 1220954"/>
              <a:gd name="connsiteY4" fmla="*/ 0 h 122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954" h="1225072">
                <a:moveTo>
                  <a:pt x="610477" y="0"/>
                </a:moveTo>
                <a:cubicBezTo>
                  <a:pt x="947634" y="0"/>
                  <a:pt x="1220954" y="274242"/>
                  <a:pt x="1220954" y="612536"/>
                </a:cubicBezTo>
                <a:cubicBezTo>
                  <a:pt x="1220954" y="950830"/>
                  <a:pt x="947634" y="1225072"/>
                  <a:pt x="610477" y="1225072"/>
                </a:cubicBezTo>
                <a:cubicBezTo>
                  <a:pt x="273320" y="1225072"/>
                  <a:pt x="0" y="950830"/>
                  <a:pt x="0" y="612536"/>
                </a:cubicBezTo>
                <a:cubicBezTo>
                  <a:pt x="0" y="274242"/>
                  <a:pt x="273320" y="0"/>
                  <a:pt x="61047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9131113" y="2015808"/>
            <a:ext cx="1223012" cy="1225072"/>
          </a:xfrm>
          <a:custGeom>
            <a:avLst/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3661611" y="5101589"/>
            <a:ext cx="1223012" cy="1223012"/>
          </a:xfrm>
          <a:custGeom>
            <a:avLst/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7307378" y="5101589"/>
            <a:ext cx="1223012" cy="1223012"/>
          </a:xfrm>
          <a:custGeom>
            <a:avLst/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67148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5635522" y="2780348"/>
            <a:ext cx="2084914" cy="2086292"/>
          </a:xfrm>
          <a:custGeom>
            <a:avLst/>
            <a:gdLst>
              <a:gd name="connsiteX0" fmla="*/ 1042457 w 2084914"/>
              <a:gd name="connsiteY0" fmla="*/ 0 h 2086292"/>
              <a:gd name="connsiteX1" fmla="*/ 2084914 w 2084914"/>
              <a:gd name="connsiteY1" fmla="*/ 1043146 h 2086292"/>
              <a:gd name="connsiteX2" fmla="*/ 1042457 w 2084914"/>
              <a:gd name="connsiteY2" fmla="*/ 2086292 h 2086292"/>
              <a:gd name="connsiteX3" fmla="*/ 0 w 2084914"/>
              <a:gd name="connsiteY3" fmla="*/ 1043146 h 2086292"/>
              <a:gd name="connsiteX4" fmla="*/ 1042457 w 2084914"/>
              <a:gd name="connsiteY4" fmla="*/ 0 h 208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4914" h="2086292">
                <a:moveTo>
                  <a:pt x="1042457" y="0"/>
                </a:moveTo>
                <a:cubicBezTo>
                  <a:pt x="1618190" y="0"/>
                  <a:pt x="2084914" y="467032"/>
                  <a:pt x="2084914" y="1043146"/>
                </a:cubicBezTo>
                <a:cubicBezTo>
                  <a:pt x="2084914" y="1619260"/>
                  <a:pt x="1618190" y="2086292"/>
                  <a:pt x="1042457" y="2086292"/>
                </a:cubicBezTo>
                <a:cubicBezTo>
                  <a:pt x="466724" y="2086292"/>
                  <a:pt x="0" y="1619260"/>
                  <a:pt x="0" y="1043146"/>
                </a:cubicBezTo>
                <a:cubicBezTo>
                  <a:pt x="0" y="467032"/>
                  <a:pt x="466724" y="0"/>
                  <a:pt x="104245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7481386" y="1485623"/>
            <a:ext cx="998908" cy="999000"/>
          </a:xfrm>
          <a:custGeom>
            <a:avLst/>
            <a:gdLst>
              <a:gd name="connsiteX0" fmla="*/ 516679 w 998908"/>
              <a:gd name="connsiteY0" fmla="*/ 304 h 999000"/>
              <a:gd name="connsiteX1" fmla="*/ 792440 w 998908"/>
              <a:gd name="connsiteY1" fmla="*/ 95301 h 999000"/>
              <a:gd name="connsiteX2" fmla="*/ 903700 w 998908"/>
              <a:gd name="connsiteY2" fmla="*/ 792532 h 999000"/>
              <a:gd name="connsiteX3" fmla="*/ 206469 w 998908"/>
              <a:gd name="connsiteY3" fmla="*/ 903792 h 999000"/>
              <a:gd name="connsiteX4" fmla="*/ 95209 w 998908"/>
              <a:gd name="connsiteY4" fmla="*/ 205078 h 999000"/>
              <a:gd name="connsiteX5" fmla="*/ 516679 w 998908"/>
              <a:gd name="connsiteY5" fmla="*/ 304 h 99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908" h="999000">
                <a:moveTo>
                  <a:pt x="516679" y="304"/>
                </a:moveTo>
                <a:cubicBezTo>
                  <a:pt x="612824" y="3651"/>
                  <a:pt x="708995" y="34664"/>
                  <a:pt x="792440" y="95301"/>
                </a:cubicBezTo>
                <a:cubicBezTo>
                  <a:pt x="1016444" y="256999"/>
                  <a:pt x="1065398" y="570011"/>
                  <a:pt x="903700" y="792532"/>
                </a:cubicBezTo>
                <a:cubicBezTo>
                  <a:pt x="740518" y="1016536"/>
                  <a:pt x="428989" y="1065490"/>
                  <a:pt x="206469" y="903792"/>
                </a:cubicBezTo>
                <a:cubicBezTo>
                  <a:pt x="-17535" y="740610"/>
                  <a:pt x="-66490" y="429082"/>
                  <a:pt x="95209" y="205078"/>
                </a:cubicBezTo>
                <a:cubicBezTo>
                  <a:pt x="196270" y="66003"/>
                  <a:pt x="356438" y="-5273"/>
                  <a:pt x="516679" y="30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8306223" y="2621796"/>
            <a:ext cx="997976" cy="1000046"/>
          </a:xfrm>
          <a:custGeom>
            <a:avLst/>
            <a:gdLst>
              <a:gd name="connsiteX0" fmla="*/ 541911 w 997976"/>
              <a:gd name="connsiteY0" fmla="*/ 1776 h 1000046"/>
              <a:gd name="connsiteX1" fmla="*/ 973628 w 997976"/>
              <a:gd name="connsiteY1" fmla="*/ 345624 h 1000046"/>
              <a:gd name="connsiteX2" fmla="*/ 653437 w 997976"/>
              <a:gd name="connsiteY2" fmla="*/ 975097 h 1000046"/>
              <a:gd name="connsiteX3" fmla="*/ 24913 w 997976"/>
              <a:gd name="connsiteY3" fmla="*/ 654422 h 1000046"/>
              <a:gd name="connsiteX4" fmla="*/ 345104 w 997976"/>
              <a:gd name="connsiteY4" fmla="*/ 24949 h 1000046"/>
              <a:gd name="connsiteX5" fmla="*/ 541911 w 997976"/>
              <a:gd name="connsiteY5" fmla="*/ 1776 h 100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7976" h="1000046">
                <a:moveTo>
                  <a:pt x="541911" y="1776"/>
                </a:moveTo>
                <a:cubicBezTo>
                  <a:pt x="735430" y="18269"/>
                  <a:pt x="909145" y="148543"/>
                  <a:pt x="973628" y="345624"/>
                </a:cubicBezTo>
                <a:cubicBezTo>
                  <a:pt x="1058123" y="608399"/>
                  <a:pt x="915816" y="890474"/>
                  <a:pt x="653437" y="975097"/>
                </a:cubicBezTo>
                <a:cubicBezTo>
                  <a:pt x="391057" y="1061204"/>
                  <a:pt x="109407" y="917197"/>
                  <a:pt x="24913" y="654422"/>
                </a:cubicBezTo>
                <a:cubicBezTo>
                  <a:pt x="-61065" y="391647"/>
                  <a:pt x="82725" y="109572"/>
                  <a:pt x="345104" y="24949"/>
                </a:cubicBezTo>
                <a:cubicBezTo>
                  <a:pt x="410699" y="3423"/>
                  <a:pt x="477405" y="-3722"/>
                  <a:pt x="541911" y="177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8306223" y="4025954"/>
            <a:ext cx="997976" cy="1000029"/>
          </a:xfrm>
          <a:custGeom>
            <a:avLst/>
            <a:gdLst>
              <a:gd name="connsiteX0" fmla="*/ 456421 w 997976"/>
              <a:gd name="connsiteY0" fmla="*/ 1923 h 1000029"/>
              <a:gd name="connsiteX1" fmla="*/ 653437 w 997976"/>
              <a:gd name="connsiteY1" fmla="*/ 24237 h 1000029"/>
              <a:gd name="connsiteX2" fmla="*/ 973628 w 997976"/>
              <a:gd name="connsiteY2" fmla="*/ 655137 h 1000029"/>
              <a:gd name="connsiteX3" fmla="*/ 345104 w 997976"/>
              <a:gd name="connsiteY3" fmla="*/ 975782 h 1000029"/>
              <a:gd name="connsiteX4" fmla="*/ 24913 w 997976"/>
              <a:gd name="connsiteY4" fmla="*/ 346367 h 1000029"/>
              <a:gd name="connsiteX5" fmla="*/ 456421 w 997976"/>
              <a:gd name="connsiteY5" fmla="*/ 1923 h 1000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7976" h="1000029">
                <a:moveTo>
                  <a:pt x="456421" y="1923"/>
                </a:moveTo>
                <a:cubicBezTo>
                  <a:pt x="521043" y="-3782"/>
                  <a:pt x="587842" y="3083"/>
                  <a:pt x="653437" y="24237"/>
                </a:cubicBezTo>
                <a:cubicBezTo>
                  <a:pt x="915816" y="110336"/>
                  <a:pt x="1058123" y="392386"/>
                  <a:pt x="973628" y="655137"/>
                </a:cubicBezTo>
                <a:cubicBezTo>
                  <a:pt x="887651" y="916404"/>
                  <a:pt x="607483" y="1060397"/>
                  <a:pt x="345104" y="975782"/>
                </a:cubicBezTo>
                <a:cubicBezTo>
                  <a:pt x="82725" y="889683"/>
                  <a:pt x="-61065" y="607634"/>
                  <a:pt x="24913" y="346367"/>
                </a:cubicBezTo>
                <a:cubicBezTo>
                  <a:pt x="88283" y="149304"/>
                  <a:pt x="262554" y="19041"/>
                  <a:pt x="456421" y="192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4" hasCustomPrompt="1"/>
          </p:nvPr>
        </p:nvSpPr>
        <p:spPr>
          <a:xfrm>
            <a:off x="7481386" y="5163861"/>
            <a:ext cx="998908" cy="998577"/>
          </a:xfrm>
          <a:custGeom>
            <a:avLst/>
            <a:gdLst>
              <a:gd name="connsiteX0" fmla="*/ 481838 w 998908"/>
              <a:gd name="connsiteY0" fmla="*/ 304 h 998577"/>
              <a:gd name="connsiteX1" fmla="*/ 903700 w 998908"/>
              <a:gd name="connsiteY1" fmla="*/ 205078 h 998577"/>
              <a:gd name="connsiteX2" fmla="*/ 792440 w 998908"/>
              <a:gd name="connsiteY2" fmla="*/ 903792 h 998577"/>
              <a:gd name="connsiteX3" fmla="*/ 95209 w 998908"/>
              <a:gd name="connsiteY3" fmla="*/ 792532 h 998577"/>
              <a:gd name="connsiteX4" fmla="*/ 206469 w 998908"/>
              <a:gd name="connsiteY4" fmla="*/ 95301 h 998577"/>
              <a:gd name="connsiteX5" fmla="*/ 481838 w 998908"/>
              <a:gd name="connsiteY5" fmla="*/ 304 h 9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908" h="998577">
                <a:moveTo>
                  <a:pt x="481838" y="304"/>
                </a:moveTo>
                <a:cubicBezTo>
                  <a:pt x="641775" y="-5273"/>
                  <a:pt x="801711" y="66003"/>
                  <a:pt x="903700" y="205078"/>
                </a:cubicBezTo>
                <a:cubicBezTo>
                  <a:pt x="1065398" y="429082"/>
                  <a:pt x="1016444" y="740610"/>
                  <a:pt x="792440" y="903792"/>
                </a:cubicBezTo>
                <a:cubicBezTo>
                  <a:pt x="569919" y="1065490"/>
                  <a:pt x="256907" y="1015052"/>
                  <a:pt x="95209" y="792532"/>
                </a:cubicBezTo>
                <a:cubicBezTo>
                  <a:pt x="-66490" y="570012"/>
                  <a:pt x="-17535" y="257000"/>
                  <a:pt x="206469" y="95301"/>
                </a:cubicBezTo>
                <a:cubicBezTo>
                  <a:pt x="289914" y="34665"/>
                  <a:pt x="385876" y="3651"/>
                  <a:pt x="481838" y="30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269075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493656" y="3451295"/>
            <a:ext cx="1471372" cy="1471372"/>
          </a:xfrm>
          <a:custGeom>
            <a:avLst/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3282644" y="3451295"/>
            <a:ext cx="1471372" cy="1471372"/>
          </a:xfrm>
          <a:custGeom>
            <a:avLst/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5071632" y="3451295"/>
            <a:ext cx="1471372" cy="1471372"/>
          </a:xfrm>
          <a:custGeom>
            <a:avLst/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6860620" y="3162613"/>
            <a:ext cx="2048736" cy="2048736"/>
          </a:xfrm>
          <a:custGeom>
            <a:avLst/>
            <a:gdLst>
              <a:gd name="connsiteX0" fmla="*/ 1024368 w 2048736"/>
              <a:gd name="connsiteY0" fmla="*/ 0 h 2048736"/>
              <a:gd name="connsiteX1" fmla="*/ 2048736 w 2048736"/>
              <a:gd name="connsiteY1" fmla="*/ 1024368 h 2048736"/>
              <a:gd name="connsiteX2" fmla="*/ 1024368 w 2048736"/>
              <a:gd name="connsiteY2" fmla="*/ 2048736 h 2048736"/>
              <a:gd name="connsiteX3" fmla="*/ 0 w 2048736"/>
              <a:gd name="connsiteY3" fmla="*/ 1024368 h 2048736"/>
              <a:gd name="connsiteX4" fmla="*/ 1024368 w 2048736"/>
              <a:gd name="connsiteY4" fmla="*/ 0 h 204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8736" h="2048736">
                <a:moveTo>
                  <a:pt x="1024368" y="0"/>
                </a:moveTo>
                <a:cubicBezTo>
                  <a:pt x="1590111" y="0"/>
                  <a:pt x="2048736" y="458625"/>
                  <a:pt x="2048736" y="1024368"/>
                </a:cubicBezTo>
                <a:cubicBezTo>
                  <a:pt x="2048736" y="1590111"/>
                  <a:pt x="1590111" y="2048736"/>
                  <a:pt x="1024368" y="2048736"/>
                </a:cubicBezTo>
                <a:cubicBezTo>
                  <a:pt x="458625" y="2048736"/>
                  <a:pt x="0" y="1590111"/>
                  <a:pt x="0" y="1024368"/>
                </a:cubicBezTo>
                <a:cubicBezTo>
                  <a:pt x="0" y="458625"/>
                  <a:pt x="458625" y="0"/>
                  <a:pt x="1024368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508000" dist="5080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4" hasCustomPrompt="1"/>
          </p:nvPr>
        </p:nvSpPr>
        <p:spPr>
          <a:xfrm>
            <a:off x="9226973" y="3451295"/>
            <a:ext cx="1471372" cy="1471372"/>
          </a:xfrm>
          <a:custGeom>
            <a:avLst/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59599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042370" y="4542901"/>
            <a:ext cx="1193800" cy="1193800"/>
          </a:xfrm>
          <a:custGeom>
            <a:avLst/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8572499" y="1543957"/>
            <a:ext cx="1193800" cy="1193800"/>
          </a:xfrm>
          <a:custGeom>
            <a:avLst/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15597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1" y="3488779"/>
            <a:ext cx="1687491" cy="1554480"/>
          </a:xfrm>
          <a:custGeom>
            <a:avLst/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2928155" y="3488779"/>
            <a:ext cx="1687491" cy="1554480"/>
          </a:xfrm>
          <a:custGeom>
            <a:avLst/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4789510" y="3488779"/>
            <a:ext cx="1687491" cy="1554480"/>
          </a:xfrm>
          <a:custGeom>
            <a:avLst/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85771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79500" y="2908300"/>
            <a:ext cx="2374900" cy="2019300"/>
          </a:xfrm>
          <a:custGeom>
            <a:avLst/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3632200" y="2908300"/>
            <a:ext cx="2374900" cy="2019300"/>
          </a:xfrm>
          <a:custGeom>
            <a:avLst/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6184900" y="2908300"/>
            <a:ext cx="2374900" cy="2019300"/>
          </a:xfrm>
          <a:custGeom>
            <a:avLst/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8737600" y="2908300"/>
            <a:ext cx="2374900" cy="2019300"/>
          </a:xfrm>
          <a:custGeom>
            <a:avLst/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482358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1" y="3498202"/>
            <a:ext cx="1333959" cy="1381760"/>
          </a:xfrm>
          <a:custGeom>
            <a:avLst/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2545555" y="3498202"/>
            <a:ext cx="1333959" cy="1381760"/>
          </a:xfrm>
          <a:custGeom>
            <a:avLst/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4024309" y="3498202"/>
            <a:ext cx="1333959" cy="1381760"/>
          </a:xfrm>
          <a:custGeom>
            <a:avLst/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5829114" y="1867262"/>
            <a:ext cx="1680060" cy="3769360"/>
          </a:xfrm>
          <a:custGeom>
            <a:avLst/>
            <a:gdLst>
              <a:gd name="connsiteX0" fmla="*/ 0 w 1680060"/>
              <a:gd name="connsiteY0" fmla="*/ 0 h 3769360"/>
              <a:gd name="connsiteX1" fmla="*/ 1680060 w 1680060"/>
              <a:gd name="connsiteY1" fmla="*/ 0 h 3769360"/>
              <a:gd name="connsiteX2" fmla="*/ 1680060 w 1680060"/>
              <a:gd name="connsiteY2" fmla="*/ 3769360 h 3769360"/>
              <a:gd name="connsiteX3" fmla="*/ 0 w 1680060"/>
              <a:gd name="connsiteY3" fmla="*/ 3769360 h 376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0060" h="3769360">
                <a:moveTo>
                  <a:pt x="0" y="0"/>
                </a:moveTo>
                <a:lnTo>
                  <a:pt x="1680060" y="0"/>
                </a:lnTo>
                <a:lnTo>
                  <a:pt x="1680060" y="3769360"/>
                </a:lnTo>
                <a:lnTo>
                  <a:pt x="0" y="3769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08297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 hasCustomPrompt="1"/>
          </p:nvPr>
        </p:nvSpPr>
        <p:spPr>
          <a:xfrm>
            <a:off x="1946468" y="2633163"/>
            <a:ext cx="1521484" cy="1636791"/>
          </a:xfrm>
          <a:custGeom>
            <a:avLst/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 hasCustomPrompt="1"/>
          </p:nvPr>
        </p:nvSpPr>
        <p:spPr>
          <a:xfrm>
            <a:off x="1946468" y="4624310"/>
            <a:ext cx="1521484" cy="1636791"/>
          </a:xfrm>
          <a:custGeom>
            <a:avLst/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 hasCustomPrompt="1"/>
          </p:nvPr>
        </p:nvSpPr>
        <p:spPr>
          <a:xfrm>
            <a:off x="6933743" y="2633162"/>
            <a:ext cx="1521484" cy="1636791"/>
          </a:xfrm>
          <a:custGeom>
            <a:avLst/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 hasCustomPrompt="1"/>
          </p:nvPr>
        </p:nvSpPr>
        <p:spPr>
          <a:xfrm>
            <a:off x="6933743" y="4624310"/>
            <a:ext cx="1521484" cy="1636791"/>
          </a:xfrm>
          <a:custGeom>
            <a:avLst/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056388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>
          <a:xfrm>
            <a:off x="1514475" y="2850198"/>
            <a:ext cx="1597026" cy="2228850"/>
          </a:xfrm>
          <a:custGeom>
            <a:avLst/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1" hasCustomPrompt="1"/>
          </p:nvPr>
        </p:nvSpPr>
        <p:spPr>
          <a:xfrm>
            <a:off x="4052462" y="2850198"/>
            <a:ext cx="1591528" cy="2228850"/>
          </a:xfrm>
          <a:custGeom>
            <a:avLst/>
            <a:gdLst>
              <a:gd name="connsiteX0" fmla="*/ 0 w 1591528"/>
              <a:gd name="connsiteY0" fmla="*/ 0 h 2228850"/>
              <a:gd name="connsiteX1" fmla="*/ 1591528 w 1591528"/>
              <a:gd name="connsiteY1" fmla="*/ 0 h 2228850"/>
              <a:gd name="connsiteX2" fmla="*/ 1591528 w 1591528"/>
              <a:gd name="connsiteY2" fmla="*/ 2228850 h 2228850"/>
              <a:gd name="connsiteX3" fmla="*/ 0 w 1591528"/>
              <a:gd name="connsiteY3" fmla="*/ 2228850 h 222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528" h="2228850">
                <a:moveTo>
                  <a:pt x="0" y="0"/>
                </a:moveTo>
                <a:lnTo>
                  <a:pt x="1591528" y="0"/>
                </a:lnTo>
                <a:lnTo>
                  <a:pt x="1591528" y="2228850"/>
                </a:lnTo>
                <a:lnTo>
                  <a:pt x="0" y="22288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2" hasCustomPrompt="1"/>
          </p:nvPr>
        </p:nvSpPr>
        <p:spPr>
          <a:xfrm>
            <a:off x="6584950" y="2850198"/>
            <a:ext cx="1597026" cy="2228850"/>
          </a:xfrm>
          <a:custGeom>
            <a:avLst/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 hasCustomPrompt="1"/>
          </p:nvPr>
        </p:nvSpPr>
        <p:spPr>
          <a:xfrm>
            <a:off x="9123256" y="2850198"/>
            <a:ext cx="1595652" cy="2228850"/>
          </a:xfrm>
          <a:custGeom>
            <a:avLst/>
            <a:gdLst>
              <a:gd name="connsiteX0" fmla="*/ 0 w 1595652"/>
              <a:gd name="connsiteY0" fmla="*/ 0 h 2228850"/>
              <a:gd name="connsiteX1" fmla="*/ 1595652 w 1595652"/>
              <a:gd name="connsiteY1" fmla="*/ 0 h 2228850"/>
              <a:gd name="connsiteX2" fmla="*/ 1595652 w 1595652"/>
              <a:gd name="connsiteY2" fmla="*/ 2228850 h 2228850"/>
              <a:gd name="connsiteX3" fmla="*/ 0 w 1595652"/>
              <a:gd name="connsiteY3" fmla="*/ 2228850 h 222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5652" h="2228850">
                <a:moveTo>
                  <a:pt x="0" y="0"/>
                </a:moveTo>
                <a:lnTo>
                  <a:pt x="1595652" y="0"/>
                </a:lnTo>
                <a:lnTo>
                  <a:pt x="1595652" y="2228850"/>
                </a:lnTo>
                <a:lnTo>
                  <a:pt x="0" y="22288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33155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40572800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itch Deck Bud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1066800" y="2554514"/>
            <a:ext cx="3026229" cy="4303486"/>
          </a:xfrm>
          <a:custGeom>
            <a:avLst/>
            <a:gdLst>
              <a:gd name="connsiteX0" fmla="*/ 0 w 3026229"/>
              <a:gd name="connsiteY0" fmla="*/ 0 h 4303486"/>
              <a:gd name="connsiteX1" fmla="*/ 3026229 w 3026229"/>
              <a:gd name="connsiteY1" fmla="*/ 0 h 4303486"/>
              <a:gd name="connsiteX2" fmla="*/ 3026229 w 3026229"/>
              <a:gd name="connsiteY2" fmla="*/ 4303486 h 4303486"/>
              <a:gd name="connsiteX3" fmla="*/ 2913433 w 3026229"/>
              <a:gd name="connsiteY3" fmla="*/ 4303486 h 4303486"/>
              <a:gd name="connsiteX4" fmla="*/ 2619061 w 3026229"/>
              <a:gd name="connsiteY4" fmla="*/ 4303486 h 4303486"/>
              <a:gd name="connsiteX5" fmla="*/ 2299106 w 3026229"/>
              <a:gd name="connsiteY5" fmla="*/ 4303486 h 4303486"/>
              <a:gd name="connsiteX6" fmla="*/ 1952503 w 3026229"/>
              <a:gd name="connsiteY6" fmla="*/ 4303486 h 4303486"/>
              <a:gd name="connsiteX7" fmla="*/ 1578186 w 3026229"/>
              <a:gd name="connsiteY7" fmla="*/ 4303486 h 4303486"/>
              <a:gd name="connsiteX8" fmla="*/ 1175090 w 3026229"/>
              <a:gd name="connsiteY8" fmla="*/ 4303486 h 4303486"/>
              <a:gd name="connsiteX9" fmla="*/ 742147 w 3026229"/>
              <a:gd name="connsiteY9" fmla="*/ 4303486 h 4303486"/>
              <a:gd name="connsiteX10" fmla="*/ 278293 w 3026229"/>
              <a:gd name="connsiteY10" fmla="*/ 4303486 h 4303486"/>
              <a:gd name="connsiteX11" fmla="*/ 0 w 3026229"/>
              <a:gd name="connsiteY11" fmla="*/ 4303486 h 430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6229" h="4303486">
                <a:moveTo>
                  <a:pt x="0" y="0"/>
                </a:moveTo>
                <a:lnTo>
                  <a:pt x="3026229" y="0"/>
                </a:lnTo>
                <a:lnTo>
                  <a:pt x="3026229" y="4303486"/>
                </a:lnTo>
                <a:lnTo>
                  <a:pt x="2913433" y="4303486"/>
                </a:lnTo>
                <a:lnTo>
                  <a:pt x="2619061" y="4303486"/>
                </a:lnTo>
                <a:lnTo>
                  <a:pt x="2299106" y="4303486"/>
                </a:lnTo>
                <a:lnTo>
                  <a:pt x="1952503" y="4303486"/>
                </a:lnTo>
                <a:lnTo>
                  <a:pt x="1578186" y="4303486"/>
                </a:lnTo>
                <a:lnTo>
                  <a:pt x="1175090" y="4303486"/>
                </a:lnTo>
                <a:lnTo>
                  <a:pt x="742147" y="4303486"/>
                </a:lnTo>
                <a:lnTo>
                  <a:pt x="278293" y="4303486"/>
                </a:lnTo>
                <a:lnTo>
                  <a:pt x="0" y="430348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15192828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066799" y="2807208"/>
            <a:ext cx="2976933" cy="1718183"/>
          </a:xfrm>
          <a:custGeom>
            <a:avLst/>
            <a:gdLst>
              <a:gd name="connsiteX0" fmla="*/ 0 w 2976933"/>
              <a:gd name="connsiteY0" fmla="*/ 0 h 1718183"/>
              <a:gd name="connsiteX1" fmla="*/ 2976933 w 2976933"/>
              <a:gd name="connsiteY1" fmla="*/ 0 h 1718183"/>
              <a:gd name="connsiteX2" fmla="*/ 2976933 w 2976933"/>
              <a:gd name="connsiteY2" fmla="*/ 1718183 h 1718183"/>
              <a:gd name="connsiteX3" fmla="*/ 0 w 2976933"/>
              <a:gd name="connsiteY3" fmla="*/ 1718183 h 1718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6933" h="1718183">
                <a:moveTo>
                  <a:pt x="0" y="0"/>
                </a:moveTo>
                <a:lnTo>
                  <a:pt x="2976933" y="0"/>
                </a:lnTo>
                <a:lnTo>
                  <a:pt x="2976933" y="1718183"/>
                </a:lnTo>
                <a:lnTo>
                  <a:pt x="0" y="1718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92144093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805595" y="1883120"/>
            <a:ext cx="3386405" cy="4974881"/>
          </a:xfrm>
          <a:custGeom>
            <a:avLst/>
            <a:gdLst>
              <a:gd name="connsiteX0" fmla="*/ 0 w 3386405"/>
              <a:gd name="connsiteY0" fmla="*/ 0 h 4974881"/>
              <a:gd name="connsiteX1" fmla="*/ 3386405 w 3386405"/>
              <a:gd name="connsiteY1" fmla="*/ 0 h 4974881"/>
              <a:gd name="connsiteX2" fmla="*/ 3386405 w 3386405"/>
              <a:gd name="connsiteY2" fmla="*/ 4974881 h 4974881"/>
              <a:gd name="connsiteX3" fmla="*/ 0 w 3386405"/>
              <a:gd name="connsiteY3" fmla="*/ 4974881 h 497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6405" h="4974881">
                <a:moveTo>
                  <a:pt x="0" y="0"/>
                </a:moveTo>
                <a:lnTo>
                  <a:pt x="3386405" y="0"/>
                </a:lnTo>
                <a:lnTo>
                  <a:pt x="3386405" y="4974881"/>
                </a:lnTo>
                <a:lnTo>
                  <a:pt x="0" y="49748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1423080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-1" y="2120899"/>
            <a:ext cx="2971073" cy="4737102"/>
          </a:xfrm>
          <a:custGeom>
            <a:avLst/>
            <a:gdLst>
              <a:gd name="connsiteX0" fmla="*/ 0 w 2971073"/>
              <a:gd name="connsiteY0" fmla="*/ 0 h 4737102"/>
              <a:gd name="connsiteX1" fmla="*/ 2971073 w 2971073"/>
              <a:gd name="connsiteY1" fmla="*/ 0 h 4737102"/>
              <a:gd name="connsiteX2" fmla="*/ 2971073 w 2971073"/>
              <a:gd name="connsiteY2" fmla="*/ 4737102 h 4737102"/>
              <a:gd name="connsiteX3" fmla="*/ 0 w 2971073"/>
              <a:gd name="connsiteY3" fmla="*/ 4737102 h 473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1073" h="4737102">
                <a:moveTo>
                  <a:pt x="0" y="0"/>
                </a:moveTo>
                <a:lnTo>
                  <a:pt x="2971073" y="0"/>
                </a:lnTo>
                <a:lnTo>
                  <a:pt x="2971073" y="4737102"/>
                </a:lnTo>
                <a:lnTo>
                  <a:pt x="0" y="47371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6808046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4771209" y="4161201"/>
            <a:ext cx="3801291" cy="2168435"/>
          </a:xfrm>
          <a:custGeom>
            <a:avLst/>
            <a:gdLst>
              <a:gd name="connsiteX0" fmla="*/ 0 w 3801291"/>
              <a:gd name="connsiteY0" fmla="*/ 0 h 2168435"/>
              <a:gd name="connsiteX1" fmla="*/ 3801291 w 3801291"/>
              <a:gd name="connsiteY1" fmla="*/ 0 h 2168435"/>
              <a:gd name="connsiteX2" fmla="*/ 3801291 w 3801291"/>
              <a:gd name="connsiteY2" fmla="*/ 2168435 h 2168435"/>
              <a:gd name="connsiteX3" fmla="*/ 0 w 3801291"/>
              <a:gd name="connsiteY3" fmla="*/ 2168435 h 216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1291" h="2168435">
                <a:moveTo>
                  <a:pt x="0" y="0"/>
                </a:moveTo>
                <a:lnTo>
                  <a:pt x="3801291" y="0"/>
                </a:lnTo>
                <a:lnTo>
                  <a:pt x="3801291" y="2168435"/>
                </a:lnTo>
                <a:lnTo>
                  <a:pt x="0" y="216843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2862281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403189" y="3594100"/>
            <a:ext cx="2632529" cy="2632529"/>
          </a:xfrm>
          <a:custGeom>
            <a:avLst/>
            <a:gdLst>
              <a:gd name="connsiteX0" fmla="*/ 75896 w 2632529"/>
              <a:gd name="connsiteY0" fmla="*/ 0 h 2632529"/>
              <a:gd name="connsiteX1" fmla="*/ 2556633 w 2632529"/>
              <a:gd name="connsiteY1" fmla="*/ 0 h 2632529"/>
              <a:gd name="connsiteX2" fmla="*/ 2632529 w 2632529"/>
              <a:gd name="connsiteY2" fmla="*/ 75896 h 2632529"/>
              <a:gd name="connsiteX3" fmla="*/ 2632529 w 2632529"/>
              <a:gd name="connsiteY3" fmla="*/ 2556633 h 2632529"/>
              <a:gd name="connsiteX4" fmla="*/ 2556633 w 2632529"/>
              <a:gd name="connsiteY4" fmla="*/ 2632529 h 2632529"/>
              <a:gd name="connsiteX5" fmla="*/ 75896 w 2632529"/>
              <a:gd name="connsiteY5" fmla="*/ 2632529 h 2632529"/>
              <a:gd name="connsiteX6" fmla="*/ 0 w 2632529"/>
              <a:gd name="connsiteY6" fmla="*/ 2556633 h 2632529"/>
              <a:gd name="connsiteX7" fmla="*/ 0 w 2632529"/>
              <a:gd name="connsiteY7" fmla="*/ 75896 h 2632529"/>
              <a:gd name="connsiteX8" fmla="*/ 75896 w 2632529"/>
              <a:gd name="connsiteY8" fmla="*/ 0 h 2632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32529" h="2632529">
                <a:moveTo>
                  <a:pt x="75896" y="0"/>
                </a:moveTo>
                <a:lnTo>
                  <a:pt x="2556633" y="0"/>
                </a:lnTo>
                <a:cubicBezTo>
                  <a:pt x="2598549" y="0"/>
                  <a:pt x="2632529" y="33980"/>
                  <a:pt x="2632529" y="75896"/>
                </a:cubicBezTo>
                <a:lnTo>
                  <a:pt x="2632529" y="2556633"/>
                </a:lnTo>
                <a:cubicBezTo>
                  <a:pt x="2632529" y="2598549"/>
                  <a:pt x="2598549" y="2632529"/>
                  <a:pt x="2556633" y="2632529"/>
                </a:cubicBezTo>
                <a:lnTo>
                  <a:pt x="75896" y="2632529"/>
                </a:lnTo>
                <a:cubicBezTo>
                  <a:pt x="33980" y="2632529"/>
                  <a:pt x="0" y="2598549"/>
                  <a:pt x="0" y="2556633"/>
                </a:cubicBezTo>
                <a:lnTo>
                  <a:pt x="0" y="75896"/>
                </a:lnTo>
                <a:cubicBezTo>
                  <a:pt x="0" y="33980"/>
                  <a:pt x="33980" y="0"/>
                  <a:pt x="7589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87260152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8940800" y="1143000"/>
            <a:ext cx="3251200" cy="5715000"/>
          </a:xfrm>
          <a:custGeom>
            <a:avLst/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06995396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Financing Nee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073138" y="2115623"/>
            <a:ext cx="4094921" cy="4094922"/>
          </a:xfrm>
          <a:custGeom>
            <a:avLst/>
            <a:gdLst>
              <a:gd name="connsiteX0" fmla="*/ 1026838 w 4094921"/>
              <a:gd name="connsiteY0" fmla="*/ 0 h 4094922"/>
              <a:gd name="connsiteX1" fmla="*/ 2053676 w 4094921"/>
              <a:gd name="connsiteY1" fmla="*/ 1024972 h 4094922"/>
              <a:gd name="connsiteX2" fmla="*/ 2051190 w 4094921"/>
              <a:gd name="connsiteY2" fmla="*/ 1089498 h 4094922"/>
              <a:gd name="connsiteX3" fmla="*/ 2053676 w 4094921"/>
              <a:gd name="connsiteY3" fmla="*/ 1134169 h 4094922"/>
              <a:gd name="connsiteX4" fmla="*/ 2056163 w 4094921"/>
              <a:gd name="connsiteY4" fmla="*/ 1151542 h 4094922"/>
              <a:gd name="connsiteX5" fmla="*/ 2058649 w 4094921"/>
              <a:gd name="connsiteY5" fmla="*/ 1181323 h 4094922"/>
              <a:gd name="connsiteX6" fmla="*/ 2063622 w 4094921"/>
              <a:gd name="connsiteY6" fmla="*/ 1196214 h 4094922"/>
              <a:gd name="connsiteX7" fmla="*/ 2068594 w 4094921"/>
              <a:gd name="connsiteY7" fmla="*/ 1225995 h 4094922"/>
              <a:gd name="connsiteX8" fmla="*/ 2071080 w 4094921"/>
              <a:gd name="connsiteY8" fmla="*/ 1243367 h 4094922"/>
              <a:gd name="connsiteX9" fmla="*/ 2078539 w 4094921"/>
              <a:gd name="connsiteY9" fmla="*/ 1273149 h 4094922"/>
              <a:gd name="connsiteX10" fmla="*/ 2081026 w 4094921"/>
              <a:gd name="connsiteY10" fmla="*/ 1288039 h 4094922"/>
              <a:gd name="connsiteX11" fmla="*/ 2090971 w 4094921"/>
              <a:gd name="connsiteY11" fmla="*/ 1317821 h 4094922"/>
              <a:gd name="connsiteX12" fmla="*/ 2093457 w 4094921"/>
              <a:gd name="connsiteY12" fmla="*/ 1330229 h 4094922"/>
              <a:gd name="connsiteX13" fmla="*/ 2103402 w 4094921"/>
              <a:gd name="connsiteY13" fmla="*/ 1362492 h 4094922"/>
              <a:gd name="connsiteX14" fmla="*/ 2108375 w 4094921"/>
              <a:gd name="connsiteY14" fmla="*/ 1374901 h 4094922"/>
              <a:gd name="connsiteX15" fmla="*/ 2120806 w 4094921"/>
              <a:gd name="connsiteY15" fmla="*/ 1407164 h 4094922"/>
              <a:gd name="connsiteX16" fmla="*/ 2125779 w 4094921"/>
              <a:gd name="connsiteY16" fmla="*/ 1417091 h 4094922"/>
              <a:gd name="connsiteX17" fmla="*/ 2138210 w 4094921"/>
              <a:gd name="connsiteY17" fmla="*/ 1449354 h 4094922"/>
              <a:gd name="connsiteX18" fmla="*/ 2143183 w 4094921"/>
              <a:gd name="connsiteY18" fmla="*/ 1459281 h 4094922"/>
              <a:gd name="connsiteX19" fmla="*/ 2158101 w 4094921"/>
              <a:gd name="connsiteY19" fmla="*/ 1491545 h 4094922"/>
              <a:gd name="connsiteX20" fmla="*/ 2163073 w 4094921"/>
              <a:gd name="connsiteY20" fmla="*/ 1498990 h 4094922"/>
              <a:gd name="connsiteX21" fmla="*/ 2180477 w 4094921"/>
              <a:gd name="connsiteY21" fmla="*/ 1531253 h 4094922"/>
              <a:gd name="connsiteX22" fmla="*/ 2185450 w 4094921"/>
              <a:gd name="connsiteY22" fmla="*/ 1538698 h 4094922"/>
              <a:gd name="connsiteX23" fmla="*/ 2205340 w 4094921"/>
              <a:gd name="connsiteY23" fmla="*/ 1570961 h 4094922"/>
              <a:gd name="connsiteX24" fmla="*/ 2207826 w 4094921"/>
              <a:gd name="connsiteY24" fmla="*/ 1575925 h 4094922"/>
              <a:gd name="connsiteX25" fmla="*/ 2230203 w 4094921"/>
              <a:gd name="connsiteY25" fmla="*/ 1610670 h 4094922"/>
              <a:gd name="connsiteX26" fmla="*/ 2232689 w 4094921"/>
              <a:gd name="connsiteY26" fmla="*/ 1613151 h 4094922"/>
              <a:gd name="connsiteX27" fmla="*/ 2257552 w 4094921"/>
              <a:gd name="connsiteY27" fmla="*/ 1647896 h 4094922"/>
              <a:gd name="connsiteX28" fmla="*/ 2260038 w 4094921"/>
              <a:gd name="connsiteY28" fmla="*/ 1650378 h 4094922"/>
              <a:gd name="connsiteX29" fmla="*/ 2284901 w 4094921"/>
              <a:gd name="connsiteY29" fmla="*/ 1682641 h 4094922"/>
              <a:gd name="connsiteX30" fmla="*/ 2287388 w 4094921"/>
              <a:gd name="connsiteY30" fmla="*/ 1685123 h 4094922"/>
              <a:gd name="connsiteX31" fmla="*/ 2317223 w 4094921"/>
              <a:gd name="connsiteY31" fmla="*/ 1717386 h 4094922"/>
              <a:gd name="connsiteX32" fmla="*/ 2317223 w 4094921"/>
              <a:gd name="connsiteY32" fmla="*/ 1719867 h 4094922"/>
              <a:gd name="connsiteX33" fmla="*/ 3008412 w 4094921"/>
              <a:gd name="connsiteY33" fmla="*/ 2049943 h 4094922"/>
              <a:gd name="connsiteX34" fmla="*/ 3068083 w 4094921"/>
              <a:gd name="connsiteY34" fmla="*/ 2047461 h 4094922"/>
              <a:gd name="connsiteX35" fmla="*/ 4094921 w 4094921"/>
              <a:gd name="connsiteY35" fmla="*/ 3072433 h 4094922"/>
              <a:gd name="connsiteX36" fmla="*/ 3068083 w 4094921"/>
              <a:gd name="connsiteY36" fmla="*/ 4094922 h 4094922"/>
              <a:gd name="connsiteX37" fmla="*/ 2043731 w 4094921"/>
              <a:gd name="connsiteY37" fmla="*/ 3072433 h 4094922"/>
              <a:gd name="connsiteX38" fmla="*/ 2046218 w 4094921"/>
              <a:gd name="connsiteY38" fmla="*/ 3005425 h 4094922"/>
              <a:gd name="connsiteX39" fmla="*/ 1123804 w 4094921"/>
              <a:gd name="connsiteY39" fmla="*/ 2047461 h 4094922"/>
              <a:gd name="connsiteX40" fmla="*/ 1146180 w 4094921"/>
              <a:gd name="connsiteY40" fmla="*/ 2044979 h 4094922"/>
              <a:gd name="connsiteX41" fmla="*/ 1123804 w 4094921"/>
              <a:gd name="connsiteY41" fmla="*/ 2042498 h 4094922"/>
              <a:gd name="connsiteX42" fmla="*/ 1026838 w 4094921"/>
              <a:gd name="connsiteY42" fmla="*/ 2047461 h 4094922"/>
              <a:gd name="connsiteX43" fmla="*/ 0 w 4094921"/>
              <a:gd name="connsiteY43" fmla="*/ 1024972 h 4094922"/>
              <a:gd name="connsiteX44" fmla="*/ 1026838 w 4094921"/>
              <a:gd name="connsiteY44" fmla="*/ 0 h 40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094921" h="4094922">
                <a:moveTo>
                  <a:pt x="1026838" y="0"/>
                </a:moveTo>
                <a:cubicBezTo>
                  <a:pt x="1593713" y="0"/>
                  <a:pt x="2053676" y="459128"/>
                  <a:pt x="2053676" y="1024972"/>
                </a:cubicBezTo>
                <a:cubicBezTo>
                  <a:pt x="2053676" y="1047307"/>
                  <a:pt x="2051190" y="1069644"/>
                  <a:pt x="2051190" y="1089498"/>
                </a:cubicBezTo>
                <a:cubicBezTo>
                  <a:pt x="2051190" y="1104388"/>
                  <a:pt x="2051190" y="1119279"/>
                  <a:pt x="2053676" y="1134169"/>
                </a:cubicBezTo>
                <a:cubicBezTo>
                  <a:pt x="2053676" y="1139133"/>
                  <a:pt x="2056163" y="1144097"/>
                  <a:pt x="2056163" y="1151542"/>
                </a:cubicBezTo>
                <a:cubicBezTo>
                  <a:pt x="2056163" y="1161469"/>
                  <a:pt x="2058649" y="1171396"/>
                  <a:pt x="2058649" y="1181323"/>
                </a:cubicBezTo>
                <a:cubicBezTo>
                  <a:pt x="2061135" y="1186287"/>
                  <a:pt x="2061135" y="1191250"/>
                  <a:pt x="2063622" y="1196214"/>
                </a:cubicBezTo>
                <a:cubicBezTo>
                  <a:pt x="2063622" y="1206141"/>
                  <a:pt x="2066108" y="1216068"/>
                  <a:pt x="2068594" y="1225995"/>
                </a:cubicBezTo>
                <a:cubicBezTo>
                  <a:pt x="2068594" y="1233440"/>
                  <a:pt x="2071080" y="1238404"/>
                  <a:pt x="2071080" y="1243367"/>
                </a:cubicBezTo>
                <a:cubicBezTo>
                  <a:pt x="2073567" y="1253294"/>
                  <a:pt x="2076053" y="1263222"/>
                  <a:pt x="2078539" y="1273149"/>
                </a:cubicBezTo>
                <a:cubicBezTo>
                  <a:pt x="2078539" y="1278112"/>
                  <a:pt x="2081026" y="1283076"/>
                  <a:pt x="2081026" y="1288039"/>
                </a:cubicBezTo>
                <a:cubicBezTo>
                  <a:pt x="2083512" y="1297966"/>
                  <a:pt x="2085998" y="1307893"/>
                  <a:pt x="2090971" y="1317821"/>
                </a:cubicBezTo>
                <a:cubicBezTo>
                  <a:pt x="2090971" y="1322784"/>
                  <a:pt x="2093457" y="1327748"/>
                  <a:pt x="2093457" y="1330229"/>
                </a:cubicBezTo>
                <a:cubicBezTo>
                  <a:pt x="2098430" y="1342638"/>
                  <a:pt x="2100916" y="1352565"/>
                  <a:pt x="2103402" y="1362492"/>
                </a:cubicBezTo>
                <a:cubicBezTo>
                  <a:pt x="2105888" y="1367456"/>
                  <a:pt x="2108375" y="1369938"/>
                  <a:pt x="2108375" y="1374901"/>
                </a:cubicBezTo>
                <a:cubicBezTo>
                  <a:pt x="2113347" y="1384828"/>
                  <a:pt x="2115834" y="1394755"/>
                  <a:pt x="2120806" y="1407164"/>
                </a:cubicBezTo>
                <a:cubicBezTo>
                  <a:pt x="2120806" y="1409646"/>
                  <a:pt x="2123292" y="1412128"/>
                  <a:pt x="2125779" y="1417091"/>
                </a:cubicBezTo>
                <a:cubicBezTo>
                  <a:pt x="2128265" y="1427018"/>
                  <a:pt x="2133238" y="1439427"/>
                  <a:pt x="2138210" y="1449354"/>
                </a:cubicBezTo>
                <a:cubicBezTo>
                  <a:pt x="2140697" y="1451836"/>
                  <a:pt x="2140697" y="1454318"/>
                  <a:pt x="2143183" y="1459281"/>
                </a:cubicBezTo>
                <a:cubicBezTo>
                  <a:pt x="2148155" y="1469209"/>
                  <a:pt x="2153128" y="1479136"/>
                  <a:pt x="2158101" y="1491545"/>
                </a:cubicBezTo>
                <a:cubicBezTo>
                  <a:pt x="2160587" y="1494026"/>
                  <a:pt x="2160587" y="1496508"/>
                  <a:pt x="2163073" y="1498990"/>
                </a:cubicBezTo>
                <a:cubicBezTo>
                  <a:pt x="2168046" y="1508917"/>
                  <a:pt x="2175505" y="1521326"/>
                  <a:pt x="2180477" y="1531253"/>
                </a:cubicBezTo>
                <a:cubicBezTo>
                  <a:pt x="2182963" y="1533735"/>
                  <a:pt x="2182963" y="1536216"/>
                  <a:pt x="2185450" y="1538698"/>
                </a:cubicBezTo>
                <a:cubicBezTo>
                  <a:pt x="2190422" y="1548625"/>
                  <a:pt x="2197881" y="1561034"/>
                  <a:pt x="2205340" y="1570961"/>
                </a:cubicBezTo>
                <a:cubicBezTo>
                  <a:pt x="2205340" y="1573443"/>
                  <a:pt x="2205340" y="1575925"/>
                  <a:pt x="2207826" y="1575925"/>
                </a:cubicBezTo>
                <a:cubicBezTo>
                  <a:pt x="2215285" y="1588334"/>
                  <a:pt x="2222744" y="1598261"/>
                  <a:pt x="2230203" y="1610670"/>
                </a:cubicBezTo>
                <a:cubicBezTo>
                  <a:pt x="2230203" y="1610670"/>
                  <a:pt x="2232689" y="1613151"/>
                  <a:pt x="2232689" y="1613151"/>
                </a:cubicBezTo>
                <a:cubicBezTo>
                  <a:pt x="2240148" y="1625560"/>
                  <a:pt x="2247607" y="1635487"/>
                  <a:pt x="2257552" y="1647896"/>
                </a:cubicBezTo>
                <a:cubicBezTo>
                  <a:pt x="2257552" y="1647896"/>
                  <a:pt x="2257552" y="1647896"/>
                  <a:pt x="2260038" y="1650378"/>
                </a:cubicBezTo>
                <a:cubicBezTo>
                  <a:pt x="2267497" y="1660305"/>
                  <a:pt x="2277443" y="1672714"/>
                  <a:pt x="2284901" y="1682641"/>
                </a:cubicBezTo>
                <a:cubicBezTo>
                  <a:pt x="2287388" y="1685123"/>
                  <a:pt x="2287388" y="1685123"/>
                  <a:pt x="2287388" y="1685123"/>
                </a:cubicBezTo>
                <a:cubicBezTo>
                  <a:pt x="2297333" y="1697531"/>
                  <a:pt x="2307278" y="1707459"/>
                  <a:pt x="2317223" y="1717386"/>
                </a:cubicBezTo>
                <a:cubicBezTo>
                  <a:pt x="2317223" y="1717386"/>
                  <a:pt x="2317223" y="1717386"/>
                  <a:pt x="2317223" y="1719867"/>
                </a:cubicBezTo>
                <a:cubicBezTo>
                  <a:pt x="2491264" y="1908482"/>
                  <a:pt x="2734920" y="2032571"/>
                  <a:pt x="3008412" y="2049943"/>
                </a:cubicBezTo>
                <a:cubicBezTo>
                  <a:pt x="3028302" y="2049943"/>
                  <a:pt x="3048193" y="2047461"/>
                  <a:pt x="3068083" y="2047461"/>
                </a:cubicBezTo>
                <a:cubicBezTo>
                  <a:pt x="3634957" y="2047461"/>
                  <a:pt x="4094921" y="2506589"/>
                  <a:pt x="4094921" y="3072433"/>
                </a:cubicBezTo>
                <a:cubicBezTo>
                  <a:pt x="4094921" y="3638276"/>
                  <a:pt x="3634957" y="4094922"/>
                  <a:pt x="3068083" y="4094922"/>
                </a:cubicBezTo>
                <a:cubicBezTo>
                  <a:pt x="2503695" y="4094922"/>
                  <a:pt x="2043731" y="3638276"/>
                  <a:pt x="2043731" y="3072433"/>
                </a:cubicBezTo>
                <a:cubicBezTo>
                  <a:pt x="2043731" y="3050097"/>
                  <a:pt x="2043731" y="3027761"/>
                  <a:pt x="2046218" y="3005425"/>
                </a:cubicBezTo>
                <a:cubicBezTo>
                  <a:pt x="2016382" y="2501625"/>
                  <a:pt x="1621062" y="2097097"/>
                  <a:pt x="1123804" y="2047461"/>
                </a:cubicBezTo>
                <a:cubicBezTo>
                  <a:pt x="1131263" y="2047461"/>
                  <a:pt x="1138721" y="2047461"/>
                  <a:pt x="1146180" y="2044979"/>
                </a:cubicBezTo>
                <a:cubicBezTo>
                  <a:pt x="1138721" y="2044979"/>
                  <a:pt x="1131263" y="2042498"/>
                  <a:pt x="1123804" y="2042498"/>
                </a:cubicBezTo>
                <a:cubicBezTo>
                  <a:pt x="1091482" y="2044979"/>
                  <a:pt x="1059160" y="2047461"/>
                  <a:pt x="1026838" y="2047461"/>
                </a:cubicBezTo>
                <a:cubicBezTo>
                  <a:pt x="459964" y="2047461"/>
                  <a:pt x="0" y="1588334"/>
                  <a:pt x="0" y="1024972"/>
                </a:cubicBezTo>
                <a:cubicBezTo>
                  <a:pt x="0" y="459128"/>
                  <a:pt x="459964" y="0"/>
                  <a:pt x="10268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85569277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Financing Nee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04826192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Financing Nee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2365826"/>
            <a:ext cx="3236685" cy="4492174"/>
          </a:xfrm>
          <a:custGeom>
            <a:avLst/>
            <a:gdLst>
              <a:gd name="connsiteX0" fmla="*/ 0 w 3236685"/>
              <a:gd name="connsiteY0" fmla="*/ 0 h 4492174"/>
              <a:gd name="connsiteX1" fmla="*/ 3236685 w 3236685"/>
              <a:gd name="connsiteY1" fmla="*/ 0 h 4492174"/>
              <a:gd name="connsiteX2" fmla="*/ 3236685 w 3236685"/>
              <a:gd name="connsiteY2" fmla="*/ 4492174 h 4492174"/>
              <a:gd name="connsiteX3" fmla="*/ 0 w 3236685"/>
              <a:gd name="connsiteY3" fmla="*/ 4492174 h 449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6685" h="4492174">
                <a:moveTo>
                  <a:pt x="0" y="0"/>
                </a:moveTo>
                <a:lnTo>
                  <a:pt x="3236685" y="0"/>
                </a:lnTo>
                <a:lnTo>
                  <a:pt x="3236685" y="4492174"/>
                </a:lnTo>
                <a:lnTo>
                  <a:pt x="0" y="44921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206310891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Investmen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88531" y="2168742"/>
            <a:ext cx="2736669" cy="4155859"/>
          </a:xfrm>
          <a:custGeom>
            <a:avLst/>
            <a:gdLst>
              <a:gd name="connsiteX0" fmla="*/ 0 w 2736669"/>
              <a:gd name="connsiteY0" fmla="*/ 0 h 4155859"/>
              <a:gd name="connsiteX1" fmla="*/ 2736669 w 2736669"/>
              <a:gd name="connsiteY1" fmla="*/ 0 h 4155859"/>
              <a:gd name="connsiteX2" fmla="*/ 2736669 w 2736669"/>
              <a:gd name="connsiteY2" fmla="*/ 4155859 h 4155859"/>
              <a:gd name="connsiteX3" fmla="*/ 0 w 2736669"/>
              <a:gd name="connsiteY3" fmla="*/ 4155859 h 4155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6669" h="4155859">
                <a:moveTo>
                  <a:pt x="0" y="0"/>
                </a:moveTo>
                <a:lnTo>
                  <a:pt x="2736669" y="0"/>
                </a:lnTo>
                <a:lnTo>
                  <a:pt x="2736669" y="4155859"/>
                </a:lnTo>
                <a:lnTo>
                  <a:pt x="0" y="415585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5313370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Investmen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696215" y="2626000"/>
            <a:ext cx="2799571" cy="1420948"/>
          </a:xfrm>
          <a:custGeom>
            <a:avLst/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1052644" y="2626000"/>
            <a:ext cx="2799571" cy="1420948"/>
          </a:xfrm>
          <a:custGeom>
            <a:avLst/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339787" y="2626000"/>
            <a:ext cx="2799571" cy="1420948"/>
          </a:xfrm>
          <a:custGeom>
            <a:avLst/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53558111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Investmen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064475" y="2353552"/>
            <a:ext cx="2799571" cy="3959189"/>
          </a:xfrm>
          <a:custGeom>
            <a:avLst/>
            <a:gdLst>
              <a:gd name="connsiteX0" fmla="*/ 0 w 2799571"/>
              <a:gd name="connsiteY0" fmla="*/ 0 h 3959189"/>
              <a:gd name="connsiteX1" fmla="*/ 2799571 w 2799571"/>
              <a:gd name="connsiteY1" fmla="*/ 0 h 3959189"/>
              <a:gd name="connsiteX2" fmla="*/ 2799571 w 2799571"/>
              <a:gd name="connsiteY2" fmla="*/ 3959189 h 3959189"/>
              <a:gd name="connsiteX3" fmla="*/ 0 w 2799571"/>
              <a:gd name="connsiteY3" fmla="*/ 3959189 h 3959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9571" h="3959189">
                <a:moveTo>
                  <a:pt x="0" y="0"/>
                </a:moveTo>
                <a:lnTo>
                  <a:pt x="2799571" y="0"/>
                </a:lnTo>
                <a:lnTo>
                  <a:pt x="2799571" y="3959189"/>
                </a:lnTo>
                <a:lnTo>
                  <a:pt x="0" y="395918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92162722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Inves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109447" y="0"/>
            <a:ext cx="6082553" cy="6858000"/>
          </a:xfrm>
          <a:custGeom>
            <a:avLst/>
            <a:gdLst>
              <a:gd name="connsiteX0" fmla="*/ 0 w 6082553"/>
              <a:gd name="connsiteY0" fmla="*/ 0 h 6858000"/>
              <a:gd name="connsiteX1" fmla="*/ 6082553 w 6082553"/>
              <a:gd name="connsiteY1" fmla="*/ 0 h 6858000"/>
              <a:gd name="connsiteX2" fmla="*/ 6082553 w 6082553"/>
              <a:gd name="connsiteY2" fmla="*/ 6858000 h 6858000"/>
              <a:gd name="connsiteX3" fmla="*/ 0 w 608255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2553" h="6858000">
                <a:moveTo>
                  <a:pt x="0" y="0"/>
                </a:moveTo>
                <a:lnTo>
                  <a:pt x="6082553" y="0"/>
                </a:lnTo>
                <a:lnTo>
                  <a:pt x="60825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91338662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Investment &amp; Pro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0" y="4366927"/>
            <a:ext cx="5029200" cy="1960375"/>
          </a:xfrm>
          <a:custGeom>
            <a:avLst/>
            <a:gdLst>
              <a:gd name="connsiteX0" fmla="*/ 0 w 5029200"/>
              <a:gd name="connsiteY0" fmla="*/ 0 h 1960375"/>
              <a:gd name="connsiteX1" fmla="*/ 5029200 w 5029200"/>
              <a:gd name="connsiteY1" fmla="*/ 0 h 1960375"/>
              <a:gd name="connsiteX2" fmla="*/ 5029200 w 5029200"/>
              <a:gd name="connsiteY2" fmla="*/ 1960375 h 1960375"/>
              <a:gd name="connsiteX3" fmla="*/ 0 w 5029200"/>
              <a:gd name="connsiteY3" fmla="*/ 1960375 h 196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9200" h="1960375">
                <a:moveTo>
                  <a:pt x="0" y="0"/>
                </a:moveTo>
                <a:lnTo>
                  <a:pt x="5029200" y="0"/>
                </a:lnTo>
                <a:lnTo>
                  <a:pt x="5029200" y="1960375"/>
                </a:lnTo>
                <a:lnTo>
                  <a:pt x="0" y="19603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54668178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Investment &amp; Pro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2891595"/>
            <a:ext cx="2528757" cy="3966406"/>
          </a:xfrm>
          <a:custGeom>
            <a:avLst/>
            <a:gdLst>
              <a:gd name="connsiteX0" fmla="*/ 0 w 2528757"/>
              <a:gd name="connsiteY0" fmla="*/ 0 h 3966406"/>
              <a:gd name="connsiteX1" fmla="*/ 2528757 w 2528757"/>
              <a:gd name="connsiteY1" fmla="*/ 0 h 3966406"/>
              <a:gd name="connsiteX2" fmla="*/ 2528757 w 2528757"/>
              <a:gd name="connsiteY2" fmla="*/ 3966406 h 3966406"/>
              <a:gd name="connsiteX3" fmla="*/ 0 w 2528757"/>
              <a:gd name="connsiteY3" fmla="*/ 3966406 h 3966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8757" h="3966406">
                <a:moveTo>
                  <a:pt x="0" y="0"/>
                </a:moveTo>
                <a:lnTo>
                  <a:pt x="2528757" y="0"/>
                </a:lnTo>
                <a:lnTo>
                  <a:pt x="2528757" y="3966406"/>
                </a:lnTo>
                <a:lnTo>
                  <a:pt x="0" y="396640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11170771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Investment &amp; Pro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001774" y="1143000"/>
            <a:ext cx="3123426" cy="5181600"/>
          </a:xfrm>
          <a:custGeom>
            <a:avLst/>
            <a:gdLst>
              <a:gd name="connsiteX0" fmla="*/ 0 w 3123426"/>
              <a:gd name="connsiteY0" fmla="*/ 0 h 5181600"/>
              <a:gd name="connsiteX1" fmla="*/ 3123426 w 3123426"/>
              <a:gd name="connsiteY1" fmla="*/ 0 h 5181600"/>
              <a:gd name="connsiteX2" fmla="*/ 3123426 w 3123426"/>
              <a:gd name="connsiteY2" fmla="*/ 5181600 h 5181600"/>
              <a:gd name="connsiteX3" fmla="*/ 0 w 3123426"/>
              <a:gd name="connsiteY3" fmla="*/ 5181600 h 518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3426" h="5181600">
                <a:moveTo>
                  <a:pt x="0" y="0"/>
                </a:moveTo>
                <a:lnTo>
                  <a:pt x="3123426" y="0"/>
                </a:lnTo>
                <a:lnTo>
                  <a:pt x="3123426" y="5181600"/>
                </a:lnTo>
                <a:lnTo>
                  <a:pt x="0" y="5181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4163249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Use of F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1095234" y="3846286"/>
            <a:ext cx="5000767" cy="2478314"/>
          </a:xfrm>
          <a:custGeom>
            <a:avLst/>
            <a:gdLst>
              <a:gd name="connsiteX0" fmla="*/ 0 w 5000767"/>
              <a:gd name="connsiteY0" fmla="*/ 0 h 2478314"/>
              <a:gd name="connsiteX1" fmla="*/ 5000767 w 5000767"/>
              <a:gd name="connsiteY1" fmla="*/ 0 h 2478314"/>
              <a:gd name="connsiteX2" fmla="*/ 5000767 w 5000767"/>
              <a:gd name="connsiteY2" fmla="*/ 2478314 h 2478314"/>
              <a:gd name="connsiteX3" fmla="*/ 0 w 5000767"/>
              <a:gd name="connsiteY3" fmla="*/ 2478314 h 247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0767" h="2478314">
                <a:moveTo>
                  <a:pt x="0" y="0"/>
                </a:moveTo>
                <a:lnTo>
                  <a:pt x="5000767" y="0"/>
                </a:lnTo>
                <a:lnTo>
                  <a:pt x="5000767" y="2478314"/>
                </a:lnTo>
                <a:lnTo>
                  <a:pt x="0" y="24783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79911004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Use of F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966231" y="3132220"/>
            <a:ext cx="2258974" cy="2258974"/>
          </a:xfrm>
          <a:custGeom>
            <a:avLst/>
            <a:gdLst>
              <a:gd name="connsiteX0" fmla="*/ 1129487 w 2258974"/>
              <a:gd name="connsiteY0" fmla="*/ 0 h 2258974"/>
              <a:gd name="connsiteX1" fmla="*/ 2258974 w 2258974"/>
              <a:gd name="connsiteY1" fmla="*/ 1129487 h 2258974"/>
              <a:gd name="connsiteX2" fmla="*/ 1129487 w 2258974"/>
              <a:gd name="connsiteY2" fmla="*/ 2258974 h 2258974"/>
              <a:gd name="connsiteX3" fmla="*/ 0 w 2258974"/>
              <a:gd name="connsiteY3" fmla="*/ 1129487 h 2258974"/>
              <a:gd name="connsiteX4" fmla="*/ 1129487 w 2258974"/>
              <a:gd name="connsiteY4" fmla="*/ 0 h 2258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8974" h="2258974">
                <a:moveTo>
                  <a:pt x="1129487" y="0"/>
                </a:moveTo>
                <a:cubicBezTo>
                  <a:pt x="1753285" y="0"/>
                  <a:pt x="2258974" y="505689"/>
                  <a:pt x="2258974" y="1129487"/>
                </a:cubicBezTo>
                <a:cubicBezTo>
                  <a:pt x="2258974" y="1753285"/>
                  <a:pt x="1753285" y="2258974"/>
                  <a:pt x="1129487" y="2258974"/>
                </a:cubicBezTo>
                <a:cubicBezTo>
                  <a:pt x="505689" y="2258974"/>
                  <a:pt x="0" y="1753285"/>
                  <a:pt x="0" y="1129487"/>
                </a:cubicBezTo>
                <a:cubicBezTo>
                  <a:pt x="0" y="505689"/>
                  <a:pt x="505689" y="0"/>
                  <a:pt x="112948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4383862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Data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1" y="1921755"/>
            <a:ext cx="6903299" cy="1257300"/>
          </a:xfrm>
          <a:custGeom>
            <a:avLst/>
            <a:gdLst>
              <a:gd name="connsiteX0" fmla="*/ 0 w 6903299"/>
              <a:gd name="connsiteY0" fmla="*/ 0 h 1257300"/>
              <a:gd name="connsiteX1" fmla="*/ 6903299 w 6903299"/>
              <a:gd name="connsiteY1" fmla="*/ 0 h 1257300"/>
              <a:gd name="connsiteX2" fmla="*/ 6903299 w 6903299"/>
              <a:gd name="connsiteY2" fmla="*/ 1257300 h 1257300"/>
              <a:gd name="connsiteX3" fmla="*/ 0 w 6903299"/>
              <a:gd name="connsiteY3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3299" h="1257300">
                <a:moveTo>
                  <a:pt x="0" y="0"/>
                </a:moveTo>
                <a:lnTo>
                  <a:pt x="6903299" y="0"/>
                </a:lnTo>
                <a:lnTo>
                  <a:pt x="6903299" y="1257300"/>
                </a:lnTo>
                <a:lnTo>
                  <a:pt x="0" y="1257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49415344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Information Data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095828" y="2095500"/>
            <a:ext cx="5000172" cy="2418443"/>
          </a:xfrm>
          <a:custGeom>
            <a:avLst/>
            <a:gdLst>
              <a:gd name="connsiteX0" fmla="*/ 0 w 5000172"/>
              <a:gd name="connsiteY0" fmla="*/ 0 h 2418443"/>
              <a:gd name="connsiteX1" fmla="*/ 5000172 w 5000172"/>
              <a:gd name="connsiteY1" fmla="*/ 0 h 2418443"/>
              <a:gd name="connsiteX2" fmla="*/ 5000172 w 5000172"/>
              <a:gd name="connsiteY2" fmla="*/ 2418443 h 2418443"/>
              <a:gd name="connsiteX3" fmla="*/ 0 w 5000172"/>
              <a:gd name="connsiteY3" fmla="*/ 2418443 h 2418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0172" h="2418443">
                <a:moveTo>
                  <a:pt x="0" y="0"/>
                </a:moveTo>
                <a:lnTo>
                  <a:pt x="5000172" y="0"/>
                </a:lnTo>
                <a:lnTo>
                  <a:pt x="5000172" y="2418443"/>
                </a:lnTo>
                <a:lnTo>
                  <a:pt x="0" y="24184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98855119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2347913" y="1023939"/>
            <a:ext cx="4210050" cy="4810125"/>
          </a:xfrm>
          <a:custGeom>
            <a:avLst/>
            <a:gdLst>
              <a:gd name="connsiteX0" fmla="*/ 0 w 4210050"/>
              <a:gd name="connsiteY0" fmla="*/ 0 h 4810125"/>
              <a:gd name="connsiteX1" fmla="*/ 1808163 w 4210050"/>
              <a:gd name="connsiteY1" fmla="*/ 0 h 4810125"/>
              <a:gd name="connsiteX2" fmla="*/ 4210050 w 4210050"/>
              <a:gd name="connsiteY2" fmla="*/ 2405063 h 4810125"/>
              <a:gd name="connsiteX3" fmla="*/ 1808163 w 4210050"/>
              <a:gd name="connsiteY3" fmla="*/ 4810125 h 4810125"/>
              <a:gd name="connsiteX4" fmla="*/ 0 w 4210050"/>
              <a:gd name="connsiteY4" fmla="*/ 4810125 h 4810125"/>
              <a:gd name="connsiteX5" fmla="*/ 2403475 w 4210050"/>
              <a:gd name="connsiteY5" fmla="*/ 2405063 h 481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0050" h="4810125">
                <a:moveTo>
                  <a:pt x="0" y="0"/>
                </a:moveTo>
                <a:lnTo>
                  <a:pt x="1808163" y="0"/>
                </a:lnTo>
                <a:lnTo>
                  <a:pt x="4210050" y="2405063"/>
                </a:lnTo>
                <a:lnTo>
                  <a:pt x="1808163" y="4810125"/>
                </a:lnTo>
                <a:lnTo>
                  <a:pt x="0" y="4810125"/>
                </a:lnTo>
                <a:lnTo>
                  <a:pt x="2403475" y="24050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3591946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6124172" cy="6857999"/>
          </a:xfrm>
          <a:custGeom>
            <a:avLst/>
            <a:gdLst>
              <a:gd name="connsiteX0" fmla="*/ 0 w 6124172"/>
              <a:gd name="connsiteY0" fmla="*/ 0 h 6857999"/>
              <a:gd name="connsiteX1" fmla="*/ 2622912 w 6124172"/>
              <a:gd name="connsiteY1" fmla="*/ 0 h 6857999"/>
              <a:gd name="connsiteX2" fmla="*/ 6124172 w 6124172"/>
              <a:gd name="connsiteY2" fmla="*/ 4858528 h 6857999"/>
              <a:gd name="connsiteX3" fmla="*/ 4681495 w 6124172"/>
              <a:gd name="connsiteY3" fmla="*/ 6857999 h 6857999"/>
              <a:gd name="connsiteX4" fmla="*/ 0 w 6124172"/>
              <a:gd name="connsiteY4" fmla="*/ 6857999 h 6857999"/>
              <a:gd name="connsiteX5" fmla="*/ 0 w 6124172"/>
              <a:gd name="connsiteY5" fmla="*/ 485852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4172" h="6857999">
                <a:moveTo>
                  <a:pt x="0" y="0"/>
                </a:moveTo>
                <a:lnTo>
                  <a:pt x="2622912" y="0"/>
                </a:lnTo>
                <a:lnTo>
                  <a:pt x="6124172" y="4858528"/>
                </a:lnTo>
                <a:lnTo>
                  <a:pt x="4681495" y="6857999"/>
                </a:lnTo>
                <a:lnTo>
                  <a:pt x="0" y="6857999"/>
                </a:lnTo>
                <a:lnTo>
                  <a:pt x="0" y="48585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310493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290888" y="1636"/>
            <a:ext cx="5611813" cy="4295481"/>
          </a:xfrm>
          <a:custGeom>
            <a:avLst/>
            <a:gdLst>
              <a:gd name="connsiteX0" fmla="*/ 4444960 w 5611813"/>
              <a:gd name="connsiteY0" fmla="*/ 2296944 h 4295481"/>
              <a:gd name="connsiteX1" fmla="*/ 5456237 w 5611813"/>
              <a:gd name="connsiteY1" fmla="*/ 3250433 h 4295481"/>
              <a:gd name="connsiteX2" fmla="*/ 4533829 w 5611813"/>
              <a:gd name="connsiteY2" fmla="*/ 4295481 h 4295481"/>
              <a:gd name="connsiteX3" fmla="*/ 3519487 w 5611813"/>
              <a:gd name="connsiteY3" fmla="*/ 3341993 h 4295481"/>
              <a:gd name="connsiteX4" fmla="*/ 1165265 w 5611813"/>
              <a:gd name="connsiteY4" fmla="*/ 2296944 h 4295481"/>
              <a:gd name="connsiteX5" fmla="*/ 2090737 w 5611813"/>
              <a:gd name="connsiteY5" fmla="*/ 3341993 h 4295481"/>
              <a:gd name="connsiteX6" fmla="*/ 1076395 w 5611813"/>
              <a:gd name="connsiteY6" fmla="*/ 4295481 h 4295481"/>
              <a:gd name="connsiteX7" fmla="*/ 153987 w 5611813"/>
              <a:gd name="connsiteY7" fmla="*/ 3250433 h 4295481"/>
              <a:gd name="connsiteX8" fmla="*/ 0 w 5611813"/>
              <a:gd name="connsiteY8" fmla="*/ 0 h 4295481"/>
              <a:gd name="connsiteX9" fmla="*/ 5611813 w 5611813"/>
              <a:gd name="connsiteY9" fmla="*/ 0 h 4295481"/>
              <a:gd name="connsiteX10" fmla="*/ 2805113 w 5611813"/>
              <a:gd name="connsiteY10" fmla="*/ 3172978 h 429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11813" h="4295481">
                <a:moveTo>
                  <a:pt x="4444960" y="2296944"/>
                </a:moveTo>
                <a:lnTo>
                  <a:pt x="5456237" y="3250433"/>
                </a:lnTo>
                <a:lnTo>
                  <a:pt x="4533829" y="4295481"/>
                </a:lnTo>
                <a:lnTo>
                  <a:pt x="3519487" y="3341993"/>
                </a:lnTo>
                <a:close/>
                <a:moveTo>
                  <a:pt x="1165265" y="2296944"/>
                </a:moveTo>
                <a:lnTo>
                  <a:pt x="2090737" y="3341993"/>
                </a:lnTo>
                <a:lnTo>
                  <a:pt x="1076395" y="4295481"/>
                </a:lnTo>
                <a:lnTo>
                  <a:pt x="153987" y="3250433"/>
                </a:lnTo>
                <a:close/>
                <a:moveTo>
                  <a:pt x="0" y="0"/>
                </a:moveTo>
                <a:lnTo>
                  <a:pt x="5611813" y="0"/>
                </a:lnTo>
                <a:lnTo>
                  <a:pt x="2805113" y="317297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231544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453544" y="1290319"/>
            <a:ext cx="4864608" cy="4279392"/>
          </a:xfrm>
          <a:custGeom>
            <a:avLst/>
            <a:gdLst>
              <a:gd name="connsiteX0" fmla="*/ 2728057 w 4864608"/>
              <a:gd name="connsiteY0" fmla="*/ 1790910 h 4279392"/>
              <a:gd name="connsiteX1" fmla="*/ 3665916 w 4864608"/>
              <a:gd name="connsiteY1" fmla="*/ 2729074 h 4279392"/>
              <a:gd name="connsiteX2" fmla="*/ 2728057 w 4864608"/>
              <a:gd name="connsiteY2" fmla="*/ 3667238 h 4279392"/>
              <a:gd name="connsiteX3" fmla="*/ 1790198 w 4864608"/>
              <a:gd name="connsiteY3" fmla="*/ 2729074 h 4279392"/>
              <a:gd name="connsiteX4" fmla="*/ 2728057 w 4864608"/>
              <a:gd name="connsiteY4" fmla="*/ 1790910 h 4279392"/>
              <a:gd name="connsiteX5" fmla="*/ 2728150 w 4864608"/>
              <a:gd name="connsiteY5" fmla="*/ 1178755 h 4279392"/>
              <a:gd name="connsiteX6" fmla="*/ 3823237 w 4864608"/>
              <a:gd name="connsiteY6" fmla="*/ 1632978 h 4279392"/>
              <a:gd name="connsiteX7" fmla="*/ 4277377 w 4864608"/>
              <a:gd name="connsiteY7" fmla="*/ 2728268 h 4279392"/>
              <a:gd name="connsiteX8" fmla="*/ 3823237 w 4864608"/>
              <a:gd name="connsiteY8" fmla="*/ 3825169 h 4279392"/>
              <a:gd name="connsiteX9" fmla="*/ 2728150 w 4864608"/>
              <a:gd name="connsiteY9" fmla="*/ 4279392 h 4279392"/>
              <a:gd name="connsiteX10" fmla="*/ 2728150 w 4864608"/>
              <a:gd name="connsiteY10" fmla="*/ 3828390 h 4279392"/>
              <a:gd name="connsiteX11" fmla="*/ 3826459 w 4864608"/>
              <a:gd name="connsiteY11" fmla="*/ 2728268 h 4279392"/>
              <a:gd name="connsiteX12" fmla="*/ 2728150 w 4864608"/>
              <a:gd name="connsiteY12" fmla="*/ 1629757 h 4279392"/>
              <a:gd name="connsiteX13" fmla="*/ 1628230 w 4864608"/>
              <a:gd name="connsiteY13" fmla="*/ 2728268 h 4279392"/>
              <a:gd name="connsiteX14" fmla="*/ 1177312 w 4864608"/>
              <a:gd name="connsiteY14" fmla="*/ 2728268 h 4279392"/>
              <a:gd name="connsiteX15" fmla="*/ 1631451 w 4864608"/>
              <a:gd name="connsiteY15" fmla="*/ 1632978 h 4279392"/>
              <a:gd name="connsiteX16" fmla="*/ 2728150 w 4864608"/>
              <a:gd name="connsiteY16" fmla="*/ 1178755 h 4279392"/>
              <a:gd name="connsiteX17" fmla="*/ 2728863 w 4864608"/>
              <a:gd name="connsiteY17" fmla="*/ 590801 h 4279392"/>
              <a:gd name="connsiteX18" fmla="*/ 3559967 w 4864608"/>
              <a:gd name="connsiteY18" fmla="*/ 759881 h 4279392"/>
              <a:gd name="connsiteX19" fmla="*/ 4239669 w 4864608"/>
              <a:gd name="connsiteY19" fmla="*/ 1217202 h 4279392"/>
              <a:gd name="connsiteX20" fmla="*/ 4697099 w 4864608"/>
              <a:gd name="connsiteY20" fmla="*/ 1896742 h 4279392"/>
              <a:gd name="connsiteX21" fmla="*/ 4864608 w 4864608"/>
              <a:gd name="connsiteY21" fmla="*/ 2727649 h 4279392"/>
              <a:gd name="connsiteX22" fmla="*/ 4413621 w 4864608"/>
              <a:gd name="connsiteY22" fmla="*/ 2727649 h 4279392"/>
              <a:gd name="connsiteX23" fmla="*/ 2728863 w 4864608"/>
              <a:gd name="connsiteY23" fmla="*/ 1041681 h 4279392"/>
              <a:gd name="connsiteX24" fmla="*/ 1042494 w 4864608"/>
              <a:gd name="connsiteY24" fmla="*/ 2727649 h 4279392"/>
              <a:gd name="connsiteX25" fmla="*/ 591507 w 4864608"/>
              <a:gd name="connsiteY25" fmla="*/ 2727649 h 4279392"/>
              <a:gd name="connsiteX26" fmla="*/ 760627 w 4864608"/>
              <a:gd name="connsiteY26" fmla="*/ 1896742 h 4279392"/>
              <a:gd name="connsiteX27" fmla="*/ 1218056 w 4864608"/>
              <a:gd name="connsiteY27" fmla="*/ 1217202 h 4279392"/>
              <a:gd name="connsiteX28" fmla="*/ 1896148 w 4864608"/>
              <a:gd name="connsiteY28" fmla="*/ 759881 h 4279392"/>
              <a:gd name="connsiteX29" fmla="*/ 2728863 w 4864608"/>
              <a:gd name="connsiteY29" fmla="*/ 590801 h 4279392"/>
              <a:gd name="connsiteX30" fmla="*/ 2728057 w 4864608"/>
              <a:gd name="connsiteY30" fmla="*/ 0 h 4279392"/>
              <a:gd name="connsiteX31" fmla="*/ 2728057 w 4864608"/>
              <a:gd name="connsiteY31" fmla="*/ 450851 h 4279392"/>
              <a:gd name="connsiteX32" fmla="*/ 450918 w 4864608"/>
              <a:gd name="connsiteY32" fmla="*/ 2727650 h 4279392"/>
              <a:gd name="connsiteX33" fmla="*/ 0 w 4864608"/>
              <a:gd name="connsiteY33" fmla="*/ 2727650 h 4279392"/>
              <a:gd name="connsiteX34" fmla="*/ 214186 w 4864608"/>
              <a:gd name="connsiteY34" fmla="*/ 1666539 h 4279392"/>
              <a:gd name="connsiteX35" fmla="*/ 798770 w 4864608"/>
              <a:gd name="connsiteY35" fmla="*/ 798651 h 4279392"/>
              <a:gd name="connsiteX36" fmla="*/ 1665177 w 4864608"/>
              <a:gd name="connsiteY36" fmla="*/ 214154 h 4279392"/>
              <a:gd name="connsiteX37" fmla="*/ 2728057 w 4864608"/>
              <a:gd name="connsiteY37" fmla="*/ 0 h 4279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864608" h="4279392">
                <a:moveTo>
                  <a:pt x="2728057" y="1790910"/>
                </a:moveTo>
                <a:cubicBezTo>
                  <a:pt x="3246022" y="1790910"/>
                  <a:pt x="3665916" y="2210940"/>
                  <a:pt x="3665916" y="2729074"/>
                </a:cubicBezTo>
                <a:cubicBezTo>
                  <a:pt x="3665916" y="3247208"/>
                  <a:pt x="3246022" y="3667238"/>
                  <a:pt x="2728057" y="3667238"/>
                </a:cubicBezTo>
                <a:cubicBezTo>
                  <a:pt x="2210092" y="3667238"/>
                  <a:pt x="1790198" y="3247208"/>
                  <a:pt x="1790198" y="2729074"/>
                </a:cubicBezTo>
                <a:cubicBezTo>
                  <a:pt x="1790198" y="2210940"/>
                  <a:pt x="2210092" y="1790910"/>
                  <a:pt x="2728057" y="1790910"/>
                </a:cubicBezTo>
                <a:close/>
                <a:moveTo>
                  <a:pt x="2728150" y="1178755"/>
                </a:moveTo>
                <a:cubicBezTo>
                  <a:pt x="3142029" y="1178755"/>
                  <a:pt x="3531751" y="1339827"/>
                  <a:pt x="3823237" y="1632978"/>
                </a:cubicBezTo>
                <a:cubicBezTo>
                  <a:pt x="4116335" y="1924519"/>
                  <a:pt x="4277377" y="2314313"/>
                  <a:pt x="4277377" y="2728268"/>
                </a:cubicBezTo>
                <a:cubicBezTo>
                  <a:pt x="4277377" y="3142224"/>
                  <a:pt x="4116335" y="3532018"/>
                  <a:pt x="3823237" y="3825169"/>
                </a:cubicBezTo>
                <a:cubicBezTo>
                  <a:pt x="3531751" y="4118320"/>
                  <a:pt x="3142029" y="4279392"/>
                  <a:pt x="2728150" y="4279392"/>
                </a:cubicBezTo>
                <a:cubicBezTo>
                  <a:pt x="2728150" y="4279392"/>
                  <a:pt x="2728150" y="4279392"/>
                  <a:pt x="2728150" y="3828390"/>
                </a:cubicBezTo>
                <a:cubicBezTo>
                  <a:pt x="3333669" y="3828390"/>
                  <a:pt x="3826459" y="3333899"/>
                  <a:pt x="3826459" y="2728268"/>
                </a:cubicBezTo>
                <a:cubicBezTo>
                  <a:pt x="3826459" y="2122637"/>
                  <a:pt x="3333669" y="1629757"/>
                  <a:pt x="2728150" y="1629757"/>
                </a:cubicBezTo>
                <a:cubicBezTo>
                  <a:pt x="2122631" y="1629757"/>
                  <a:pt x="1628230" y="2122637"/>
                  <a:pt x="1628230" y="2728268"/>
                </a:cubicBezTo>
                <a:cubicBezTo>
                  <a:pt x="1628230" y="2728268"/>
                  <a:pt x="1628230" y="2728268"/>
                  <a:pt x="1177312" y="2728268"/>
                </a:cubicBezTo>
                <a:cubicBezTo>
                  <a:pt x="1177312" y="2314313"/>
                  <a:pt x="1338354" y="1924519"/>
                  <a:pt x="1631451" y="1632978"/>
                </a:cubicBezTo>
                <a:cubicBezTo>
                  <a:pt x="1924549" y="1339827"/>
                  <a:pt x="2314271" y="1178755"/>
                  <a:pt x="2728150" y="1178755"/>
                </a:cubicBezTo>
                <a:close/>
                <a:moveTo>
                  <a:pt x="2728863" y="590801"/>
                </a:moveTo>
                <a:cubicBezTo>
                  <a:pt x="3017172" y="590801"/>
                  <a:pt x="3297429" y="648771"/>
                  <a:pt x="3559967" y="759881"/>
                </a:cubicBezTo>
                <a:cubicBezTo>
                  <a:pt x="3814453" y="867770"/>
                  <a:pt x="4043167" y="1020747"/>
                  <a:pt x="4239669" y="1217202"/>
                </a:cubicBezTo>
                <a:cubicBezTo>
                  <a:pt x="4436171" y="1413656"/>
                  <a:pt x="4589184" y="1642317"/>
                  <a:pt x="4697099" y="1896742"/>
                </a:cubicBezTo>
                <a:cubicBezTo>
                  <a:pt x="4808235" y="2159219"/>
                  <a:pt x="4864608" y="2439408"/>
                  <a:pt x="4864608" y="2727649"/>
                </a:cubicBezTo>
                <a:cubicBezTo>
                  <a:pt x="4864608" y="2727649"/>
                  <a:pt x="4864608" y="2727649"/>
                  <a:pt x="4413621" y="2727649"/>
                </a:cubicBezTo>
                <a:cubicBezTo>
                  <a:pt x="4413621" y="1798515"/>
                  <a:pt x="3658218" y="1041681"/>
                  <a:pt x="2728863" y="1041681"/>
                </a:cubicBezTo>
                <a:cubicBezTo>
                  <a:pt x="1799508" y="1041681"/>
                  <a:pt x="1042494" y="1798515"/>
                  <a:pt x="1042494" y="2727649"/>
                </a:cubicBezTo>
                <a:cubicBezTo>
                  <a:pt x="1042494" y="2727649"/>
                  <a:pt x="1042494" y="2727649"/>
                  <a:pt x="591507" y="2727649"/>
                </a:cubicBezTo>
                <a:cubicBezTo>
                  <a:pt x="591507" y="2439408"/>
                  <a:pt x="647880" y="2159219"/>
                  <a:pt x="760627" y="1896742"/>
                </a:cubicBezTo>
                <a:cubicBezTo>
                  <a:pt x="866931" y="1642317"/>
                  <a:pt x="1021555" y="1413656"/>
                  <a:pt x="1218056" y="1217202"/>
                </a:cubicBezTo>
                <a:cubicBezTo>
                  <a:pt x="1414558" y="1020747"/>
                  <a:pt x="1641662" y="867770"/>
                  <a:pt x="1896148" y="759881"/>
                </a:cubicBezTo>
                <a:cubicBezTo>
                  <a:pt x="2160297" y="648771"/>
                  <a:pt x="2440553" y="590801"/>
                  <a:pt x="2728863" y="590801"/>
                </a:cubicBezTo>
                <a:close/>
                <a:moveTo>
                  <a:pt x="2728057" y="0"/>
                </a:moveTo>
                <a:cubicBezTo>
                  <a:pt x="2728057" y="0"/>
                  <a:pt x="2728057" y="0"/>
                  <a:pt x="2728057" y="450851"/>
                </a:cubicBezTo>
                <a:cubicBezTo>
                  <a:pt x="1471927" y="450851"/>
                  <a:pt x="450918" y="1471707"/>
                  <a:pt x="450918" y="2727650"/>
                </a:cubicBezTo>
                <a:cubicBezTo>
                  <a:pt x="450918" y="2727650"/>
                  <a:pt x="450918" y="2727650"/>
                  <a:pt x="0" y="2727650"/>
                </a:cubicBezTo>
                <a:cubicBezTo>
                  <a:pt x="0" y="2358918"/>
                  <a:pt x="72469" y="2003068"/>
                  <a:pt x="214186" y="1666539"/>
                </a:cubicBezTo>
                <a:cubicBezTo>
                  <a:pt x="351072" y="1341282"/>
                  <a:pt x="547544" y="1049839"/>
                  <a:pt x="798770" y="798651"/>
                </a:cubicBezTo>
                <a:cubicBezTo>
                  <a:pt x="1048385" y="549073"/>
                  <a:pt x="1341482" y="352630"/>
                  <a:pt x="1665177" y="214154"/>
                </a:cubicBezTo>
                <a:cubicBezTo>
                  <a:pt x="2001756" y="72458"/>
                  <a:pt x="2359270" y="0"/>
                  <a:pt x="2728057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5902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5535613" y="1987550"/>
            <a:ext cx="1120775" cy="1292225"/>
          </a:xfrm>
          <a:custGeom>
            <a:avLst/>
            <a:gdLst>
              <a:gd name="connsiteX0" fmla="*/ 561975 w 1120775"/>
              <a:gd name="connsiteY0" fmla="*/ 0 h 1292225"/>
              <a:gd name="connsiteX1" fmla="*/ 1120775 w 1120775"/>
              <a:gd name="connsiteY1" fmla="*/ 323850 h 1292225"/>
              <a:gd name="connsiteX2" fmla="*/ 1120775 w 1120775"/>
              <a:gd name="connsiteY2" fmla="*/ 969963 h 1292225"/>
              <a:gd name="connsiteX3" fmla="*/ 561975 w 1120775"/>
              <a:gd name="connsiteY3" fmla="*/ 1292225 h 1292225"/>
              <a:gd name="connsiteX4" fmla="*/ 0 w 1120775"/>
              <a:gd name="connsiteY4" fmla="*/ 969963 h 1292225"/>
              <a:gd name="connsiteX5" fmla="*/ 0 w 1120775"/>
              <a:gd name="connsiteY5" fmla="*/ 323850 h 1292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0775" h="1292225">
                <a:moveTo>
                  <a:pt x="561975" y="0"/>
                </a:moveTo>
                <a:lnTo>
                  <a:pt x="1120775" y="323850"/>
                </a:lnTo>
                <a:lnTo>
                  <a:pt x="1120775" y="969963"/>
                </a:lnTo>
                <a:lnTo>
                  <a:pt x="561975" y="1292225"/>
                </a:lnTo>
                <a:lnTo>
                  <a:pt x="0" y="969963"/>
                </a:lnTo>
                <a:lnTo>
                  <a:pt x="0" y="3238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83253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2704828"/>
            <a:ext cx="4227365" cy="4153170"/>
          </a:xfrm>
          <a:custGeom>
            <a:avLst/>
            <a:gdLst>
              <a:gd name="connsiteX0" fmla="*/ 1990757 w 4227365"/>
              <a:gd name="connsiteY0" fmla="*/ 0 h 4153170"/>
              <a:gd name="connsiteX1" fmla="*/ 3572399 w 4227365"/>
              <a:gd name="connsiteY1" fmla="*/ 1583793 h 4153170"/>
              <a:gd name="connsiteX2" fmla="*/ 4063624 w 4227365"/>
              <a:gd name="connsiteY2" fmla="*/ 4010497 h 4153170"/>
              <a:gd name="connsiteX3" fmla="*/ 3997514 w 4227365"/>
              <a:gd name="connsiteY3" fmla="*/ 4153170 h 4153170"/>
              <a:gd name="connsiteX4" fmla="*/ 0 w 4227365"/>
              <a:gd name="connsiteY4" fmla="*/ 4153170 h 4153170"/>
              <a:gd name="connsiteX5" fmla="*/ 0 w 4227365"/>
              <a:gd name="connsiteY5" fmla="*/ 2151219 h 4153170"/>
              <a:gd name="connsiteX6" fmla="*/ 11731 w 4227365"/>
              <a:gd name="connsiteY6" fmla="*/ 2125903 h 4153170"/>
              <a:gd name="connsiteX7" fmla="*/ 410851 w 4227365"/>
              <a:gd name="connsiteY7" fmla="*/ 1583793 h 4153170"/>
              <a:gd name="connsiteX8" fmla="*/ 1990757 w 4227365"/>
              <a:gd name="connsiteY8" fmla="*/ 0 h 415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27365" h="4153170">
                <a:moveTo>
                  <a:pt x="1990757" y="0"/>
                </a:moveTo>
                <a:cubicBezTo>
                  <a:pt x="1990757" y="0"/>
                  <a:pt x="1990757" y="0"/>
                  <a:pt x="3572399" y="1583793"/>
                </a:cubicBezTo>
                <a:cubicBezTo>
                  <a:pt x="4227365" y="2239650"/>
                  <a:pt x="4391107" y="3201596"/>
                  <a:pt x="4063624" y="4010497"/>
                </a:cubicBezTo>
                <a:lnTo>
                  <a:pt x="3997514" y="4153170"/>
                </a:lnTo>
                <a:lnTo>
                  <a:pt x="0" y="4153170"/>
                </a:lnTo>
                <a:lnTo>
                  <a:pt x="0" y="2151219"/>
                </a:lnTo>
                <a:lnTo>
                  <a:pt x="11731" y="2125903"/>
                </a:lnTo>
                <a:cubicBezTo>
                  <a:pt x="114070" y="1930852"/>
                  <a:pt x="247110" y="1747757"/>
                  <a:pt x="410851" y="1583793"/>
                </a:cubicBezTo>
                <a:cubicBezTo>
                  <a:pt x="410851" y="1583793"/>
                  <a:pt x="410851" y="1583793"/>
                  <a:pt x="1990757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6004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7E26051-F3A2-42E7-7502-C23E6D7AA82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66800" y="1983868"/>
            <a:ext cx="4296406" cy="2372343"/>
          </a:xfrm>
          <a:custGeom>
            <a:avLst/>
            <a:gdLst>
              <a:gd name="connsiteX0" fmla="*/ 0 w 3077501"/>
              <a:gd name="connsiteY0" fmla="*/ 0 h 3742467"/>
              <a:gd name="connsiteX1" fmla="*/ 3077501 w 3077501"/>
              <a:gd name="connsiteY1" fmla="*/ 0 h 3742467"/>
              <a:gd name="connsiteX2" fmla="*/ 3077501 w 3077501"/>
              <a:gd name="connsiteY2" fmla="*/ 3742467 h 3742467"/>
              <a:gd name="connsiteX3" fmla="*/ 0 w 3077501"/>
              <a:gd name="connsiteY3" fmla="*/ 3742467 h 374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7501" h="3742467">
                <a:moveTo>
                  <a:pt x="0" y="0"/>
                </a:moveTo>
                <a:lnTo>
                  <a:pt x="3077501" y="0"/>
                </a:lnTo>
                <a:lnTo>
                  <a:pt x="3077501" y="3742467"/>
                </a:lnTo>
                <a:lnTo>
                  <a:pt x="0" y="37424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26517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8103324" y="1544481"/>
            <a:ext cx="4088677" cy="2300980"/>
          </a:xfrm>
          <a:custGeom>
            <a:avLst/>
            <a:gdLst>
              <a:gd name="connsiteX0" fmla="*/ 0 w 4088677"/>
              <a:gd name="connsiteY0" fmla="*/ 0 h 2300980"/>
              <a:gd name="connsiteX1" fmla="*/ 4088677 w 4088677"/>
              <a:gd name="connsiteY1" fmla="*/ 0 h 2300980"/>
              <a:gd name="connsiteX2" fmla="*/ 4088677 w 4088677"/>
              <a:gd name="connsiteY2" fmla="*/ 2300980 h 2300980"/>
              <a:gd name="connsiteX3" fmla="*/ 0 w 4088677"/>
              <a:gd name="connsiteY3" fmla="*/ 2300980 h 230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8677" h="2300980">
                <a:moveTo>
                  <a:pt x="0" y="0"/>
                </a:moveTo>
                <a:lnTo>
                  <a:pt x="4088677" y="0"/>
                </a:lnTo>
                <a:lnTo>
                  <a:pt x="4088677" y="2300980"/>
                </a:lnTo>
                <a:lnTo>
                  <a:pt x="0" y="23009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00244898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9274175" y="1660526"/>
            <a:ext cx="2914650" cy="5197475"/>
          </a:xfrm>
          <a:custGeom>
            <a:avLst/>
            <a:gdLst>
              <a:gd name="connsiteX0" fmla="*/ 0 w 2914650"/>
              <a:gd name="connsiteY0" fmla="*/ 0 h 5197475"/>
              <a:gd name="connsiteX1" fmla="*/ 2914650 w 2914650"/>
              <a:gd name="connsiteY1" fmla="*/ 0 h 5197475"/>
              <a:gd name="connsiteX2" fmla="*/ 2914650 w 2914650"/>
              <a:gd name="connsiteY2" fmla="*/ 5197475 h 5197475"/>
              <a:gd name="connsiteX3" fmla="*/ 0 w 2914650"/>
              <a:gd name="connsiteY3" fmla="*/ 5197475 h 519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650" h="5197475">
                <a:moveTo>
                  <a:pt x="0" y="0"/>
                </a:moveTo>
                <a:lnTo>
                  <a:pt x="2914650" y="0"/>
                </a:lnTo>
                <a:lnTo>
                  <a:pt x="2914650" y="5197475"/>
                </a:lnTo>
                <a:lnTo>
                  <a:pt x="0" y="51974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373383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692572" y="1763486"/>
            <a:ext cx="3394527" cy="4561114"/>
          </a:xfrm>
          <a:custGeom>
            <a:avLst/>
            <a:gdLst>
              <a:gd name="connsiteX0" fmla="*/ 0 w 3394527"/>
              <a:gd name="connsiteY0" fmla="*/ 0 h 4561114"/>
              <a:gd name="connsiteX1" fmla="*/ 3394527 w 3394527"/>
              <a:gd name="connsiteY1" fmla="*/ 0 h 4561114"/>
              <a:gd name="connsiteX2" fmla="*/ 3394527 w 3394527"/>
              <a:gd name="connsiteY2" fmla="*/ 4561114 h 4561114"/>
              <a:gd name="connsiteX3" fmla="*/ 0 w 3394527"/>
              <a:gd name="connsiteY3" fmla="*/ 4561114 h 456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4527" h="4561114">
                <a:moveTo>
                  <a:pt x="0" y="0"/>
                </a:moveTo>
                <a:lnTo>
                  <a:pt x="3394527" y="0"/>
                </a:lnTo>
                <a:lnTo>
                  <a:pt x="3394527" y="4561114"/>
                </a:lnTo>
                <a:lnTo>
                  <a:pt x="0" y="45611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338893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899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7747675" y="1244081"/>
            <a:ext cx="2149267" cy="4638208"/>
          </a:xfrm>
          <a:custGeom>
            <a:avLst/>
            <a:gdLst>
              <a:gd name="connsiteX0" fmla="*/ 1706218 w 2149267"/>
              <a:gd name="connsiteY0" fmla="*/ 10 h 4638208"/>
              <a:gd name="connsiteX1" fmla="*/ 1711701 w 2149267"/>
              <a:gd name="connsiteY1" fmla="*/ 482 h 4638208"/>
              <a:gd name="connsiteX2" fmla="*/ 1936983 w 2149267"/>
              <a:gd name="connsiteY2" fmla="*/ 482 h 4638208"/>
              <a:gd name="connsiteX3" fmla="*/ 2149267 w 2149267"/>
              <a:gd name="connsiteY3" fmla="*/ 222765 h 4638208"/>
              <a:gd name="connsiteX4" fmla="*/ 2149267 w 2149267"/>
              <a:gd name="connsiteY4" fmla="*/ 4407293 h 4638208"/>
              <a:gd name="connsiteX5" fmla="*/ 1926152 w 2149267"/>
              <a:gd name="connsiteY5" fmla="*/ 4638208 h 4638208"/>
              <a:gd name="connsiteX6" fmla="*/ 230042 w 2149267"/>
              <a:gd name="connsiteY6" fmla="*/ 4638208 h 4638208"/>
              <a:gd name="connsiteX7" fmla="*/ 428 w 2149267"/>
              <a:gd name="connsiteY7" fmla="*/ 4396503 h 4638208"/>
              <a:gd name="connsiteX8" fmla="*/ 428 w 2149267"/>
              <a:gd name="connsiteY8" fmla="*/ 270243 h 4638208"/>
              <a:gd name="connsiteX9" fmla="*/ 52416 w 2149267"/>
              <a:gd name="connsiteY9" fmla="*/ 86806 h 4638208"/>
              <a:gd name="connsiteX10" fmla="*/ 230042 w 2149267"/>
              <a:gd name="connsiteY10" fmla="*/ 482 h 4638208"/>
              <a:gd name="connsiteX11" fmla="*/ 437994 w 2149267"/>
              <a:gd name="connsiteY11" fmla="*/ 482 h 4638208"/>
              <a:gd name="connsiteX12" fmla="*/ 483484 w 2149267"/>
              <a:gd name="connsiteY12" fmla="*/ 35012 h 4638208"/>
              <a:gd name="connsiteX13" fmla="*/ 483484 w 2149267"/>
              <a:gd name="connsiteY13" fmla="*/ 69541 h 4638208"/>
              <a:gd name="connsiteX14" fmla="*/ 609122 w 2149267"/>
              <a:gd name="connsiteY14" fmla="*/ 170971 h 4638208"/>
              <a:gd name="connsiteX15" fmla="*/ 1557903 w 2149267"/>
              <a:gd name="connsiteY15" fmla="*/ 170971 h 4638208"/>
              <a:gd name="connsiteX16" fmla="*/ 1672710 w 2149267"/>
              <a:gd name="connsiteY16" fmla="*/ 63067 h 4638208"/>
              <a:gd name="connsiteX17" fmla="*/ 1672710 w 2149267"/>
              <a:gd name="connsiteY17" fmla="*/ 28538 h 4638208"/>
              <a:gd name="connsiteX18" fmla="*/ 1706218 w 2149267"/>
              <a:gd name="connsiteY18" fmla="*/ 10 h 4638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49267" h="4638208">
                <a:moveTo>
                  <a:pt x="1706218" y="10"/>
                </a:moveTo>
                <a:cubicBezTo>
                  <a:pt x="1709535" y="78"/>
                  <a:pt x="1711701" y="482"/>
                  <a:pt x="1711701" y="482"/>
                </a:cubicBezTo>
                <a:cubicBezTo>
                  <a:pt x="1711701" y="482"/>
                  <a:pt x="1713867" y="482"/>
                  <a:pt x="1936983" y="482"/>
                </a:cubicBezTo>
                <a:cubicBezTo>
                  <a:pt x="2144935" y="19905"/>
                  <a:pt x="2149267" y="222765"/>
                  <a:pt x="2149267" y="222765"/>
                </a:cubicBezTo>
                <a:cubicBezTo>
                  <a:pt x="2149267" y="222765"/>
                  <a:pt x="2149267" y="4180694"/>
                  <a:pt x="2149267" y="4407293"/>
                </a:cubicBezTo>
                <a:cubicBezTo>
                  <a:pt x="2136270" y="4636050"/>
                  <a:pt x="1926152" y="4638208"/>
                  <a:pt x="1926152" y="4638208"/>
                </a:cubicBezTo>
                <a:cubicBezTo>
                  <a:pt x="1926152" y="4638208"/>
                  <a:pt x="476985" y="4638208"/>
                  <a:pt x="230042" y="4638208"/>
                </a:cubicBezTo>
                <a:cubicBezTo>
                  <a:pt x="-12569" y="4612311"/>
                  <a:pt x="428" y="4396503"/>
                  <a:pt x="428" y="4396503"/>
                </a:cubicBezTo>
                <a:cubicBezTo>
                  <a:pt x="428" y="4396503"/>
                  <a:pt x="428" y="317721"/>
                  <a:pt x="428" y="270243"/>
                </a:cubicBezTo>
                <a:cubicBezTo>
                  <a:pt x="428" y="220607"/>
                  <a:pt x="-8236" y="166655"/>
                  <a:pt x="52416" y="86806"/>
                </a:cubicBezTo>
                <a:cubicBezTo>
                  <a:pt x="115235" y="-1676"/>
                  <a:pt x="230042" y="482"/>
                  <a:pt x="230042" y="482"/>
                </a:cubicBezTo>
                <a:cubicBezTo>
                  <a:pt x="230042" y="482"/>
                  <a:pt x="390339" y="482"/>
                  <a:pt x="437994" y="482"/>
                </a:cubicBezTo>
                <a:cubicBezTo>
                  <a:pt x="483484" y="482"/>
                  <a:pt x="483484" y="35012"/>
                  <a:pt x="483484" y="35012"/>
                </a:cubicBezTo>
                <a:cubicBezTo>
                  <a:pt x="483484" y="35012"/>
                  <a:pt x="483484" y="32854"/>
                  <a:pt x="483484" y="69541"/>
                </a:cubicBezTo>
                <a:cubicBezTo>
                  <a:pt x="498647" y="175287"/>
                  <a:pt x="609122" y="170971"/>
                  <a:pt x="609122" y="170971"/>
                </a:cubicBezTo>
                <a:cubicBezTo>
                  <a:pt x="609122" y="170971"/>
                  <a:pt x="1453927" y="170971"/>
                  <a:pt x="1557903" y="170971"/>
                </a:cubicBezTo>
                <a:cubicBezTo>
                  <a:pt x="1659713" y="164497"/>
                  <a:pt x="1672710" y="63067"/>
                  <a:pt x="1672710" y="63067"/>
                </a:cubicBezTo>
                <a:cubicBezTo>
                  <a:pt x="1672710" y="63067"/>
                  <a:pt x="1672710" y="63067"/>
                  <a:pt x="1672710" y="28538"/>
                </a:cubicBezTo>
                <a:cubicBezTo>
                  <a:pt x="1675959" y="2641"/>
                  <a:pt x="1696267" y="-192"/>
                  <a:pt x="1706218" y="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8304908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7585504" y="710812"/>
            <a:ext cx="2516552" cy="5441271"/>
          </a:xfrm>
          <a:custGeom>
            <a:avLst/>
            <a:gdLst>
              <a:gd name="connsiteX0" fmla="*/ 1997791 w 2516552"/>
              <a:gd name="connsiteY0" fmla="*/ 12 h 5441271"/>
              <a:gd name="connsiteX1" fmla="*/ 2004211 w 2516552"/>
              <a:gd name="connsiteY1" fmla="*/ 566 h 5441271"/>
              <a:gd name="connsiteX2" fmla="*/ 2267990 w 2516552"/>
              <a:gd name="connsiteY2" fmla="*/ 566 h 5441271"/>
              <a:gd name="connsiteX3" fmla="*/ 2516552 w 2516552"/>
              <a:gd name="connsiteY3" fmla="*/ 261335 h 5441271"/>
              <a:gd name="connsiteX4" fmla="*/ 2516552 w 2516552"/>
              <a:gd name="connsiteY4" fmla="*/ 5170375 h 5441271"/>
              <a:gd name="connsiteX5" fmla="*/ 2255309 w 2516552"/>
              <a:gd name="connsiteY5" fmla="*/ 5441271 h 5441271"/>
              <a:gd name="connsiteX6" fmla="*/ 269354 w 2516552"/>
              <a:gd name="connsiteY6" fmla="*/ 5441271 h 5441271"/>
              <a:gd name="connsiteX7" fmla="*/ 501 w 2516552"/>
              <a:gd name="connsiteY7" fmla="*/ 5157717 h 5441271"/>
              <a:gd name="connsiteX8" fmla="*/ 501 w 2516552"/>
              <a:gd name="connsiteY8" fmla="*/ 317034 h 5441271"/>
              <a:gd name="connsiteX9" fmla="*/ 61373 w 2516552"/>
              <a:gd name="connsiteY9" fmla="*/ 101836 h 5441271"/>
              <a:gd name="connsiteX10" fmla="*/ 269354 w 2516552"/>
              <a:gd name="connsiteY10" fmla="*/ 566 h 5441271"/>
              <a:gd name="connsiteX11" fmla="*/ 512842 w 2516552"/>
              <a:gd name="connsiteY11" fmla="*/ 566 h 5441271"/>
              <a:gd name="connsiteX12" fmla="*/ 566105 w 2516552"/>
              <a:gd name="connsiteY12" fmla="*/ 41074 h 5441271"/>
              <a:gd name="connsiteX13" fmla="*/ 566105 w 2516552"/>
              <a:gd name="connsiteY13" fmla="*/ 81582 h 5441271"/>
              <a:gd name="connsiteX14" fmla="*/ 713213 w 2516552"/>
              <a:gd name="connsiteY14" fmla="*/ 200574 h 5441271"/>
              <a:gd name="connsiteX15" fmla="*/ 1824131 w 2516552"/>
              <a:gd name="connsiteY15" fmla="*/ 200574 h 5441271"/>
              <a:gd name="connsiteX16" fmla="*/ 1958557 w 2516552"/>
              <a:gd name="connsiteY16" fmla="*/ 73987 h 5441271"/>
              <a:gd name="connsiteX17" fmla="*/ 1958557 w 2516552"/>
              <a:gd name="connsiteY17" fmla="*/ 33479 h 5441271"/>
              <a:gd name="connsiteX18" fmla="*/ 1997791 w 2516552"/>
              <a:gd name="connsiteY18" fmla="*/ 12 h 5441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16552" h="5441271">
                <a:moveTo>
                  <a:pt x="1997791" y="12"/>
                </a:moveTo>
                <a:cubicBezTo>
                  <a:pt x="2001675" y="92"/>
                  <a:pt x="2004211" y="566"/>
                  <a:pt x="2004211" y="566"/>
                </a:cubicBezTo>
                <a:cubicBezTo>
                  <a:pt x="2004211" y="566"/>
                  <a:pt x="2006747" y="566"/>
                  <a:pt x="2267990" y="566"/>
                </a:cubicBezTo>
                <a:cubicBezTo>
                  <a:pt x="2511479" y="23352"/>
                  <a:pt x="2516552" y="261335"/>
                  <a:pt x="2516552" y="261335"/>
                </a:cubicBezTo>
                <a:cubicBezTo>
                  <a:pt x="2516552" y="261335"/>
                  <a:pt x="2516552" y="4904543"/>
                  <a:pt x="2516552" y="5170375"/>
                </a:cubicBezTo>
                <a:cubicBezTo>
                  <a:pt x="2501334" y="5438740"/>
                  <a:pt x="2255309" y="5441271"/>
                  <a:pt x="2255309" y="5441271"/>
                </a:cubicBezTo>
                <a:cubicBezTo>
                  <a:pt x="2255309" y="5441271"/>
                  <a:pt x="558496" y="5441271"/>
                  <a:pt x="269354" y="5441271"/>
                </a:cubicBezTo>
                <a:cubicBezTo>
                  <a:pt x="-14717" y="5410890"/>
                  <a:pt x="501" y="5157717"/>
                  <a:pt x="501" y="5157717"/>
                </a:cubicBezTo>
                <a:cubicBezTo>
                  <a:pt x="501" y="5157717"/>
                  <a:pt x="501" y="372732"/>
                  <a:pt x="501" y="317034"/>
                </a:cubicBezTo>
                <a:cubicBezTo>
                  <a:pt x="501" y="258804"/>
                  <a:pt x="-9644" y="195510"/>
                  <a:pt x="61373" y="101836"/>
                </a:cubicBezTo>
                <a:cubicBezTo>
                  <a:pt x="134927" y="-1965"/>
                  <a:pt x="269354" y="566"/>
                  <a:pt x="269354" y="566"/>
                </a:cubicBezTo>
                <a:cubicBezTo>
                  <a:pt x="269354" y="566"/>
                  <a:pt x="457043" y="566"/>
                  <a:pt x="512842" y="566"/>
                </a:cubicBezTo>
                <a:cubicBezTo>
                  <a:pt x="566105" y="566"/>
                  <a:pt x="566105" y="41074"/>
                  <a:pt x="566105" y="41074"/>
                </a:cubicBezTo>
                <a:cubicBezTo>
                  <a:pt x="566105" y="41074"/>
                  <a:pt x="566105" y="38542"/>
                  <a:pt x="566105" y="81582"/>
                </a:cubicBezTo>
                <a:cubicBezTo>
                  <a:pt x="583860" y="205637"/>
                  <a:pt x="713213" y="200574"/>
                  <a:pt x="713213" y="200574"/>
                </a:cubicBezTo>
                <a:cubicBezTo>
                  <a:pt x="713213" y="200574"/>
                  <a:pt x="1702386" y="200574"/>
                  <a:pt x="1824131" y="200574"/>
                </a:cubicBezTo>
                <a:cubicBezTo>
                  <a:pt x="1943339" y="192978"/>
                  <a:pt x="1958557" y="73987"/>
                  <a:pt x="1958557" y="73987"/>
                </a:cubicBezTo>
                <a:cubicBezTo>
                  <a:pt x="1958557" y="73987"/>
                  <a:pt x="1958557" y="73987"/>
                  <a:pt x="1958557" y="33479"/>
                </a:cubicBezTo>
                <a:cubicBezTo>
                  <a:pt x="1962362" y="3098"/>
                  <a:pt x="1986140" y="-225"/>
                  <a:pt x="1997791" y="1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8184124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-4764" y="0"/>
            <a:ext cx="12207877" cy="6858000"/>
          </a:xfrm>
          <a:custGeom>
            <a:avLst/>
            <a:gdLst>
              <a:gd name="connsiteX0" fmla="*/ 0 w 12207877"/>
              <a:gd name="connsiteY0" fmla="*/ 0 h 6858000"/>
              <a:gd name="connsiteX1" fmla="*/ 12207877 w 12207877"/>
              <a:gd name="connsiteY1" fmla="*/ 0 h 6858000"/>
              <a:gd name="connsiteX2" fmla="*/ 12207877 w 12207877"/>
              <a:gd name="connsiteY2" fmla="*/ 6858000 h 6858000"/>
              <a:gd name="connsiteX3" fmla="*/ 0 w 1220787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7877" h="6858000">
                <a:moveTo>
                  <a:pt x="0" y="0"/>
                </a:moveTo>
                <a:lnTo>
                  <a:pt x="12207877" y="0"/>
                </a:lnTo>
                <a:lnTo>
                  <a:pt x="1220787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4789307" y="634505"/>
            <a:ext cx="2623525" cy="5681750"/>
          </a:xfrm>
          <a:custGeom>
            <a:avLst/>
            <a:gdLst>
              <a:gd name="connsiteX0" fmla="*/ 2039564 w 2623525"/>
              <a:gd name="connsiteY0" fmla="*/ 8 h 5681750"/>
              <a:gd name="connsiteX1" fmla="*/ 2047366 w 2623525"/>
              <a:gd name="connsiteY1" fmla="*/ 609 h 5681750"/>
              <a:gd name="connsiteX2" fmla="*/ 2415010 w 2623525"/>
              <a:gd name="connsiteY2" fmla="*/ 609 h 5681750"/>
              <a:gd name="connsiteX3" fmla="*/ 2623525 w 2623525"/>
              <a:gd name="connsiteY3" fmla="*/ 198597 h 5681750"/>
              <a:gd name="connsiteX4" fmla="*/ 2623525 w 2623525"/>
              <a:gd name="connsiteY4" fmla="*/ 5384769 h 5681750"/>
              <a:gd name="connsiteX5" fmla="*/ 2343677 w 2623525"/>
              <a:gd name="connsiteY5" fmla="*/ 5681750 h 5681750"/>
              <a:gd name="connsiteX6" fmla="*/ 280479 w 2623525"/>
              <a:gd name="connsiteY6" fmla="*/ 5681750 h 5681750"/>
              <a:gd name="connsiteX7" fmla="*/ 630 w 2623525"/>
              <a:gd name="connsiteY7" fmla="*/ 5379269 h 5681750"/>
              <a:gd name="connsiteX8" fmla="*/ 630 w 2623525"/>
              <a:gd name="connsiteY8" fmla="*/ 193097 h 5681750"/>
              <a:gd name="connsiteX9" fmla="*/ 198171 w 2623525"/>
              <a:gd name="connsiteY9" fmla="*/ 609 h 5681750"/>
              <a:gd name="connsiteX10" fmla="*/ 571302 w 2623525"/>
              <a:gd name="connsiteY10" fmla="*/ 609 h 5681750"/>
              <a:gd name="connsiteX11" fmla="*/ 615200 w 2623525"/>
              <a:gd name="connsiteY11" fmla="*/ 50106 h 5681750"/>
              <a:gd name="connsiteX12" fmla="*/ 615200 w 2623525"/>
              <a:gd name="connsiteY12" fmla="*/ 105103 h 5681750"/>
              <a:gd name="connsiteX13" fmla="*/ 730432 w 2623525"/>
              <a:gd name="connsiteY13" fmla="*/ 215096 h 5681750"/>
              <a:gd name="connsiteX14" fmla="*/ 1882749 w 2623525"/>
              <a:gd name="connsiteY14" fmla="*/ 215096 h 5681750"/>
              <a:gd name="connsiteX15" fmla="*/ 1992494 w 2623525"/>
              <a:gd name="connsiteY15" fmla="*/ 116102 h 5681750"/>
              <a:gd name="connsiteX16" fmla="*/ 1992494 w 2623525"/>
              <a:gd name="connsiteY16" fmla="*/ 61106 h 5681750"/>
              <a:gd name="connsiteX17" fmla="*/ 2039564 w 2623525"/>
              <a:gd name="connsiteY17" fmla="*/ 8 h 568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23525" h="5681750">
                <a:moveTo>
                  <a:pt x="2039564" y="8"/>
                </a:moveTo>
                <a:cubicBezTo>
                  <a:pt x="2044280" y="-78"/>
                  <a:pt x="2047366" y="609"/>
                  <a:pt x="2047366" y="609"/>
                </a:cubicBezTo>
                <a:cubicBezTo>
                  <a:pt x="2047366" y="609"/>
                  <a:pt x="2211983" y="609"/>
                  <a:pt x="2415010" y="609"/>
                </a:cubicBezTo>
                <a:cubicBezTo>
                  <a:pt x="2618038" y="28108"/>
                  <a:pt x="2623525" y="198597"/>
                  <a:pt x="2623525" y="198597"/>
                </a:cubicBezTo>
                <a:cubicBezTo>
                  <a:pt x="2623525" y="198597"/>
                  <a:pt x="2623525" y="5120786"/>
                  <a:pt x="2623525" y="5384769"/>
                </a:cubicBezTo>
                <a:cubicBezTo>
                  <a:pt x="2596089" y="5654252"/>
                  <a:pt x="2343677" y="5681750"/>
                  <a:pt x="2343677" y="5681750"/>
                </a:cubicBezTo>
                <a:cubicBezTo>
                  <a:pt x="2343677" y="5681750"/>
                  <a:pt x="631662" y="5681750"/>
                  <a:pt x="280479" y="5681750"/>
                </a:cubicBezTo>
                <a:cubicBezTo>
                  <a:pt x="-26806" y="5615754"/>
                  <a:pt x="630" y="5379269"/>
                  <a:pt x="630" y="5379269"/>
                </a:cubicBezTo>
                <a:cubicBezTo>
                  <a:pt x="630" y="5379269"/>
                  <a:pt x="630" y="396584"/>
                  <a:pt x="630" y="193097"/>
                </a:cubicBezTo>
                <a:cubicBezTo>
                  <a:pt x="28067" y="-4890"/>
                  <a:pt x="198171" y="609"/>
                  <a:pt x="198171" y="609"/>
                </a:cubicBezTo>
                <a:cubicBezTo>
                  <a:pt x="198171" y="609"/>
                  <a:pt x="521917" y="609"/>
                  <a:pt x="571302" y="609"/>
                </a:cubicBezTo>
                <a:cubicBezTo>
                  <a:pt x="615200" y="609"/>
                  <a:pt x="615200" y="50106"/>
                  <a:pt x="615200" y="50106"/>
                </a:cubicBezTo>
                <a:cubicBezTo>
                  <a:pt x="615200" y="50106"/>
                  <a:pt x="615200" y="50106"/>
                  <a:pt x="615200" y="105103"/>
                </a:cubicBezTo>
                <a:cubicBezTo>
                  <a:pt x="626174" y="193097"/>
                  <a:pt x="730432" y="215096"/>
                  <a:pt x="730432" y="215096"/>
                </a:cubicBezTo>
                <a:cubicBezTo>
                  <a:pt x="730432" y="215096"/>
                  <a:pt x="1800441" y="215096"/>
                  <a:pt x="1882749" y="215096"/>
                </a:cubicBezTo>
                <a:cubicBezTo>
                  <a:pt x="1970545" y="193097"/>
                  <a:pt x="1992494" y="116102"/>
                  <a:pt x="1992494" y="116102"/>
                </a:cubicBezTo>
                <a:cubicBezTo>
                  <a:pt x="1992494" y="116102"/>
                  <a:pt x="1992494" y="116102"/>
                  <a:pt x="1992494" y="61106"/>
                </a:cubicBezTo>
                <a:cubicBezTo>
                  <a:pt x="1996610" y="7484"/>
                  <a:pt x="2025417" y="266"/>
                  <a:pt x="2039564" y="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277930924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14693" y="977137"/>
            <a:ext cx="2144631" cy="4254666"/>
          </a:xfrm>
          <a:custGeom>
            <a:avLst/>
            <a:gdLst>
              <a:gd name="connsiteX0" fmla="*/ 422850 w 2144631"/>
              <a:gd name="connsiteY0" fmla="*/ 281 h 4254666"/>
              <a:gd name="connsiteX1" fmla="*/ 1926891 w 2144631"/>
              <a:gd name="connsiteY1" fmla="*/ 74078 h 4254666"/>
              <a:gd name="connsiteX2" fmla="*/ 2144351 w 2144631"/>
              <a:gd name="connsiteY2" fmla="*/ 313978 h 4254666"/>
              <a:gd name="connsiteX3" fmla="*/ 1961681 w 2144631"/>
              <a:gd name="connsiteY3" fmla="*/ 4036926 h 4254666"/>
              <a:gd name="connsiteX4" fmla="*/ 1721782 w 2144631"/>
              <a:gd name="connsiteY4" fmla="*/ 4254386 h 4254666"/>
              <a:gd name="connsiteX5" fmla="*/ 217740 w 2144631"/>
              <a:gd name="connsiteY5" fmla="*/ 4180589 h 4254666"/>
              <a:gd name="connsiteX6" fmla="*/ 281 w 2144631"/>
              <a:gd name="connsiteY6" fmla="*/ 3940689 h 4254666"/>
              <a:gd name="connsiteX7" fmla="*/ 182949 w 2144631"/>
              <a:gd name="connsiteY7" fmla="*/ 217741 h 4254666"/>
              <a:gd name="connsiteX8" fmla="*/ 422850 w 2144631"/>
              <a:gd name="connsiteY8" fmla="*/ 281 h 425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4631" h="4254666">
                <a:moveTo>
                  <a:pt x="422850" y="281"/>
                </a:moveTo>
                <a:lnTo>
                  <a:pt x="1926891" y="74078"/>
                </a:lnTo>
                <a:cubicBezTo>
                  <a:pt x="2053187" y="80275"/>
                  <a:pt x="2150548" y="187682"/>
                  <a:pt x="2144351" y="313978"/>
                </a:cubicBezTo>
                <a:lnTo>
                  <a:pt x="1961681" y="4036926"/>
                </a:lnTo>
                <a:cubicBezTo>
                  <a:pt x="1955485" y="4163223"/>
                  <a:pt x="1848078" y="4260582"/>
                  <a:pt x="1721782" y="4254386"/>
                </a:cubicBezTo>
                <a:lnTo>
                  <a:pt x="217740" y="4180589"/>
                </a:lnTo>
                <a:cubicBezTo>
                  <a:pt x="91444" y="4174393"/>
                  <a:pt x="-5916" y="4066985"/>
                  <a:pt x="281" y="3940689"/>
                </a:cubicBezTo>
                <a:lnTo>
                  <a:pt x="182949" y="217741"/>
                </a:lnTo>
                <a:cubicBezTo>
                  <a:pt x="189146" y="91445"/>
                  <a:pt x="296554" y="-5915"/>
                  <a:pt x="422850" y="2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66689987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4618566" y="2298769"/>
            <a:ext cx="5021331" cy="2262472"/>
          </a:xfrm>
          <a:custGeom>
            <a:avLst/>
            <a:gdLst>
              <a:gd name="connsiteX0" fmla="*/ 216043 w 5021331"/>
              <a:gd name="connsiteY0" fmla="*/ 0 h 2262472"/>
              <a:gd name="connsiteX1" fmla="*/ 4805288 w 5021331"/>
              <a:gd name="connsiteY1" fmla="*/ 0 h 2262472"/>
              <a:gd name="connsiteX2" fmla="*/ 5021331 w 5021331"/>
              <a:gd name="connsiteY2" fmla="*/ 216043 h 2262472"/>
              <a:gd name="connsiteX3" fmla="*/ 5021331 w 5021331"/>
              <a:gd name="connsiteY3" fmla="*/ 2046429 h 2262472"/>
              <a:gd name="connsiteX4" fmla="*/ 4805288 w 5021331"/>
              <a:gd name="connsiteY4" fmla="*/ 2262472 h 2262472"/>
              <a:gd name="connsiteX5" fmla="*/ 216043 w 5021331"/>
              <a:gd name="connsiteY5" fmla="*/ 2262472 h 2262472"/>
              <a:gd name="connsiteX6" fmla="*/ 0 w 5021331"/>
              <a:gd name="connsiteY6" fmla="*/ 2046429 h 2262472"/>
              <a:gd name="connsiteX7" fmla="*/ 0 w 5021331"/>
              <a:gd name="connsiteY7" fmla="*/ 216043 h 2262472"/>
              <a:gd name="connsiteX8" fmla="*/ 216043 w 5021331"/>
              <a:gd name="connsiteY8" fmla="*/ 0 h 226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21331" h="2262472">
                <a:moveTo>
                  <a:pt x="216043" y="0"/>
                </a:moveTo>
                <a:lnTo>
                  <a:pt x="4805288" y="0"/>
                </a:lnTo>
                <a:cubicBezTo>
                  <a:pt x="4924605" y="0"/>
                  <a:pt x="5021331" y="96726"/>
                  <a:pt x="5021331" y="216043"/>
                </a:cubicBezTo>
                <a:lnTo>
                  <a:pt x="5021331" y="2046429"/>
                </a:lnTo>
                <a:cubicBezTo>
                  <a:pt x="5021331" y="2165746"/>
                  <a:pt x="4924605" y="2262472"/>
                  <a:pt x="4805288" y="2262472"/>
                </a:cubicBezTo>
                <a:lnTo>
                  <a:pt x="216043" y="2262472"/>
                </a:lnTo>
                <a:cubicBezTo>
                  <a:pt x="96726" y="2262472"/>
                  <a:pt x="0" y="2165746"/>
                  <a:pt x="0" y="2046429"/>
                </a:cubicBezTo>
                <a:lnTo>
                  <a:pt x="0" y="216043"/>
                </a:lnTo>
                <a:cubicBezTo>
                  <a:pt x="0" y="96726"/>
                  <a:pt x="96726" y="0"/>
                  <a:pt x="2160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77603921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908007" y="1470237"/>
            <a:ext cx="1897345" cy="3636439"/>
          </a:xfrm>
          <a:custGeom>
            <a:avLst/>
            <a:gdLst>
              <a:gd name="connsiteX0" fmla="*/ 1491889 w 1897345"/>
              <a:gd name="connsiteY0" fmla="*/ 374 h 3636439"/>
              <a:gd name="connsiteX1" fmla="*/ 1707702 w 1897345"/>
              <a:gd name="connsiteY1" fmla="*/ 191725 h 3636439"/>
              <a:gd name="connsiteX2" fmla="*/ 1896972 w 1897345"/>
              <a:gd name="connsiteY2" fmla="*/ 3342142 h 3636439"/>
              <a:gd name="connsiteX3" fmla="*/ 1705621 w 1897345"/>
              <a:gd name="connsiteY3" fmla="*/ 3557955 h 3636439"/>
              <a:gd name="connsiteX4" fmla="*/ 405456 w 1897345"/>
              <a:gd name="connsiteY4" fmla="*/ 3636066 h 3636439"/>
              <a:gd name="connsiteX5" fmla="*/ 189643 w 1897345"/>
              <a:gd name="connsiteY5" fmla="*/ 3444715 h 3636439"/>
              <a:gd name="connsiteX6" fmla="*/ 374 w 1897345"/>
              <a:gd name="connsiteY6" fmla="*/ 294298 h 3636439"/>
              <a:gd name="connsiteX7" fmla="*/ 191725 w 1897345"/>
              <a:gd name="connsiteY7" fmla="*/ 78485 h 363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7345" h="3636439">
                <a:moveTo>
                  <a:pt x="1491889" y="374"/>
                </a:moveTo>
                <a:cubicBezTo>
                  <a:pt x="1604324" y="-6380"/>
                  <a:pt x="1700947" y="79290"/>
                  <a:pt x="1707702" y="191725"/>
                </a:cubicBezTo>
                <a:lnTo>
                  <a:pt x="1896972" y="3342142"/>
                </a:lnTo>
                <a:cubicBezTo>
                  <a:pt x="1903727" y="3454576"/>
                  <a:pt x="1818057" y="3551199"/>
                  <a:pt x="1705621" y="3557955"/>
                </a:cubicBezTo>
                <a:lnTo>
                  <a:pt x="405456" y="3636066"/>
                </a:lnTo>
                <a:cubicBezTo>
                  <a:pt x="293022" y="3642821"/>
                  <a:pt x="196399" y="3557149"/>
                  <a:pt x="189643" y="3444715"/>
                </a:cubicBezTo>
                <a:lnTo>
                  <a:pt x="374" y="294298"/>
                </a:lnTo>
                <a:cubicBezTo>
                  <a:pt x="-6382" y="181863"/>
                  <a:pt x="79289" y="85240"/>
                  <a:pt x="191725" y="7848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27993731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6520601" y="460844"/>
            <a:ext cx="2295297" cy="4389704"/>
          </a:xfrm>
          <a:custGeom>
            <a:avLst/>
            <a:gdLst>
              <a:gd name="connsiteX0" fmla="*/ 1780298 w 2295297"/>
              <a:gd name="connsiteY0" fmla="*/ 613 h 4389704"/>
              <a:gd name="connsiteX1" fmla="*/ 1984376 w 2295297"/>
              <a:gd name="connsiteY1" fmla="*/ 174481 h 4389704"/>
              <a:gd name="connsiteX2" fmla="*/ 2294685 w 2295297"/>
              <a:gd name="connsiteY2" fmla="*/ 4056659 h 4389704"/>
              <a:gd name="connsiteX3" fmla="*/ 2120817 w 2295297"/>
              <a:gd name="connsiteY3" fmla="*/ 4260737 h 4389704"/>
              <a:gd name="connsiteX4" fmla="*/ 515001 w 2295297"/>
              <a:gd name="connsiteY4" fmla="*/ 4389092 h 4389704"/>
              <a:gd name="connsiteX5" fmla="*/ 310923 w 2295297"/>
              <a:gd name="connsiteY5" fmla="*/ 4215225 h 4389704"/>
              <a:gd name="connsiteX6" fmla="*/ 613 w 2295297"/>
              <a:gd name="connsiteY6" fmla="*/ 333047 h 4389704"/>
              <a:gd name="connsiteX7" fmla="*/ 174482 w 2295297"/>
              <a:gd name="connsiteY7" fmla="*/ 128969 h 438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5297" h="4389704">
                <a:moveTo>
                  <a:pt x="1780298" y="613"/>
                </a:moveTo>
                <a:cubicBezTo>
                  <a:pt x="1884665" y="-7729"/>
                  <a:pt x="1976034" y="70114"/>
                  <a:pt x="1984376" y="174481"/>
                </a:cubicBezTo>
                <a:lnTo>
                  <a:pt x="2294685" y="4056659"/>
                </a:lnTo>
                <a:cubicBezTo>
                  <a:pt x="2303026" y="4161026"/>
                  <a:pt x="2225184" y="4252395"/>
                  <a:pt x="2120817" y="4260737"/>
                </a:cubicBezTo>
                <a:lnTo>
                  <a:pt x="515001" y="4389092"/>
                </a:lnTo>
                <a:cubicBezTo>
                  <a:pt x="410634" y="4397435"/>
                  <a:pt x="319265" y="4319591"/>
                  <a:pt x="310923" y="4215225"/>
                </a:cubicBezTo>
                <a:lnTo>
                  <a:pt x="613" y="333047"/>
                </a:lnTo>
                <a:cubicBezTo>
                  <a:pt x="-7729" y="228680"/>
                  <a:pt x="70114" y="137312"/>
                  <a:pt x="174482" y="12896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2149409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12203113" cy="68580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679327" y="2675205"/>
            <a:ext cx="2492467" cy="4182797"/>
          </a:xfrm>
          <a:custGeom>
            <a:avLst/>
            <a:gdLst>
              <a:gd name="connsiteX0" fmla="*/ 0 w 2492467"/>
              <a:gd name="connsiteY0" fmla="*/ 0 h 4182797"/>
              <a:gd name="connsiteX1" fmla="*/ 2492467 w 2492467"/>
              <a:gd name="connsiteY1" fmla="*/ 0 h 4182797"/>
              <a:gd name="connsiteX2" fmla="*/ 2492467 w 2492467"/>
              <a:gd name="connsiteY2" fmla="*/ 4182797 h 4182797"/>
              <a:gd name="connsiteX3" fmla="*/ 0 w 2492467"/>
              <a:gd name="connsiteY3" fmla="*/ 4182797 h 4182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2467" h="4182797">
                <a:moveTo>
                  <a:pt x="0" y="0"/>
                </a:moveTo>
                <a:lnTo>
                  <a:pt x="2492467" y="0"/>
                </a:lnTo>
                <a:lnTo>
                  <a:pt x="2492467" y="4182797"/>
                </a:lnTo>
                <a:lnTo>
                  <a:pt x="0" y="418279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97180273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974506" y="2306439"/>
            <a:ext cx="1983650" cy="3525907"/>
          </a:xfrm>
          <a:custGeom>
            <a:avLst/>
            <a:gdLst>
              <a:gd name="connsiteX0" fmla="*/ 0 w 1983650"/>
              <a:gd name="connsiteY0" fmla="*/ 0 h 3525907"/>
              <a:gd name="connsiteX1" fmla="*/ 1983650 w 1983650"/>
              <a:gd name="connsiteY1" fmla="*/ 0 h 3525907"/>
              <a:gd name="connsiteX2" fmla="*/ 1983650 w 1983650"/>
              <a:gd name="connsiteY2" fmla="*/ 3525907 h 3525907"/>
              <a:gd name="connsiteX3" fmla="*/ 0 w 1983650"/>
              <a:gd name="connsiteY3" fmla="*/ 3525907 h 352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3650" h="3525907">
                <a:moveTo>
                  <a:pt x="0" y="0"/>
                </a:moveTo>
                <a:lnTo>
                  <a:pt x="1983650" y="0"/>
                </a:lnTo>
                <a:lnTo>
                  <a:pt x="1983650" y="3525907"/>
                </a:lnTo>
                <a:lnTo>
                  <a:pt x="0" y="3525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60044421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7741709" y="1488519"/>
            <a:ext cx="2522889" cy="3763763"/>
          </a:xfrm>
          <a:custGeom>
            <a:avLst/>
            <a:gdLst>
              <a:gd name="connsiteX0" fmla="*/ 0 w 2522889"/>
              <a:gd name="connsiteY0" fmla="*/ 0 h 3763763"/>
              <a:gd name="connsiteX1" fmla="*/ 2522889 w 2522889"/>
              <a:gd name="connsiteY1" fmla="*/ 0 h 3763763"/>
              <a:gd name="connsiteX2" fmla="*/ 2522889 w 2522889"/>
              <a:gd name="connsiteY2" fmla="*/ 3763763 h 3763763"/>
              <a:gd name="connsiteX3" fmla="*/ 0 w 2522889"/>
              <a:gd name="connsiteY3" fmla="*/ 3763763 h 376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2889" h="3763763">
                <a:moveTo>
                  <a:pt x="0" y="0"/>
                </a:moveTo>
                <a:lnTo>
                  <a:pt x="2522889" y="0"/>
                </a:lnTo>
                <a:lnTo>
                  <a:pt x="2522889" y="3763763"/>
                </a:lnTo>
                <a:lnTo>
                  <a:pt x="0" y="37637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66566537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1422400" y="2258836"/>
            <a:ext cx="2754435" cy="3508728"/>
          </a:xfrm>
          <a:custGeom>
            <a:avLst/>
            <a:gdLst>
              <a:gd name="connsiteX0" fmla="*/ 1116516 w 2754435"/>
              <a:gd name="connsiteY0" fmla="*/ 0 h 3508728"/>
              <a:gd name="connsiteX1" fmla="*/ 2754435 w 2754435"/>
              <a:gd name="connsiteY1" fmla="*/ 636764 h 3508728"/>
              <a:gd name="connsiteX2" fmla="*/ 1637918 w 2754435"/>
              <a:gd name="connsiteY2" fmla="*/ 3508728 h 3508728"/>
              <a:gd name="connsiteX3" fmla="*/ 0 w 2754435"/>
              <a:gd name="connsiteY3" fmla="*/ 2871964 h 3508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435" h="3508728">
                <a:moveTo>
                  <a:pt x="1116516" y="0"/>
                </a:moveTo>
                <a:lnTo>
                  <a:pt x="2754435" y="636764"/>
                </a:lnTo>
                <a:lnTo>
                  <a:pt x="1637918" y="3508728"/>
                </a:lnTo>
                <a:lnTo>
                  <a:pt x="0" y="287196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70651247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8342017" y="1369156"/>
            <a:ext cx="3191073" cy="4106552"/>
          </a:xfrm>
          <a:custGeom>
            <a:avLst/>
            <a:gdLst>
              <a:gd name="connsiteX0" fmla="*/ 1911983 w 3191073"/>
              <a:gd name="connsiteY0" fmla="*/ 0 h 4106552"/>
              <a:gd name="connsiteX1" fmla="*/ 3191073 w 3191073"/>
              <a:gd name="connsiteY1" fmla="*/ 3383819 h 4106552"/>
              <a:gd name="connsiteX2" fmla="*/ 1279090 w 3191073"/>
              <a:gd name="connsiteY2" fmla="*/ 4106552 h 4106552"/>
              <a:gd name="connsiteX3" fmla="*/ 0 w 3191073"/>
              <a:gd name="connsiteY3" fmla="*/ 722733 h 410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1073" h="4106552">
                <a:moveTo>
                  <a:pt x="1911983" y="0"/>
                </a:moveTo>
                <a:lnTo>
                  <a:pt x="3191073" y="3383819"/>
                </a:lnTo>
                <a:lnTo>
                  <a:pt x="1279090" y="4106552"/>
                </a:lnTo>
                <a:lnTo>
                  <a:pt x="0" y="72273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062698021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5610227" y="1243013"/>
            <a:ext cx="1486694" cy="2617788"/>
          </a:xfrm>
          <a:custGeom>
            <a:avLst/>
            <a:gdLst>
              <a:gd name="connsiteX0" fmla="*/ 0 w 1486694"/>
              <a:gd name="connsiteY0" fmla="*/ 0 h 2617788"/>
              <a:gd name="connsiteX1" fmla="*/ 1486694 w 1486694"/>
              <a:gd name="connsiteY1" fmla="*/ 0 h 2617788"/>
              <a:gd name="connsiteX2" fmla="*/ 1486694 w 1486694"/>
              <a:gd name="connsiteY2" fmla="*/ 2617788 h 2617788"/>
              <a:gd name="connsiteX3" fmla="*/ 0 w 1486694"/>
              <a:gd name="connsiteY3" fmla="*/ 2617788 h 2617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694" h="2617788">
                <a:moveTo>
                  <a:pt x="0" y="0"/>
                </a:moveTo>
                <a:lnTo>
                  <a:pt x="1486694" y="0"/>
                </a:lnTo>
                <a:lnTo>
                  <a:pt x="1486694" y="2617788"/>
                </a:lnTo>
                <a:lnTo>
                  <a:pt x="0" y="26177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635968532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3" hasCustomPrompt="1"/>
          </p:nvPr>
        </p:nvSpPr>
        <p:spPr>
          <a:xfrm>
            <a:off x="2018784" y="2053036"/>
            <a:ext cx="2541971" cy="3627827"/>
          </a:xfrm>
          <a:custGeom>
            <a:avLst/>
            <a:gdLst>
              <a:gd name="connsiteX0" fmla="*/ 2431547 w 2541971"/>
              <a:gd name="connsiteY0" fmla="*/ 47 h 3627827"/>
              <a:gd name="connsiteX1" fmla="*/ 2490225 w 2541971"/>
              <a:gd name="connsiteY1" fmla="*/ 54321 h 3627827"/>
              <a:gd name="connsiteX2" fmla="*/ 2541045 w 2541971"/>
              <a:gd name="connsiteY2" fmla="*/ 3221667 h 3627827"/>
              <a:gd name="connsiteX3" fmla="*/ 2479526 w 2541971"/>
              <a:gd name="connsiteY3" fmla="*/ 3298853 h 3627827"/>
              <a:gd name="connsiteX4" fmla="*/ 205973 w 2541971"/>
              <a:gd name="connsiteY4" fmla="*/ 3626235 h 3627827"/>
              <a:gd name="connsiteX5" fmla="*/ 136429 w 2541971"/>
              <a:gd name="connsiteY5" fmla="*/ 3573002 h 3627827"/>
              <a:gd name="connsiteX6" fmla="*/ 15 w 2541971"/>
              <a:gd name="connsiteY6" fmla="*/ 182078 h 3627827"/>
              <a:gd name="connsiteX7" fmla="*/ 64210 w 2541971"/>
              <a:gd name="connsiteY7" fmla="*/ 123523 h 3627827"/>
              <a:gd name="connsiteX8" fmla="*/ 2420681 w 2541971"/>
              <a:gd name="connsiteY8" fmla="*/ 1087 h 3627827"/>
              <a:gd name="connsiteX9" fmla="*/ 2431547 w 2541971"/>
              <a:gd name="connsiteY9" fmla="*/ 47 h 3627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41971" h="3627827">
                <a:moveTo>
                  <a:pt x="2431547" y="47"/>
                </a:moveTo>
                <a:cubicBezTo>
                  <a:pt x="2451106" y="-576"/>
                  <a:pt x="2490224" y="4414"/>
                  <a:pt x="2490225" y="54321"/>
                </a:cubicBezTo>
                <a:cubicBezTo>
                  <a:pt x="2492899" y="123523"/>
                  <a:pt x="2541045" y="3221667"/>
                  <a:pt x="2541045" y="3221667"/>
                </a:cubicBezTo>
                <a:cubicBezTo>
                  <a:pt x="2541045" y="3221667"/>
                  <a:pt x="2554419" y="3290868"/>
                  <a:pt x="2479526" y="3298853"/>
                </a:cubicBezTo>
                <a:cubicBezTo>
                  <a:pt x="2399283" y="3309500"/>
                  <a:pt x="205973" y="3626235"/>
                  <a:pt x="205973" y="3626235"/>
                </a:cubicBezTo>
                <a:cubicBezTo>
                  <a:pt x="205973" y="3626235"/>
                  <a:pt x="136429" y="3642204"/>
                  <a:pt x="136429" y="3573002"/>
                </a:cubicBezTo>
                <a:cubicBezTo>
                  <a:pt x="136429" y="3503799"/>
                  <a:pt x="15" y="182078"/>
                  <a:pt x="15" y="182078"/>
                </a:cubicBezTo>
                <a:cubicBezTo>
                  <a:pt x="15" y="182078"/>
                  <a:pt x="-2659" y="123523"/>
                  <a:pt x="64210" y="123523"/>
                </a:cubicBezTo>
                <a:cubicBezTo>
                  <a:pt x="136429" y="118200"/>
                  <a:pt x="2420681" y="1087"/>
                  <a:pt x="2420681" y="1087"/>
                </a:cubicBezTo>
                <a:cubicBezTo>
                  <a:pt x="2420681" y="1087"/>
                  <a:pt x="2425028" y="256"/>
                  <a:pt x="2431547" y="4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4813709" y="2050693"/>
            <a:ext cx="2544354" cy="3271560"/>
          </a:xfrm>
          <a:custGeom>
            <a:avLst/>
            <a:gdLst>
              <a:gd name="connsiteX0" fmla="*/ 48331 w 2544354"/>
              <a:gd name="connsiteY0" fmla="*/ 9 h 3271560"/>
              <a:gd name="connsiteX1" fmla="*/ 55949 w 2544354"/>
              <a:gd name="connsiteY1" fmla="*/ 757 h 3271560"/>
              <a:gd name="connsiteX2" fmla="*/ 2496398 w 2544354"/>
              <a:gd name="connsiteY2" fmla="*/ 757 h 3271560"/>
              <a:gd name="connsiteX3" fmla="*/ 2544354 w 2544354"/>
              <a:gd name="connsiteY3" fmla="*/ 51281 h 3271560"/>
              <a:gd name="connsiteX4" fmla="*/ 2504390 w 2544354"/>
              <a:gd name="connsiteY4" fmla="*/ 3186458 h 3271560"/>
              <a:gd name="connsiteX5" fmla="*/ 2456434 w 2544354"/>
              <a:gd name="connsiteY5" fmla="*/ 3271552 h 3271560"/>
              <a:gd name="connsiteX6" fmla="*/ 87920 w 2544354"/>
              <a:gd name="connsiteY6" fmla="*/ 3271552 h 3271560"/>
              <a:gd name="connsiteX7" fmla="*/ 39964 w 2544354"/>
              <a:gd name="connsiteY7" fmla="*/ 3226346 h 3271560"/>
              <a:gd name="connsiteX8" fmla="*/ 0 w 2544354"/>
              <a:gd name="connsiteY8" fmla="*/ 48622 h 3271560"/>
              <a:gd name="connsiteX9" fmla="*/ 48331 w 2544354"/>
              <a:gd name="connsiteY9" fmla="*/ 9 h 327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44354" h="3271560">
                <a:moveTo>
                  <a:pt x="48331" y="9"/>
                </a:moveTo>
                <a:cubicBezTo>
                  <a:pt x="52952" y="92"/>
                  <a:pt x="55949" y="757"/>
                  <a:pt x="55949" y="757"/>
                </a:cubicBezTo>
                <a:cubicBezTo>
                  <a:pt x="55949" y="757"/>
                  <a:pt x="55949" y="757"/>
                  <a:pt x="2496398" y="757"/>
                </a:cubicBezTo>
                <a:cubicBezTo>
                  <a:pt x="2544354" y="3416"/>
                  <a:pt x="2544354" y="51281"/>
                  <a:pt x="2544354" y="51281"/>
                </a:cubicBezTo>
                <a:cubicBezTo>
                  <a:pt x="2544354" y="51281"/>
                  <a:pt x="2504390" y="3085409"/>
                  <a:pt x="2504390" y="3186458"/>
                </a:cubicBezTo>
                <a:cubicBezTo>
                  <a:pt x="2509719" y="3274211"/>
                  <a:pt x="2456434" y="3271552"/>
                  <a:pt x="2456434" y="3271552"/>
                </a:cubicBezTo>
                <a:cubicBezTo>
                  <a:pt x="2456434" y="3271552"/>
                  <a:pt x="133212" y="3271552"/>
                  <a:pt x="87920" y="3271552"/>
                </a:cubicBezTo>
                <a:cubicBezTo>
                  <a:pt x="42628" y="3271552"/>
                  <a:pt x="39964" y="3226346"/>
                  <a:pt x="39964" y="3226346"/>
                </a:cubicBezTo>
                <a:cubicBezTo>
                  <a:pt x="39964" y="3226346"/>
                  <a:pt x="0" y="112442"/>
                  <a:pt x="0" y="48622"/>
                </a:cubicBezTo>
                <a:cubicBezTo>
                  <a:pt x="5995" y="4746"/>
                  <a:pt x="34469" y="-240"/>
                  <a:pt x="48331" y="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7641431" y="2059865"/>
            <a:ext cx="2514371" cy="3628201"/>
          </a:xfrm>
          <a:custGeom>
            <a:avLst/>
            <a:gdLst>
              <a:gd name="connsiteX0" fmla="*/ 95381 w 2514371"/>
              <a:gd name="connsiteY0" fmla="*/ 0 h 3628201"/>
              <a:gd name="connsiteX1" fmla="*/ 2461343 w 2514371"/>
              <a:gd name="connsiteY1" fmla="*/ 122510 h 3628201"/>
              <a:gd name="connsiteX2" fmla="*/ 2514334 w 2514371"/>
              <a:gd name="connsiteY2" fmla="*/ 183766 h 3628201"/>
              <a:gd name="connsiteX3" fmla="*/ 2379210 w 2514371"/>
              <a:gd name="connsiteY3" fmla="*/ 3582109 h 3628201"/>
              <a:gd name="connsiteX4" fmla="*/ 2315623 w 2514371"/>
              <a:gd name="connsiteY4" fmla="*/ 3627385 h 3628201"/>
              <a:gd name="connsiteX5" fmla="*/ 47690 w 2514371"/>
              <a:gd name="connsiteY5" fmla="*/ 3297139 h 3628201"/>
              <a:gd name="connsiteX6" fmla="*/ 1 w 2514371"/>
              <a:gd name="connsiteY6" fmla="*/ 3235882 h 3628201"/>
              <a:gd name="connsiteX7" fmla="*/ 50340 w 2514371"/>
              <a:gd name="connsiteY7" fmla="*/ 47939 h 3628201"/>
              <a:gd name="connsiteX8" fmla="*/ 95381 w 2514371"/>
              <a:gd name="connsiteY8" fmla="*/ 0 h 362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4371" h="3628201">
                <a:moveTo>
                  <a:pt x="95381" y="0"/>
                </a:moveTo>
                <a:cubicBezTo>
                  <a:pt x="2461343" y="122510"/>
                  <a:pt x="2461343" y="122510"/>
                  <a:pt x="2461343" y="122510"/>
                </a:cubicBezTo>
                <a:cubicBezTo>
                  <a:pt x="2461343" y="122510"/>
                  <a:pt x="2514333" y="122510"/>
                  <a:pt x="2514334" y="183766"/>
                </a:cubicBezTo>
                <a:cubicBezTo>
                  <a:pt x="2516983" y="242358"/>
                  <a:pt x="2379210" y="3582109"/>
                  <a:pt x="2379210" y="3582109"/>
                </a:cubicBezTo>
                <a:cubicBezTo>
                  <a:pt x="2379210" y="3582109"/>
                  <a:pt x="2376561" y="3635375"/>
                  <a:pt x="2315623" y="3627385"/>
                </a:cubicBezTo>
                <a:cubicBezTo>
                  <a:pt x="2252037" y="3619394"/>
                  <a:pt x="47690" y="3297139"/>
                  <a:pt x="47690" y="3297139"/>
                </a:cubicBezTo>
                <a:cubicBezTo>
                  <a:pt x="47690" y="3297139"/>
                  <a:pt x="0" y="3286485"/>
                  <a:pt x="1" y="3235882"/>
                </a:cubicBezTo>
                <a:cubicBezTo>
                  <a:pt x="0" y="3185281"/>
                  <a:pt x="50340" y="47939"/>
                  <a:pt x="50340" y="47939"/>
                </a:cubicBezTo>
                <a:cubicBezTo>
                  <a:pt x="50340" y="47939"/>
                  <a:pt x="50340" y="0"/>
                  <a:pt x="953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5775983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9038349" y="2447109"/>
            <a:ext cx="2319388" cy="3098029"/>
          </a:xfrm>
          <a:custGeom>
            <a:avLst/>
            <a:gdLst>
              <a:gd name="connsiteX0" fmla="*/ 0 w 2319388"/>
              <a:gd name="connsiteY0" fmla="*/ 0 h 3098029"/>
              <a:gd name="connsiteX1" fmla="*/ 2319388 w 2319388"/>
              <a:gd name="connsiteY1" fmla="*/ 0 h 3098029"/>
              <a:gd name="connsiteX2" fmla="*/ 2319388 w 2319388"/>
              <a:gd name="connsiteY2" fmla="*/ 3098029 h 3098029"/>
              <a:gd name="connsiteX3" fmla="*/ 0 w 2319388"/>
              <a:gd name="connsiteY3" fmla="*/ 3098029 h 3098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9388" h="3098029">
                <a:moveTo>
                  <a:pt x="0" y="0"/>
                </a:moveTo>
                <a:lnTo>
                  <a:pt x="2319388" y="0"/>
                </a:lnTo>
                <a:lnTo>
                  <a:pt x="2319388" y="3098029"/>
                </a:lnTo>
                <a:lnTo>
                  <a:pt x="0" y="30980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124973" y="2447109"/>
            <a:ext cx="2281147" cy="3098029"/>
          </a:xfrm>
          <a:custGeom>
            <a:avLst/>
            <a:gdLst>
              <a:gd name="connsiteX0" fmla="*/ 0 w 2281147"/>
              <a:gd name="connsiteY0" fmla="*/ 0 h 3098029"/>
              <a:gd name="connsiteX1" fmla="*/ 2281147 w 2281147"/>
              <a:gd name="connsiteY1" fmla="*/ 0 h 3098029"/>
              <a:gd name="connsiteX2" fmla="*/ 2281147 w 2281147"/>
              <a:gd name="connsiteY2" fmla="*/ 3098029 h 3098029"/>
              <a:gd name="connsiteX3" fmla="*/ 0 w 2281147"/>
              <a:gd name="connsiteY3" fmla="*/ 3098029 h 3098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147" h="3098029">
                <a:moveTo>
                  <a:pt x="0" y="0"/>
                </a:moveTo>
                <a:lnTo>
                  <a:pt x="2281147" y="0"/>
                </a:lnTo>
                <a:lnTo>
                  <a:pt x="2281147" y="3098029"/>
                </a:lnTo>
                <a:lnTo>
                  <a:pt x="0" y="30980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34039042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8348664" y="2453640"/>
            <a:ext cx="2967037" cy="3954781"/>
          </a:xfrm>
          <a:custGeom>
            <a:avLst/>
            <a:gdLst>
              <a:gd name="connsiteX0" fmla="*/ 51597 w 2967037"/>
              <a:gd name="connsiteY0" fmla="*/ 0 h 3954781"/>
              <a:gd name="connsiteX1" fmla="*/ 2915440 w 2967037"/>
              <a:gd name="connsiteY1" fmla="*/ 0 h 3954781"/>
              <a:gd name="connsiteX2" fmla="*/ 2967037 w 2967037"/>
              <a:gd name="connsiteY2" fmla="*/ 51597 h 3954781"/>
              <a:gd name="connsiteX3" fmla="*/ 2967037 w 2967037"/>
              <a:gd name="connsiteY3" fmla="*/ 3903184 h 3954781"/>
              <a:gd name="connsiteX4" fmla="*/ 2915440 w 2967037"/>
              <a:gd name="connsiteY4" fmla="*/ 3954781 h 3954781"/>
              <a:gd name="connsiteX5" fmla="*/ 51597 w 2967037"/>
              <a:gd name="connsiteY5" fmla="*/ 3954781 h 3954781"/>
              <a:gd name="connsiteX6" fmla="*/ 0 w 2967037"/>
              <a:gd name="connsiteY6" fmla="*/ 3903184 h 3954781"/>
              <a:gd name="connsiteX7" fmla="*/ 0 w 2967037"/>
              <a:gd name="connsiteY7" fmla="*/ 51597 h 3954781"/>
              <a:gd name="connsiteX8" fmla="*/ 51597 w 2967037"/>
              <a:gd name="connsiteY8" fmla="*/ 0 h 395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67037" h="3954781">
                <a:moveTo>
                  <a:pt x="51597" y="0"/>
                </a:moveTo>
                <a:lnTo>
                  <a:pt x="2915440" y="0"/>
                </a:lnTo>
                <a:cubicBezTo>
                  <a:pt x="2943936" y="0"/>
                  <a:pt x="2967037" y="23101"/>
                  <a:pt x="2967037" y="51597"/>
                </a:cubicBezTo>
                <a:lnTo>
                  <a:pt x="2967037" y="3903184"/>
                </a:lnTo>
                <a:cubicBezTo>
                  <a:pt x="2967037" y="3931680"/>
                  <a:pt x="2943936" y="3954781"/>
                  <a:pt x="2915440" y="3954781"/>
                </a:cubicBezTo>
                <a:lnTo>
                  <a:pt x="51597" y="3954781"/>
                </a:lnTo>
                <a:cubicBezTo>
                  <a:pt x="23101" y="3954781"/>
                  <a:pt x="0" y="3931680"/>
                  <a:pt x="0" y="3903184"/>
                </a:cubicBezTo>
                <a:lnTo>
                  <a:pt x="0" y="51597"/>
                </a:lnTo>
                <a:cubicBezTo>
                  <a:pt x="0" y="23101"/>
                  <a:pt x="23101" y="0"/>
                  <a:pt x="5159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1055549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3990975" y="2350271"/>
            <a:ext cx="4444875" cy="3295998"/>
          </a:xfrm>
          <a:custGeom>
            <a:avLst/>
            <a:gdLst>
              <a:gd name="connsiteX0" fmla="*/ 0 w 4444875"/>
              <a:gd name="connsiteY0" fmla="*/ 0 h 3295998"/>
              <a:gd name="connsiteX1" fmla="*/ 4444875 w 4444875"/>
              <a:gd name="connsiteY1" fmla="*/ 0 h 3295998"/>
              <a:gd name="connsiteX2" fmla="*/ 4444875 w 4444875"/>
              <a:gd name="connsiteY2" fmla="*/ 3295998 h 3295998"/>
              <a:gd name="connsiteX3" fmla="*/ 0 w 4444875"/>
              <a:gd name="connsiteY3" fmla="*/ 3295998 h 3295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4875" h="3295998">
                <a:moveTo>
                  <a:pt x="0" y="0"/>
                </a:moveTo>
                <a:lnTo>
                  <a:pt x="4444875" y="0"/>
                </a:lnTo>
                <a:lnTo>
                  <a:pt x="4444875" y="3295998"/>
                </a:lnTo>
                <a:lnTo>
                  <a:pt x="0" y="32959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3678307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8465345" y="1886726"/>
            <a:ext cx="2885088" cy="3881614"/>
          </a:xfrm>
          <a:custGeom>
            <a:avLst/>
            <a:gdLst>
              <a:gd name="connsiteX0" fmla="*/ 0 w 2885088"/>
              <a:gd name="connsiteY0" fmla="*/ 0 h 3881614"/>
              <a:gd name="connsiteX1" fmla="*/ 2885088 w 2885088"/>
              <a:gd name="connsiteY1" fmla="*/ 0 h 3881614"/>
              <a:gd name="connsiteX2" fmla="*/ 2885088 w 2885088"/>
              <a:gd name="connsiteY2" fmla="*/ 3881614 h 3881614"/>
              <a:gd name="connsiteX3" fmla="*/ 0 w 2885088"/>
              <a:gd name="connsiteY3" fmla="*/ 3881614 h 3881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85088" h="3881614">
                <a:moveTo>
                  <a:pt x="0" y="0"/>
                </a:moveTo>
                <a:lnTo>
                  <a:pt x="2885088" y="0"/>
                </a:lnTo>
                <a:lnTo>
                  <a:pt x="2885088" y="3881614"/>
                </a:lnTo>
                <a:lnTo>
                  <a:pt x="0" y="38816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04126234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1184123" y="1378160"/>
            <a:ext cx="3607378" cy="3313110"/>
          </a:xfrm>
          <a:custGeom>
            <a:avLst/>
            <a:gdLst>
              <a:gd name="connsiteX0" fmla="*/ 2768108 w 3607378"/>
              <a:gd name="connsiteY0" fmla="*/ 156 h 3313110"/>
              <a:gd name="connsiteX1" fmla="*/ 2848899 w 3607378"/>
              <a:gd name="connsiteY1" fmla="*/ 60799 h 3313110"/>
              <a:gd name="connsiteX2" fmla="*/ 3597893 w 3607378"/>
              <a:gd name="connsiteY2" fmla="*/ 2137612 h 3313110"/>
              <a:gd name="connsiteX3" fmla="*/ 3564625 w 3607378"/>
              <a:gd name="connsiteY3" fmla="*/ 2241625 h 3313110"/>
              <a:gd name="connsiteX4" fmla="*/ 896410 w 3607378"/>
              <a:gd name="connsiteY4" fmla="*/ 3305564 h 3313110"/>
              <a:gd name="connsiteX5" fmla="*/ 779698 w 3607378"/>
              <a:gd name="connsiteY5" fmla="*/ 3264357 h 3313110"/>
              <a:gd name="connsiteX6" fmla="*/ 5304 w 3607378"/>
              <a:gd name="connsiteY6" fmla="*/ 1071655 h 3313110"/>
              <a:gd name="connsiteX7" fmla="*/ 60799 w 3607378"/>
              <a:gd name="connsiteY7" fmla="*/ 954943 h 3313110"/>
              <a:gd name="connsiteX8" fmla="*/ 2732187 w 3607378"/>
              <a:gd name="connsiteY8" fmla="*/ 5304 h 3313110"/>
              <a:gd name="connsiteX9" fmla="*/ 2768108 w 3607378"/>
              <a:gd name="connsiteY9" fmla="*/ 156 h 331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7378" h="3313110">
                <a:moveTo>
                  <a:pt x="2768108" y="156"/>
                </a:moveTo>
                <a:cubicBezTo>
                  <a:pt x="2803658" y="2242"/>
                  <a:pt x="2836221" y="25133"/>
                  <a:pt x="2848899" y="60799"/>
                </a:cubicBezTo>
                <a:cubicBezTo>
                  <a:pt x="3107030" y="786936"/>
                  <a:pt x="3339761" y="1411475"/>
                  <a:pt x="3597893" y="2137612"/>
                </a:cubicBezTo>
                <a:cubicBezTo>
                  <a:pt x="3614797" y="2185166"/>
                  <a:pt x="3612178" y="2224720"/>
                  <a:pt x="3564625" y="2241625"/>
                </a:cubicBezTo>
                <a:lnTo>
                  <a:pt x="896410" y="3305564"/>
                </a:lnTo>
                <a:cubicBezTo>
                  <a:pt x="848856" y="3322469"/>
                  <a:pt x="796603" y="3311909"/>
                  <a:pt x="779698" y="3264357"/>
                </a:cubicBezTo>
                <a:lnTo>
                  <a:pt x="5304" y="1071655"/>
                </a:lnTo>
                <a:cubicBezTo>
                  <a:pt x="-11601" y="1024101"/>
                  <a:pt x="13245" y="971848"/>
                  <a:pt x="60799" y="954943"/>
                </a:cubicBezTo>
                <a:lnTo>
                  <a:pt x="2732187" y="5304"/>
                </a:lnTo>
                <a:cubicBezTo>
                  <a:pt x="2744075" y="1078"/>
                  <a:pt x="2756258" y="-539"/>
                  <a:pt x="2768108" y="1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9826793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4222794" y="3468848"/>
            <a:ext cx="3662799" cy="2273525"/>
          </a:xfrm>
          <a:custGeom>
            <a:avLst/>
            <a:gdLst>
              <a:gd name="connsiteX0" fmla="*/ 0 w 3662799"/>
              <a:gd name="connsiteY0" fmla="*/ 0 h 2273525"/>
              <a:gd name="connsiteX1" fmla="*/ 3662799 w 3662799"/>
              <a:gd name="connsiteY1" fmla="*/ 0 h 2273525"/>
              <a:gd name="connsiteX2" fmla="*/ 3662799 w 3662799"/>
              <a:gd name="connsiteY2" fmla="*/ 2273525 h 2273525"/>
              <a:gd name="connsiteX3" fmla="*/ 0 w 3662799"/>
              <a:gd name="connsiteY3" fmla="*/ 2273525 h 227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2799" h="2273525">
                <a:moveTo>
                  <a:pt x="0" y="0"/>
                </a:moveTo>
                <a:lnTo>
                  <a:pt x="3662799" y="0"/>
                </a:lnTo>
                <a:lnTo>
                  <a:pt x="3662799" y="2273525"/>
                </a:lnTo>
                <a:lnTo>
                  <a:pt x="0" y="227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>
            <a:off x="2866022" y="4085831"/>
            <a:ext cx="1252659" cy="1787027"/>
          </a:xfrm>
          <a:custGeom>
            <a:avLst/>
            <a:gdLst>
              <a:gd name="connsiteX0" fmla="*/ 0 w 1252659"/>
              <a:gd name="connsiteY0" fmla="*/ 0 h 1787027"/>
              <a:gd name="connsiteX1" fmla="*/ 1252659 w 1252659"/>
              <a:gd name="connsiteY1" fmla="*/ 0 h 1787027"/>
              <a:gd name="connsiteX2" fmla="*/ 1252659 w 1252659"/>
              <a:gd name="connsiteY2" fmla="*/ 1787027 h 1787027"/>
              <a:gd name="connsiteX3" fmla="*/ 0 w 1252659"/>
              <a:gd name="connsiteY3" fmla="*/ 1787027 h 1787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659" h="1787027">
                <a:moveTo>
                  <a:pt x="0" y="0"/>
                </a:moveTo>
                <a:lnTo>
                  <a:pt x="1252659" y="0"/>
                </a:lnTo>
                <a:lnTo>
                  <a:pt x="1252659" y="1787027"/>
                </a:lnTo>
                <a:lnTo>
                  <a:pt x="0" y="17870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 hasCustomPrompt="1"/>
          </p:nvPr>
        </p:nvSpPr>
        <p:spPr>
          <a:xfrm>
            <a:off x="7977006" y="4040568"/>
            <a:ext cx="1426501" cy="1787027"/>
          </a:xfrm>
          <a:custGeom>
            <a:avLst/>
            <a:gdLst>
              <a:gd name="connsiteX0" fmla="*/ 0 w 1426501"/>
              <a:gd name="connsiteY0" fmla="*/ 0 h 1787027"/>
              <a:gd name="connsiteX1" fmla="*/ 1426501 w 1426501"/>
              <a:gd name="connsiteY1" fmla="*/ 0 h 1787027"/>
              <a:gd name="connsiteX2" fmla="*/ 1426501 w 1426501"/>
              <a:gd name="connsiteY2" fmla="*/ 1787027 h 1787027"/>
              <a:gd name="connsiteX3" fmla="*/ 0 w 1426501"/>
              <a:gd name="connsiteY3" fmla="*/ 1787027 h 1787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6501" h="1787027">
                <a:moveTo>
                  <a:pt x="0" y="0"/>
                </a:moveTo>
                <a:lnTo>
                  <a:pt x="1426501" y="0"/>
                </a:lnTo>
                <a:lnTo>
                  <a:pt x="1426501" y="1787027"/>
                </a:lnTo>
                <a:lnTo>
                  <a:pt x="0" y="17870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7053357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600575" y="3061069"/>
            <a:ext cx="2905124" cy="1830019"/>
          </a:xfrm>
          <a:custGeom>
            <a:avLst/>
            <a:gdLst>
              <a:gd name="connsiteX0" fmla="*/ 0 w 2905124"/>
              <a:gd name="connsiteY0" fmla="*/ 0 h 1830019"/>
              <a:gd name="connsiteX1" fmla="*/ 2905124 w 2905124"/>
              <a:gd name="connsiteY1" fmla="*/ 0 h 1830019"/>
              <a:gd name="connsiteX2" fmla="*/ 2905124 w 2905124"/>
              <a:gd name="connsiteY2" fmla="*/ 1830019 h 1830019"/>
              <a:gd name="connsiteX3" fmla="*/ 0 w 2905124"/>
              <a:gd name="connsiteY3" fmla="*/ 1830019 h 183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5124" h="1830019">
                <a:moveTo>
                  <a:pt x="0" y="0"/>
                </a:moveTo>
                <a:lnTo>
                  <a:pt x="2905124" y="0"/>
                </a:lnTo>
                <a:lnTo>
                  <a:pt x="2905124" y="1830019"/>
                </a:lnTo>
                <a:lnTo>
                  <a:pt x="0" y="183001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98141812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6261184" y="2745627"/>
            <a:ext cx="4897356" cy="2994345"/>
          </a:xfrm>
          <a:custGeom>
            <a:avLst/>
            <a:gdLst>
              <a:gd name="connsiteX0" fmla="*/ 0 w 4897356"/>
              <a:gd name="connsiteY0" fmla="*/ 0 h 2994345"/>
              <a:gd name="connsiteX1" fmla="*/ 4897356 w 4897356"/>
              <a:gd name="connsiteY1" fmla="*/ 0 h 2994345"/>
              <a:gd name="connsiteX2" fmla="*/ 4897356 w 4897356"/>
              <a:gd name="connsiteY2" fmla="*/ 2994345 h 2994345"/>
              <a:gd name="connsiteX3" fmla="*/ 0 w 4897356"/>
              <a:gd name="connsiteY3" fmla="*/ 2994345 h 299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7356" h="2994345">
                <a:moveTo>
                  <a:pt x="0" y="0"/>
                </a:moveTo>
                <a:lnTo>
                  <a:pt x="4897356" y="0"/>
                </a:lnTo>
                <a:lnTo>
                  <a:pt x="4897356" y="2994345"/>
                </a:lnTo>
                <a:lnTo>
                  <a:pt x="0" y="299434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201097238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1457325" y="3443289"/>
            <a:ext cx="3490914" cy="2195512"/>
          </a:xfrm>
          <a:custGeom>
            <a:avLst/>
            <a:gdLst>
              <a:gd name="connsiteX0" fmla="*/ 0 w 3490914"/>
              <a:gd name="connsiteY0" fmla="*/ 0 h 2195512"/>
              <a:gd name="connsiteX1" fmla="*/ 3490914 w 3490914"/>
              <a:gd name="connsiteY1" fmla="*/ 0 h 2195512"/>
              <a:gd name="connsiteX2" fmla="*/ 3490914 w 3490914"/>
              <a:gd name="connsiteY2" fmla="*/ 2195512 h 2195512"/>
              <a:gd name="connsiteX3" fmla="*/ 0 w 3490914"/>
              <a:gd name="connsiteY3" fmla="*/ 2195512 h 21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0914" h="2195512">
                <a:moveTo>
                  <a:pt x="0" y="0"/>
                </a:moveTo>
                <a:lnTo>
                  <a:pt x="3490914" y="0"/>
                </a:lnTo>
                <a:lnTo>
                  <a:pt x="3490914" y="2195512"/>
                </a:lnTo>
                <a:lnTo>
                  <a:pt x="0" y="21955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214155442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7005638" y="1052514"/>
            <a:ext cx="3424236" cy="1904999"/>
          </a:xfrm>
          <a:custGeom>
            <a:avLst/>
            <a:gdLst>
              <a:gd name="connsiteX0" fmla="*/ 0 w 3424236"/>
              <a:gd name="connsiteY0" fmla="*/ 0 h 1904999"/>
              <a:gd name="connsiteX1" fmla="*/ 3424236 w 3424236"/>
              <a:gd name="connsiteY1" fmla="*/ 0 h 1904999"/>
              <a:gd name="connsiteX2" fmla="*/ 3424236 w 3424236"/>
              <a:gd name="connsiteY2" fmla="*/ 1904999 h 1904999"/>
              <a:gd name="connsiteX3" fmla="*/ 0 w 3424236"/>
              <a:gd name="connsiteY3" fmla="*/ 1904999 h 1904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4236" h="1904999">
                <a:moveTo>
                  <a:pt x="0" y="0"/>
                </a:moveTo>
                <a:lnTo>
                  <a:pt x="3424236" y="0"/>
                </a:lnTo>
                <a:lnTo>
                  <a:pt x="3424236" y="1904999"/>
                </a:lnTo>
                <a:lnTo>
                  <a:pt x="0" y="1904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27201990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1375282" y="1269964"/>
            <a:ext cx="4518924" cy="3602550"/>
          </a:xfrm>
          <a:custGeom>
            <a:avLst/>
            <a:gdLst>
              <a:gd name="connsiteX0" fmla="*/ 3998178 w 4518924"/>
              <a:gd name="connsiteY0" fmla="*/ 0 h 3602550"/>
              <a:gd name="connsiteX1" fmla="*/ 4518924 w 4518924"/>
              <a:gd name="connsiteY1" fmla="*/ 2510108 h 3602550"/>
              <a:gd name="connsiteX2" fmla="*/ 654134 w 4518924"/>
              <a:gd name="connsiteY2" fmla="*/ 3602550 h 3602550"/>
              <a:gd name="connsiteX3" fmla="*/ 0 w 4518924"/>
              <a:gd name="connsiteY3" fmla="*/ 756075 h 360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8924" h="3602550">
                <a:moveTo>
                  <a:pt x="3998178" y="0"/>
                </a:moveTo>
                <a:cubicBezTo>
                  <a:pt x="4171760" y="836703"/>
                  <a:pt x="4345342" y="1673405"/>
                  <a:pt x="4518924" y="2510108"/>
                </a:cubicBezTo>
                <a:lnTo>
                  <a:pt x="654134" y="3602550"/>
                </a:lnTo>
                <a:lnTo>
                  <a:pt x="0" y="7560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43746676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6891338" y="2345079"/>
            <a:ext cx="2419350" cy="3469935"/>
          </a:xfrm>
          <a:custGeom>
            <a:avLst/>
            <a:gdLst>
              <a:gd name="connsiteX0" fmla="*/ 72242 w 2419350"/>
              <a:gd name="connsiteY0" fmla="*/ 0 h 3469935"/>
              <a:gd name="connsiteX1" fmla="*/ 2347108 w 2419350"/>
              <a:gd name="connsiteY1" fmla="*/ 0 h 3469935"/>
              <a:gd name="connsiteX2" fmla="*/ 2419350 w 2419350"/>
              <a:gd name="connsiteY2" fmla="*/ 72242 h 3469935"/>
              <a:gd name="connsiteX3" fmla="*/ 2419350 w 2419350"/>
              <a:gd name="connsiteY3" fmla="*/ 3397693 h 3469935"/>
              <a:gd name="connsiteX4" fmla="*/ 2347108 w 2419350"/>
              <a:gd name="connsiteY4" fmla="*/ 3469935 h 3469935"/>
              <a:gd name="connsiteX5" fmla="*/ 72242 w 2419350"/>
              <a:gd name="connsiteY5" fmla="*/ 3469935 h 3469935"/>
              <a:gd name="connsiteX6" fmla="*/ 0 w 2419350"/>
              <a:gd name="connsiteY6" fmla="*/ 3397693 h 3469935"/>
              <a:gd name="connsiteX7" fmla="*/ 0 w 2419350"/>
              <a:gd name="connsiteY7" fmla="*/ 72242 h 3469935"/>
              <a:gd name="connsiteX8" fmla="*/ 72242 w 2419350"/>
              <a:gd name="connsiteY8" fmla="*/ 0 h 3469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9350" h="3469935">
                <a:moveTo>
                  <a:pt x="72242" y="0"/>
                </a:moveTo>
                <a:lnTo>
                  <a:pt x="2347108" y="0"/>
                </a:lnTo>
                <a:cubicBezTo>
                  <a:pt x="2387006" y="0"/>
                  <a:pt x="2419350" y="32344"/>
                  <a:pt x="2419350" y="72242"/>
                </a:cubicBezTo>
                <a:lnTo>
                  <a:pt x="2419350" y="3397693"/>
                </a:lnTo>
                <a:cubicBezTo>
                  <a:pt x="2419350" y="3437591"/>
                  <a:pt x="2387006" y="3469935"/>
                  <a:pt x="2347108" y="3469935"/>
                </a:cubicBezTo>
                <a:lnTo>
                  <a:pt x="72242" y="3469935"/>
                </a:lnTo>
                <a:cubicBezTo>
                  <a:pt x="32344" y="3469935"/>
                  <a:pt x="0" y="3437591"/>
                  <a:pt x="0" y="3397693"/>
                </a:cubicBezTo>
                <a:lnTo>
                  <a:pt x="0" y="72242"/>
                </a:lnTo>
                <a:cubicBezTo>
                  <a:pt x="0" y="32344"/>
                  <a:pt x="32344" y="0"/>
                  <a:pt x="72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516507" y="2719389"/>
            <a:ext cx="4776787" cy="3000375"/>
          </a:xfrm>
          <a:custGeom>
            <a:avLst/>
            <a:gdLst>
              <a:gd name="connsiteX0" fmla="*/ 0 w 4776787"/>
              <a:gd name="connsiteY0" fmla="*/ 0 h 3000375"/>
              <a:gd name="connsiteX1" fmla="*/ 4776787 w 4776787"/>
              <a:gd name="connsiteY1" fmla="*/ 0 h 3000375"/>
              <a:gd name="connsiteX2" fmla="*/ 4776787 w 4776787"/>
              <a:gd name="connsiteY2" fmla="*/ 3000375 h 3000375"/>
              <a:gd name="connsiteX3" fmla="*/ 0 w 4776787"/>
              <a:gd name="connsiteY3" fmla="*/ 3000375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6787" h="3000375">
                <a:moveTo>
                  <a:pt x="0" y="0"/>
                </a:moveTo>
                <a:lnTo>
                  <a:pt x="4776787" y="0"/>
                </a:lnTo>
                <a:lnTo>
                  <a:pt x="4776787" y="3000375"/>
                </a:lnTo>
                <a:lnTo>
                  <a:pt x="0" y="30003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8858253" y="3820908"/>
            <a:ext cx="1036440" cy="2190046"/>
          </a:xfrm>
          <a:custGeom>
            <a:avLst/>
            <a:gdLst>
              <a:gd name="connsiteX0" fmla="*/ 98899 w 1036440"/>
              <a:gd name="connsiteY0" fmla="*/ 151 h 2190046"/>
              <a:gd name="connsiteX1" fmla="*/ 108101 w 1036440"/>
              <a:gd name="connsiteY1" fmla="*/ 188 h 2190046"/>
              <a:gd name="connsiteX2" fmla="*/ 220169 w 1036440"/>
              <a:gd name="connsiteY2" fmla="*/ 188 h 2190046"/>
              <a:gd name="connsiteX3" fmla="*/ 234476 w 1036440"/>
              <a:gd name="connsiteY3" fmla="*/ 7313 h 2190046"/>
              <a:gd name="connsiteX4" fmla="*/ 240834 w 1036440"/>
              <a:gd name="connsiteY4" fmla="*/ 40565 h 2190046"/>
              <a:gd name="connsiteX5" fmla="*/ 294086 w 1036440"/>
              <a:gd name="connsiteY5" fmla="*/ 83316 h 2190046"/>
              <a:gd name="connsiteX6" fmla="*/ 740770 w 1036440"/>
              <a:gd name="connsiteY6" fmla="*/ 83316 h 2190046"/>
              <a:gd name="connsiteX7" fmla="*/ 805945 w 1036440"/>
              <a:gd name="connsiteY7" fmla="*/ 16813 h 2190046"/>
              <a:gd name="connsiteX8" fmla="*/ 821841 w 1036440"/>
              <a:gd name="connsiteY8" fmla="*/ 979 h 2190046"/>
              <a:gd name="connsiteX9" fmla="*/ 918808 w 1036440"/>
              <a:gd name="connsiteY9" fmla="*/ 979 h 2190046"/>
              <a:gd name="connsiteX10" fmla="*/ 999084 w 1036440"/>
              <a:gd name="connsiteY10" fmla="*/ 24731 h 2190046"/>
              <a:gd name="connsiteX11" fmla="*/ 1036440 w 1036440"/>
              <a:gd name="connsiteY11" fmla="*/ 95192 h 2190046"/>
              <a:gd name="connsiteX12" fmla="*/ 1027697 w 1036440"/>
              <a:gd name="connsiteY12" fmla="*/ 2038821 h 2190046"/>
              <a:gd name="connsiteX13" fmla="*/ 1007827 w 1036440"/>
              <a:gd name="connsiteY13" fmla="*/ 2151242 h 2190046"/>
              <a:gd name="connsiteX14" fmla="*/ 932320 w 1036440"/>
              <a:gd name="connsiteY14" fmla="*/ 2190036 h 2190046"/>
              <a:gd name="connsiteX15" fmla="*/ 137509 w 1036440"/>
              <a:gd name="connsiteY15" fmla="*/ 2190036 h 2190046"/>
              <a:gd name="connsiteX16" fmla="*/ 27030 w 1036440"/>
              <a:gd name="connsiteY16" fmla="*/ 2156784 h 2190046"/>
              <a:gd name="connsiteX17" fmla="*/ 801 w 1036440"/>
              <a:gd name="connsiteY17" fmla="*/ 2049113 h 2190046"/>
              <a:gd name="connsiteX18" fmla="*/ 5570 w 1036440"/>
              <a:gd name="connsiteY18" fmla="*/ 169612 h 2190046"/>
              <a:gd name="connsiteX19" fmla="*/ 19877 w 1036440"/>
              <a:gd name="connsiteY19" fmla="*/ 54815 h 2190046"/>
              <a:gd name="connsiteX20" fmla="*/ 98899 w 1036440"/>
              <a:gd name="connsiteY20" fmla="*/ 151 h 219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036440" h="2190046">
                <a:moveTo>
                  <a:pt x="98899" y="151"/>
                </a:moveTo>
                <a:cubicBezTo>
                  <a:pt x="104624" y="-208"/>
                  <a:pt x="108101" y="188"/>
                  <a:pt x="108101" y="188"/>
                </a:cubicBezTo>
                <a:cubicBezTo>
                  <a:pt x="108101" y="188"/>
                  <a:pt x="108101" y="188"/>
                  <a:pt x="220169" y="188"/>
                </a:cubicBezTo>
                <a:cubicBezTo>
                  <a:pt x="229707" y="979"/>
                  <a:pt x="231296" y="2563"/>
                  <a:pt x="234476" y="7313"/>
                </a:cubicBezTo>
                <a:cubicBezTo>
                  <a:pt x="236860" y="12063"/>
                  <a:pt x="237655" y="22355"/>
                  <a:pt x="240834" y="40565"/>
                </a:cubicBezTo>
                <a:cubicBezTo>
                  <a:pt x="248782" y="80150"/>
                  <a:pt x="294086" y="83316"/>
                  <a:pt x="294086" y="83316"/>
                </a:cubicBezTo>
                <a:cubicBezTo>
                  <a:pt x="294086" y="83316"/>
                  <a:pt x="681159" y="83316"/>
                  <a:pt x="740770" y="83316"/>
                </a:cubicBezTo>
                <a:cubicBezTo>
                  <a:pt x="800381" y="83316"/>
                  <a:pt x="805945" y="31856"/>
                  <a:pt x="805945" y="16813"/>
                </a:cubicBezTo>
                <a:cubicBezTo>
                  <a:pt x="805945" y="979"/>
                  <a:pt x="821841" y="979"/>
                  <a:pt x="821841" y="979"/>
                </a:cubicBezTo>
                <a:cubicBezTo>
                  <a:pt x="821841" y="979"/>
                  <a:pt x="890990" y="979"/>
                  <a:pt x="918808" y="979"/>
                </a:cubicBezTo>
                <a:cubicBezTo>
                  <a:pt x="946626" y="979"/>
                  <a:pt x="968881" y="4938"/>
                  <a:pt x="999084" y="24731"/>
                </a:cubicBezTo>
                <a:cubicBezTo>
                  <a:pt x="1034850" y="48482"/>
                  <a:pt x="1036440" y="95192"/>
                  <a:pt x="1036440" y="95192"/>
                </a:cubicBezTo>
                <a:cubicBezTo>
                  <a:pt x="1036440" y="95192"/>
                  <a:pt x="1027697" y="2009528"/>
                  <a:pt x="1027697" y="2038821"/>
                </a:cubicBezTo>
                <a:cubicBezTo>
                  <a:pt x="1027697" y="2068114"/>
                  <a:pt x="1034850" y="2115616"/>
                  <a:pt x="1007827" y="2151242"/>
                </a:cubicBezTo>
                <a:cubicBezTo>
                  <a:pt x="980803" y="2187661"/>
                  <a:pt x="932320" y="2190036"/>
                  <a:pt x="932320" y="2190036"/>
                </a:cubicBezTo>
                <a:cubicBezTo>
                  <a:pt x="932320" y="2190036"/>
                  <a:pt x="168506" y="2190036"/>
                  <a:pt x="137509" y="2190036"/>
                </a:cubicBezTo>
                <a:cubicBezTo>
                  <a:pt x="106511" y="2190036"/>
                  <a:pt x="61207" y="2191619"/>
                  <a:pt x="27030" y="2156784"/>
                </a:cubicBezTo>
                <a:cubicBezTo>
                  <a:pt x="-7147" y="2121158"/>
                  <a:pt x="801" y="2049113"/>
                  <a:pt x="801" y="2049113"/>
                </a:cubicBezTo>
                <a:cubicBezTo>
                  <a:pt x="801" y="2049113"/>
                  <a:pt x="5570" y="204447"/>
                  <a:pt x="5570" y="169612"/>
                </a:cubicBezTo>
                <a:cubicBezTo>
                  <a:pt x="5570" y="133985"/>
                  <a:pt x="1596" y="90442"/>
                  <a:pt x="19877" y="54815"/>
                </a:cubicBezTo>
                <a:cubicBezTo>
                  <a:pt x="44317" y="9094"/>
                  <a:pt x="81723" y="1227"/>
                  <a:pt x="98899" y="1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2729397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1169857" y="2448379"/>
            <a:ext cx="4158796" cy="2385302"/>
          </a:xfrm>
          <a:custGeom>
            <a:avLst/>
            <a:gdLst>
              <a:gd name="connsiteX0" fmla="*/ 0 w 4158796"/>
              <a:gd name="connsiteY0" fmla="*/ 0 h 2385302"/>
              <a:gd name="connsiteX1" fmla="*/ 4158796 w 4158796"/>
              <a:gd name="connsiteY1" fmla="*/ 0 h 2385302"/>
              <a:gd name="connsiteX2" fmla="*/ 4158796 w 4158796"/>
              <a:gd name="connsiteY2" fmla="*/ 2385302 h 2385302"/>
              <a:gd name="connsiteX3" fmla="*/ 0 w 4158796"/>
              <a:gd name="connsiteY3" fmla="*/ 2385302 h 238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796" h="2385302">
                <a:moveTo>
                  <a:pt x="0" y="0"/>
                </a:moveTo>
                <a:lnTo>
                  <a:pt x="4158796" y="0"/>
                </a:lnTo>
                <a:lnTo>
                  <a:pt x="4158796" y="2385302"/>
                </a:lnTo>
                <a:lnTo>
                  <a:pt x="0" y="23853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10342183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1586"/>
            <a:ext cx="12203112" cy="5380039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3609373" y="2448379"/>
            <a:ext cx="4158796" cy="2385303"/>
          </a:xfrm>
          <a:custGeom>
            <a:avLst/>
            <a:gdLst>
              <a:gd name="connsiteX0" fmla="*/ 0 w 4158796"/>
              <a:gd name="connsiteY0" fmla="*/ 0 h 2385303"/>
              <a:gd name="connsiteX1" fmla="*/ 4158796 w 4158796"/>
              <a:gd name="connsiteY1" fmla="*/ 0 h 2385303"/>
              <a:gd name="connsiteX2" fmla="*/ 4158796 w 4158796"/>
              <a:gd name="connsiteY2" fmla="*/ 2385303 h 2385303"/>
              <a:gd name="connsiteX3" fmla="*/ 0 w 4158796"/>
              <a:gd name="connsiteY3" fmla="*/ 2385303 h 23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796" h="2385303">
                <a:moveTo>
                  <a:pt x="0" y="0"/>
                </a:moveTo>
                <a:lnTo>
                  <a:pt x="4158796" y="0"/>
                </a:lnTo>
                <a:lnTo>
                  <a:pt x="4158796" y="2385303"/>
                </a:lnTo>
                <a:lnTo>
                  <a:pt x="0" y="238530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6" hasCustomPrompt="1"/>
          </p:nvPr>
        </p:nvSpPr>
        <p:spPr>
          <a:xfrm>
            <a:off x="7124699" y="3989164"/>
            <a:ext cx="3354565" cy="2106837"/>
          </a:xfrm>
          <a:custGeom>
            <a:avLst/>
            <a:gdLst>
              <a:gd name="connsiteX0" fmla="*/ 0 w 3354565"/>
              <a:gd name="connsiteY0" fmla="*/ 0 h 2106837"/>
              <a:gd name="connsiteX1" fmla="*/ 3354565 w 3354565"/>
              <a:gd name="connsiteY1" fmla="*/ 0 h 2106837"/>
              <a:gd name="connsiteX2" fmla="*/ 3354565 w 3354565"/>
              <a:gd name="connsiteY2" fmla="*/ 2106837 h 2106837"/>
              <a:gd name="connsiteX3" fmla="*/ 0 w 3354565"/>
              <a:gd name="connsiteY3" fmla="*/ 2106837 h 2106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4565" h="2106837">
                <a:moveTo>
                  <a:pt x="0" y="0"/>
                </a:moveTo>
                <a:lnTo>
                  <a:pt x="3354565" y="0"/>
                </a:lnTo>
                <a:lnTo>
                  <a:pt x="3354565" y="2106837"/>
                </a:lnTo>
                <a:lnTo>
                  <a:pt x="0" y="210683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7" hasCustomPrompt="1"/>
          </p:nvPr>
        </p:nvSpPr>
        <p:spPr>
          <a:xfrm>
            <a:off x="2524593" y="4248754"/>
            <a:ext cx="1367204" cy="1960902"/>
          </a:xfrm>
          <a:custGeom>
            <a:avLst/>
            <a:gdLst>
              <a:gd name="connsiteX0" fmla="*/ 40825 w 1367204"/>
              <a:gd name="connsiteY0" fmla="*/ 0 h 1960902"/>
              <a:gd name="connsiteX1" fmla="*/ 1326379 w 1367204"/>
              <a:gd name="connsiteY1" fmla="*/ 0 h 1960902"/>
              <a:gd name="connsiteX2" fmla="*/ 1367204 w 1367204"/>
              <a:gd name="connsiteY2" fmla="*/ 40825 h 1960902"/>
              <a:gd name="connsiteX3" fmla="*/ 1367204 w 1367204"/>
              <a:gd name="connsiteY3" fmla="*/ 1920077 h 1960902"/>
              <a:gd name="connsiteX4" fmla="*/ 1326379 w 1367204"/>
              <a:gd name="connsiteY4" fmla="*/ 1960902 h 1960902"/>
              <a:gd name="connsiteX5" fmla="*/ 40825 w 1367204"/>
              <a:gd name="connsiteY5" fmla="*/ 1960902 h 1960902"/>
              <a:gd name="connsiteX6" fmla="*/ 0 w 1367204"/>
              <a:gd name="connsiteY6" fmla="*/ 1920077 h 1960902"/>
              <a:gd name="connsiteX7" fmla="*/ 0 w 1367204"/>
              <a:gd name="connsiteY7" fmla="*/ 40825 h 1960902"/>
              <a:gd name="connsiteX8" fmla="*/ 40825 w 1367204"/>
              <a:gd name="connsiteY8" fmla="*/ 0 h 1960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7204" h="1960902">
                <a:moveTo>
                  <a:pt x="40825" y="0"/>
                </a:moveTo>
                <a:lnTo>
                  <a:pt x="1326379" y="0"/>
                </a:lnTo>
                <a:cubicBezTo>
                  <a:pt x="1348926" y="0"/>
                  <a:pt x="1367204" y="18278"/>
                  <a:pt x="1367204" y="40825"/>
                </a:cubicBezTo>
                <a:lnTo>
                  <a:pt x="1367204" y="1920077"/>
                </a:lnTo>
                <a:cubicBezTo>
                  <a:pt x="1367204" y="1942624"/>
                  <a:pt x="1348926" y="1960902"/>
                  <a:pt x="1326379" y="1960902"/>
                </a:cubicBezTo>
                <a:lnTo>
                  <a:pt x="40825" y="1960902"/>
                </a:lnTo>
                <a:cubicBezTo>
                  <a:pt x="18278" y="1960902"/>
                  <a:pt x="0" y="1942624"/>
                  <a:pt x="0" y="1920077"/>
                </a:cubicBezTo>
                <a:lnTo>
                  <a:pt x="0" y="40825"/>
                </a:lnTo>
                <a:cubicBezTo>
                  <a:pt x="0" y="18278"/>
                  <a:pt x="18278" y="0"/>
                  <a:pt x="4082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92310" y="4962071"/>
            <a:ext cx="638397" cy="1348964"/>
          </a:xfrm>
          <a:custGeom>
            <a:avLst/>
            <a:gdLst>
              <a:gd name="connsiteX0" fmla="*/ 60917 w 638397"/>
              <a:gd name="connsiteY0" fmla="*/ 93 h 1348964"/>
              <a:gd name="connsiteX1" fmla="*/ 66585 w 638397"/>
              <a:gd name="connsiteY1" fmla="*/ 116 h 1348964"/>
              <a:gd name="connsiteX2" fmla="*/ 135614 w 638397"/>
              <a:gd name="connsiteY2" fmla="*/ 116 h 1348964"/>
              <a:gd name="connsiteX3" fmla="*/ 144426 w 638397"/>
              <a:gd name="connsiteY3" fmla="*/ 4505 h 1348964"/>
              <a:gd name="connsiteX4" fmla="*/ 148342 w 638397"/>
              <a:gd name="connsiteY4" fmla="*/ 24987 h 1348964"/>
              <a:gd name="connsiteX5" fmla="*/ 181143 w 638397"/>
              <a:gd name="connsiteY5" fmla="*/ 51320 h 1348964"/>
              <a:gd name="connsiteX6" fmla="*/ 456279 w 638397"/>
              <a:gd name="connsiteY6" fmla="*/ 51320 h 1348964"/>
              <a:gd name="connsiteX7" fmla="*/ 496423 w 638397"/>
              <a:gd name="connsiteY7" fmla="*/ 10357 h 1348964"/>
              <a:gd name="connsiteX8" fmla="*/ 506215 w 638397"/>
              <a:gd name="connsiteY8" fmla="*/ 604 h 1348964"/>
              <a:gd name="connsiteX9" fmla="*/ 565942 w 638397"/>
              <a:gd name="connsiteY9" fmla="*/ 604 h 1348964"/>
              <a:gd name="connsiteX10" fmla="*/ 615388 w 638397"/>
              <a:gd name="connsiteY10" fmla="*/ 15234 h 1348964"/>
              <a:gd name="connsiteX11" fmla="*/ 638397 w 638397"/>
              <a:gd name="connsiteY11" fmla="*/ 58635 h 1348964"/>
              <a:gd name="connsiteX12" fmla="*/ 633012 w 638397"/>
              <a:gd name="connsiteY12" fmla="*/ 1255817 h 1348964"/>
              <a:gd name="connsiteX13" fmla="*/ 620773 w 638397"/>
              <a:gd name="connsiteY13" fmla="*/ 1325063 h 1348964"/>
              <a:gd name="connsiteX14" fmla="*/ 574264 w 638397"/>
              <a:gd name="connsiteY14" fmla="*/ 1348958 h 1348964"/>
              <a:gd name="connsiteX15" fmla="*/ 84699 w 638397"/>
              <a:gd name="connsiteY15" fmla="*/ 1348958 h 1348964"/>
              <a:gd name="connsiteX16" fmla="*/ 16649 w 638397"/>
              <a:gd name="connsiteY16" fmla="*/ 1328477 h 1348964"/>
              <a:gd name="connsiteX17" fmla="*/ 494 w 638397"/>
              <a:gd name="connsiteY17" fmla="*/ 1262156 h 1348964"/>
              <a:gd name="connsiteX18" fmla="*/ 3431 w 638397"/>
              <a:gd name="connsiteY18" fmla="*/ 104474 h 1348964"/>
              <a:gd name="connsiteX19" fmla="*/ 12243 w 638397"/>
              <a:gd name="connsiteY19" fmla="*/ 33764 h 1348964"/>
              <a:gd name="connsiteX20" fmla="*/ 60917 w 638397"/>
              <a:gd name="connsiteY20" fmla="*/ 93 h 1348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38397" h="1348964">
                <a:moveTo>
                  <a:pt x="60917" y="93"/>
                </a:moveTo>
                <a:cubicBezTo>
                  <a:pt x="64443" y="-128"/>
                  <a:pt x="66585" y="116"/>
                  <a:pt x="66585" y="116"/>
                </a:cubicBezTo>
                <a:cubicBezTo>
                  <a:pt x="66585" y="116"/>
                  <a:pt x="66585" y="116"/>
                  <a:pt x="135614" y="116"/>
                </a:cubicBezTo>
                <a:cubicBezTo>
                  <a:pt x="141489" y="604"/>
                  <a:pt x="142468" y="1579"/>
                  <a:pt x="144426" y="4505"/>
                </a:cubicBezTo>
                <a:cubicBezTo>
                  <a:pt x="145895" y="7431"/>
                  <a:pt x="146384" y="13771"/>
                  <a:pt x="148342" y="24987"/>
                </a:cubicBezTo>
                <a:cubicBezTo>
                  <a:pt x="153238" y="49369"/>
                  <a:pt x="181143" y="51320"/>
                  <a:pt x="181143" y="51320"/>
                </a:cubicBezTo>
                <a:cubicBezTo>
                  <a:pt x="181143" y="51320"/>
                  <a:pt x="419562" y="51320"/>
                  <a:pt x="456279" y="51320"/>
                </a:cubicBezTo>
                <a:cubicBezTo>
                  <a:pt x="492996" y="51320"/>
                  <a:pt x="496423" y="19622"/>
                  <a:pt x="496423" y="10357"/>
                </a:cubicBezTo>
                <a:cubicBezTo>
                  <a:pt x="496423" y="604"/>
                  <a:pt x="506215" y="604"/>
                  <a:pt x="506215" y="604"/>
                </a:cubicBezTo>
                <a:cubicBezTo>
                  <a:pt x="506215" y="604"/>
                  <a:pt x="548807" y="604"/>
                  <a:pt x="565942" y="604"/>
                </a:cubicBezTo>
                <a:cubicBezTo>
                  <a:pt x="583076" y="604"/>
                  <a:pt x="596784" y="3042"/>
                  <a:pt x="615388" y="15234"/>
                </a:cubicBezTo>
                <a:cubicBezTo>
                  <a:pt x="637418" y="29863"/>
                  <a:pt x="638397" y="58635"/>
                  <a:pt x="638397" y="58635"/>
                </a:cubicBezTo>
                <a:cubicBezTo>
                  <a:pt x="638397" y="58635"/>
                  <a:pt x="633012" y="1237774"/>
                  <a:pt x="633012" y="1255817"/>
                </a:cubicBezTo>
                <a:cubicBezTo>
                  <a:pt x="633012" y="1273860"/>
                  <a:pt x="637418" y="1303119"/>
                  <a:pt x="620773" y="1325063"/>
                </a:cubicBezTo>
                <a:cubicBezTo>
                  <a:pt x="604128" y="1347495"/>
                  <a:pt x="574264" y="1348958"/>
                  <a:pt x="574264" y="1348958"/>
                </a:cubicBezTo>
                <a:cubicBezTo>
                  <a:pt x="574264" y="1348958"/>
                  <a:pt x="103792" y="1348958"/>
                  <a:pt x="84699" y="1348958"/>
                </a:cubicBezTo>
                <a:cubicBezTo>
                  <a:pt x="65606" y="1348958"/>
                  <a:pt x="37701" y="1349933"/>
                  <a:pt x="16649" y="1328477"/>
                </a:cubicBezTo>
                <a:cubicBezTo>
                  <a:pt x="-4402" y="1306532"/>
                  <a:pt x="494" y="1262156"/>
                  <a:pt x="494" y="1262156"/>
                </a:cubicBezTo>
                <a:cubicBezTo>
                  <a:pt x="494" y="1262156"/>
                  <a:pt x="3431" y="125930"/>
                  <a:pt x="3431" y="104474"/>
                </a:cubicBezTo>
                <a:cubicBezTo>
                  <a:pt x="3431" y="82529"/>
                  <a:pt x="983" y="55709"/>
                  <a:pt x="12243" y="33764"/>
                </a:cubicBezTo>
                <a:cubicBezTo>
                  <a:pt x="27297" y="5603"/>
                  <a:pt x="50338" y="756"/>
                  <a:pt x="60917" y="9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46147537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09002" y="2163014"/>
            <a:ext cx="2327387" cy="2764391"/>
          </a:xfrm>
          <a:custGeom>
            <a:avLst/>
            <a:gdLst>
              <a:gd name="connsiteX0" fmla="*/ 375198 w 2327387"/>
              <a:gd name="connsiteY0" fmla="*/ 0 h 2764391"/>
              <a:gd name="connsiteX1" fmla="*/ 1952189 w 2327387"/>
              <a:gd name="connsiteY1" fmla="*/ 0 h 2764391"/>
              <a:gd name="connsiteX2" fmla="*/ 2327387 w 2327387"/>
              <a:gd name="connsiteY2" fmla="*/ 375198 h 2764391"/>
              <a:gd name="connsiteX3" fmla="*/ 2327387 w 2327387"/>
              <a:gd name="connsiteY3" fmla="*/ 2389193 h 2764391"/>
              <a:gd name="connsiteX4" fmla="*/ 1952189 w 2327387"/>
              <a:gd name="connsiteY4" fmla="*/ 2764391 h 2764391"/>
              <a:gd name="connsiteX5" fmla="*/ 375198 w 2327387"/>
              <a:gd name="connsiteY5" fmla="*/ 2764391 h 2764391"/>
              <a:gd name="connsiteX6" fmla="*/ 0 w 2327387"/>
              <a:gd name="connsiteY6" fmla="*/ 2389193 h 2764391"/>
              <a:gd name="connsiteX7" fmla="*/ 0 w 2327387"/>
              <a:gd name="connsiteY7" fmla="*/ 375198 h 2764391"/>
              <a:gd name="connsiteX8" fmla="*/ 375198 w 2327387"/>
              <a:gd name="connsiteY8" fmla="*/ 0 h 276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7387" h="2764391">
                <a:moveTo>
                  <a:pt x="375198" y="0"/>
                </a:moveTo>
                <a:lnTo>
                  <a:pt x="1952189" y="0"/>
                </a:lnTo>
                <a:cubicBezTo>
                  <a:pt x="2159405" y="0"/>
                  <a:pt x="2327387" y="167982"/>
                  <a:pt x="2327387" y="375198"/>
                </a:cubicBezTo>
                <a:lnTo>
                  <a:pt x="2327387" y="2389193"/>
                </a:lnTo>
                <a:cubicBezTo>
                  <a:pt x="2327387" y="2596409"/>
                  <a:pt x="2159405" y="2764391"/>
                  <a:pt x="1952189" y="2764391"/>
                </a:cubicBezTo>
                <a:lnTo>
                  <a:pt x="375198" y="2764391"/>
                </a:lnTo>
                <a:cubicBezTo>
                  <a:pt x="167982" y="2764391"/>
                  <a:pt x="0" y="2596409"/>
                  <a:pt x="0" y="2389193"/>
                </a:cubicBezTo>
                <a:lnTo>
                  <a:pt x="0" y="375198"/>
                </a:lnTo>
                <a:cubicBezTo>
                  <a:pt x="0" y="167982"/>
                  <a:pt x="167982" y="0"/>
                  <a:pt x="37519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040698023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7588018" y="2172910"/>
            <a:ext cx="1800345" cy="2634397"/>
          </a:xfrm>
          <a:custGeom>
            <a:avLst/>
            <a:gdLst>
              <a:gd name="connsiteX0" fmla="*/ 1464875 w 1800345"/>
              <a:gd name="connsiteY0" fmla="*/ 348 h 2634397"/>
              <a:gd name="connsiteX1" fmla="*/ 1800233 w 1800345"/>
              <a:gd name="connsiteY1" fmla="*/ 326462 h 2634397"/>
              <a:gd name="connsiteX2" fmla="*/ 1728848 w 1800345"/>
              <a:gd name="connsiteY2" fmla="*/ 2276742 h 2634397"/>
              <a:gd name="connsiteX3" fmla="*/ 1385524 w 1800345"/>
              <a:gd name="connsiteY3" fmla="*/ 2625994 h 2634397"/>
              <a:gd name="connsiteX4" fmla="*/ 307959 w 1800345"/>
              <a:gd name="connsiteY4" fmla="*/ 2622537 h 2634397"/>
              <a:gd name="connsiteX5" fmla="*/ 5426 w 1800345"/>
              <a:gd name="connsiteY5" fmla="*/ 2287116 h 2634397"/>
              <a:gd name="connsiteX6" fmla="*/ 83608 w 1800345"/>
              <a:gd name="connsiteY6" fmla="*/ 426742 h 2634397"/>
              <a:gd name="connsiteX7" fmla="*/ 375945 w 1800345"/>
              <a:gd name="connsiteY7" fmla="*/ 39453 h 2634397"/>
              <a:gd name="connsiteX8" fmla="*/ 1450109 w 1800345"/>
              <a:gd name="connsiteY8" fmla="*/ 1415 h 2634397"/>
              <a:gd name="connsiteX9" fmla="*/ 1464875 w 1800345"/>
              <a:gd name="connsiteY9" fmla="*/ 348 h 263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00345" h="2634397">
                <a:moveTo>
                  <a:pt x="1464875" y="348"/>
                </a:moveTo>
                <a:cubicBezTo>
                  <a:pt x="1530682" y="-2583"/>
                  <a:pt x="1794284" y="5738"/>
                  <a:pt x="1800233" y="326462"/>
                </a:cubicBezTo>
                <a:cubicBezTo>
                  <a:pt x="1803632" y="696462"/>
                  <a:pt x="1728848" y="2276742"/>
                  <a:pt x="1728848" y="2276742"/>
                </a:cubicBezTo>
                <a:cubicBezTo>
                  <a:pt x="1728848" y="2276742"/>
                  <a:pt x="1739046" y="2608705"/>
                  <a:pt x="1385524" y="2625994"/>
                </a:cubicBezTo>
                <a:cubicBezTo>
                  <a:pt x="1032001" y="2646742"/>
                  <a:pt x="307959" y="2622537"/>
                  <a:pt x="307959" y="2622537"/>
                </a:cubicBezTo>
                <a:cubicBezTo>
                  <a:pt x="307959" y="2622537"/>
                  <a:pt x="32620" y="2612163"/>
                  <a:pt x="5426" y="2287116"/>
                </a:cubicBezTo>
                <a:cubicBezTo>
                  <a:pt x="-25168" y="1962069"/>
                  <a:pt x="83608" y="426742"/>
                  <a:pt x="83608" y="426742"/>
                </a:cubicBezTo>
                <a:cubicBezTo>
                  <a:pt x="83608" y="426742"/>
                  <a:pt x="83608" y="60200"/>
                  <a:pt x="375945" y="39453"/>
                </a:cubicBezTo>
                <a:cubicBezTo>
                  <a:pt x="1450109" y="1415"/>
                  <a:pt x="1450109" y="1415"/>
                  <a:pt x="1450109" y="1415"/>
                </a:cubicBezTo>
                <a:cubicBezTo>
                  <a:pt x="1450109" y="1415"/>
                  <a:pt x="1455473" y="767"/>
                  <a:pt x="1464875" y="34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930789694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367570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171700"/>
            <a:ext cx="12192000" cy="4686300"/>
          </a:xfrm>
          <a:custGeom>
            <a:avLst/>
            <a:gdLst>
              <a:gd name="connsiteX0" fmla="*/ 7590971 w 12192000"/>
              <a:gd name="connsiteY0" fmla="*/ 0 h 4686300"/>
              <a:gd name="connsiteX1" fmla="*/ 12192000 w 12192000"/>
              <a:gd name="connsiteY1" fmla="*/ 0 h 4686300"/>
              <a:gd name="connsiteX2" fmla="*/ 12192000 w 12192000"/>
              <a:gd name="connsiteY2" fmla="*/ 4686300 h 4686300"/>
              <a:gd name="connsiteX3" fmla="*/ 8153400 w 12192000"/>
              <a:gd name="connsiteY3" fmla="*/ 4686300 h 4686300"/>
              <a:gd name="connsiteX4" fmla="*/ 7590971 w 12192000"/>
              <a:gd name="connsiteY4" fmla="*/ 4686300 h 4686300"/>
              <a:gd name="connsiteX5" fmla="*/ 0 w 12192000"/>
              <a:gd name="connsiteY5" fmla="*/ 4686300 h 4686300"/>
              <a:gd name="connsiteX6" fmla="*/ 0 w 12192000"/>
              <a:gd name="connsiteY6" fmla="*/ 2381250 h 4686300"/>
              <a:gd name="connsiteX7" fmla="*/ 7590971 w 12192000"/>
              <a:gd name="connsiteY7" fmla="*/ 2381250 h 468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686300">
                <a:moveTo>
                  <a:pt x="7590971" y="0"/>
                </a:moveTo>
                <a:lnTo>
                  <a:pt x="12192000" y="0"/>
                </a:lnTo>
                <a:lnTo>
                  <a:pt x="12192000" y="4686300"/>
                </a:lnTo>
                <a:lnTo>
                  <a:pt x="8153400" y="4686300"/>
                </a:lnTo>
                <a:lnTo>
                  <a:pt x="7590971" y="4686300"/>
                </a:lnTo>
                <a:lnTo>
                  <a:pt x="0" y="4686300"/>
                </a:lnTo>
                <a:lnTo>
                  <a:pt x="0" y="2381250"/>
                </a:lnTo>
                <a:lnTo>
                  <a:pt x="7590971" y="23812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16226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029717" y="1330610"/>
            <a:ext cx="2558766" cy="3114391"/>
          </a:xfrm>
          <a:custGeom>
            <a:avLst/>
            <a:gdLst>
              <a:gd name="connsiteX0" fmla="*/ 0 w 2558766"/>
              <a:gd name="connsiteY0" fmla="*/ 0 h 3114391"/>
              <a:gd name="connsiteX1" fmla="*/ 2558766 w 2558766"/>
              <a:gd name="connsiteY1" fmla="*/ 0 h 3114391"/>
              <a:gd name="connsiteX2" fmla="*/ 2558766 w 2558766"/>
              <a:gd name="connsiteY2" fmla="*/ 1835008 h 3114391"/>
              <a:gd name="connsiteX3" fmla="*/ 1279383 w 2558766"/>
              <a:gd name="connsiteY3" fmla="*/ 3114391 h 3114391"/>
              <a:gd name="connsiteX4" fmla="*/ 0 w 2558766"/>
              <a:gd name="connsiteY4" fmla="*/ 1835008 h 311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8766" h="3114391">
                <a:moveTo>
                  <a:pt x="0" y="0"/>
                </a:moveTo>
                <a:lnTo>
                  <a:pt x="2558766" y="0"/>
                </a:lnTo>
                <a:lnTo>
                  <a:pt x="2558766" y="1835008"/>
                </a:lnTo>
                <a:cubicBezTo>
                  <a:pt x="2558766" y="2541592"/>
                  <a:pt x="1985967" y="3114391"/>
                  <a:pt x="1279383" y="3114391"/>
                </a:cubicBezTo>
                <a:cubicBezTo>
                  <a:pt x="572799" y="3114391"/>
                  <a:pt x="0" y="2541592"/>
                  <a:pt x="0" y="183500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42744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809875"/>
            <a:ext cx="6997700" cy="4048125"/>
          </a:xfrm>
          <a:custGeom>
            <a:avLst/>
            <a:gdLst>
              <a:gd name="connsiteX0" fmla="*/ 0 w 6997700"/>
              <a:gd name="connsiteY0" fmla="*/ 0 h 4048125"/>
              <a:gd name="connsiteX1" fmla="*/ 6997700 w 6997700"/>
              <a:gd name="connsiteY1" fmla="*/ 0 h 4048125"/>
              <a:gd name="connsiteX2" fmla="*/ 6997700 w 6997700"/>
              <a:gd name="connsiteY2" fmla="*/ 4048125 h 4048125"/>
              <a:gd name="connsiteX3" fmla="*/ 0 w 6997700"/>
              <a:gd name="connsiteY3" fmla="*/ 4048125 h 404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97700" h="4048125">
                <a:moveTo>
                  <a:pt x="0" y="0"/>
                </a:moveTo>
                <a:lnTo>
                  <a:pt x="6997700" y="0"/>
                </a:lnTo>
                <a:lnTo>
                  <a:pt x="6997700" y="4048125"/>
                </a:lnTo>
                <a:lnTo>
                  <a:pt x="0" y="40481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51317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>
          <a:xfrm>
            <a:off x="1913392" y="1495924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1"/>
          </p:nvPr>
        </p:nvSpPr>
        <p:spPr>
          <a:xfrm>
            <a:off x="5646899" y="1495924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9380406" y="1495924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1913392" y="4108496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4"/>
          </p:nvPr>
        </p:nvSpPr>
        <p:spPr>
          <a:xfrm>
            <a:off x="5646899" y="4108496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9380406" y="4108496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679568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4678978"/>
            <a:ext cx="12192000" cy="2179021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43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27.xml"/><Relationship Id="rId42" Type="http://schemas.openxmlformats.org/officeDocument/2006/relationships/slideLayout" Target="../slideLayouts/slideLayout48.xml"/><Relationship Id="rId63" Type="http://schemas.openxmlformats.org/officeDocument/2006/relationships/slideLayout" Target="../slideLayouts/slideLayout69.xml"/><Relationship Id="rId84" Type="http://schemas.openxmlformats.org/officeDocument/2006/relationships/slideLayout" Target="../slideLayouts/slideLayout90.xml"/><Relationship Id="rId138" Type="http://schemas.openxmlformats.org/officeDocument/2006/relationships/slideLayout" Target="../slideLayouts/slideLayout144.xml"/><Relationship Id="rId159" Type="http://schemas.openxmlformats.org/officeDocument/2006/relationships/slideLayout" Target="../slideLayouts/slideLayout165.xml"/><Relationship Id="rId170" Type="http://schemas.openxmlformats.org/officeDocument/2006/relationships/slideLayout" Target="../slideLayouts/slideLayout176.xml"/><Relationship Id="rId191" Type="http://schemas.openxmlformats.org/officeDocument/2006/relationships/slideLayout" Target="../slideLayouts/slideLayout197.xml"/><Relationship Id="rId205" Type="http://schemas.openxmlformats.org/officeDocument/2006/relationships/slideLayout" Target="../slideLayouts/slideLayout211.xml"/><Relationship Id="rId226" Type="http://schemas.openxmlformats.org/officeDocument/2006/relationships/slideLayout" Target="../slideLayouts/slideLayout232.xml"/><Relationship Id="rId107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7.xml"/><Relationship Id="rId32" Type="http://schemas.openxmlformats.org/officeDocument/2006/relationships/slideLayout" Target="../slideLayouts/slideLayout38.xml"/><Relationship Id="rId53" Type="http://schemas.openxmlformats.org/officeDocument/2006/relationships/slideLayout" Target="../slideLayouts/slideLayout59.xml"/><Relationship Id="rId74" Type="http://schemas.openxmlformats.org/officeDocument/2006/relationships/slideLayout" Target="../slideLayouts/slideLayout80.xml"/><Relationship Id="rId128" Type="http://schemas.openxmlformats.org/officeDocument/2006/relationships/slideLayout" Target="../slideLayouts/slideLayout134.xml"/><Relationship Id="rId149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1.xml"/><Relationship Id="rId95" Type="http://schemas.openxmlformats.org/officeDocument/2006/relationships/slideLayout" Target="../slideLayouts/slideLayout101.xml"/><Relationship Id="rId160" Type="http://schemas.openxmlformats.org/officeDocument/2006/relationships/slideLayout" Target="../slideLayouts/slideLayout166.xml"/><Relationship Id="rId181" Type="http://schemas.openxmlformats.org/officeDocument/2006/relationships/slideLayout" Target="../slideLayouts/slideLayout187.xml"/><Relationship Id="rId216" Type="http://schemas.openxmlformats.org/officeDocument/2006/relationships/slideLayout" Target="../slideLayouts/slideLayout222.xml"/><Relationship Id="rId22" Type="http://schemas.openxmlformats.org/officeDocument/2006/relationships/slideLayout" Target="../slideLayouts/slideLayout28.xml"/><Relationship Id="rId43" Type="http://schemas.openxmlformats.org/officeDocument/2006/relationships/slideLayout" Target="../slideLayouts/slideLayout49.xml"/><Relationship Id="rId64" Type="http://schemas.openxmlformats.org/officeDocument/2006/relationships/slideLayout" Target="../slideLayouts/slideLayout70.xml"/><Relationship Id="rId118" Type="http://schemas.openxmlformats.org/officeDocument/2006/relationships/slideLayout" Target="../slideLayouts/slideLayout124.xml"/><Relationship Id="rId139" Type="http://schemas.openxmlformats.org/officeDocument/2006/relationships/slideLayout" Target="../slideLayouts/slideLayout145.xml"/><Relationship Id="rId85" Type="http://schemas.openxmlformats.org/officeDocument/2006/relationships/slideLayout" Target="../slideLayouts/slideLayout91.xml"/><Relationship Id="rId150" Type="http://schemas.openxmlformats.org/officeDocument/2006/relationships/slideLayout" Target="../slideLayouts/slideLayout156.xml"/><Relationship Id="rId171" Type="http://schemas.openxmlformats.org/officeDocument/2006/relationships/slideLayout" Target="../slideLayouts/slideLayout177.xml"/><Relationship Id="rId192" Type="http://schemas.openxmlformats.org/officeDocument/2006/relationships/slideLayout" Target="../slideLayouts/slideLayout198.xml"/><Relationship Id="rId206" Type="http://schemas.openxmlformats.org/officeDocument/2006/relationships/slideLayout" Target="../slideLayouts/slideLayout212.xml"/><Relationship Id="rId227" Type="http://schemas.openxmlformats.org/officeDocument/2006/relationships/slideLayout" Target="../slideLayouts/slideLayout233.xml"/><Relationship Id="rId12" Type="http://schemas.openxmlformats.org/officeDocument/2006/relationships/slideLayout" Target="../slideLayouts/slideLayout18.xml"/><Relationship Id="rId33" Type="http://schemas.openxmlformats.org/officeDocument/2006/relationships/slideLayout" Target="../slideLayouts/slideLayout39.xml"/><Relationship Id="rId108" Type="http://schemas.openxmlformats.org/officeDocument/2006/relationships/slideLayout" Target="../slideLayouts/slideLayout114.xml"/><Relationship Id="rId129" Type="http://schemas.openxmlformats.org/officeDocument/2006/relationships/slideLayout" Target="../slideLayouts/slideLayout135.xml"/><Relationship Id="rId54" Type="http://schemas.openxmlformats.org/officeDocument/2006/relationships/slideLayout" Target="../slideLayouts/slideLayout60.xml"/><Relationship Id="rId75" Type="http://schemas.openxmlformats.org/officeDocument/2006/relationships/slideLayout" Target="../slideLayouts/slideLayout81.xml"/><Relationship Id="rId96" Type="http://schemas.openxmlformats.org/officeDocument/2006/relationships/slideLayout" Target="../slideLayouts/slideLayout102.xml"/><Relationship Id="rId140" Type="http://schemas.openxmlformats.org/officeDocument/2006/relationships/slideLayout" Target="../slideLayouts/slideLayout146.xml"/><Relationship Id="rId161" Type="http://schemas.openxmlformats.org/officeDocument/2006/relationships/slideLayout" Target="../slideLayouts/slideLayout167.xml"/><Relationship Id="rId182" Type="http://schemas.openxmlformats.org/officeDocument/2006/relationships/slideLayout" Target="../slideLayouts/slideLayout188.xml"/><Relationship Id="rId217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9.xml"/><Relationship Id="rId119" Type="http://schemas.openxmlformats.org/officeDocument/2006/relationships/slideLayout" Target="../slideLayouts/slideLayout125.xml"/><Relationship Id="rId44" Type="http://schemas.openxmlformats.org/officeDocument/2006/relationships/slideLayout" Target="../slideLayouts/slideLayout50.xml"/><Relationship Id="rId65" Type="http://schemas.openxmlformats.org/officeDocument/2006/relationships/slideLayout" Target="../slideLayouts/slideLayout71.xml"/><Relationship Id="rId86" Type="http://schemas.openxmlformats.org/officeDocument/2006/relationships/slideLayout" Target="../slideLayouts/slideLayout92.xml"/><Relationship Id="rId130" Type="http://schemas.openxmlformats.org/officeDocument/2006/relationships/slideLayout" Target="../slideLayouts/slideLayout136.xml"/><Relationship Id="rId151" Type="http://schemas.openxmlformats.org/officeDocument/2006/relationships/slideLayout" Target="../slideLayouts/slideLayout157.xml"/><Relationship Id="rId172" Type="http://schemas.openxmlformats.org/officeDocument/2006/relationships/slideLayout" Target="../slideLayouts/slideLayout178.xml"/><Relationship Id="rId193" Type="http://schemas.openxmlformats.org/officeDocument/2006/relationships/slideLayout" Target="../slideLayouts/slideLayout199.xml"/><Relationship Id="rId207" Type="http://schemas.openxmlformats.org/officeDocument/2006/relationships/slideLayout" Target="../slideLayouts/slideLayout213.xml"/><Relationship Id="rId228" Type="http://schemas.openxmlformats.org/officeDocument/2006/relationships/slideLayout" Target="../slideLayouts/slideLayout234.xml"/><Relationship Id="rId13" Type="http://schemas.openxmlformats.org/officeDocument/2006/relationships/slideLayout" Target="../slideLayouts/slideLayout19.xml"/><Relationship Id="rId109" Type="http://schemas.openxmlformats.org/officeDocument/2006/relationships/slideLayout" Target="../slideLayouts/slideLayout115.xml"/><Relationship Id="rId34" Type="http://schemas.openxmlformats.org/officeDocument/2006/relationships/slideLayout" Target="../slideLayouts/slideLayout40.xml"/><Relationship Id="rId55" Type="http://schemas.openxmlformats.org/officeDocument/2006/relationships/slideLayout" Target="../slideLayouts/slideLayout61.xml"/><Relationship Id="rId76" Type="http://schemas.openxmlformats.org/officeDocument/2006/relationships/slideLayout" Target="../slideLayouts/slideLayout82.xml"/><Relationship Id="rId97" Type="http://schemas.openxmlformats.org/officeDocument/2006/relationships/slideLayout" Target="../slideLayouts/slideLayout103.xml"/><Relationship Id="rId120" Type="http://schemas.openxmlformats.org/officeDocument/2006/relationships/slideLayout" Target="../slideLayouts/slideLayout126.xml"/><Relationship Id="rId141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3.xml"/><Relationship Id="rId162" Type="http://schemas.openxmlformats.org/officeDocument/2006/relationships/slideLayout" Target="../slideLayouts/slideLayout168.xml"/><Relationship Id="rId183" Type="http://schemas.openxmlformats.org/officeDocument/2006/relationships/slideLayout" Target="../slideLayouts/slideLayout189.xml"/><Relationship Id="rId218" Type="http://schemas.openxmlformats.org/officeDocument/2006/relationships/slideLayout" Target="../slideLayouts/slideLayout224.xml"/><Relationship Id="rId24" Type="http://schemas.openxmlformats.org/officeDocument/2006/relationships/slideLayout" Target="../slideLayouts/slideLayout30.xml"/><Relationship Id="rId45" Type="http://schemas.openxmlformats.org/officeDocument/2006/relationships/slideLayout" Target="../slideLayouts/slideLayout51.xml"/><Relationship Id="rId66" Type="http://schemas.openxmlformats.org/officeDocument/2006/relationships/slideLayout" Target="../slideLayouts/slideLayout72.xml"/><Relationship Id="rId87" Type="http://schemas.openxmlformats.org/officeDocument/2006/relationships/slideLayout" Target="../slideLayouts/slideLayout93.xml"/><Relationship Id="rId110" Type="http://schemas.openxmlformats.org/officeDocument/2006/relationships/slideLayout" Target="../slideLayouts/slideLayout116.xml"/><Relationship Id="rId131" Type="http://schemas.openxmlformats.org/officeDocument/2006/relationships/slideLayout" Target="../slideLayouts/slideLayout137.xml"/><Relationship Id="rId152" Type="http://schemas.openxmlformats.org/officeDocument/2006/relationships/slideLayout" Target="../slideLayouts/slideLayout158.xml"/><Relationship Id="rId173" Type="http://schemas.openxmlformats.org/officeDocument/2006/relationships/slideLayout" Target="../slideLayouts/slideLayout179.xml"/><Relationship Id="rId194" Type="http://schemas.openxmlformats.org/officeDocument/2006/relationships/slideLayout" Target="../slideLayouts/slideLayout200.xml"/><Relationship Id="rId208" Type="http://schemas.openxmlformats.org/officeDocument/2006/relationships/slideLayout" Target="../slideLayouts/slideLayout214.xml"/><Relationship Id="rId229" Type="http://schemas.openxmlformats.org/officeDocument/2006/relationships/theme" Target="../theme/theme2.xml"/><Relationship Id="rId14" Type="http://schemas.openxmlformats.org/officeDocument/2006/relationships/slideLayout" Target="../slideLayouts/slideLayout20.xml"/><Relationship Id="rId35" Type="http://schemas.openxmlformats.org/officeDocument/2006/relationships/slideLayout" Target="../slideLayouts/slideLayout41.xml"/><Relationship Id="rId56" Type="http://schemas.openxmlformats.org/officeDocument/2006/relationships/slideLayout" Target="../slideLayouts/slideLayout62.xml"/><Relationship Id="rId77" Type="http://schemas.openxmlformats.org/officeDocument/2006/relationships/slideLayout" Target="../slideLayouts/slideLayout83.xml"/><Relationship Id="rId100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14.xml"/><Relationship Id="rId98" Type="http://schemas.openxmlformats.org/officeDocument/2006/relationships/slideLayout" Target="../slideLayouts/slideLayout104.xml"/><Relationship Id="rId121" Type="http://schemas.openxmlformats.org/officeDocument/2006/relationships/slideLayout" Target="../slideLayouts/slideLayout127.xml"/><Relationship Id="rId142" Type="http://schemas.openxmlformats.org/officeDocument/2006/relationships/slideLayout" Target="../slideLayouts/slideLayout148.xml"/><Relationship Id="rId163" Type="http://schemas.openxmlformats.org/officeDocument/2006/relationships/slideLayout" Target="../slideLayouts/slideLayout169.xml"/><Relationship Id="rId184" Type="http://schemas.openxmlformats.org/officeDocument/2006/relationships/slideLayout" Target="../slideLayouts/slideLayout190.xml"/><Relationship Id="rId219" Type="http://schemas.openxmlformats.org/officeDocument/2006/relationships/slideLayout" Target="../slideLayouts/slideLayout225.xml"/><Relationship Id="rId25" Type="http://schemas.openxmlformats.org/officeDocument/2006/relationships/slideLayout" Target="../slideLayouts/slideLayout31.xml"/><Relationship Id="rId46" Type="http://schemas.openxmlformats.org/officeDocument/2006/relationships/slideLayout" Target="../slideLayouts/slideLayout52.xml"/><Relationship Id="rId67" Type="http://schemas.openxmlformats.org/officeDocument/2006/relationships/slideLayout" Target="../slideLayouts/slideLayout73.xml"/><Relationship Id="rId116" Type="http://schemas.openxmlformats.org/officeDocument/2006/relationships/slideLayout" Target="../slideLayouts/slideLayout122.xml"/><Relationship Id="rId137" Type="http://schemas.openxmlformats.org/officeDocument/2006/relationships/slideLayout" Target="../slideLayouts/slideLayout143.xml"/><Relationship Id="rId158" Type="http://schemas.openxmlformats.org/officeDocument/2006/relationships/slideLayout" Target="../slideLayouts/slideLayout164.xml"/><Relationship Id="rId20" Type="http://schemas.openxmlformats.org/officeDocument/2006/relationships/slideLayout" Target="../slideLayouts/slideLayout26.xml"/><Relationship Id="rId41" Type="http://schemas.openxmlformats.org/officeDocument/2006/relationships/slideLayout" Target="../slideLayouts/slideLayout47.xml"/><Relationship Id="rId62" Type="http://schemas.openxmlformats.org/officeDocument/2006/relationships/slideLayout" Target="../slideLayouts/slideLayout68.xml"/><Relationship Id="rId83" Type="http://schemas.openxmlformats.org/officeDocument/2006/relationships/slideLayout" Target="../slideLayouts/slideLayout89.xml"/><Relationship Id="rId88" Type="http://schemas.openxmlformats.org/officeDocument/2006/relationships/slideLayout" Target="../slideLayouts/slideLayout94.xml"/><Relationship Id="rId111" Type="http://schemas.openxmlformats.org/officeDocument/2006/relationships/slideLayout" Target="../slideLayouts/slideLayout117.xml"/><Relationship Id="rId132" Type="http://schemas.openxmlformats.org/officeDocument/2006/relationships/slideLayout" Target="../slideLayouts/slideLayout138.xml"/><Relationship Id="rId153" Type="http://schemas.openxmlformats.org/officeDocument/2006/relationships/slideLayout" Target="../slideLayouts/slideLayout159.xml"/><Relationship Id="rId174" Type="http://schemas.openxmlformats.org/officeDocument/2006/relationships/slideLayout" Target="../slideLayouts/slideLayout180.xml"/><Relationship Id="rId179" Type="http://schemas.openxmlformats.org/officeDocument/2006/relationships/slideLayout" Target="../slideLayouts/slideLayout185.xml"/><Relationship Id="rId195" Type="http://schemas.openxmlformats.org/officeDocument/2006/relationships/slideLayout" Target="../slideLayouts/slideLayout201.xml"/><Relationship Id="rId209" Type="http://schemas.openxmlformats.org/officeDocument/2006/relationships/slideLayout" Target="../slideLayouts/slideLayout215.xml"/><Relationship Id="rId190" Type="http://schemas.openxmlformats.org/officeDocument/2006/relationships/slideLayout" Target="../slideLayouts/slideLayout196.xml"/><Relationship Id="rId204" Type="http://schemas.openxmlformats.org/officeDocument/2006/relationships/slideLayout" Target="../slideLayouts/slideLayout210.xml"/><Relationship Id="rId220" Type="http://schemas.openxmlformats.org/officeDocument/2006/relationships/slideLayout" Target="../slideLayouts/slideLayout226.xml"/><Relationship Id="rId225" Type="http://schemas.openxmlformats.org/officeDocument/2006/relationships/slideLayout" Target="../slideLayouts/slideLayout231.xml"/><Relationship Id="rId15" Type="http://schemas.openxmlformats.org/officeDocument/2006/relationships/slideLayout" Target="../slideLayouts/slideLayout21.xml"/><Relationship Id="rId36" Type="http://schemas.openxmlformats.org/officeDocument/2006/relationships/slideLayout" Target="../slideLayouts/slideLayout42.xml"/><Relationship Id="rId57" Type="http://schemas.openxmlformats.org/officeDocument/2006/relationships/slideLayout" Target="../slideLayouts/slideLayout63.xml"/><Relationship Id="rId106" Type="http://schemas.openxmlformats.org/officeDocument/2006/relationships/slideLayout" Target="../slideLayouts/slideLayout112.xml"/><Relationship Id="rId127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6.xml"/><Relationship Id="rId31" Type="http://schemas.openxmlformats.org/officeDocument/2006/relationships/slideLayout" Target="../slideLayouts/slideLayout37.xml"/><Relationship Id="rId52" Type="http://schemas.openxmlformats.org/officeDocument/2006/relationships/slideLayout" Target="../slideLayouts/slideLayout58.xml"/><Relationship Id="rId73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84.xml"/><Relationship Id="rId94" Type="http://schemas.openxmlformats.org/officeDocument/2006/relationships/slideLayout" Target="../slideLayouts/slideLayout100.xml"/><Relationship Id="rId99" Type="http://schemas.openxmlformats.org/officeDocument/2006/relationships/slideLayout" Target="../slideLayouts/slideLayout105.xml"/><Relationship Id="rId101" Type="http://schemas.openxmlformats.org/officeDocument/2006/relationships/slideLayout" Target="../slideLayouts/slideLayout107.xml"/><Relationship Id="rId122" Type="http://schemas.openxmlformats.org/officeDocument/2006/relationships/slideLayout" Target="../slideLayouts/slideLayout128.xml"/><Relationship Id="rId143" Type="http://schemas.openxmlformats.org/officeDocument/2006/relationships/slideLayout" Target="../slideLayouts/slideLayout149.xml"/><Relationship Id="rId148" Type="http://schemas.openxmlformats.org/officeDocument/2006/relationships/slideLayout" Target="../slideLayouts/slideLayout154.xml"/><Relationship Id="rId164" Type="http://schemas.openxmlformats.org/officeDocument/2006/relationships/slideLayout" Target="../slideLayouts/slideLayout170.xml"/><Relationship Id="rId169" Type="http://schemas.openxmlformats.org/officeDocument/2006/relationships/slideLayout" Target="../slideLayouts/slideLayout175.xml"/><Relationship Id="rId185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80" Type="http://schemas.openxmlformats.org/officeDocument/2006/relationships/slideLayout" Target="../slideLayouts/slideLayout186.xml"/><Relationship Id="rId210" Type="http://schemas.openxmlformats.org/officeDocument/2006/relationships/slideLayout" Target="../slideLayouts/slideLayout216.xml"/><Relationship Id="rId215" Type="http://schemas.openxmlformats.org/officeDocument/2006/relationships/slideLayout" Target="../slideLayouts/slideLayout221.xml"/><Relationship Id="rId26" Type="http://schemas.openxmlformats.org/officeDocument/2006/relationships/slideLayout" Target="../slideLayouts/slideLayout32.xml"/><Relationship Id="rId47" Type="http://schemas.openxmlformats.org/officeDocument/2006/relationships/slideLayout" Target="../slideLayouts/slideLayout53.xml"/><Relationship Id="rId68" Type="http://schemas.openxmlformats.org/officeDocument/2006/relationships/slideLayout" Target="../slideLayouts/slideLayout74.xml"/><Relationship Id="rId89" Type="http://schemas.openxmlformats.org/officeDocument/2006/relationships/slideLayout" Target="../slideLayouts/slideLayout95.xml"/><Relationship Id="rId112" Type="http://schemas.openxmlformats.org/officeDocument/2006/relationships/slideLayout" Target="../slideLayouts/slideLayout118.xml"/><Relationship Id="rId133" Type="http://schemas.openxmlformats.org/officeDocument/2006/relationships/slideLayout" Target="../slideLayouts/slideLayout139.xml"/><Relationship Id="rId154" Type="http://schemas.openxmlformats.org/officeDocument/2006/relationships/slideLayout" Target="../slideLayouts/slideLayout160.xml"/><Relationship Id="rId175" Type="http://schemas.openxmlformats.org/officeDocument/2006/relationships/slideLayout" Target="../slideLayouts/slideLayout181.xml"/><Relationship Id="rId196" Type="http://schemas.openxmlformats.org/officeDocument/2006/relationships/slideLayout" Target="../slideLayouts/slideLayout202.xml"/><Relationship Id="rId200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.xml"/><Relationship Id="rId221" Type="http://schemas.openxmlformats.org/officeDocument/2006/relationships/slideLayout" Target="../slideLayouts/slideLayout227.xml"/><Relationship Id="rId37" Type="http://schemas.openxmlformats.org/officeDocument/2006/relationships/slideLayout" Target="../slideLayouts/slideLayout43.xml"/><Relationship Id="rId58" Type="http://schemas.openxmlformats.org/officeDocument/2006/relationships/slideLayout" Target="../slideLayouts/slideLayout64.xml"/><Relationship Id="rId79" Type="http://schemas.openxmlformats.org/officeDocument/2006/relationships/slideLayout" Target="../slideLayouts/slideLayout85.xml"/><Relationship Id="rId102" Type="http://schemas.openxmlformats.org/officeDocument/2006/relationships/slideLayout" Target="../slideLayouts/slideLayout108.xml"/><Relationship Id="rId123" Type="http://schemas.openxmlformats.org/officeDocument/2006/relationships/slideLayout" Target="../slideLayouts/slideLayout129.xml"/><Relationship Id="rId144" Type="http://schemas.openxmlformats.org/officeDocument/2006/relationships/slideLayout" Target="../slideLayouts/slideLayout150.xml"/><Relationship Id="rId90" Type="http://schemas.openxmlformats.org/officeDocument/2006/relationships/slideLayout" Target="../slideLayouts/slideLayout96.xml"/><Relationship Id="rId165" Type="http://schemas.openxmlformats.org/officeDocument/2006/relationships/slideLayout" Target="../slideLayouts/slideLayout171.xml"/><Relationship Id="rId186" Type="http://schemas.openxmlformats.org/officeDocument/2006/relationships/slideLayout" Target="../slideLayouts/slideLayout192.xml"/><Relationship Id="rId211" Type="http://schemas.openxmlformats.org/officeDocument/2006/relationships/slideLayout" Target="../slideLayouts/slideLayout217.xml"/><Relationship Id="rId27" Type="http://schemas.openxmlformats.org/officeDocument/2006/relationships/slideLayout" Target="../slideLayouts/slideLayout33.xml"/><Relationship Id="rId48" Type="http://schemas.openxmlformats.org/officeDocument/2006/relationships/slideLayout" Target="../slideLayouts/slideLayout54.xml"/><Relationship Id="rId69" Type="http://schemas.openxmlformats.org/officeDocument/2006/relationships/slideLayout" Target="../slideLayouts/slideLayout75.xml"/><Relationship Id="rId113" Type="http://schemas.openxmlformats.org/officeDocument/2006/relationships/slideLayout" Target="../slideLayouts/slideLayout119.xml"/><Relationship Id="rId134" Type="http://schemas.openxmlformats.org/officeDocument/2006/relationships/slideLayout" Target="../slideLayouts/slideLayout140.xml"/><Relationship Id="rId80" Type="http://schemas.openxmlformats.org/officeDocument/2006/relationships/slideLayout" Target="../slideLayouts/slideLayout86.xml"/><Relationship Id="rId155" Type="http://schemas.openxmlformats.org/officeDocument/2006/relationships/slideLayout" Target="../slideLayouts/slideLayout161.xml"/><Relationship Id="rId176" Type="http://schemas.openxmlformats.org/officeDocument/2006/relationships/slideLayout" Target="../slideLayouts/slideLayout182.xml"/><Relationship Id="rId197" Type="http://schemas.openxmlformats.org/officeDocument/2006/relationships/slideLayout" Target="../slideLayouts/slideLayout203.xml"/><Relationship Id="rId201" Type="http://schemas.openxmlformats.org/officeDocument/2006/relationships/slideLayout" Target="../slideLayouts/slideLayout207.xml"/><Relationship Id="rId222" Type="http://schemas.openxmlformats.org/officeDocument/2006/relationships/slideLayout" Target="../slideLayouts/slideLayout228.xml"/><Relationship Id="rId17" Type="http://schemas.openxmlformats.org/officeDocument/2006/relationships/slideLayout" Target="../slideLayouts/slideLayout23.xml"/><Relationship Id="rId38" Type="http://schemas.openxmlformats.org/officeDocument/2006/relationships/slideLayout" Target="../slideLayouts/slideLayout44.xml"/><Relationship Id="rId59" Type="http://schemas.openxmlformats.org/officeDocument/2006/relationships/slideLayout" Target="../slideLayouts/slideLayout65.xml"/><Relationship Id="rId103" Type="http://schemas.openxmlformats.org/officeDocument/2006/relationships/slideLayout" Target="../slideLayouts/slideLayout109.xml"/><Relationship Id="rId124" Type="http://schemas.openxmlformats.org/officeDocument/2006/relationships/slideLayout" Target="../slideLayouts/slideLayout130.xml"/><Relationship Id="rId70" Type="http://schemas.openxmlformats.org/officeDocument/2006/relationships/slideLayout" Target="../slideLayouts/slideLayout76.xml"/><Relationship Id="rId91" Type="http://schemas.openxmlformats.org/officeDocument/2006/relationships/slideLayout" Target="../slideLayouts/slideLayout97.xml"/><Relationship Id="rId145" Type="http://schemas.openxmlformats.org/officeDocument/2006/relationships/slideLayout" Target="../slideLayouts/slideLayout151.xml"/><Relationship Id="rId166" Type="http://schemas.openxmlformats.org/officeDocument/2006/relationships/slideLayout" Target="../slideLayouts/slideLayout172.xml"/><Relationship Id="rId187" Type="http://schemas.openxmlformats.org/officeDocument/2006/relationships/slideLayout" Target="../slideLayouts/slideLayout193.xml"/><Relationship Id="rId1" Type="http://schemas.openxmlformats.org/officeDocument/2006/relationships/slideLayout" Target="../slideLayouts/slideLayout7.xml"/><Relationship Id="rId212" Type="http://schemas.openxmlformats.org/officeDocument/2006/relationships/slideLayout" Target="../slideLayouts/slideLayout218.xml"/><Relationship Id="rId28" Type="http://schemas.openxmlformats.org/officeDocument/2006/relationships/slideLayout" Target="../slideLayouts/slideLayout34.xml"/><Relationship Id="rId49" Type="http://schemas.openxmlformats.org/officeDocument/2006/relationships/slideLayout" Target="../slideLayouts/slideLayout55.xml"/><Relationship Id="rId114" Type="http://schemas.openxmlformats.org/officeDocument/2006/relationships/slideLayout" Target="../slideLayouts/slideLayout120.xml"/><Relationship Id="rId60" Type="http://schemas.openxmlformats.org/officeDocument/2006/relationships/slideLayout" Target="../slideLayouts/slideLayout66.xml"/><Relationship Id="rId81" Type="http://schemas.openxmlformats.org/officeDocument/2006/relationships/slideLayout" Target="../slideLayouts/slideLayout87.xml"/><Relationship Id="rId135" Type="http://schemas.openxmlformats.org/officeDocument/2006/relationships/slideLayout" Target="../slideLayouts/slideLayout141.xml"/><Relationship Id="rId156" Type="http://schemas.openxmlformats.org/officeDocument/2006/relationships/slideLayout" Target="../slideLayouts/slideLayout162.xml"/><Relationship Id="rId177" Type="http://schemas.openxmlformats.org/officeDocument/2006/relationships/slideLayout" Target="../slideLayouts/slideLayout183.xml"/><Relationship Id="rId198" Type="http://schemas.openxmlformats.org/officeDocument/2006/relationships/slideLayout" Target="../slideLayouts/slideLayout204.xml"/><Relationship Id="rId202" Type="http://schemas.openxmlformats.org/officeDocument/2006/relationships/slideLayout" Target="../slideLayouts/slideLayout208.xml"/><Relationship Id="rId223" Type="http://schemas.openxmlformats.org/officeDocument/2006/relationships/slideLayout" Target="../slideLayouts/slideLayout229.xml"/><Relationship Id="rId18" Type="http://schemas.openxmlformats.org/officeDocument/2006/relationships/slideLayout" Target="../slideLayouts/slideLayout24.xml"/><Relationship Id="rId39" Type="http://schemas.openxmlformats.org/officeDocument/2006/relationships/slideLayout" Target="../slideLayouts/slideLayout45.xml"/><Relationship Id="rId50" Type="http://schemas.openxmlformats.org/officeDocument/2006/relationships/slideLayout" Target="../slideLayouts/slideLayout56.xml"/><Relationship Id="rId104" Type="http://schemas.openxmlformats.org/officeDocument/2006/relationships/slideLayout" Target="../slideLayouts/slideLayout110.xml"/><Relationship Id="rId125" Type="http://schemas.openxmlformats.org/officeDocument/2006/relationships/slideLayout" Target="../slideLayouts/slideLayout131.xml"/><Relationship Id="rId146" Type="http://schemas.openxmlformats.org/officeDocument/2006/relationships/slideLayout" Target="../slideLayouts/slideLayout152.xml"/><Relationship Id="rId167" Type="http://schemas.openxmlformats.org/officeDocument/2006/relationships/slideLayout" Target="../slideLayouts/slideLayout173.xml"/><Relationship Id="rId188" Type="http://schemas.openxmlformats.org/officeDocument/2006/relationships/slideLayout" Target="../slideLayouts/slideLayout194.xml"/><Relationship Id="rId71" Type="http://schemas.openxmlformats.org/officeDocument/2006/relationships/slideLayout" Target="../slideLayouts/slideLayout77.xml"/><Relationship Id="rId92" Type="http://schemas.openxmlformats.org/officeDocument/2006/relationships/slideLayout" Target="../slideLayouts/slideLayout98.xml"/><Relationship Id="rId213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8.xml"/><Relationship Id="rId29" Type="http://schemas.openxmlformats.org/officeDocument/2006/relationships/slideLayout" Target="../slideLayouts/slideLayout35.xml"/><Relationship Id="rId40" Type="http://schemas.openxmlformats.org/officeDocument/2006/relationships/slideLayout" Target="../slideLayouts/slideLayout46.xml"/><Relationship Id="rId115" Type="http://schemas.openxmlformats.org/officeDocument/2006/relationships/slideLayout" Target="../slideLayouts/slideLayout121.xml"/><Relationship Id="rId136" Type="http://schemas.openxmlformats.org/officeDocument/2006/relationships/slideLayout" Target="../slideLayouts/slideLayout142.xml"/><Relationship Id="rId157" Type="http://schemas.openxmlformats.org/officeDocument/2006/relationships/slideLayout" Target="../slideLayouts/slideLayout163.xml"/><Relationship Id="rId178" Type="http://schemas.openxmlformats.org/officeDocument/2006/relationships/slideLayout" Target="../slideLayouts/slideLayout184.xml"/><Relationship Id="rId61" Type="http://schemas.openxmlformats.org/officeDocument/2006/relationships/slideLayout" Target="../slideLayouts/slideLayout67.xml"/><Relationship Id="rId82" Type="http://schemas.openxmlformats.org/officeDocument/2006/relationships/slideLayout" Target="../slideLayouts/slideLayout88.xml"/><Relationship Id="rId199" Type="http://schemas.openxmlformats.org/officeDocument/2006/relationships/slideLayout" Target="../slideLayouts/slideLayout205.xml"/><Relationship Id="rId203" Type="http://schemas.openxmlformats.org/officeDocument/2006/relationships/slideLayout" Target="../slideLayouts/slideLayout209.xml"/><Relationship Id="rId19" Type="http://schemas.openxmlformats.org/officeDocument/2006/relationships/slideLayout" Target="../slideLayouts/slideLayout25.xml"/><Relationship Id="rId224" Type="http://schemas.openxmlformats.org/officeDocument/2006/relationships/slideLayout" Target="../slideLayouts/slideLayout230.xml"/><Relationship Id="rId30" Type="http://schemas.openxmlformats.org/officeDocument/2006/relationships/slideLayout" Target="../slideLayouts/slideLayout36.xml"/><Relationship Id="rId105" Type="http://schemas.openxmlformats.org/officeDocument/2006/relationships/slideLayout" Target="../slideLayouts/slideLayout111.xml"/><Relationship Id="rId126" Type="http://schemas.openxmlformats.org/officeDocument/2006/relationships/slideLayout" Target="../slideLayouts/slideLayout132.xml"/><Relationship Id="rId147" Type="http://schemas.openxmlformats.org/officeDocument/2006/relationships/slideLayout" Target="../slideLayouts/slideLayout153.xml"/><Relationship Id="rId168" Type="http://schemas.openxmlformats.org/officeDocument/2006/relationships/slideLayout" Target="../slideLayouts/slideLayout174.xml"/><Relationship Id="rId51" Type="http://schemas.openxmlformats.org/officeDocument/2006/relationships/slideLayout" Target="../slideLayouts/slideLayout57.xml"/><Relationship Id="rId72" Type="http://schemas.openxmlformats.org/officeDocument/2006/relationships/slideLayout" Target="../slideLayouts/slideLayout78.xml"/><Relationship Id="rId93" Type="http://schemas.openxmlformats.org/officeDocument/2006/relationships/slideLayout" Target="../slideLayouts/slideLayout99.xml"/><Relationship Id="rId189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9.xml"/><Relationship Id="rId214" Type="http://schemas.openxmlformats.org/officeDocument/2006/relationships/slideLayout" Target="../slideLayouts/slideLayout2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5" r:id="rId5"/>
    <p:sldLayoutId id="2147483656" r:id="rId6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65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6" r:id="rId39"/>
    <p:sldLayoutId id="2147483697" r:id="rId40"/>
    <p:sldLayoutId id="2147483698" r:id="rId41"/>
    <p:sldLayoutId id="2147483699" r:id="rId42"/>
    <p:sldLayoutId id="2147483700" r:id="rId43"/>
    <p:sldLayoutId id="2147483701" r:id="rId44"/>
    <p:sldLayoutId id="2147483702" r:id="rId45"/>
    <p:sldLayoutId id="2147483703" r:id="rId46"/>
    <p:sldLayoutId id="2147483704" r:id="rId47"/>
    <p:sldLayoutId id="2147483705" r:id="rId48"/>
    <p:sldLayoutId id="2147483706" r:id="rId49"/>
    <p:sldLayoutId id="2147483707" r:id="rId50"/>
    <p:sldLayoutId id="2147483708" r:id="rId51"/>
    <p:sldLayoutId id="2147483709" r:id="rId52"/>
    <p:sldLayoutId id="2147483710" r:id="rId53"/>
    <p:sldLayoutId id="2147483711" r:id="rId54"/>
    <p:sldLayoutId id="2147483712" r:id="rId55"/>
    <p:sldLayoutId id="2147483713" r:id="rId56"/>
    <p:sldLayoutId id="2147483714" r:id="rId57"/>
    <p:sldLayoutId id="2147483715" r:id="rId58"/>
    <p:sldLayoutId id="2147483716" r:id="rId59"/>
    <p:sldLayoutId id="2147483717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36" r:id="rId78"/>
    <p:sldLayoutId id="2147483737" r:id="rId79"/>
    <p:sldLayoutId id="2147483738" r:id="rId80"/>
    <p:sldLayoutId id="2147483739" r:id="rId81"/>
    <p:sldLayoutId id="2147483740" r:id="rId82"/>
    <p:sldLayoutId id="2147483741" r:id="rId83"/>
    <p:sldLayoutId id="2147483742" r:id="rId84"/>
    <p:sldLayoutId id="2147483743" r:id="rId85"/>
    <p:sldLayoutId id="2147483744" r:id="rId86"/>
    <p:sldLayoutId id="2147483745" r:id="rId87"/>
    <p:sldLayoutId id="2147483746" r:id="rId88"/>
    <p:sldLayoutId id="2147483747" r:id="rId89"/>
    <p:sldLayoutId id="2147483748" r:id="rId90"/>
    <p:sldLayoutId id="2147483749" r:id="rId91"/>
    <p:sldLayoutId id="2147483750" r:id="rId92"/>
    <p:sldLayoutId id="2147483751" r:id="rId93"/>
    <p:sldLayoutId id="2147483752" r:id="rId94"/>
    <p:sldLayoutId id="2147483753" r:id="rId95"/>
    <p:sldLayoutId id="2147483754" r:id="rId96"/>
    <p:sldLayoutId id="2147483755" r:id="rId97"/>
    <p:sldLayoutId id="2147483756" r:id="rId98"/>
    <p:sldLayoutId id="2147483757" r:id="rId99"/>
    <p:sldLayoutId id="2147483758" r:id="rId100"/>
    <p:sldLayoutId id="2147483759" r:id="rId101"/>
    <p:sldLayoutId id="2147483760" r:id="rId102"/>
    <p:sldLayoutId id="2147483761" r:id="rId103"/>
    <p:sldLayoutId id="2147483762" r:id="rId104"/>
    <p:sldLayoutId id="2147483763" r:id="rId105"/>
    <p:sldLayoutId id="2147483764" r:id="rId106"/>
    <p:sldLayoutId id="2147483765" r:id="rId107"/>
    <p:sldLayoutId id="2147483766" r:id="rId108"/>
    <p:sldLayoutId id="2147483767" r:id="rId109"/>
    <p:sldLayoutId id="2147483768" r:id="rId110"/>
    <p:sldLayoutId id="2147483769" r:id="rId111"/>
    <p:sldLayoutId id="2147483770" r:id="rId112"/>
    <p:sldLayoutId id="2147483771" r:id="rId113"/>
    <p:sldLayoutId id="2147483772" r:id="rId114"/>
    <p:sldLayoutId id="2147483773" r:id="rId115"/>
    <p:sldLayoutId id="2147483774" r:id="rId116"/>
    <p:sldLayoutId id="2147483775" r:id="rId117"/>
    <p:sldLayoutId id="2147483776" r:id="rId118"/>
    <p:sldLayoutId id="2147483777" r:id="rId119"/>
    <p:sldLayoutId id="2147483778" r:id="rId120"/>
    <p:sldLayoutId id="2147483779" r:id="rId121"/>
    <p:sldLayoutId id="2147483780" r:id="rId122"/>
    <p:sldLayoutId id="2147483781" r:id="rId123"/>
    <p:sldLayoutId id="2147483782" r:id="rId124"/>
    <p:sldLayoutId id="2147483783" r:id="rId125"/>
    <p:sldLayoutId id="2147483784" r:id="rId126"/>
    <p:sldLayoutId id="2147483785" r:id="rId127"/>
    <p:sldLayoutId id="2147483786" r:id="rId128"/>
    <p:sldLayoutId id="2147483787" r:id="rId129"/>
    <p:sldLayoutId id="2147483788" r:id="rId130"/>
    <p:sldLayoutId id="2147483789" r:id="rId131"/>
    <p:sldLayoutId id="2147483790" r:id="rId132"/>
    <p:sldLayoutId id="2147483791" r:id="rId133"/>
    <p:sldLayoutId id="2147483792" r:id="rId134"/>
    <p:sldLayoutId id="2147483793" r:id="rId135"/>
    <p:sldLayoutId id="2147483794" r:id="rId136"/>
    <p:sldLayoutId id="2147483795" r:id="rId137"/>
    <p:sldLayoutId id="2147483796" r:id="rId138"/>
    <p:sldLayoutId id="2147483797" r:id="rId139"/>
    <p:sldLayoutId id="2147483798" r:id="rId140"/>
    <p:sldLayoutId id="2147483799" r:id="rId141"/>
    <p:sldLayoutId id="2147483800" r:id="rId142"/>
    <p:sldLayoutId id="2147483801" r:id="rId143"/>
    <p:sldLayoutId id="2147483802" r:id="rId144"/>
    <p:sldLayoutId id="2147483803" r:id="rId145"/>
    <p:sldLayoutId id="2147483804" r:id="rId146"/>
    <p:sldLayoutId id="2147483805" r:id="rId147"/>
    <p:sldLayoutId id="2147483806" r:id="rId148"/>
    <p:sldLayoutId id="2147483807" r:id="rId149"/>
    <p:sldLayoutId id="2147483808" r:id="rId150"/>
    <p:sldLayoutId id="2147483809" r:id="rId151"/>
    <p:sldLayoutId id="2147483810" r:id="rId152"/>
    <p:sldLayoutId id="2147483811" r:id="rId153"/>
    <p:sldLayoutId id="2147483812" r:id="rId154"/>
    <p:sldLayoutId id="2147483813" r:id="rId155"/>
    <p:sldLayoutId id="2147483814" r:id="rId156"/>
    <p:sldLayoutId id="2147483815" r:id="rId157"/>
    <p:sldLayoutId id="2147483816" r:id="rId158"/>
    <p:sldLayoutId id="2147483817" r:id="rId159"/>
    <p:sldLayoutId id="2147483818" r:id="rId160"/>
    <p:sldLayoutId id="2147483819" r:id="rId161"/>
    <p:sldLayoutId id="2147483820" r:id="rId162"/>
    <p:sldLayoutId id="2147483821" r:id="rId163"/>
    <p:sldLayoutId id="2147483822" r:id="rId164"/>
    <p:sldLayoutId id="2147483823" r:id="rId165"/>
    <p:sldLayoutId id="2147483824" r:id="rId166"/>
    <p:sldLayoutId id="2147483825" r:id="rId167"/>
    <p:sldLayoutId id="2147483826" r:id="rId168"/>
    <p:sldLayoutId id="2147483827" r:id="rId169"/>
    <p:sldLayoutId id="2147483828" r:id="rId170"/>
    <p:sldLayoutId id="2147483829" r:id="rId171"/>
    <p:sldLayoutId id="2147483830" r:id="rId172"/>
    <p:sldLayoutId id="2147483831" r:id="rId173"/>
    <p:sldLayoutId id="2147483832" r:id="rId174"/>
    <p:sldLayoutId id="2147483833" r:id="rId175"/>
    <p:sldLayoutId id="2147483834" r:id="rId176"/>
    <p:sldLayoutId id="2147483835" r:id="rId177"/>
    <p:sldLayoutId id="2147483836" r:id="rId178"/>
    <p:sldLayoutId id="2147483837" r:id="rId179"/>
    <p:sldLayoutId id="2147483838" r:id="rId180"/>
    <p:sldLayoutId id="2147483839" r:id="rId181"/>
    <p:sldLayoutId id="2147483840" r:id="rId182"/>
    <p:sldLayoutId id="2147483841" r:id="rId183"/>
    <p:sldLayoutId id="2147483842" r:id="rId184"/>
    <p:sldLayoutId id="2147483843" r:id="rId185"/>
    <p:sldLayoutId id="2147483844" r:id="rId186"/>
    <p:sldLayoutId id="2147483845" r:id="rId187"/>
    <p:sldLayoutId id="2147483846" r:id="rId188"/>
    <p:sldLayoutId id="2147483847" r:id="rId189"/>
    <p:sldLayoutId id="2147483848" r:id="rId190"/>
    <p:sldLayoutId id="2147483849" r:id="rId191"/>
    <p:sldLayoutId id="2147483850" r:id="rId192"/>
    <p:sldLayoutId id="2147483851" r:id="rId193"/>
    <p:sldLayoutId id="2147483852" r:id="rId194"/>
    <p:sldLayoutId id="2147483853" r:id="rId195"/>
    <p:sldLayoutId id="2147483854" r:id="rId196"/>
    <p:sldLayoutId id="2147483855" r:id="rId197"/>
    <p:sldLayoutId id="2147483856" r:id="rId198"/>
    <p:sldLayoutId id="2147483857" r:id="rId199"/>
    <p:sldLayoutId id="2147483858" r:id="rId200"/>
    <p:sldLayoutId id="2147483859" r:id="rId201"/>
    <p:sldLayoutId id="2147483860" r:id="rId202"/>
    <p:sldLayoutId id="2147483861" r:id="rId203"/>
    <p:sldLayoutId id="2147483862" r:id="rId204"/>
    <p:sldLayoutId id="2147483863" r:id="rId205"/>
    <p:sldLayoutId id="2147483864" r:id="rId206"/>
    <p:sldLayoutId id="2147483865" r:id="rId207"/>
    <p:sldLayoutId id="2147483866" r:id="rId208"/>
    <p:sldLayoutId id="2147483867" r:id="rId209"/>
    <p:sldLayoutId id="2147483868" r:id="rId210"/>
    <p:sldLayoutId id="2147483869" r:id="rId211"/>
    <p:sldLayoutId id="2147483870" r:id="rId212"/>
    <p:sldLayoutId id="2147483871" r:id="rId213"/>
    <p:sldLayoutId id="2147483872" r:id="rId214"/>
    <p:sldLayoutId id="2147483873" r:id="rId215"/>
    <p:sldLayoutId id="2147483874" r:id="rId216"/>
    <p:sldLayoutId id="2147483875" r:id="rId217"/>
    <p:sldLayoutId id="2147483876" r:id="rId218"/>
    <p:sldLayoutId id="2147483877" r:id="rId219"/>
    <p:sldLayoutId id="2147483878" r:id="rId220"/>
    <p:sldLayoutId id="2147483879" r:id="rId221"/>
    <p:sldLayoutId id="2147483880" r:id="rId222"/>
    <p:sldLayoutId id="2147483881" r:id="rId223"/>
    <p:sldLayoutId id="2147483882" r:id="rId224"/>
    <p:sldLayoutId id="2147483883" r:id="rId225"/>
    <p:sldLayoutId id="2147483884" r:id="rId226"/>
    <p:sldLayoutId id="2147483885" r:id="rId227"/>
    <p:sldLayoutId id="2147483886" r:id="rId2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svg"/><Relationship Id="rId18" Type="http://schemas.openxmlformats.org/officeDocument/2006/relationships/image" Target="../media/image30.svg"/><Relationship Id="rId26" Type="http://schemas.openxmlformats.org/officeDocument/2006/relationships/image" Target="../media/image4.svg"/><Relationship Id="rId3" Type="http://schemas.openxmlformats.org/officeDocument/2006/relationships/image" Target="../media/image17.png"/><Relationship Id="rId21" Type="http://schemas.openxmlformats.org/officeDocument/2006/relationships/image" Target="../media/image13.svg"/><Relationship Id="rId34" Type="http://schemas.openxmlformats.org/officeDocument/2006/relationships/image" Target="../media/image12.sv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29.svg"/><Relationship Id="rId25" Type="http://schemas.openxmlformats.org/officeDocument/2006/relationships/image" Target="../media/image3.svg"/><Relationship Id="rId33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svg"/><Relationship Id="rId20" Type="http://schemas.openxmlformats.org/officeDocument/2006/relationships/image" Target="../media/image32.svg"/><Relationship Id="rId29" Type="http://schemas.openxmlformats.org/officeDocument/2006/relationships/image" Target="../media/image7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24" Type="http://schemas.openxmlformats.org/officeDocument/2006/relationships/image" Target="../media/image2.svg"/><Relationship Id="rId32" Type="http://schemas.openxmlformats.org/officeDocument/2006/relationships/image" Target="../media/image10.svg"/><Relationship Id="rId5" Type="http://schemas.openxmlformats.org/officeDocument/2006/relationships/image" Target="../media/image1.png"/><Relationship Id="rId15" Type="http://schemas.openxmlformats.org/officeDocument/2006/relationships/image" Target="../media/image28.svg"/><Relationship Id="rId23" Type="http://schemas.openxmlformats.org/officeDocument/2006/relationships/image" Target="../media/image34.svg"/><Relationship Id="rId28" Type="http://schemas.openxmlformats.org/officeDocument/2006/relationships/image" Target="../media/image6.svg"/><Relationship Id="rId36" Type="http://schemas.openxmlformats.org/officeDocument/2006/relationships/image" Target="../media/image15.svg"/><Relationship Id="rId10" Type="http://schemas.openxmlformats.org/officeDocument/2006/relationships/image" Target="../media/image23.svg"/><Relationship Id="rId19" Type="http://schemas.openxmlformats.org/officeDocument/2006/relationships/image" Target="../media/image31.svg"/><Relationship Id="rId31" Type="http://schemas.openxmlformats.org/officeDocument/2006/relationships/image" Target="../media/image9.svg"/><Relationship Id="rId4" Type="http://schemas.openxmlformats.org/officeDocument/2006/relationships/image" Target="../media/image18.svg"/><Relationship Id="rId9" Type="http://schemas.openxmlformats.org/officeDocument/2006/relationships/image" Target="../media/image22.svg"/><Relationship Id="rId14" Type="http://schemas.openxmlformats.org/officeDocument/2006/relationships/image" Target="../media/image27.svg"/><Relationship Id="rId22" Type="http://schemas.openxmlformats.org/officeDocument/2006/relationships/image" Target="../media/image33.svg"/><Relationship Id="rId27" Type="http://schemas.openxmlformats.org/officeDocument/2006/relationships/image" Target="../media/image5.svg"/><Relationship Id="rId30" Type="http://schemas.openxmlformats.org/officeDocument/2006/relationships/image" Target="../media/image8.svg"/><Relationship Id="rId35" Type="http://schemas.openxmlformats.org/officeDocument/2006/relationships/image" Target="../media/image14.svg"/><Relationship Id="rId8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4.svg"/><Relationship Id="rId18" Type="http://schemas.openxmlformats.org/officeDocument/2006/relationships/image" Target="../media/image40.svg"/><Relationship Id="rId3" Type="http://schemas.openxmlformats.org/officeDocument/2006/relationships/image" Target="../media/image1.png"/><Relationship Id="rId21" Type="http://schemas.openxmlformats.org/officeDocument/2006/relationships/image" Target="../media/image43.svg"/><Relationship Id="rId7" Type="http://schemas.openxmlformats.org/officeDocument/2006/relationships/image" Target="../media/image12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7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38.svg"/><Relationship Id="rId5" Type="http://schemas.openxmlformats.org/officeDocument/2006/relationships/image" Target="../media/image36.png"/><Relationship Id="rId15" Type="http://schemas.openxmlformats.org/officeDocument/2006/relationships/image" Target="../media/image39.svg"/><Relationship Id="rId10" Type="http://schemas.openxmlformats.org/officeDocument/2006/relationships/image" Target="../media/image37.svg"/><Relationship Id="rId19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19.svg"/><Relationship Id="rId1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5.svg"/><Relationship Id="rId1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18.svg"/><Relationship Id="rId12" Type="http://schemas.openxmlformats.org/officeDocument/2006/relationships/image" Target="../media/image24.sv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23.svg"/><Relationship Id="rId5" Type="http://schemas.openxmlformats.org/officeDocument/2006/relationships/image" Target="../media/image8.svg"/><Relationship Id="rId15" Type="http://schemas.openxmlformats.org/officeDocument/2006/relationships/image" Target="../media/image27.svg"/><Relationship Id="rId10" Type="http://schemas.openxmlformats.org/officeDocument/2006/relationships/image" Target="../media/image38.svg"/><Relationship Id="rId19" Type="http://schemas.openxmlformats.org/officeDocument/2006/relationships/image" Target="../media/image42.svg"/><Relationship Id="rId4" Type="http://schemas.openxmlformats.org/officeDocument/2006/relationships/image" Target="../media/image1.png"/><Relationship Id="rId9" Type="http://schemas.openxmlformats.org/officeDocument/2006/relationships/image" Target="../media/image37.svg"/><Relationship Id="rId14" Type="http://schemas.openxmlformats.org/officeDocument/2006/relationships/image" Target="../media/image3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4.svg"/><Relationship Id="rId18" Type="http://schemas.openxmlformats.org/officeDocument/2006/relationships/image" Target="../media/image40.svg"/><Relationship Id="rId3" Type="http://schemas.openxmlformats.org/officeDocument/2006/relationships/image" Target="../media/image36.png"/><Relationship Id="rId21" Type="http://schemas.openxmlformats.org/officeDocument/2006/relationships/image" Target="../media/image43.svg"/><Relationship Id="rId7" Type="http://schemas.openxmlformats.org/officeDocument/2006/relationships/image" Target="../media/image12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7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38.svg"/><Relationship Id="rId5" Type="http://schemas.openxmlformats.org/officeDocument/2006/relationships/image" Target="../media/image45.svg"/><Relationship Id="rId15" Type="http://schemas.openxmlformats.org/officeDocument/2006/relationships/image" Target="../media/image39.svg"/><Relationship Id="rId10" Type="http://schemas.openxmlformats.org/officeDocument/2006/relationships/image" Target="../media/image37.svg"/><Relationship Id="rId19" Type="http://schemas.openxmlformats.org/officeDocument/2006/relationships/image" Target="../media/image41.svg"/><Relationship Id="rId4" Type="http://schemas.openxmlformats.org/officeDocument/2006/relationships/image" Target="../media/image44.png"/><Relationship Id="rId9" Type="http://schemas.openxmlformats.org/officeDocument/2006/relationships/image" Target="../media/image19.svg"/><Relationship Id="rId1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4.svg"/><Relationship Id="rId5" Type="http://schemas.openxmlformats.org/officeDocument/2006/relationships/image" Target="../media/image36.pn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46.svg"/><Relationship Id="rId9" Type="http://schemas.openxmlformats.org/officeDocument/2006/relationships/image" Target="../media/image38.svg"/><Relationship Id="rId1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49.svg"/><Relationship Id="rId12" Type="http://schemas.openxmlformats.org/officeDocument/2006/relationships/image" Target="../media/image39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1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25.svg"/><Relationship Id="rId5" Type="http://schemas.openxmlformats.org/officeDocument/2006/relationships/image" Target="../media/image18.svg"/><Relationship Id="rId15" Type="http://schemas.openxmlformats.org/officeDocument/2006/relationships/image" Target="../media/image50.pn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24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47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21" Type="http://schemas.openxmlformats.org/officeDocument/2006/relationships/image" Target="../media/image47.sv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19" Type="http://schemas.openxmlformats.org/officeDocument/2006/relationships/image" Target="../media/image53.pn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59.svg"/><Relationship Id="rId18" Type="http://schemas.openxmlformats.org/officeDocument/2006/relationships/image" Target="../media/image41.svg"/><Relationship Id="rId3" Type="http://schemas.openxmlformats.org/officeDocument/2006/relationships/image" Target="../media/image1.png"/><Relationship Id="rId21" Type="http://schemas.openxmlformats.org/officeDocument/2006/relationships/image" Target="../media/image43.svg"/><Relationship Id="rId7" Type="http://schemas.openxmlformats.org/officeDocument/2006/relationships/image" Target="../media/image19.svg"/><Relationship Id="rId12" Type="http://schemas.openxmlformats.org/officeDocument/2006/relationships/image" Target="../media/image58.pn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8.svg"/><Relationship Id="rId20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svg"/><Relationship Id="rId11" Type="http://schemas.openxmlformats.org/officeDocument/2006/relationships/image" Target="../media/image57.svg"/><Relationship Id="rId5" Type="http://schemas.openxmlformats.org/officeDocument/2006/relationships/image" Target="../media/image54.png"/><Relationship Id="rId15" Type="http://schemas.openxmlformats.org/officeDocument/2006/relationships/image" Target="../media/image27.svg"/><Relationship Id="rId10" Type="http://schemas.openxmlformats.org/officeDocument/2006/relationships/image" Target="../media/image56.png"/><Relationship Id="rId19" Type="http://schemas.openxmlformats.org/officeDocument/2006/relationships/image" Target="../media/image60.pn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39.svg"/><Relationship Id="rId22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42.sv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39.svg"/><Relationship Id="rId5" Type="http://schemas.openxmlformats.org/officeDocument/2006/relationships/image" Target="../media/image36.pn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19" Type="http://schemas.openxmlformats.org/officeDocument/2006/relationships/image" Target="../media/image3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64.pn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63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62.pn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5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65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64.pn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63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62.pn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5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65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68.pn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67.svg"/><Relationship Id="rId12" Type="http://schemas.openxmlformats.org/officeDocument/2006/relationships/image" Target="../media/image39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25.sv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69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19" Type="http://schemas.openxmlformats.org/officeDocument/2006/relationships/image" Target="../media/image52.jp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71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70.pn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0.svg"/><Relationship Id="rId10" Type="http://schemas.openxmlformats.org/officeDocument/2006/relationships/image" Target="../media/image25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73.svg"/><Relationship Id="rId5" Type="http://schemas.openxmlformats.org/officeDocument/2006/relationships/image" Target="../media/image18.svg"/><Relationship Id="rId15" Type="http://schemas.openxmlformats.org/officeDocument/2006/relationships/image" Target="../media/image40.svg"/><Relationship Id="rId10" Type="http://schemas.openxmlformats.org/officeDocument/2006/relationships/image" Target="../media/image72.pn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78.svg"/><Relationship Id="rId18" Type="http://schemas.openxmlformats.org/officeDocument/2006/relationships/image" Target="../media/image28.svg"/><Relationship Id="rId3" Type="http://schemas.openxmlformats.org/officeDocument/2006/relationships/image" Target="../media/image1.png"/><Relationship Id="rId21" Type="http://schemas.openxmlformats.org/officeDocument/2006/relationships/image" Target="../media/image42.svg"/><Relationship Id="rId7" Type="http://schemas.openxmlformats.org/officeDocument/2006/relationships/image" Target="../media/image76.png"/><Relationship Id="rId12" Type="http://schemas.openxmlformats.org/officeDocument/2006/relationships/image" Target="../media/image77.pn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39.svg"/><Relationship Id="rId20" Type="http://schemas.openxmlformats.org/officeDocument/2006/relationships/image" Target="../media/image4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38.svg"/><Relationship Id="rId5" Type="http://schemas.openxmlformats.org/officeDocument/2006/relationships/image" Target="../media/image36.png"/><Relationship Id="rId15" Type="http://schemas.openxmlformats.org/officeDocument/2006/relationships/image" Target="../media/image25.svg"/><Relationship Id="rId10" Type="http://schemas.openxmlformats.org/officeDocument/2006/relationships/image" Target="../media/image37.svg"/><Relationship Id="rId19" Type="http://schemas.openxmlformats.org/officeDocument/2006/relationships/image" Target="../media/image40.svg"/><Relationship Id="rId4" Type="http://schemas.openxmlformats.org/officeDocument/2006/relationships/image" Target="../media/image74.svg"/><Relationship Id="rId9" Type="http://schemas.openxmlformats.org/officeDocument/2006/relationships/image" Target="../media/image19.svg"/><Relationship Id="rId14" Type="http://schemas.openxmlformats.org/officeDocument/2006/relationships/image" Target="../media/image24.svg"/><Relationship Id="rId22" Type="http://schemas.openxmlformats.org/officeDocument/2006/relationships/image" Target="../media/image43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5.svg"/><Relationship Id="rId18" Type="http://schemas.openxmlformats.org/officeDocument/2006/relationships/image" Target="../media/image79.png"/><Relationship Id="rId3" Type="http://schemas.openxmlformats.org/officeDocument/2006/relationships/image" Target="../media/image1.png"/><Relationship Id="rId21" Type="http://schemas.openxmlformats.org/officeDocument/2006/relationships/image" Target="../media/image43.svg"/><Relationship Id="rId7" Type="http://schemas.openxmlformats.org/officeDocument/2006/relationships/image" Target="../media/image18.svg"/><Relationship Id="rId12" Type="http://schemas.openxmlformats.org/officeDocument/2006/relationships/image" Target="../media/image24.sv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28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23.svg"/><Relationship Id="rId5" Type="http://schemas.openxmlformats.org/officeDocument/2006/relationships/image" Target="../media/image75.png"/><Relationship Id="rId15" Type="http://schemas.openxmlformats.org/officeDocument/2006/relationships/image" Target="../media/image27.svg"/><Relationship Id="rId10" Type="http://schemas.openxmlformats.org/officeDocument/2006/relationships/image" Target="../media/image38.svg"/><Relationship Id="rId19" Type="http://schemas.openxmlformats.org/officeDocument/2006/relationships/image" Target="../media/image80.svg"/><Relationship Id="rId4" Type="http://schemas.openxmlformats.org/officeDocument/2006/relationships/image" Target="../media/image35.svg"/><Relationship Id="rId9" Type="http://schemas.openxmlformats.org/officeDocument/2006/relationships/image" Target="../media/image37.svg"/><Relationship Id="rId14" Type="http://schemas.openxmlformats.org/officeDocument/2006/relationships/image" Target="../media/image39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5.svg"/><Relationship Id="rId18" Type="http://schemas.openxmlformats.org/officeDocument/2006/relationships/image" Target="../media/image41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24.sv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28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23.svg"/><Relationship Id="rId5" Type="http://schemas.openxmlformats.org/officeDocument/2006/relationships/image" Target="../media/image75.png"/><Relationship Id="rId15" Type="http://schemas.openxmlformats.org/officeDocument/2006/relationships/image" Target="../media/image27.svg"/><Relationship Id="rId10" Type="http://schemas.openxmlformats.org/officeDocument/2006/relationships/image" Target="../media/image38.svg"/><Relationship Id="rId19" Type="http://schemas.openxmlformats.org/officeDocument/2006/relationships/image" Target="../media/image42.svg"/><Relationship Id="rId4" Type="http://schemas.openxmlformats.org/officeDocument/2006/relationships/image" Target="../media/image35.svg"/><Relationship Id="rId9" Type="http://schemas.openxmlformats.org/officeDocument/2006/relationships/image" Target="../media/image37.svg"/><Relationship Id="rId14" Type="http://schemas.openxmlformats.org/officeDocument/2006/relationships/image" Target="../media/image39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40.svg"/><Relationship Id="rId3" Type="http://schemas.openxmlformats.org/officeDocument/2006/relationships/image" Target="../media/image1.png"/><Relationship Id="rId7" Type="http://schemas.openxmlformats.org/officeDocument/2006/relationships/image" Target="../media/image38.sv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27.svg"/><Relationship Id="rId5" Type="http://schemas.openxmlformats.org/officeDocument/2006/relationships/image" Target="../media/image19.svg"/><Relationship Id="rId15" Type="http://schemas.openxmlformats.org/officeDocument/2006/relationships/image" Target="../media/image42.svg"/><Relationship Id="rId10" Type="http://schemas.openxmlformats.org/officeDocument/2006/relationships/image" Target="../media/image39.svg"/><Relationship Id="rId4" Type="http://schemas.openxmlformats.org/officeDocument/2006/relationships/image" Target="../media/image18.svg"/><Relationship Id="rId9" Type="http://schemas.openxmlformats.org/officeDocument/2006/relationships/image" Target="../media/image25.svg"/><Relationship Id="rId14" Type="http://schemas.openxmlformats.org/officeDocument/2006/relationships/image" Target="../media/image41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36.png"/><Relationship Id="rId7" Type="http://schemas.openxmlformats.org/officeDocument/2006/relationships/image" Target="../media/image19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4.svg"/><Relationship Id="rId5" Type="http://schemas.openxmlformats.org/officeDocument/2006/relationships/image" Target="../media/image1.pn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17.png"/><Relationship Id="rId9" Type="http://schemas.openxmlformats.org/officeDocument/2006/relationships/image" Target="../media/image38.svg"/><Relationship Id="rId14" Type="http://schemas.openxmlformats.org/officeDocument/2006/relationships/image" Target="../media/image27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svg"/><Relationship Id="rId3" Type="http://schemas.openxmlformats.org/officeDocument/2006/relationships/image" Target="../media/image1.png"/><Relationship Id="rId7" Type="http://schemas.openxmlformats.org/officeDocument/2006/relationships/image" Target="../media/image38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39.svg"/><Relationship Id="rId5" Type="http://schemas.openxmlformats.org/officeDocument/2006/relationships/image" Target="../media/image19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18.svg"/><Relationship Id="rId9" Type="http://schemas.openxmlformats.org/officeDocument/2006/relationships/image" Target="../media/image24.svg"/><Relationship Id="rId14" Type="http://schemas.openxmlformats.org/officeDocument/2006/relationships/image" Target="../media/image40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ING_BODY">
            <a:extLst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 txBox="1"/>
          <p:nvPr/>
        </p:nvSpPr>
        <p:spPr>
          <a:xfrm>
            <a:off x="333375" y="381000"/>
            <a:ext cx="11430000" cy="6210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Здесь текст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COURSE_TITLE">
            <a:extLst>
              <a:ext uri="{FF2B5EF4-FFF2-40B4-BE49-F238E27FC236}">
                <a16:creationId xmlns:a16="http://schemas.microsoft.com/office/drawing/2014/main" id="{3C3CB16C-83AE-440B-9687-FD25C51EC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600" y="781800"/>
            <a:ext cx="6328400" cy="273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Autofit/>
          </a:bodyPr>
          <a:lstStyle/>
          <a:p>
            <a:r>
              <a:rPr dirty="0">
                <a:solidFill>
                  <a:srgbClr val="3F454F"/>
                </a:solidFill>
              </a:rPr>
              <a:t>УСПЕШНЫЙ МАСТЕР</a:t>
            </a:r>
          </a:p>
        </p:txBody>
      </p:sp>
      <p:sp>
        <p:nvSpPr>
          <p:cNvPr id="1966" name="COURSE_SUBTITLE">
            <a:extLst>
              <a:ext uri="{FF2B5EF4-FFF2-40B4-BE49-F238E27FC236}">
                <a16:creationId xmlns:a16="http://schemas.microsoft.com/office/drawing/2014/main" id="{BC2C6F1F-D395-4440-9315-FB7ECFF10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1267" y="3690050"/>
            <a:ext cx="43896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dirty="0" err="1">
                <a:solidFill>
                  <a:srgbClr val="DE4A42"/>
                </a:solidFill>
                <a:latin typeface="Bahnschrift Condensed" panose="020B0502040204020203" pitchFamily="34" charset="0"/>
              </a:rPr>
              <a:t>Обучающий</a:t>
            </a:r>
            <a:r>
              <a:rPr dirty="0">
                <a:solidFill>
                  <a:srgbClr val="DE4A42"/>
                </a:solidFill>
                <a:latin typeface="Bahnschrift Condensed" panose="020B0502040204020203" pitchFamily="34" charset="0"/>
              </a:rPr>
              <a:t> </a:t>
            </a:r>
            <a:r>
              <a:rPr dirty="0" err="1">
                <a:solidFill>
                  <a:srgbClr val="DE4A42"/>
                </a:solidFill>
                <a:latin typeface="Bahnschrift Condensed" panose="020B0502040204020203" pitchFamily="34" charset="0"/>
              </a:rPr>
              <a:t>курс</a:t>
            </a:r>
            <a:endParaRPr dirty="0">
              <a:solidFill>
                <a:srgbClr val="DE4A42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983" name="!!gear-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660000">
            <a:off x="-2705100" y="-2695575"/>
            <a:ext cx="3533775" cy="3533775"/>
          </a:xfrm>
          <a:prstGeom prst="rect">
            <a:avLst/>
          </a:prstGeom>
        </p:spPr>
      </p:pic>
      <p:pic>
        <p:nvPicPr>
          <p:cNvPr id="1984" name="!!gear-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1680000">
            <a:off x="-695051" y="78485"/>
            <a:ext cx="2146935" cy="2146935"/>
          </a:xfrm>
          <a:prstGeom prst="rect">
            <a:avLst/>
          </a:prstGeom>
        </p:spPr>
      </p:pic>
      <p:pic>
        <p:nvPicPr>
          <p:cNvPr id="1985" name="!!gear-0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2700000">
            <a:off x="-5834344" y="4380138"/>
            <a:ext cx="2143125" cy="2143125"/>
          </a:xfrm>
          <a:prstGeom prst="rect">
            <a:avLst/>
          </a:prstGeom>
        </p:spPr>
      </p:pic>
      <p:pic>
        <p:nvPicPr>
          <p:cNvPr id="1986" name="!!gear-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3720000">
            <a:off x="9848450" y="4477399"/>
            <a:ext cx="2714625" cy="2714625"/>
          </a:xfrm>
          <a:prstGeom prst="rect">
            <a:avLst/>
          </a:prstGeom>
        </p:spPr>
      </p:pic>
      <p:pic>
        <p:nvPicPr>
          <p:cNvPr id="1987" name="!!gear-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 rot="4740000">
            <a:off x="1119538" y="7422653"/>
            <a:ext cx="2069783" cy="2069783"/>
          </a:xfrm>
          <a:prstGeom prst="rect">
            <a:avLst/>
          </a:prstGeom>
        </p:spPr>
      </p:pic>
      <p:pic>
        <p:nvPicPr>
          <p:cNvPr id="1988" name="!!gear-0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 rot="5760000">
            <a:off x="3737507" y="7760515"/>
            <a:ext cx="1820228" cy="1820228"/>
          </a:xfrm>
          <a:prstGeom prst="rect">
            <a:avLst/>
          </a:prstGeom>
        </p:spPr>
      </p:pic>
      <p:pic>
        <p:nvPicPr>
          <p:cNvPr id="1989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 rot="6200777">
            <a:off x="-1399919" y="2656844"/>
            <a:ext cx="4727453" cy="4727453"/>
          </a:xfrm>
          <a:prstGeom prst="rect">
            <a:avLst/>
          </a:prstGeom>
        </p:spPr>
      </p:pic>
      <p:pic>
        <p:nvPicPr>
          <p:cNvPr id="1990" name="!!gear-0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 rot="7800000">
            <a:off x="6238875" y="6553200"/>
            <a:ext cx="2225993" cy="2225993"/>
          </a:xfrm>
          <a:prstGeom prst="rect">
            <a:avLst/>
          </a:prstGeom>
        </p:spPr>
      </p:pic>
      <p:pic>
        <p:nvPicPr>
          <p:cNvPr id="1991" name="!!gear-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 rot="8357139">
            <a:off x="-4301912" y="366524"/>
            <a:ext cx="2120265" cy="2120265"/>
          </a:xfrm>
          <a:prstGeom prst="rect">
            <a:avLst/>
          </a:prstGeom>
        </p:spPr>
      </p:pic>
      <p:pic>
        <p:nvPicPr>
          <p:cNvPr id="1992" name="!!gear-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 rot="9840000">
            <a:off x="12201525" y="323850"/>
            <a:ext cx="1726882" cy="1726882"/>
          </a:xfrm>
          <a:prstGeom prst="rect">
            <a:avLst/>
          </a:prstGeom>
        </p:spPr>
      </p:pic>
      <p:pic>
        <p:nvPicPr>
          <p:cNvPr id="1993" name="!!gear-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 rot="10860000">
            <a:off x="390282" y="1717890"/>
            <a:ext cx="1371600" cy="1371600"/>
          </a:xfrm>
          <a:prstGeom prst="rect">
            <a:avLst/>
          </a:prstGeom>
        </p:spPr>
      </p:pic>
      <p:pic>
        <p:nvPicPr>
          <p:cNvPr id="1994" name="!!gear-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 rot="11880000">
            <a:off x="-3471168" y="6655849"/>
            <a:ext cx="2714625" cy="2714625"/>
          </a:xfrm>
          <a:prstGeom prst="rect">
            <a:avLst/>
          </a:prstGeom>
        </p:spPr>
      </p:pic>
      <p:pic>
        <p:nvPicPr>
          <p:cNvPr id="1995" name="!!gear-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 rot="12900000">
            <a:off x="3340445" y="-2139750"/>
            <a:ext cx="1665923" cy="1665923"/>
          </a:xfrm>
          <a:prstGeom prst="rect">
            <a:avLst/>
          </a:prstGeom>
        </p:spPr>
      </p:pic>
      <p:pic>
        <p:nvPicPr>
          <p:cNvPr id="1996" name="!!gear-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 rot="13920000">
            <a:off x="11116957" y="3269935"/>
            <a:ext cx="2038595" cy="2038595"/>
          </a:xfrm>
          <a:prstGeom prst="rect">
            <a:avLst/>
          </a:prstGeom>
        </p:spPr>
      </p:pic>
      <p:pic>
        <p:nvPicPr>
          <p:cNvPr id="18" name="Рисунок 37">
            <a:extLst>
              <a:ext uri="{FF2B5EF4-FFF2-40B4-BE49-F238E27FC236}">
                <a16:creationId xmlns:a16="http://schemas.microsoft.com/office/drawing/2014/main" id="{5A6068A6-4E2A-4147-A485-2D3748D1F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4305" y="7331913"/>
            <a:ext cx="1238250" cy="1238250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BE5A3890-05ED-4540-9D7C-19AF24EFB937}"/>
              </a:ext>
            </a:extLst>
          </p:cNvPr>
          <p:cNvSpPr>
            <a:spLocks noGrp="1"/>
          </p:cNvSpPr>
          <p:nvPr/>
        </p:nvSpPr>
        <p:spPr>
          <a:xfrm flipV="1">
            <a:off x="3347402" y="3508975"/>
            <a:ext cx="5601903" cy="962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376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MODULE_TITLE">
            <a:extLst>
              <a:ext uri="{FF2B5EF4-FFF2-40B4-BE49-F238E27FC236}">
                <a16:creationId xmlns:a16="http://schemas.microsoft.com/office/drawing/2014/main" id="{83EB69A0-C6B1-4CEA-B7A6-6ADF3DBA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50" y="3002440"/>
            <a:ext cx="11285832" cy="1778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algn="l">
              <a:buNone/>
            </a:pPr>
            <a:r>
              <a:rPr dirty="0">
                <a:solidFill>
                  <a:srgbClr val="3F454F"/>
                </a:solidFill>
                <a:latin typeface="Bahnschrift Condensed"/>
                <a:ea typeface="Bahnschrift Condensed"/>
                <a:cs typeface="Bahnschrift Condensed"/>
              </a:rPr>
              <a:t>РОЛЬ МАСТЕРА</a:t>
            </a:r>
          </a:p>
        </p:txBody>
      </p:sp>
      <p:sp>
        <p:nvSpPr>
          <p:cNvPr id="2141" name="MODULE_LABEL">
            <a:extLst>
              <a:ext uri="{FF2B5EF4-FFF2-40B4-BE49-F238E27FC236}">
                <a16:creationId xmlns:a16="http://schemas.microsoft.com/office/drawing/2014/main" id="{F969B564-E148-47E0-A029-7064E9BD2C7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839433" y="1323640"/>
            <a:ext cx="6894084" cy="14404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Autofit/>
          </a:bodyPr>
          <a:lstStyle/>
          <a:p>
            <a:pPr algn="l">
              <a:buNone/>
            </a:pPr>
            <a:r>
              <a:rPr dirty="0">
                <a:latin typeface="Bahnschrift SemiBold Condensed"/>
                <a:ea typeface="Bahnschrift SemiBold Condensed"/>
                <a:cs typeface="Bahnschrift SemiBold Condensed"/>
              </a:rPr>
              <a:t>МОДУЛЬ 01</a:t>
            </a:r>
          </a:p>
        </p:txBody>
      </p:sp>
      <p:sp>
        <p:nvSpPr>
          <p:cNvPr id="2142" name="MODULE_SUBTITLE">
            <a:extLst>
              <a:ext uri="{FF2B5EF4-FFF2-40B4-BE49-F238E27FC236}">
                <a16:creationId xmlns:a16="http://schemas.microsoft.com/office/drawing/2014/main" id="{9F01F7C8-7A22-438D-BC56-3C9D31A81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259" y="4489703"/>
            <a:ext cx="6969722" cy="777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sz="180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You can enter a subtitle here if you need it</a:t>
            </a:r>
            <a:endParaRPr sz="18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2178" name="Рисунок 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3556" y="8568853"/>
            <a:ext cx="1857375" cy="1857375"/>
          </a:xfrm>
          <a:prstGeom prst="rect">
            <a:avLst/>
          </a:prstGeom>
        </p:spPr>
      </p:pic>
      <p:pic>
        <p:nvPicPr>
          <p:cNvPr id="2179" name="Рисунок 2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24390" y="2687797"/>
            <a:ext cx="2419350" cy="2419350"/>
          </a:xfrm>
          <a:prstGeom prst="rect">
            <a:avLst/>
          </a:prstGeom>
        </p:spPr>
      </p:pic>
      <p:pic>
        <p:nvPicPr>
          <p:cNvPr id="2180" name="Рисунок 2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4184029" y="138288"/>
            <a:ext cx="1790700" cy="1790700"/>
          </a:xfrm>
          <a:prstGeom prst="rect">
            <a:avLst/>
          </a:prstGeom>
        </p:spPr>
      </p:pic>
      <p:pic>
        <p:nvPicPr>
          <p:cNvPr id="2181" name="Рисунок 3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98294" y="3538436"/>
            <a:ext cx="1257300" cy="1257300"/>
          </a:xfrm>
          <a:prstGeom prst="rect">
            <a:avLst/>
          </a:prstGeom>
        </p:spPr>
      </p:pic>
      <p:pic>
        <p:nvPicPr>
          <p:cNvPr id="2182" name="Рисунок 3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8966" y="8604458"/>
            <a:ext cx="2019300" cy="2019300"/>
          </a:xfrm>
          <a:prstGeom prst="rect">
            <a:avLst/>
          </a:prstGeom>
        </p:spPr>
      </p:pic>
      <p:pic>
        <p:nvPicPr>
          <p:cNvPr id="2183" name="Рисунок 3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3733" y="-3812722"/>
            <a:ext cx="2305050" cy="2305050"/>
          </a:xfrm>
          <a:prstGeom prst="rect">
            <a:avLst/>
          </a:prstGeom>
        </p:spPr>
      </p:pic>
      <p:pic>
        <p:nvPicPr>
          <p:cNvPr id="2184" name="Рисунок 3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96105" y="6899111"/>
            <a:ext cx="3714750" cy="3714750"/>
          </a:xfrm>
          <a:prstGeom prst="rect">
            <a:avLst/>
          </a:prstGeom>
        </p:spPr>
      </p:pic>
      <p:pic>
        <p:nvPicPr>
          <p:cNvPr id="2185" name="Рисунок 3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891278" y="2148846"/>
            <a:ext cx="2257425" cy="2257425"/>
          </a:xfrm>
          <a:prstGeom prst="rect">
            <a:avLst/>
          </a:prstGeom>
        </p:spPr>
      </p:pic>
      <p:pic>
        <p:nvPicPr>
          <p:cNvPr id="2186" name="Рисунок 3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83881" y="-3377845"/>
            <a:ext cx="3124200" cy="3124200"/>
          </a:xfrm>
          <a:prstGeom prst="rect">
            <a:avLst/>
          </a:prstGeom>
        </p:spPr>
      </p:pic>
      <p:pic>
        <p:nvPicPr>
          <p:cNvPr id="2187" name="Рисунок 3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492916" y="841737"/>
            <a:ext cx="2019300" cy="2019300"/>
          </a:xfrm>
          <a:prstGeom prst="rect">
            <a:avLst/>
          </a:prstGeom>
        </p:spPr>
      </p:pic>
      <p:pic>
        <p:nvPicPr>
          <p:cNvPr id="2188" name="Рисунок 3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01558" y="9162903"/>
            <a:ext cx="1238250" cy="1238250"/>
          </a:xfrm>
          <a:prstGeom prst="rect">
            <a:avLst/>
          </a:prstGeom>
        </p:spPr>
      </p:pic>
      <p:pic>
        <p:nvPicPr>
          <p:cNvPr id="2189" name="Рисунок 3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628956" y="678282"/>
            <a:ext cx="3314700" cy="3314700"/>
          </a:xfrm>
          <a:prstGeom prst="rect">
            <a:avLst/>
          </a:prstGeom>
        </p:spPr>
      </p:pic>
      <p:pic>
        <p:nvPicPr>
          <p:cNvPr id="2190" name="Рисунок 3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07904" y="-3455838"/>
            <a:ext cx="1609725" cy="1609725"/>
          </a:xfrm>
          <a:prstGeom prst="rect">
            <a:avLst/>
          </a:prstGeom>
        </p:spPr>
      </p:pic>
      <p:pic>
        <p:nvPicPr>
          <p:cNvPr id="2191" name="Рисунок 4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10855" y="-3524066"/>
            <a:ext cx="2019300" cy="2019300"/>
          </a:xfrm>
          <a:prstGeom prst="rect">
            <a:avLst/>
          </a:prstGeom>
        </p:spPr>
      </p:pic>
      <p:pic>
        <p:nvPicPr>
          <p:cNvPr id="2192" name="Рисунок 4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921293" y="1193172"/>
            <a:ext cx="2419350" cy="2419350"/>
          </a:xfrm>
          <a:prstGeom prst="rect">
            <a:avLst/>
          </a:prstGeom>
        </p:spPr>
      </p:pic>
      <p:pic>
        <p:nvPicPr>
          <p:cNvPr id="2193" name="Рисунок 4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-4870923" y="3584411"/>
            <a:ext cx="3314700" cy="3314700"/>
          </a:xfrm>
          <a:prstGeom prst="rect">
            <a:avLst/>
          </a:prstGeom>
        </p:spPr>
      </p:pic>
      <p:pic>
        <p:nvPicPr>
          <p:cNvPr id="2194" name="Рисунок 4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330993" y="-695660"/>
            <a:ext cx="2019300" cy="2019300"/>
          </a:xfrm>
          <a:prstGeom prst="rect">
            <a:avLst/>
          </a:prstGeom>
        </p:spPr>
      </p:pic>
      <p:pic>
        <p:nvPicPr>
          <p:cNvPr id="2195" name="Рисунок 4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717486" y="4425294"/>
            <a:ext cx="3435929" cy="3435929"/>
          </a:xfrm>
          <a:prstGeom prst="rect">
            <a:avLst/>
          </a:prstGeom>
        </p:spPr>
      </p:pic>
      <p:pic>
        <p:nvPicPr>
          <p:cNvPr id="2196" name="!!gear-0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/>
        </p:blipFill>
        <p:spPr>
          <a:xfrm>
            <a:off x="-2990850" y="-2552700"/>
            <a:ext cx="3267075" cy="3267075"/>
          </a:xfrm>
          <a:prstGeom prst="rect">
            <a:avLst/>
          </a:prstGeom>
        </p:spPr>
      </p:pic>
      <p:pic>
        <p:nvPicPr>
          <p:cNvPr id="2197" name="!!gear-0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 rot="1020000">
            <a:off x="11477625" y="-1771650"/>
            <a:ext cx="1971675" cy="1971675"/>
          </a:xfrm>
          <a:prstGeom prst="rect">
            <a:avLst/>
          </a:prstGeom>
        </p:spPr>
      </p:pic>
      <p:pic>
        <p:nvPicPr>
          <p:cNvPr id="2198" name="!!gear-0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/>
        </p:blipFill>
        <p:spPr>
          <a:xfrm rot="2040000">
            <a:off x="-272776" y="3497339"/>
            <a:ext cx="2141298" cy="2141298"/>
          </a:xfrm>
          <a:prstGeom prst="rect">
            <a:avLst/>
          </a:prstGeom>
        </p:spPr>
      </p:pic>
      <p:pic>
        <p:nvPicPr>
          <p:cNvPr id="2199" name="!!gear-0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/>
        </p:blipFill>
        <p:spPr>
          <a:xfrm rot="3060000">
            <a:off x="664367" y="2473289"/>
            <a:ext cx="1792123" cy="1792123"/>
          </a:xfrm>
          <a:prstGeom prst="rect">
            <a:avLst/>
          </a:prstGeom>
        </p:spPr>
      </p:pic>
      <p:pic>
        <p:nvPicPr>
          <p:cNvPr id="2200" name="!!gear-0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/>
        </p:blipFill>
        <p:spPr>
          <a:xfrm rot="4080000">
            <a:off x="-142875" y="6305550"/>
            <a:ext cx="1913573" cy="1913573"/>
          </a:xfrm>
          <a:prstGeom prst="rect">
            <a:avLst/>
          </a:prstGeom>
        </p:spPr>
      </p:pic>
      <p:pic>
        <p:nvPicPr>
          <p:cNvPr id="2201" name="!!gear-0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/>
        </p:blipFill>
        <p:spPr>
          <a:xfrm rot="5100000">
            <a:off x="10643461" y="2871454"/>
            <a:ext cx="1671638" cy="1671638"/>
          </a:xfrm>
          <a:prstGeom prst="rect">
            <a:avLst/>
          </a:prstGeom>
        </p:spPr>
      </p:pic>
      <p:pic>
        <p:nvPicPr>
          <p:cNvPr id="2202" name="!!gear-0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/>
        </p:blipFill>
        <p:spPr>
          <a:xfrm rot="6120000">
            <a:off x="-2205478" y="848062"/>
            <a:ext cx="3420428" cy="3420428"/>
          </a:xfrm>
          <a:prstGeom prst="rect">
            <a:avLst/>
          </a:prstGeom>
        </p:spPr>
      </p:pic>
      <p:pic>
        <p:nvPicPr>
          <p:cNvPr id="2203" name="!!gear-0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/>
        </p:blipFill>
        <p:spPr>
          <a:xfrm rot="7140000">
            <a:off x="5953125" y="6696075"/>
            <a:ext cx="2069783" cy="2069783"/>
          </a:xfrm>
          <a:prstGeom prst="rect">
            <a:avLst/>
          </a:prstGeom>
        </p:spPr>
      </p:pic>
      <p:pic>
        <p:nvPicPr>
          <p:cNvPr id="2204" name="!!gear-0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/>
        </p:blipFill>
        <p:spPr>
          <a:xfrm rot="8160000">
            <a:off x="-1819275" y="1114425"/>
            <a:ext cx="1960245" cy="1960245"/>
          </a:xfrm>
          <a:prstGeom prst="rect">
            <a:avLst/>
          </a:prstGeom>
        </p:spPr>
      </p:pic>
      <p:pic>
        <p:nvPicPr>
          <p:cNvPr id="2205" name="!!gear-1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/>
        </p:blipFill>
        <p:spPr>
          <a:xfrm rot="9180000">
            <a:off x="12031329" y="298022"/>
            <a:ext cx="1585913" cy="1585913"/>
          </a:xfrm>
          <a:prstGeom prst="rect">
            <a:avLst/>
          </a:prstGeom>
        </p:spPr>
      </p:pic>
      <p:pic>
        <p:nvPicPr>
          <p:cNvPr id="2206" name="!!gear-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/>
        </p:blipFill>
        <p:spPr>
          <a:xfrm rot="10200000">
            <a:off x="11200522" y="6154447"/>
            <a:ext cx="1737360" cy="1737360"/>
          </a:xfrm>
          <a:prstGeom prst="rect">
            <a:avLst/>
          </a:prstGeom>
        </p:spPr>
      </p:pic>
      <p:pic>
        <p:nvPicPr>
          <p:cNvPr id="2207" name="!!gear-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>
          <a:xfrm rot="11220000">
            <a:off x="-1078359" y="5140924"/>
            <a:ext cx="4333312" cy="4333312"/>
          </a:xfrm>
          <a:prstGeom prst="rect">
            <a:avLst/>
          </a:prstGeom>
        </p:spPr>
      </p:pic>
      <p:pic>
        <p:nvPicPr>
          <p:cNvPr id="2208" name="!!gear-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/>
        </p:blipFill>
        <p:spPr>
          <a:xfrm rot="12240000">
            <a:off x="1200150" y="-1647825"/>
            <a:ext cx="1540193" cy="1540193"/>
          </a:xfrm>
          <a:prstGeom prst="rect">
            <a:avLst/>
          </a:prstGeom>
        </p:spPr>
      </p:pic>
      <p:pic>
        <p:nvPicPr>
          <p:cNvPr id="2209" name="!!gear-1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 rot="13260000">
            <a:off x="11382375" y="4848225"/>
            <a:ext cx="1757363" cy="175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LESSON_NUMBER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 dirty="0">
                <a:solidFill>
                  <a:srgbClr val="3F454F"/>
                </a:solidFill>
              </a:rPr>
              <a:t>УРОК 1</a:t>
            </a:r>
          </a:p>
        </p:txBody>
      </p:sp>
      <p:sp>
        <p:nvSpPr>
          <p:cNvPr id="2101" name="LESSON_TITLE">
            <a:extLst>
              <a:ext uri="{FF2B5EF4-FFF2-40B4-BE49-F238E27FC236}">
                <a16:creationId xmlns:a16="http://schemas.microsoft.com/office/drawing/2014/main" id="{9139D206-85DC-4D9D-97DA-3FD895BE0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1202" y="3298835"/>
            <a:ext cx="4701600" cy="106141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lang="ru-RU" sz="480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НАЧАЛО СМЕНЫ</a:t>
            </a:r>
            <a:endParaRPr sz="4800" dirty="0">
              <a:solidFill>
                <a:srgbClr val="DE4A42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pic>
        <p:nvPicPr>
          <p:cNvPr id="2118" name="!!gear-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1980000">
            <a:off x="-2657475" y="-2505075"/>
            <a:ext cx="3000375" cy="3000375"/>
          </a:xfrm>
          <a:prstGeom prst="rect">
            <a:avLst/>
          </a:prstGeom>
        </p:spPr>
      </p:pic>
      <p:pic>
        <p:nvPicPr>
          <p:cNvPr id="2119" name="!!gear-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3000000">
            <a:off x="11811000" y="-1724025"/>
            <a:ext cx="2497455" cy="2497455"/>
          </a:xfrm>
          <a:prstGeom prst="rect">
            <a:avLst/>
          </a:prstGeom>
        </p:spPr>
      </p:pic>
      <p:pic>
        <p:nvPicPr>
          <p:cNvPr id="2120" name="!!gear-0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4020000">
            <a:off x="-1532866" y="3960709"/>
            <a:ext cx="3310700" cy="3310700"/>
          </a:xfrm>
          <a:prstGeom prst="rect">
            <a:avLst/>
          </a:prstGeom>
        </p:spPr>
      </p:pic>
      <p:pic>
        <p:nvPicPr>
          <p:cNvPr id="2121" name="!!gear-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5040000">
            <a:off x="10133668" y="-3168958"/>
            <a:ext cx="2333625" cy="2333625"/>
          </a:xfrm>
          <a:prstGeom prst="rect">
            <a:avLst/>
          </a:prstGeom>
        </p:spPr>
      </p:pic>
      <p:pic>
        <p:nvPicPr>
          <p:cNvPr id="2122" name="!!gear-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 rot="6060000">
            <a:off x="190500" y="6353175"/>
            <a:ext cx="1757363" cy="1757363"/>
          </a:xfrm>
          <a:prstGeom prst="rect">
            <a:avLst/>
          </a:prstGeom>
        </p:spPr>
      </p:pic>
      <p:pic>
        <p:nvPicPr>
          <p:cNvPr id="2123" name="!!gear-0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 rot="7080000">
            <a:off x="12182475" y="2609850"/>
            <a:ext cx="2117408" cy="2117408"/>
          </a:xfrm>
          <a:prstGeom prst="rect">
            <a:avLst/>
          </a:prstGeom>
        </p:spPr>
      </p:pic>
      <p:pic>
        <p:nvPicPr>
          <p:cNvPr id="2124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 rot="8100000">
            <a:off x="9710281" y="-1520279"/>
            <a:ext cx="3180398" cy="3180398"/>
          </a:xfrm>
          <a:prstGeom prst="rect">
            <a:avLst/>
          </a:prstGeom>
        </p:spPr>
      </p:pic>
      <p:pic>
        <p:nvPicPr>
          <p:cNvPr id="2125" name="!!gear-0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 rot="9120000">
            <a:off x="6286500" y="6743700"/>
            <a:ext cx="1913573" cy="1913573"/>
          </a:xfrm>
          <a:prstGeom prst="rect">
            <a:avLst/>
          </a:prstGeom>
        </p:spPr>
      </p:pic>
      <p:pic>
        <p:nvPicPr>
          <p:cNvPr id="2126" name="!!gear-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 rot="10140000">
            <a:off x="-3937442" y="1874103"/>
            <a:ext cx="1800225" cy="1800225"/>
          </a:xfrm>
          <a:prstGeom prst="rect">
            <a:avLst/>
          </a:prstGeom>
        </p:spPr>
      </p:pic>
      <p:pic>
        <p:nvPicPr>
          <p:cNvPr id="2127" name="!!gear-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 rot="11160000">
            <a:off x="12249150" y="514350"/>
            <a:ext cx="2008823" cy="2008823"/>
          </a:xfrm>
          <a:prstGeom prst="rect">
            <a:avLst/>
          </a:prstGeom>
        </p:spPr>
      </p:pic>
      <p:pic>
        <p:nvPicPr>
          <p:cNvPr id="2128" name="!!gear-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 rot="12180000">
            <a:off x="10644363" y="5766631"/>
            <a:ext cx="1615440" cy="1615440"/>
          </a:xfrm>
          <a:prstGeom prst="rect">
            <a:avLst/>
          </a:prstGeom>
        </p:spPr>
      </p:pic>
      <p:pic>
        <p:nvPicPr>
          <p:cNvPr id="2129" name="!!gear-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 rot="13200000">
            <a:off x="326806" y="6218699"/>
            <a:ext cx="2333625" cy="2333625"/>
          </a:xfrm>
          <a:prstGeom prst="rect">
            <a:avLst/>
          </a:prstGeom>
        </p:spPr>
      </p:pic>
      <p:pic>
        <p:nvPicPr>
          <p:cNvPr id="2130" name="!!gear-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 rot="14220000">
            <a:off x="1533525" y="-1600200"/>
            <a:ext cx="1414463" cy="1414463"/>
          </a:xfrm>
          <a:prstGeom prst="rect">
            <a:avLst/>
          </a:prstGeom>
        </p:spPr>
      </p:pic>
      <p:pic>
        <p:nvPicPr>
          <p:cNvPr id="2131" name="!!gear-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 rot="15240000">
            <a:off x="11715750" y="4895850"/>
            <a:ext cx="2225993" cy="2225993"/>
          </a:xfrm>
          <a:prstGeom prst="rect">
            <a:avLst/>
          </a:prstGeom>
        </p:spPr>
      </p:pic>
      <p:sp>
        <p:nvSpPr>
          <p:cNvPr id="18" name="MODULE_LABEL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122484" y="531994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МОДУЛЬ 1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1120874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61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358" y="1460500"/>
            <a:ext cx="9504715" cy="4902199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920750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РОЛЬ МАСТЕРА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30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1" name="BODY">
            <a:extLst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noGrp="1"/>
          </p:cNvSpPr>
          <p:nvPr/>
        </p:nvSpPr>
        <p:spPr>
          <a:xfrm>
            <a:off x="1057275" y="1857375"/>
            <a:ext cx="8234063" cy="3889375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отвечает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только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выполнение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сменного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плана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br>
              <a:rPr dirty="0">
                <a:solidFill>
                  <a:srgbClr val="3F454F"/>
                </a:solidFill>
              </a:rPr>
            </a:b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как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бригада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Он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распределяет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задачи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следит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качеством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сборки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первым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замечает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где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процесс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начинает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давать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сбой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700" dirty="0">
              <a:solidFill>
                <a:srgbClr val="3F454F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Сильный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тушит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пожары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конце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выстраивает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так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чтобы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брак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простои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появлялись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Его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решения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br>
              <a:rPr dirty="0">
                <a:solidFill>
                  <a:srgbClr val="3F454F"/>
                </a:solidFill>
              </a:rPr>
            </a:b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первый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час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определяют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весь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день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участка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700" dirty="0">
              <a:solidFill>
                <a:srgbClr val="3F454F"/>
              </a:solidFill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-1" y="1111250"/>
            <a:ext cx="5601903" cy="962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4" name="!!gear-07">
            <a:extLst>
              <a:ext uri="{FF2B5EF4-FFF2-40B4-BE49-F238E27FC236}">
                <a16:creationId xmlns:a16="http://schemas.microsoft.com/office/drawing/2014/main" id="{AE282B39-D83E-4D48-AE77-0CA84D207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3438421">
            <a:off x="10127971" y="2677007"/>
            <a:ext cx="4191761" cy="4191761"/>
          </a:xfrm>
          <a:prstGeom prst="rect">
            <a:avLst/>
          </a:prstGeom>
        </p:spPr>
      </p:pic>
      <p:pic>
        <p:nvPicPr>
          <p:cNvPr id="15" name="!!gear-11">
            <a:extLst>
              <a:ext uri="{FF2B5EF4-FFF2-40B4-BE49-F238E27FC236}">
                <a16:creationId xmlns:a16="http://schemas.microsoft.com/office/drawing/2014/main" id="{E64C5960-B072-456E-B287-6BE776D81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17518421">
            <a:off x="10428622" y="1042343"/>
            <a:ext cx="2129148" cy="2129148"/>
          </a:xfrm>
          <a:prstGeom prst="rect">
            <a:avLst/>
          </a:prstGeom>
        </p:spPr>
      </p:pic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052717CC-477A-469A-B3AC-935130C5B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7" name="Рисунок 4">
            <a:extLst>
              <a:ext uri="{FF2B5EF4-FFF2-40B4-BE49-F238E27FC236}">
                <a16:creationId xmlns:a16="http://schemas.microsoft.com/office/drawing/2014/main" id="{82682D09-8F52-4609-B0E3-BBEF8DD1D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8" name="Рисунок 6">
            <a:extLst>
              <a:ext uri="{FF2B5EF4-FFF2-40B4-BE49-F238E27FC236}">
                <a16:creationId xmlns:a16="http://schemas.microsoft.com/office/drawing/2014/main" id="{D3538D29-29B9-44ED-88CD-D4933B474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9" name="Рисунок 8">
            <a:extLst>
              <a:ext uri="{FF2B5EF4-FFF2-40B4-BE49-F238E27FC236}">
                <a16:creationId xmlns:a16="http://schemas.microsoft.com/office/drawing/2014/main" id="{9790F0D7-6D56-40C0-9C37-C552DBC41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475D8E84-C44F-4B8A-B7BE-6A1A673EA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876FC80D-134B-4AF6-A849-FB465572C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29" name="Рисунок 14">
            <a:extLst>
              <a:ext uri="{FF2B5EF4-FFF2-40B4-BE49-F238E27FC236}">
                <a16:creationId xmlns:a16="http://schemas.microsoft.com/office/drawing/2014/main" id="{E84A8DB8-F37A-43AA-AE65-5FB5F1813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1" name="Рисунок 16">
            <a:extLst>
              <a:ext uri="{FF2B5EF4-FFF2-40B4-BE49-F238E27FC236}">
                <a16:creationId xmlns:a16="http://schemas.microsoft.com/office/drawing/2014/main" id="{1495810B-1D5F-47DA-AC5D-9B7F35FBC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2" name="Рисунок 18">
            <a:extLst>
              <a:ext uri="{FF2B5EF4-FFF2-40B4-BE49-F238E27FC236}">
                <a16:creationId xmlns:a16="http://schemas.microsoft.com/office/drawing/2014/main" id="{070390B9-759F-4D3C-A8D4-DEE83FBFB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3" name="Рисунок 20">
            <a:extLst>
              <a:ext uri="{FF2B5EF4-FFF2-40B4-BE49-F238E27FC236}">
                <a16:creationId xmlns:a16="http://schemas.microsoft.com/office/drawing/2014/main" id="{9E31AD44-9E44-4ACD-8D28-13ABF7DCE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4" name="Рисунок 22">
            <a:extLst>
              <a:ext uri="{FF2B5EF4-FFF2-40B4-BE49-F238E27FC236}">
                <a16:creationId xmlns:a16="http://schemas.microsoft.com/office/drawing/2014/main" id="{550C92EA-88E3-4815-B4A8-9D4A206F6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5" name="Рисунок 24">
            <a:extLst>
              <a:ext uri="{FF2B5EF4-FFF2-40B4-BE49-F238E27FC236}">
                <a16:creationId xmlns:a16="http://schemas.microsoft.com/office/drawing/2014/main" id="{3CB52DCE-77AA-49B6-9F7D-FC41D2BF34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9588908-CBCB-4B35-AEF5-BC022B5DE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BF07A4-A6B9-4077-B832-68BA5B97B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381074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ДЛЯ РАЗНЫХ ЗАДАЧ НУЖНО РАЗНОЕ ПОВЕДЕНИЕ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0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211016" y="49162"/>
            <a:ext cx="0" cy="112087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4" name="!!gear-07">
            <a:extLst>
              <a:ext uri="{FF2B5EF4-FFF2-40B4-BE49-F238E27FC236}">
                <a16:creationId xmlns:a16="http://schemas.microsoft.com/office/drawing/2014/main" id="{AE282B39-D83E-4D48-AE77-0CA84D207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13438421">
            <a:off x="11498682" y="6938924"/>
            <a:ext cx="4191761" cy="4191761"/>
          </a:xfrm>
          <a:prstGeom prst="rect">
            <a:avLst/>
          </a:prstGeom>
        </p:spPr>
      </p:pic>
      <p:pic>
        <p:nvPicPr>
          <p:cNvPr id="15" name="!!gear-11">
            <a:extLst>
              <a:ext uri="{FF2B5EF4-FFF2-40B4-BE49-F238E27FC236}">
                <a16:creationId xmlns:a16="http://schemas.microsoft.com/office/drawing/2014/main" id="{E64C5960-B072-456E-B287-6BE776D81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7518421">
            <a:off x="15508407" y="4407845"/>
            <a:ext cx="2129148" cy="2129148"/>
          </a:xfrm>
          <a:prstGeom prst="rect">
            <a:avLst/>
          </a:prstGeom>
        </p:spPr>
      </p:pic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052717CC-477A-469A-B3AC-935130C5B3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7" name="Рисунок 4">
            <a:extLst>
              <a:ext uri="{FF2B5EF4-FFF2-40B4-BE49-F238E27FC236}">
                <a16:creationId xmlns:a16="http://schemas.microsoft.com/office/drawing/2014/main" id="{82682D09-8F52-4609-B0E3-BBEF8DD1D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6697" y="-1615475"/>
            <a:ext cx="2419350" cy="2419350"/>
          </a:xfrm>
          <a:prstGeom prst="rect">
            <a:avLst/>
          </a:prstGeom>
        </p:spPr>
      </p:pic>
      <p:pic>
        <p:nvPicPr>
          <p:cNvPr id="18" name="Рисунок 6">
            <a:extLst>
              <a:ext uri="{FF2B5EF4-FFF2-40B4-BE49-F238E27FC236}">
                <a16:creationId xmlns:a16="http://schemas.microsoft.com/office/drawing/2014/main" id="{D3538D29-29B9-44ED-88CD-D4933B474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9" name="Рисунок 8">
            <a:extLst>
              <a:ext uri="{FF2B5EF4-FFF2-40B4-BE49-F238E27FC236}">
                <a16:creationId xmlns:a16="http://schemas.microsoft.com/office/drawing/2014/main" id="{9790F0D7-6D56-40C0-9C37-C552DBC41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475D8E84-C44F-4B8A-B7BE-6A1A673EA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876FC80D-134B-4AF6-A849-FB465572CA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01727" y="-3107032"/>
            <a:ext cx="2305050" cy="2305050"/>
          </a:xfrm>
          <a:prstGeom prst="rect">
            <a:avLst/>
          </a:prstGeom>
        </p:spPr>
      </p:pic>
      <p:pic>
        <p:nvPicPr>
          <p:cNvPr id="29" name="Рисунок 14">
            <a:extLst>
              <a:ext uri="{FF2B5EF4-FFF2-40B4-BE49-F238E27FC236}">
                <a16:creationId xmlns:a16="http://schemas.microsoft.com/office/drawing/2014/main" id="{E84A8DB8-F37A-43AA-AE65-5FB5F1813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1" name="Рисунок 16">
            <a:extLst>
              <a:ext uri="{FF2B5EF4-FFF2-40B4-BE49-F238E27FC236}">
                <a16:creationId xmlns:a16="http://schemas.microsoft.com/office/drawing/2014/main" id="{1495810B-1D5F-47DA-AC5D-9B7F35FBC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2" name="Рисунок 18">
            <a:extLst>
              <a:ext uri="{FF2B5EF4-FFF2-40B4-BE49-F238E27FC236}">
                <a16:creationId xmlns:a16="http://schemas.microsoft.com/office/drawing/2014/main" id="{070390B9-759F-4D3C-A8D4-DEE83FBFB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3" name="Рисунок 20">
            <a:extLst>
              <a:ext uri="{FF2B5EF4-FFF2-40B4-BE49-F238E27FC236}">
                <a16:creationId xmlns:a16="http://schemas.microsoft.com/office/drawing/2014/main" id="{9E31AD44-9E44-4ACD-8D28-13ABF7DCE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4" name="Рисунок 22">
            <a:extLst>
              <a:ext uri="{FF2B5EF4-FFF2-40B4-BE49-F238E27FC236}">
                <a16:creationId xmlns:a16="http://schemas.microsoft.com/office/drawing/2014/main" id="{550C92EA-88E3-4815-B4A8-9D4A206F6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5" name="Рисунок 24">
            <a:extLst>
              <a:ext uri="{FF2B5EF4-FFF2-40B4-BE49-F238E27FC236}">
                <a16:creationId xmlns:a16="http://schemas.microsoft.com/office/drawing/2014/main" id="{3CB52DCE-77AA-49B6-9F7D-FC41D2BF3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744243" y="-603250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9588908-CBCB-4B35-AEF5-BC022B5DEF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BF07A4-A6B9-4077-B832-68BA5B97B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sp>
        <p:nvSpPr>
          <p:cNvPr id="2" name="INTRO">
            <a:extLst>
              <a:ext uri="{FF2B5EF4-FFF2-40B4-BE49-F238E27FC236}">
                <a16:creationId xmlns:a16="http://schemas.microsoft.com/office/drawing/2014/main" id="{4EA8474D-80B6-4827-8B93-9E806795C8E4}"/>
              </a:ext>
            </a:extLst>
          </p:cNvPr>
          <p:cNvSpPr txBox="1"/>
          <p:nvPr/>
        </p:nvSpPr>
        <p:spPr>
          <a:xfrm>
            <a:off x="527538" y="1371600"/>
            <a:ext cx="10615990" cy="9167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Одного подхода на все случаи нет. Поведение мастера зависит от задачи.</a:t>
            </a:r>
          </a:p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70DEDAB-7E47-408A-B46C-B9BEFA9F7323}"/>
              </a:ext>
            </a:extLst>
          </p:cNvPr>
          <p:cNvGrpSpPr/>
          <p:nvPr/>
        </p:nvGrpSpPr>
        <p:grpSpPr>
          <a:xfrm>
            <a:off x="563806" y="2371053"/>
            <a:ext cx="1802162" cy="3758866"/>
            <a:chOff x="563806" y="2371053"/>
            <a:chExt cx="1802162" cy="3758866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3AC517A-3E0E-45A9-9664-5F35A4C91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850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CARD_1_TITLE">
              <a:extLst>
                <a:ext uri="{FF2B5EF4-FFF2-40B4-BE49-F238E27FC236}">
                  <a16:creationId xmlns:a16="http://schemas.microsoft.com/office/drawing/2014/main" id="{10DD8E58-F4D8-4AB2-8962-09179D81A68E}"/>
                </a:ext>
              </a:extLst>
            </p:cNvPr>
            <p:cNvSpPr txBox="1"/>
            <p:nvPr/>
          </p:nvSpPr>
          <p:spPr>
            <a:xfrm>
              <a:off x="72048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ПОСТАВИТЬ ЗАДАЧУ 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3" name="CARD_1_BODY">
              <a:extLst>
                <a:ext uri="{FF2B5EF4-FFF2-40B4-BE49-F238E27FC236}">
                  <a16:creationId xmlns:a16="http://schemas.microsoft.com/office/drawing/2014/main" id="{88632AB4-CB78-451D-A8EB-2CF0804184CC}"/>
                </a:ext>
              </a:extLst>
            </p:cNvPr>
            <p:cNvSpPr txBox="1"/>
            <p:nvPr/>
          </p:nvSpPr>
          <p:spPr>
            <a:xfrm>
              <a:off x="56380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5ABD59C-ED5C-413A-880C-13055AA577E5}"/>
              </a:ext>
            </a:extLst>
          </p:cNvPr>
          <p:cNvGrpSpPr/>
          <p:nvPr/>
        </p:nvGrpSpPr>
        <p:grpSpPr>
          <a:xfrm>
            <a:off x="2878264" y="2371053"/>
            <a:ext cx="1802162" cy="3758866"/>
            <a:chOff x="2661746" y="2371053"/>
            <a:chExt cx="1802162" cy="375886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5E46E145-8821-4CFF-B834-374084BC9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402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CARD_2_TITLE">
              <a:extLst>
                <a:ext uri="{FF2B5EF4-FFF2-40B4-BE49-F238E27FC236}">
                  <a16:creationId xmlns:a16="http://schemas.microsoft.com/office/drawing/2014/main" id="{5FCF9AE5-0080-4639-A8D0-4CFC36456AFB}"/>
                </a:ext>
              </a:extLst>
            </p:cNvPr>
            <p:cNvSpPr txBox="1"/>
            <p:nvPr/>
          </p:nvSpPr>
          <p:spPr>
            <a:xfrm>
              <a:off x="281842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РАЗОБРАТЬ ОШИБКУ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7" name="CARD_2_BODY">
              <a:extLst>
                <a:ext uri="{FF2B5EF4-FFF2-40B4-BE49-F238E27FC236}">
                  <a16:creationId xmlns:a16="http://schemas.microsoft.com/office/drawing/2014/main" id="{5BCE8C15-9BA8-4AE6-9177-34E6F1B73BB7}"/>
                </a:ext>
              </a:extLst>
            </p:cNvPr>
            <p:cNvSpPr txBox="1"/>
            <p:nvPr/>
          </p:nvSpPr>
          <p:spPr>
            <a:xfrm>
              <a:off x="266174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02A38B72-516A-438F-A053-E1688F3A996C}"/>
              </a:ext>
            </a:extLst>
          </p:cNvPr>
          <p:cNvGrpSpPr/>
          <p:nvPr/>
        </p:nvGrpSpPr>
        <p:grpSpPr>
          <a:xfrm>
            <a:off x="5192722" y="2371053"/>
            <a:ext cx="1802162" cy="3796027"/>
            <a:chOff x="5235353" y="2371053"/>
            <a:chExt cx="1802162" cy="3796027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081C4D6-D563-4D15-964F-801593BDC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5576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FB219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5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CARD_3_TITLE">
              <a:extLst>
                <a:ext uri="{FF2B5EF4-FFF2-40B4-BE49-F238E27FC236}">
                  <a16:creationId xmlns:a16="http://schemas.microsoft.com/office/drawing/2014/main" id="{B49F5EED-AB9F-401A-A81D-902423FFBA95}"/>
                </a:ext>
              </a:extLst>
            </p:cNvPr>
            <p:cNvSpPr txBox="1"/>
            <p:nvPr/>
          </p:nvSpPr>
          <p:spPr>
            <a:xfrm>
              <a:off x="5341425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ОБЕСПЕЧИТЬ СТРОГОСТЬ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8" name="CARD_3_BODY">
              <a:extLst>
                <a:ext uri="{FF2B5EF4-FFF2-40B4-BE49-F238E27FC236}">
                  <a16:creationId xmlns:a16="http://schemas.microsoft.com/office/drawing/2014/main" id="{69B4FD41-EA45-47FB-AFF9-5DAC69F3747E}"/>
                </a:ext>
              </a:extLst>
            </p:cNvPr>
            <p:cNvSpPr txBox="1"/>
            <p:nvPr/>
          </p:nvSpPr>
          <p:spPr>
            <a:xfrm>
              <a:off x="5235353" y="4569620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41BE766-FEBE-41FA-B241-299BE7A01AED}"/>
              </a:ext>
            </a:extLst>
          </p:cNvPr>
          <p:cNvGrpSpPr/>
          <p:nvPr/>
        </p:nvGrpSpPr>
        <p:grpSpPr>
          <a:xfrm>
            <a:off x="7507180" y="2371053"/>
            <a:ext cx="1802162" cy="3758866"/>
            <a:chOff x="7728094" y="2371053"/>
            <a:chExt cx="1802162" cy="3758866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9B339B7B-7353-496B-8CCA-DCC6CBEEF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874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CARD_4_TITLE">
              <a:extLst>
                <a:ext uri="{FF2B5EF4-FFF2-40B4-BE49-F238E27FC236}">
                  <a16:creationId xmlns:a16="http://schemas.microsoft.com/office/drawing/2014/main" id="{0E05A0B5-0DDD-40A7-9B64-728490851CFD}"/>
                </a:ext>
              </a:extLst>
            </p:cNvPr>
            <p:cNvSpPr txBox="1"/>
            <p:nvPr/>
          </p:nvSpPr>
          <p:spPr>
            <a:xfrm>
              <a:off x="7946021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b="1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ПОДДЕРЖАТЬ НОВИЧКА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9" name="CARD_4_BODY">
              <a:extLst>
                <a:ext uri="{FF2B5EF4-FFF2-40B4-BE49-F238E27FC236}">
                  <a16:creationId xmlns:a16="http://schemas.microsoft.com/office/drawing/2014/main" id="{CE61BEA3-6E94-4CE9-810B-2AAA9787CFCA}"/>
                </a:ext>
              </a:extLst>
            </p:cNvPr>
            <p:cNvSpPr txBox="1"/>
            <p:nvPr/>
          </p:nvSpPr>
          <p:spPr>
            <a:xfrm>
              <a:off x="7728094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E0EC0C5-2101-4231-B531-B49278CD7694}"/>
              </a:ext>
            </a:extLst>
          </p:cNvPr>
          <p:cNvGrpSpPr/>
          <p:nvPr/>
        </p:nvGrpSpPr>
        <p:grpSpPr>
          <a:xfrm>
            <a:off x="9821639" y="2371053"/>
            <a:ext cx="1802162" cy="3758866"/>
            <a:chOff x="9821639" y="2371053"/>
            <a:chExt cx="1802162" cy="3758866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784A8850-1D14-4EDE-BE34-9F2B1DF52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29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CARD_5_TITLE">
              <a:extLst>
                <a:ext uri="{FF2B5EF4-FFF2-40B4-BE49-F238E27FC236}">
                  <a16:creationId xmlns:a16="http://schemas.microsoft.com/office/drawing/2014/main" id="{68951281-57B5-4F4B-9BDE-C827FB81C047}"/>
                </a:ext>
              </a:extLst>
            </p:cNvPr>
            <p:cNvSpPr txBox="1"/>
            <p:nvPr/>
          </p:nvSpPr>
          <p:spPr>
            <a:xfrm>
              <a:off x="9978322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•</a:t>
              </a:r>
              <a:r>
                <a:rPr lang="ru-RU" sz="1600" b="1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СООБЩИТЬ О ПРОБЛЕМЕ РУКОВОДИТЕЛЮ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60" name="CARD_5_BODY">
              <a:extLst>
                <a:ext uri="{FF2B5EF4-FFF2-40B4-BE49-F238E27FC236}">
                  <a16:creationId xmlns:a16="http://schemas.microsoft.com/office/drawing/2014/main" id="{996C15E3-25BD-41BD-9228-5CEBD5D49BC5}"/>
                </a:ext>
              </a:extLst>
            </p:cNvPr>
            <p:cNvSpPr txBox="1"/>
            <p:nvPr/>
          </p:nvSpPr>
          <p:spPr>
            <a:xfrm>
              <a:off x="9821639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474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381074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ДЛЯ РАЗНЫХ ЗАДАЧ НУЖНО РАЗНОЕ ПОВЕДЕНИЕ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0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211016" y="49162"/>
            <a:ext cx="0" cy="112087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4" name="!!gear-07">
            <a:extLst>
              <a:ext uri="{FF2B5EF4-FFF2-40B4-BE49-F238E27FC236}">
                <a16:creationId xmlns:a16="http://schemas.microsoft.com/office/drawing/2014/main" id="{AE282B39-D83E-4D48-AE77-0CA84D207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13438421">
            <a:off x="6717514" y="-2733887"/>
            <a:ext cx="4191761" cy="4191761"/>
          </a:xfrm>
          <a:prstGeom prst="rect">
            <a:avLst/>
          </a:prstGeom>
        </p:spPr>
      </p:pic>
      <p:pic>
        <p:nvPicPr>
          <p:cNvPr id="15" name="!!gear-11">
            <a:extLst>
              <a:ext uri="{FF2B5EF4-FFF2-40B4-BE49-F238E27FC236}">
                <a16:creationId xmlns:a16="http://schemas.microsoft.com/office/drawing/2014/main" id="{E64C5960-B072-456E-B287-6BE776D81C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17518421">
            <a:off x="15508407" y="4407845"/>
            <a:ext cx="2129148" cy="2129148"/>
          </a:xfrm>
          <a:prstGeom prst="rect">
            <a:avLst/>
          </a:prstGeom>
        </p:spPr>
      </p:pic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052717CC-477A-469A-B3AC-935130C5B3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7" name="Рисунок 4">
            <a:extLst>
              <a:ext uri="{FF2B5EF4-FFF2-40B4-BE49-F238E27FC236}">
                <a16:creationId xmlns:a16="http://schemas.microsoft.com/office/drawing/2014/main" id="{82682D09-8F52-4609-B0E3-BBEF8DD1D7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6697" y="-1615475"/>
            <a:ext cx="2419350" cy="2419350"/>
          </a:xfrm>
          <a:prstGeom prst="rect">
            <a:avLst/>
          </a:prstGeom>
        </p:spPr>
      </p:pic>
      <p:pic>
        <p:nvPicPr>
          <p:cNvPr id="18" name="Рисунок 6">
            <a:extLst>
              <a:ext uri="{FF2B5EF4-FFF2-40B4-BE49-F238E27FC236}">
                <a16:creationId xmlns:a16="http://schemas.microsoft.com/office/drawing/2014/main" id="{D3538D29-29B9-44ED-88CD-D4933B4749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9" name="Рисунок 8">
            <a:extLst>
              <a:ext uri="{FF2B5EF4-FFF2-40B4-BE49-F238E27FC236}">
                <a16:creationId xmlns:a16="http://schemas.microsoft.com/office/drawing/2014/main" id="{9790F0D7-6D56-40C0-9C37-C552DBC415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475D8E84-C44F-4B8A-B7BE-6A1A673EA3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876FC80D-134B-4AF6-A849-FB465572CA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1727" y="-3107032"/>
            <a:ext cx="2305050" cy="2305050"/>
          </a:xfrm>
          <a:prstGeom prst="rect">
            <a:avLst/>
          </a:prstGeom>
        </p:spPr>
      </p:pic>
      <p:pic>
        <p:nvPicPr>
          <p:cNvPr id="29" name="Рисунок 14">
            <a:extLst>
              <a:ext uri="{FF2B5EF4-FFF2-40B4-BE49-F238E27FC236}">
                <a16:creationId xmlns:a16="http://schemas.microsoft.com/office/drawing/2014/main" id="{E84A8DB8-F37A-43AA-AE65-5FB5F1813B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1" name="Рисунок 16">
            <a:extLst>
              <a:ext uri="{FF2B5EF4-FFF2-40B4-BE49-F238E27FC236}">
                <a16:creationId xmlns:a16="http://schemas.microsoft.com/office/drawing/2014/main" id="{1495810B-1D5F-47DA-AC5D-9B7F35FBCF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2" name="Рисунок 18">
            <a:extLst>
              <a:ext uri="{FF2B5EF4-FFF2-40B4-BE49-F238E27FC236}">
                <a16:creationId xmlns:a16="http://schemas.microsoft.com/office/drawing/2014/main" id="{070390B9-759F-4D3C-A8D4-DEE83FBFB6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186" y="-3396672"/>
            <a:ext cx="3124200" cy="3124200"/>
          </a:xfrm>
          <a:prstGeom prst="rect">
            <a:avLst/>
          </a:prstGeom>
        </p:spPr>
      </p:pic>
      <p:pic>
        <p:nvPicPr>
          <p:cNvPr id="33" name="Рисунок 20">
            <a:extLst>
              <a:ext uri="{FF2B5EF4-FFF2-40B4-BE49-F238E27FC236}">
                <a16:creationId xmlns:a16="http://schemas.microsoft.com/office/drawing/2014/main" id="{9E31AD44-9E44-4ACD-8D28-13ABF7DCE0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4" name="Рисунок 22">
            <a:extLst>
              <a:ext uri="{FF2B5EF4-FFF2-40B4-BE49-F238E27FC236}">
                <a16:creationId xmlns:a16="http://schemas.microsoft.com/office/drawing/2014/main" id="{550C92EA-88E3-4815-B4A8-9D4A206F68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5" name="Рисунок 24">
            <a:extLst>
              <a:ext uri="{FF2B5EF4-FFF2-40B4-BE49-F238E27FC236}">
                <a16:creationId xmlns:a16="http://schemas.microsoft.com/office/drawing/2014/main" id="{3CB52DCE-77AA-49B6-9F7D-FC41D2BF34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4068495" y="-1365647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9588908-CBCB-4B35-AEF5-BC022B5DEF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BF07A4-A6B9-4077-B832-68BA5B97B9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sp>
        <p:nvSpPr>
          <p:cNvPr id="2" name="INTRO">
            <a:extLst>
              <a:ext uri="{FF2B5EF4-FFF2-40B4-BE49-F238E27FC236}">
                <a16:creationId xmlns:a16="http://schemas.microsoft.com/office/drawing/2014/main" id="{4EA8474D-80B6-4827-8B93-9E806795C8E4}"/>
              </a:ext>
            </a:extLst>
          </p:cNvPr>
          <p:cNvSpPr txBox="1"/>
          <p:nvPr/>
        </p:nvSpPr>
        <p:spPr>
          <a:xfrm>
            <a:off x="527538" y="1371600"/>
            <a:ext cx="10615990" cy="9167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Одного подхода на все случаи нет. Поведение мастера зависит от задачи.</a:t>
            </a:r>
          </a:p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70DEDAB-7E47-408A-B46C-B9BEFA9F7323}"/>
              </a:ext>
            </a:extLst>
          </p:cNvPr>
          <p:cNvGrpSpPr/>
          <p:nvPr/>
        </p:nvGrpSpPr>
        <p:grpSpPr>
          <a:xfrm>
            <a:off x="1108929" y="2371053"/>
            <a:ext cx="1802162" cy="3758866"/>
            <a:chOff x="563806" y="2371053"/>
            <a:chExt cx="1802162" cy="3758866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3AC517A-3E0E-45A9-9664-5F35A4C91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850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7D8A5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CARD_1_TITLE">
              <a:extLst>
                <a:ext uri="{FF2B5EF4-FFF2-40B4-BE49-F238E27FC236}">
                  <a16:creationId xmlns:a16="http://schemas.microsoft.com/office/drawing/2014/main" id="{10DD8E58-F4D8-4AB2-8962-09179D81A68E}"/>
                </a:ext>
              </a:extLst>
            </p:cNvPr>
            <p:cNvSpPr txBox="1"/>
            <p:nvPr/>
          </p:nvSpPr>
          <p:spPr>
            <a:xfrm>
              <a:off x="72048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ПОСТАВИТЬ ЗАДАЧУ 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3" name="CARD_1_BODY">
              <a:extLst>
                <a:ext uri="{FF2B5EF4-FFF2-40B4-BE49-F238E27FC236}">
                  <a16:creationId xmlns:a16="http://schemas.microsoft.com/office/drawing/2014/main" id="{88632AB4-CB78-451D-A8EB-2CF0804184CC}"/>
                </a:ext>
              </a:extLst>
            </p:cNvPr>
            <p:cNvSpPr txBox="1"/>
            <p:nvPr/>
          </p:nvSpPr>
          <p:spPr>
            <a:xfrm>
              <a:off x="56380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5ABD59C-ED5C-413A-880C-13055AA577E5}"/>
              </a:ext>
            </a:extLst>
          </p:cNvPr>
          <p:cNvGrpSpPr/>
          <p:nvPr/>
        </p:nvGrpSpPr>
        <p:grpSpPr>
          <a:xfrm>
            <a:off x="3831456" y="2371053"/>
            <a:ext cx="1802162" cy="3758866"/>
            <a:chOff x="2661746" y="2371053"/>
            <a:chExt cx="1802162" cy="375886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5E46E145-8821-4CFF-B834-374084BC9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402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FB219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CARD_2_TITLE">
              <a:extLst>
                <a:ext uri="{FF2B5EF4-FFF2-40B4-BE49-F238E27FC236}">
                  <a16:creationId xmlns:a16="http://schemas.microsoft.com/office/drawing/2014/main" id="{5FCF9AE5-0080-4639-A8D0-4CFC36456AFB}"/>
                </a:ext>
              </a:extLst>
            </p:cNvPr>
            <p:cNvSpPr txBox="1"/>
            <p:nvPr/>
          </p:nvSpPr>
          <p:spPr>
            <a:xfrm>
              <a:off x="281842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РАЗОБРАТЬ ОШИБКУ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7" name="CARD_2_BODY">
              <a:extLst>
                <a:ext uri="{FF2B5EF4-FFF2-40B4-BE49-F238E27FC236}">
                  <a16:creationId xmlns:a16="http://schemas.microsoft.com/office/drawing/2014/main" id="{5BCE8C15-9BA8-4AE6-9177-34E6F1B73BB7}"/>
                </a:ext>
              </a:extLst>
            </p:cNvPr>
            <p:cNvSpPr txBox="1"/>
            <p:nvPr/>
          </p:nvSpPr>
          <p:spPr>
            <a:xfrm>
              <a:off x="266174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41BE766-FEBE-41FA-B241-299BE7A01AED}"/>
              </a:ext>
            </a:extLst>
          </p:cNvPr>
          <p:cNvGrpSpPr/>
          <p:nvPr/>
        </p:nvGrpSpPr>
        <p:grpSpPr>
          <a:xfrm>
            <a:off x="6553983" y="2371053"/>
            <a:ext cx="1802162" cy="3758866"/>
            <a:chOff x="7728094" y="2371053"/>
            <a:chExt cx="1802162" cy="3758866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9B339B7B-7353-496B-8CCA-DCC6CBEEF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874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FD1C6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CARD_3_TITLE">
              <a:extLst>
                <a:ext uri="{FF2B5EF4-FFF2-40B4-BE49-F238E27FC236}">
                  <a16:creationId xmlns:a16="http://schemas.microsoft.com/office/drawing/2014/main" id="{0E05A0B5-0DDD-40A7-9B64-728490851CFD}"/>
                </a:ext>
              </a:extLst>
            </p:cNvPr>
            <p:cNvSpPr txBox="1"/>
            <p:nvPr/>
          </p:nvSpPr>
          <p:spPr>
            <a:xfrm>
              <a:off x="7946021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ПОДДЕРЖАТЬ НОВИЧКА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9" name="CARD_3_BODY">
              <a:extLst>
                <a:ext uri="{FF2B5EF4-FFF2-40B4-BE49-F238E27FC236}">
                  <a16:creationId xmlns:a16="http://schemas.microsoft.com/office/drawing/2014/main" id="{CE61BEA3-6E94-4CE9-810B-2AAA9787CFCA}"/>
                </a:ext>
              </a:extLst>
            </p:cNvPr>
            <p:cNvSpPr txBox="1"/>
            <p:nvPr/>
          </p:nvSpPr>
          <p:spPr>
            <a:xfrm>
              <a:off x="7728094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E0EC0C5-2101-4231-B531-B49278CD7694}"/>
              </a:ext>
            </a:extLst>
          </p:cNvPr>
          <p:cNvGrpSpPr/>
          <p:nvPr/>
        </p:nvGrpSpPr>
        <p:grpSpPr>
          <a:xfrm>
            <a:off x="9276510" y="2371053"/>
            <a:ext cx="1802162" cy="3758866"/>
            <a:chOff x="9821639" y="2371053"/>
            <a:chExt cx="1802162" cy="3758866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784A8850-1D14-4EDE-BE34-9F2B1DF52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29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A7E7E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CARD_4_TITLE">
              <a:extLst>
                <a:ext uri="{FF2B5EF4-FFF2-40B4-BE49-F238E27FC236}">
                  <a16:creationId xmlns:a16="http://schemas.microsoft.com/office/drawing/2014/main" id="{68951281-57B5-4F4B-9BDE-C827FB81C047}"/>
                </a:ext>
              </a:extLst>
            </p:cNvPr>
            <p:cNvSpPr txBox="1"/>
            <p:nvPr/>
          </p:nvSpPr>
          <p:spPr>
            <a:xfrm>
              <a:off x="9978322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•</a:t>
              </a:r>
              <a:r>
                <a:rPr lang="ru-RU" sz="1600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СООБЩИТЬ О ПРОБЛЕМЕ РУКОВОДИТЕЛЮ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60" name="CARD_4_BODY">
              <a:extLst>
                <a:ext uri="{FF2B5EF4-FFF2-40B4-BE49-F238E27FC236}">
                  <a16:creationId xmlns:a16="http://schemas.microsoft.com/office/drawing/2014/main" id="{996C15E3-25BD-41BD-9228-5CEBD5D49BC5}"/>
                </a:ext>
              </a:extLst>
            </p:cNvPr>
            <p:cNvSpPr txBox="1"/>
            <p:nvPr/>
          </p:nvSpPr>
          <p:spPr>
            <a:xfrm>
              <a:off x="9821639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4790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337" y="1136104"/>
            <a:ext cx="7716933" cy="269398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ПРОВЕРКА КОМПЛЕКТНОСТИ ДО СБОРКИ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BODY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219895" y="1379761"/>
            <a:ext cx="6743006" cy="2006509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130000"/>
              </a:lnSpc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Комплектность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проверяют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процессе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Один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недостающий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крепёж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останавливает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середине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заставляет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разбирать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уже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собранное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r>
              <a:rPr lang="en-US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Комплектность узла проверяют до начала сборки, а не в процессе. Один недостающий крепёж останавливает работу на середине и заставляет разбирать уже собранное.</a:t>
            </a:r>
            <a:endParaRPr lang="ru-RU" sz="1600" dirty="0">
              <a:solidFill>
                <a:srgbClr val="3F454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5" name="EXAMPLE_LABEL">
            <a:extLst>
              <a:ext uri="{FF2B5EF4-FFF2-40B4-BE49-F238E27FC236}">
                <a16:creationId xmlns:a16="http://schemas.microsoft.com/office/drawing/2014/main" id="{48195708-8A32-4C6F-B44A-6D34E01BD2F3}"/>
              </a:ext>
            </a:extLst>
          </p:cNvPr>
          <p:cNvSpPr>
            <a:spLocks noGrp="1"/>
          </p:cNvSpPr>
          <p:nvPr/>
        </p:nvSpPr>
        <p:spPr>
          <a:xfrm>
            <a:off x="3236066" y="4106275"/>
            <a:ext cx="381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r>
              <a:rPr sz="13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 </a:t>
            </a:r>
            <a:r>
              <a:rPr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 УЧАСТКА</a:t>
            </a:r>
            <a:endParaRPr sz="1300" dirty="0"/>
          </a:p>
        </p:txBody>
      </p:sp>
      <p:sp>
        <p:nvSpPr>
          <p:cNvPr id="16" name="EXAMPLE_BODY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3236066" y="4420844"/>
            <a:ext cx="8131194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130000"/>
              </a:lnSpc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участке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вентиляционных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секций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сборку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пересчитав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уголки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Нехватку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четырёх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штук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заметили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только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финальной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узел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разобрали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полностью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потеряли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два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часа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рабочего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времени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r>
              <a:rPr lang="en-US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 участке вентиляционных секций смена начала сборку, не пересчитав уголки. Нехватку четырёх штук заметили только на финальной затяжке — узел разобрали.</a:t>
            </a:r>
            <a:endParaRPr lang="ru-RU" sz="1600" dirty="0">
              <a:solidFill>
                <a:srgbClr val="3F454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620445" y="4172920"/>
            <a:ext cx="3061710" cy="306171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0577606" y="1784075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30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620445" y="4172920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040" y="1133042"/>
            <a:ext cx="4931735" cy="5088797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DEFINITION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170255" y="1305239"/>
            <a:ext cx="4028661" cy="46546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Цель мастера </a:t>
            </a:r>
            <a:r>
              <a:rPr lang="ru-RU" dirty="0">
                <a:solidFill>
                  <a:srgbClr val="3F454F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— чтобы участок сдавал план в срок, годным, безопасно и с разумным расходом ресурсов. 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rgbClr val="3F454F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Этот результат нужен </a:t>
            </a:r>
            <a:r>
              <a:rPr lang="ru-RU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каждую смену.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EXPLANATION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31066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9313342" y="4383483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24998" y="2535893"/>
            <a:ext cx="1172137" cy="1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6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305788" y="6550419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040" y="3007283"/>
            <a:ext cx="4931735" cy="3214556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ТАКОЕ НОРМО-ЧАС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DEFINITION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276044" y="3083956"/>
            <a:ext cx="4028661" cy="3223783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pPr>
              <a:lnSpc>
                <a:spcPct val="130000"/>
              </a:lnSpc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EXPLANATION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97473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Норматив закреплён за операцией. Если на неё установлено два нормо-часа, участок получит за выполненную операцию два нормо-часа независимо от того, кто её выполнял.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Фактическое время может отличаться от норматива. Опытный рабочий выполнит операцию быстрее, новичок — медленнее. Поэтому за восьмичасовую смену рабочий может сдать больше или меньше восьми нормо-часов.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4985" y="6331911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669451" y="571584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7645" y="-73058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548212" y="759244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75510" y="6667520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25922" y="2831446"/>
            <a:ext cx="1172137" cy="1420088"/>
          </a:xfrm>
          <a:prstGeom prst="rect">
            <a:avLst/>
          </a:prstGeom>
        </p:spPr>
      </p:pic>
      <p:sp>
        <p:nvSpPr>
          <p:cNvPr id="2" name="CONTEXT">
            <a:extLst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 txBox="1"/>
          <p:nvPr/>
        </p:nvSpPr>
        <p:spPr>
          <a:xfrm>
            <a:off x="798407" y="1529168"/>
            <a:ext cx="5058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>
            <a:endParaRPr lang="ru-RU" sz="1600" dirty="0">
              <a:latin typeface="Nunit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50191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305788" y="6550419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ТАКОЕ НОРМО-ЧАС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8" name="DEFINITION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808637" y="1130154"/>
            <a:ext cx="5151561" cy="2524819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32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</a:t>
            </a:r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 </a:t>
            </a:r>
            <a:r>
              <a:rPr lang="ru-RU" sz="24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24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pPr>
              <a:lnSpc>
                <a:spcPct val="130000"/>
              </a:lnSpc>
            </a:pPr>
            <a:endParaRPr sz="2400" dirty="0">
              <a:solidFill>
                <a:srgbClr val="3F454F"/>
              </a:solidFill>
            </a:endParaRPr>
          </a:p>
        </p:txBody>
      </p:sp>
      <p:sp>
        <p:nvSpPr>
          <p:cNvPr id="16" name="EXPLANATION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97473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Норматив закреплён за операцией. Если на неё установлено два нормо-часа, участок получит за выполненную операцию два нормо-часа независимо от того, кто её выполнял.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Фактическое время может отличаться от норматива. Опытный рабочий выполнит операцию быстрее, новичок — медленнее. Поэтому за восьмичасовую смену рабочий может сдать больше или меньше восьми нормо-часов.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4952" y="5951287"/>
            <a:ext cx="3104789" cy="3104789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669451" y="571584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91801" y="-690684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51" y="803510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7783" y="-2947696"/>
            <a:ext cx="4486257" cy="4486257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75510" y="6667520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25922" y="2831446"/>
            <a:ext cx="1172137" cy="1420088"/>
          </a:xfrm>
          <a:prstGeom prst="rect">
            <a:avLst/>
          </a:prstGeom>
        </p:spPr>
      </p:pic>
      <p:sp>
        <p:nvSpPr>
          <p:cNvPr id="2" name="CONTEXT">
            <a:extLst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 txBox="1"/>
          <p:nvPr/>
        </p:nvSpPr>
        <p:spPr>
          <a:xfrm>
            <a:off x="698805" y="3654972"/>
            <a:ext cx="5058752" cy="251987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>
            <a:endParaRPr lang="ru-RU" sz="1600" dirty="0">
              <a:latin typeface="Nunito" panose="00000500000000000000" pitchFamily="2" charset="-52"/>
            </a:endParaRPr>
          </a:p>
        </p:txBody>
      </p:sp>
      <p:sp>
        <p:nvSpPr>
          <p:cNvPr id="26" name="EXAMPLE_LABEL">
            <a:extLst>
              <a:ext uri="{FF2B5EF4-FFF2-40B4-BE49-F238E27FC236}">
                <a16:creationId xmlns:a16="http://schemas.microsoft.com/office/drawing/2014/main" id="{8462BC84-2662-4CC7-AC84-80AE880709D5}"/>
              </a:ext>
            </a:extLst>
          </p:cNvPr>
          <p:cNvSpPr>
            <a:spLocks noGrp="1"/>
          </p:cNvSpPr>
          <p:nvPr/>
        </p:nvSpPr>
        <p:spPr>
          <a:xfrm>
            <a:off x="10048525" y="1407989"/>
            <a:ext cx="381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2488472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34">
            <a:extLst>
              <a:ext uri="{FF2B5EF4-FFF2-40B4-BE49-F238E27FC236}">
                <a16:creationId xmlns:a16="http://schemas.microsoft.com/office/drawing/2014/main" id="{3C1E1BB6-B40A-4CEE-B30B-DFD1D9472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6533" y="2288381"/>
            <a:ext cx="4401845" cy="3829841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65606" y="7037770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COMPARE_LEFT_BODY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497620" y="2513477"/>
            <a:ext cx="3871228" cy="3492425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На </a:t>
            </a:r>
            <a:r>
              <a:rPr lang="ru-RU" dirty="0">
                <a:solidFill>
                  <a:srgbClr val="21C535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КОНВЕЙЕРЕ</a:t>
            </a:r>
            <a:r>
              <a:rPr lang="ru-RU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одно и то же изделие идёт потоком. Темп и порядок операций задаёт линия, работа у каждого расписана заранее. Мастеру остаётся </a:t>
            </a:r>
            <a:r>
              <a:rPr lang="ru-RU" dirty="0">
                <a:solidFill>
                  <a:srgbClr val="21C535"/>
                </a:solidFill>
                <a:latin typeface="Nunito" panose="00000500000000000000" pitchFamily="2" charset="-52"/>
                <a:ea typeface="Nunito"/>
                <a:cs typeface="Nunito"/>
              </a:rPr>
              <a:t>меньше решений.</a:t>
            </a:r>
            <a:endParaRPr lang="ru-RU" sz="1600" dirty="0">
              <a:solidFill>
                <a:srgbClr val="21C535"/>
              </a:solidFill>
              <a:latin typeface="Nunito" panose="00000500000000000000" pitchFamily="2" charset="-52"/>
            </a:endParaRPr>
          </a:p>
        </p:txBody>
      </p:sp>
      <p:sp>
        <p:nvSpPr>
          <p:cNvPr id="16" name="INTRO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865249" y="1126796"/>
            <a:ext cx="7690922" cy="98395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Работа мастера зависит от типа производства.</a:t>
            </a:r>
            <a:endParaRPr lang="ru-RU"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8525" y="8092707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95017" y="176753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210900" y="2827268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2809405" y="1973494"/>
            <a:ext cx="3714750" cy="371475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9688962" y="6892106"/>
            <a:ext cx="3676709" cy="3676709"/>
          </a:xfrm>
          <a:prstGeom prst="rect">
            <a:avLst/>
          </a:prstGeom>
        </p:spPr>
      </p:pic>
      <p:pic>
        <p:nvPicPr>
          <p:cNvPr id="27" name="Рисунок 34">
            <a:extLst>
              <a:ext uri="{FF2B5EF4-FFF2-40B4-BE49-F238E27FC236}">
                <a16:creationId xmlns:a16="http://schemas.microsoft.com/office/drawing/2014/main" id="{C51E24CA-C94E-4CAA-B1D4-B5D01E659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284" y="2303321"/>
            <a:ext cx="4401845" cy="3829841"/>
          </a:xfrm>
          <a:prstGeom prst="rect">
            <a:avLst/>
          </a:prstGeom>
        </p:spPr>
      </p:pic>
      <p:sp>
        <p:nvSpPr>
          <p:cNvPr id="30" name="COMPARE_RIGHT_BODY">
            <a:extLst>
              <a:ext uri="{FF2B5EF4-FFF2-40B4-BE49-F238E27FC236}">
                <a16:creationId xmlns:a16="http://schemas.microsoft.com/office/drawing/2014/main" id="{8C22F5D8-2033-44C0-8651-4A110F4ACB86}"/>
              </a:ext>
            </a:extLst>
          </p:cNvPr>
          <p:cNvSpPr>
            <a:spLocks noGrp="1"/>
          </p:cNvSpPr>
          <p:nvPr/>
        </p:nvSpPr>
        <p:spPr>
          <a:xfrm>
            <a:off x="6728371" y="2463101"/>
            <a:ext cx="3871228" cy="3492425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ВЕЗА собирает </a:t>
            </a:r>
            <a:r>
              <a:rPr lang="ru-RU" sz="16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ОБОРУДОВАНИЕ ПОД ЗАКАЗ,</a:t>
            </a: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 часто поштучно под конкретную спецификацию. Почти</a:t>
            </a:r>
            <a:r>
              <a:rPr lang="ru-RU" sz="1600" dirty="0">
                <a:solidFill>
                  <a:srgbClr val="F5340B"/>
                </a:solidFill>
                <a:latin typeface="Nunito" panose="00000500000000000000" pitchFamily="2" charset="-52"/>
                <a:ea typeface="Nunito"/>
                <a:cs typeface="Nunito"/>
              </a:rPr>
              <a:t> </a:t>
            </a: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каждый заказ отличается по составу, трудоёмкости и срокам. </a:t>
            </a: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Сегодня нужна одна расстановка людей, завтра другая. Поэтому мастер </a:t>
            </a:r>
            <a:r>
              <a:rPr lang="ru-RU" sz="1600" dirty="0">
                <a:solidFill>
                  <a:srgbClr val="F5340B"/>
                </a:solidFill>
                <a:latin typeface="Nunito" panose="00000500000000000000" pitchFamily="2" charset="-52"/>
                <a:ea typeface="Nunito"/>
                <a:cs typeface="Nunito"/>
              </a:rPr>
              <a:t>каждую смену заново решает</a:t>
            </a: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, кого поставить на каждую операцию и в каком порядке выполнять заказы.</a:t>
            </a:r>
            <a:endParaRPr sz="1600" dirty="0">
              <a:solidFill>
                <a:srgbClr val="3F454F"/>
              </a:solidFill>
              <a:latin typeface="Nunito" panose="00000500000000000000" pitchFamily="2" charset="-52"/>
            </a:endParaRPr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CD96AC81-AEFC-4372-979B-C43EE84A65CB}"/>
              </a:ext>
            </a:extLst>
          </p:cNvPr>
          <p:cNvSpPr>
            <a:spLocks noGrp="1"/>
          </p:cNvSpPr>
          <p:nvPr/>
        </p:nvSpPr>
        <p:spPr>
          <a:xfrm>
            <a:off x="6096000" y="2288381"/>
            <a:ext cx="0" cy="382984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6680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395054" y="7468970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646" y="1206060"/>
            <a:ext cx="4931735" cy="5088797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SOLUTION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7437221" y="1449735"/>
            <a:ext cx="4028661" cy="46546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rgbClr val="1CAA2D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РЕШЕНИЕ</a:t>
            </a:r>
          </a:p>
          <a:p>
            <a:pPr>
              <a:lnSpc>
                <a:spcPct val="13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Когда один и тот же порядок действует для всех, рабочий понимает, на чём основано требование. Личной придиркой чаще выглядит другое: одному мастер разрешил, другого за то же самое наказал.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F5340B"/>
              </a:solidFill>
              <a:latin typeface="Nunito" panose="00000500000000000000" pitchFamily="2" charset="-52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F5340B"/>
                </a:solidFill>
                <a:latin typeface="Bahnschrift Condensed" panose="020B0502040204020203" pitchFamily="34" charset="0"/>
              </a:rPr>
              <a:t> 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SITUATION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26117" y="1206060"/>
            <a:ext cx="4507323" cy="4889712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rgbClr val="FB4D4D"/>
                </a:solidFill>
                <a:latin typeface="Bahnschrift SemiBold Condensed" panose="020B0502040204020203" pitchFamily="34" charset="0"/>
              </a:rPr>
              <a:t>СИТУАЦИЯ</a:t>
            </a: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Мастеру необязательно каждый раз собираться с духом и придумывать, как повести себя в неприятной ситуации. Можно действовать по установленному порядку: сначала проверить факты, затем определить причину и выполнить нужное действие.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Большая часть таких процедур уже разобрана в курсе: как поставить задачу, проверить её выполнение, разобрать нарушение, дать обратную связь.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766" y="8355982"/>
            <a:ext cx="5346222" cy="5346222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265" y="755825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2951990" y="5239811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01666" y="2535893"/>
            <a:ext cx="1172137" cy="1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97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395054" y="7468970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646" y="1206060"/>
            <a:ext cx="4931735" cy="5088797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AFTER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7437221" y="1449735"/>
            <a:ext cx="4028661" cy="46546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rgbClr val="1CAA2D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СТАЛО</a:t>
            </a:r>
          </a:p>
          <a:p>
            <a:pPr>
              <a:lnSpc>
                <a:spcPct val="130000"/>
              </a:lnSpc>
            </a:pP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Когда один и тот же порядок действует для всех, рабочий понимает, на чём основано требование. Личной придиркой чаще выглядит другое: одному мастер разрешил, другого за то же самое наказал.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F5340B"/>
              </a:solidFill>
              <a:latin typeface="Nunito" panose="00000500000000000000" pitchFamily="2" charset="-52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F5340B"/>
                </a:solidFill>
                <a:latin typeface="Bahnschrift Condensed" panose="020B0502040204020203" pitchFamily="34" charset="0"/>
              </a:rPr>
              <a:t> 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BEFORE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26117" y="1206060"/>
            <a:ext cx="4507323" cy="4889712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chemeClr val="accent3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БЫЛО</a:t>
            </a: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Nunito"/>
                <a:ea typeface="Nunito"/>
                <a:cs typeface="Nunito"/>
              </a:rPr>
              <a:t>Мастеру необязательно каждый раз собираться с духом и придумывать, как повести себя в неприятной ситуации. Можно действовать по установленному порядку: сначала проверить факты, затем определить причину и выполнить нужное действие.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chemeClr val="bg1">
                  <a:lumMod val="50000"/>
                </a:schemeClr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Nunito"/>
                <a:ea typeface="Nunito"/>
                <a:cs typeface="Nunito"/>
              </a:rPr>
              <a:t>Большая часть таких процедур уже разобрана в курсе: как поставить задачу, проверить её выполнение, разобрать нарушение, дать обратную связь.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766" y="8355982"/>
            <a:ext cx="5346222" cy="5346222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265" y="755825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2951990" y="5239811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01666" y="2535893"/>
            <a:ext cx="1172137" cy="1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33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7ECEF5-3565-91AC-C522-CB753A702408}"/>
              </a:ext>
            </a:extLst>
          </p:cNvPr>
          <p:cNvSpPr/>
          <p:nvPr/>
        </p:nvSpPr>
        <p:spPr>
          <a:xfrm rot="1408310">
            <a:off x="-1094024" y="424221"/>
            <a:ext cx="13914714" cy="7081196"/>
          </a:xfrm>
          <a:custGeom>
            <a:avLst/>
            <a:gdLst>
              <a:gd name="connsiteX0" fmla="*/ 0 w 13914714"/>
              <a:gd name="connsiteY0" fmla="*/ 2239199 h 7081196"/>
              <a:gd name="connsiteX1" fmla="*/ 5156736 w 13914714"/>
              <a:gd name="connsiteY1" fmla="*/ 0 h 7081196"/>
              <a:gd name="connsiteX2" fmla="*/ 12319496 w 13914714"/>
              <a:gd name="connsiteY2" fmla="*/ 0 h 7081196"/>
              <a:gd name="connsiteX3" fmla="*/ 13914714 w 13914714"/>
              <a:gd name="connsiteY3" fmla="*/ 3673689 h 7081196"/>
              <a:gd name="connsiteX4" fmla="*/ 6067436 w 13914714"/>
              <a:gd name="connsiteY4" fmla="*/ 7081196 h 7081196"/>
              <a:gd name="connsiteX5" fmla="*/ 2102531 w 13914714"/>
              <a:gd name="connsiteY5" fmla="*/ 7081196 h 7081196"/>
              <a:gd name="connsiteX6" fmla="*/ 0 w 13914714"/>
              <a:gd name="connsiteY6" fmla="*/ 2239199 h 708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14714" h="7081196">
                <a:moveTo>
                  <a:pt x="0" y="2239199"/>
                </a:moveTo>
                <a:lnTo>
                  <a:pt x="5156736" y="0"/>
                </a:lnTo>
                <a:lnTo>
                  <a:pt x="12319496" y="0"/>
                </a:lnTo>
                <a:lnTo>
                  <a:pt x="13914714" y="3673689"/>
                </a:lnTo>
                <a:lnTo>
                  <a:pt x="6067436" y="7081196"/>
                </a:lnTo>
                <a:lnTo>
                  <a:pt x="2102531" y="7081196"/>
                </a:lnTo>
                <a:lnTo>
                  <a:pt x="0" y="2239199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TITLE">
            <a:extLst>
              <a:ext uri="{FF2B5EF4-FFF2-40B4-BE49-F238E27FC236}">
                <a16:creationId xmlns:a16="http://schemas.microsoft.com/office/drawing/2014/main" id="{3E46B58D-7B05-3635-AA0C-9E91E0A491D1}"/>
              </a:ext>
            </a:extLst>
          </p:cNvPr>
          <p:cNvSpPr txBox="1"/>
          <p:nvPr/>
        </p:nvSpPr>
        <p:spPr>
          <a:xfrm>
            <a:off x="973939" y="449683"/>
            <a:ext cx="217880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 Bold" pitchFamily="2" charset="0"/>
              </a:rPr>
              <a:t>THE SOLUTION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 Bold" pitchFamily="2" charset="0"/>
              </a:rPr>
              <a:t>STATEMENT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E871A8-E85A-0235-685B-9A791A4FB6A1}"/>
              </a:ext>
            </a:extLst>
          </p:cNvPr>
          <p:cNvSpPr/>
          <p:nvPr/>
        </p:nvSpPr>
        <p:spPr>
          <a:xfrm>
            <a:off x="6096000" y="1143000"/>
            <a:ext cx="4991100" cy="2517019"/>
          </a:xfrm>
          <a:prstGeom prst="roundRect">
            <a:avLst>
              <a:gd name="adj" fmla="val 2657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INTRO_TITLE">
            <a:extLst>
              <a:ext uri="{FF2B5EF4-FFF2-40B4-BE49-F238E27FC236}">
                <a16:creationId xmlns:a16="http://schemas.microsoft.com/office/drawing/2014/main" id="{846D44DF-0DAB-A414-DDCE-9E30D41B0E8E}"/>
              </a:ext>
            </a:extLst>
          </p:cNvPr>
          <p:cNvSpPr txBox="1"/>
          <p:nvPr/>
        </p:nvSpPr>
        <p:spPr>
          <a:xfrm>
            <a:off x="973939" y="1994877"/>
            <a:ext cx="1696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PROBLEM WITH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INFORMATION SHARING</a:t>
            </a:r>
          </a:p>
        </p:txBody>
      </p:sp>
      <p:sp>
        <p:nvSpPr>
          <p:cNvPr id="16" name="INTRO_BODY">
            <a:extLst>
              <a:ext uri="{FF2B5EF4-FFF2-40B4-BE49-F238E27FC236}">
                <a16:creationId xmlns:a16="http://schemas.microsoft.com/office/drawing/2014/main" id="{195EBFFB-2408-6AE2-EA93-95A54A9FD946}"/>
              </a:ext>
            </a:extLst>
          </p:cNvPr>
          <p:cNvSpPr txBox="1"/>
          <p:nvPr/>
        </p:nvSpPr>
        <p:spPr>
          <a:xfrm>
            <a:off x="973938" y="2597332"/>
            <a:ext cx="4695663" cy="3089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Company values are critical, keeping in mind that it purpose organization’s functions. And like I said, having a well-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lai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setof company core values will keep each and everyone from top to bottom in the organization on the right. Furthermore, when associate value with a certain thing activity,  emphasizes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the importance of the same. Company values are critical, keeping in mind that it purpose organization’s functions. And like I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said, having a well-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lai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setof company core values will keep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each and everyone from top to bottom.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F251AE-E5E2-550D-3661-A67236476837}"/>
              </a:ext>
            </a:extLst>
          </p:cNvPr>
          <p:cNvSpPr/>
          <p:nvPr/>
        </p:nvSpPr>
        <p:spPr>
          <a:xfrm>
            <a:off x="6096000" y="3807581"/>
            <a:ext cx="4991100" cy="2517019"/>
          </a:xfrm>
          <a:prstGeom prst="roundRect">
            <a:avLst>
              <a:gd name="adj" fmla="val 0"/>
            </a:avLst>
          </a:prstGeom>
          <a:noFill/>
          <a:ln w="22225" cap="rnd"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PROBLEM_HEADING">
            <a:extLst>
              <a:ext uri="{FF2B5EF4-FFF2-40B4-BE49-F238E27FC236}">
                <a16:creationId xmlns:a16="http://schemas.microsoft.com/office/drawing/2014/main" id="{385CDB94-C85E-5BD3-B990-5CB6D0F40AAC}"/>
              </a:ext>
            </a:extLst>
          </p:cNvPr>
          <p:cNvSpPr txBox="1"/>
          <p:nvPr/>
        </p:nvSpPr>
        <p:spPr>
          <a:xfrm>
            <a:off x="6559062" y="1281924"/>
            <a:ext cx="198804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PROBLEM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DECENTRALIZED NETWORK</a:t>
            </a:r>
          </a:p>
        </p:txBody>
      </p:sp>
      <p:sp>
        <p:nvSpPr>
          <p:cNvPr id="19" name="PROBLEM_BODY">
            <a:extLst>
              <a:ext uri="{FF2B5EF4-FFF2-40B4-BE49-F238E27FC236}">
                <a16:creationId xmlns:a16="http://schemas.microsoft.com/office/drawing/2014/main" id="{74E2AF2F-C61A-9F66-88D0-D9AF0EA2F5F7}"/>
              </a:ext>
            </a:extLst>
          </p:cNvPr>
          <p:cNvSpPr txBox="1"/>
          <p:nvPr/>
        </p:nvSpPr>
        <p:spPr>
          <a:xfrm>
            <a:off x="6559062" y="2353073"/>
            <a:ext cx="4064976" cy="1242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Look at both sides of the issue with the challenges and risks pyramid. This slide has a five-level PowerPoint pyramid to showcase the problem your team is facing and the associated risks of not acting now. Having a visualization of</a:t>
            </a:r>
          </a:p>
        </p:txBody>
      </p:sp>
      <p:sp>
        <p:nvSpPr>
          <p:cNvPr id="28" name="SOLUTION_SUBTITLE">
            <a:extLst>
              <a:ext uri="{FF2B5EF4-FFF2-40B4-BE49-F238E27FC236}">
                <a16:creationId xmlns:a16="http://schemas.microsoft.com/office/drawing/2014/main" id="{D1A7E276-B110-1467-1EBC-494EF4FF5762}"/>
              </a:ext>
            </a:extLst>
          </p:cNvPr>
          <p:cNvSpPr txBox="1"/>
          <p:nvPr/>
        </p:nvSpPr>
        <p:spPr>
          <a:xfrm>
            <a:off x="6559062" y="4449066"/>
            <a:ext cx="198804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DECENTRALIZED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97A07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NETWORK</a:t>
            </a:r>
          </a:p>
        </p:txBody>
      </p:sp>
      <p:sp>
        <p:nvSpPr>
          <p:cNvPr id="29" name="SOLUTION_BODY">
            <a:extLst>
              <a:ext uri="{FF2B5EF4-FFF2-40B4-BE49-F238E27FC236}">
                <a16:creationId xmlns:a16="http://schemas.microsoft.com/office/drawing/2014/main" id="{F76B158F-3B64-5970-33B1-8CAC3CAFDC59}"/>
              </a:ext>
            </a:extLst>
          </p:cNvPr>
          <p:cNvSpPr txBox="1"/>
          <p:nvPr/>
        </p:nvSpPr>
        <p:spPr>
          <a:xfrm>
            <a:off x="6559062" y="5017654"/>
            <a:ext cx="4064976" cy="1242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Look at both sides of the issue with the challenges and risks pyramid. This slide has a five-level PowerPoint pyramid to showcase the problem your team is facing and the associated risks of not acting now. Having a visualization of</a:t>
            </a:r>
          </a:p>
        </p:txBody>
      </p:sp>
      <p:sp>
        <p:nvSpPr>
          <p:cNvPr id="20" name="SOLUTION_TITLE">
            <a:extLst>
              <a:ext uri="{FF2B5EF4-FFF2-40B4-BE49-F238E27FC236}">
                <a16:creationId xmlns:a16="http://schemas.microsoft.com/office/drawing/2014/main" id="{385CDB94-C85E-5BD3-B990-5CB6D0F40AAC}"/>
              </a:ext>
            </a:extLst>
          </p:cNvPr>
          <p:cNvSpPr txBox="1"/>
          <p:nvPr/>
        </p:nvSpPr>
        <p:spPr>
          <a:xfrm>
            <a:off x="6559062" y="3929289"/>
            <a:ext cx="157286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F97A07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30684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765648"/>
            <a:ext cx="4116740" cy="3166392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 lang="ru-RU" sz="1800" dirty="0">
                <a:solidFill>
                  <a:srgbClr val="3F454F"/>
                </a:solidFill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Работа мастера зависит от типа производства.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2153613" y="309159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8427904" y="867959"/>
            <a:ext cx="3122963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 flipH="1">
            <a:off x="4785941" y="1475815"/>
            <a:ext cx="0" cy="4862634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927" y="8462397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565" y="-960701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685854" y="7927664"/>
            <a:ext cx="2200915" cy="2200915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797425" y="5632017"/>
            <a:ext cx="3676709" cy="3676709"/>
          </a:xfrm>
          <a:prstGeom prst="rect">
            <a:avLst/>
          </a:prstGeom>
        </p:spPr>
      </p:pic>
      <p:sp>
        <p:nvSpPr>
          <p:cNvPr id="50" name="Shape 3">
            <a:extLst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noGrp="1"/>
          </p:cNvSpPr>
          <p:nvPr/>
        </p:nvSpPr>
        <p:spPr>
          <a:xfrm rot="5400000">
            <a:off x="5447190" y="4491258"/>
            <a:ext cx="874729" cy="825500"/>
          </a:xfrm>
          <a:prstGeom prst="hexagon">
            <a:avLst/>
          </a:prstGeom>
          <a:solidFill>
            <a:srgbClr val="FFB219"/>
          </a:solidFill>
        </p:spPr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noGrp="1"/>
          </p:cNvSpPr>
          <p:nvPr/>
        </p:nvSpPr>
        <p:spPr>
          <a:xfrm rot="5400000">
            <a:off x="5447190" y="1961236"/>
            <a:ext cx="874729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52" name="COMPARE_BOTTOM_BODY">
            <a:extLst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 txBox="1"/>
          <p:nvPr/>
        </p:nvSpPr>
        <p:spPr>
          <a:xfrm>
            <a:off x="6720757" y="4560887"/>
            <a:ext cx="4269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3" name="COMPARE_TOP_BODY">
            <a:extLst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 txBox="1"/>
          <p:nvPr/>
        </p:nvSpPr>
        <p:spPr>
          <a:xfrm>
            <a:off x="6720756" y="2014395"/>
            <a:ext cx="4269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4" name="COMPARE_TOP_LABEL">
            <a:extLst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 txBox="1"/>
          <p:nvPr/>
        </p:nvSpPr>
        <p:spPr>
          <a:xfrm>
            <a:off x="6694127" y="1607957"/>
            <a:ext cx="1833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Bahnschrift SemiBold Condensed" panose="020B0502040204020203" pitchFamily="34" charset="0"/>
              </a:rPr>
              <a:t>КОНВЕЙЕР</a:t>
            </a:r>
          </a:p>
        </p:txBody>
      </p:sp>
      <p:sp>
        <p:nvSpPr>
          <p:cNvPr id="55" name="COMPARE_BOTTOM_LABEL">
            <a:extLst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 txBox="1"/>
          <p:nvPr/>
        </p:nvSpPr>
        <p:spPr>
          <a:xfrm>
            <a:off x="6708008" y="4161715"/>
            <a:ext cx="2945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Bahnschrift SemiBold Condensed" panose="020B0502040204020203" pitchFamily="34" charset="0"/>
              </a:rPr>
              <a:t>МЕЛКОСЕРИЙНОЕ ПРОИЗВОДСТВО</a:t>
            </a:r>
          </a:p>
        </p:txBody>
      </p:sp>
    </p:spTree>
    <p:extLst>
      <p:ext uri="{BB962C8B-B14F-4D97-AF65-F5344CB8AC3E}">
        <p14:creationId xmlns:p14="http://schemas.microsoft.com/office/powerpoint/2010/main" val="2518375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574123"/>
            <a:ext cx="4116740" cy="3794290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 lang="ru-RU" sz="1800" dirty="0">
                <a:solidFill>
                  <a:srgbClr val="3F454F"/>
                </a:solidFill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Работа мастера зависит от типа производства.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2153613" y="309159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8427904" y="867959"/>
            <a:ext cx="3122963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 flipH="1">
            <a:off x="4785941" y="1346108"/>
            <a:ext cx="0" cy="4820209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927" y="8462397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565" y="-960701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685854" y="7927664"/>
            <a:ext cx="2200915" cy="2200915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797425" y="5632017"/>
            <a:ext cx="3676709" cy="3676709"/>
          </a:xfrm>
          <a:prstGeom prst="rect">
            <a:avLst/>
          </a:prstGeom>
        </p:spPr>
      </p:pic>
      <p:sp>
        <p:nvSpPr>
          <p:cNvPr id="50" name="Shape 3">
            <a:extLst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noGrp="1"/>
          </p:cNvSpPr>
          <p:nvPr/>
        </p:nvSpPr>
        <p:spPr>
          <a:xfrm rot="5400000">
            <a:off x="5447190" y="4333942"/>
            <a:ext cx="874729" cy="825500"/>
          </a:xfrm>
          <a:prstGeom prst="hexagon">
            <a:avLst/>
          </a:prstGeom>
          <a:solidFill>
            <a:srgbClr val="FFB219"/>
          </a:solidFill>
        </p:spPr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noGrp="1"/>
          </p:cNvSpPr>
          <p:nvPr/>
        </p:nvSpPr>
        <p:spPr>
          <a:xfrm rot="5400000">
            <a:off x="5447188" y="1803920"/>
            <a:ext cx="874729" cy="825499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52" name="COMPARE_BOTTOM_BODY">
            <a:extLst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 txBox="1"/>
          <p:nvPr/>
        </p:nvSpPr>
        <p:spPr>
          <a:xfrm>
            <a:off x="6720757" y="4403570"/>
            <a:ext cx="5177503" cy="16749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3" name="COMPARE_TOP_BODY">
            <a:extLst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 txBox="1"/>
          <p:nvPr/>
        </p:nvSpPr>
        <p:spPr>
          <a:xfrm>
            <a:off x="6720756" y="1857077"/>
            <a:ext cx="5038625" cy="17418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4" name="COMPARE_TOP_LABEL">
            <a:extLst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 txBox="1"/>
          <p:nvPr/>
        </p:nvSpPr>
        <p:spPr>
          <a:xfrm>
            <a:off x="6694127" y="1450640"/>
            <a:ext cx="216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Bahnschrift SemiBold Condensed" panose="020B0502040204020203" pitchFamily="34" charset="0"/>
              </a:rPr>
              <a:t>КОНВЕЙЕР</a:t>
            </a:r>
          </a:p>
        </p:txBody>
      </p:sp>
      <p:sp>
        <p:nvSpPr>
          <p:cNvPr id="55" name="COMPARE_BOTTOM_LABEL">
            <a:extLst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 txBox="1"/>
          <p:nvPr/>
        </p:nvSpPr>
        <p:spPr>
          <a:xfrm>
            <a:off x="6708008" y="4004399"/>
            <a:ext cx="2945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Bahnschrift SemiBold Condensed" panose="020B0502040204020203" pitchFamily="34" charset="0"/>
              </a:rPr>
              <a:t>МЕЛКОСЕРИЙНОЕ ПРОИЗВОДСТВО</a:t>
            </a:r>
          </a:p>
        </p:txBody>
      </p:sp>
    </p:spTree>
    <p:extLst>
      <p:ext uri="{BB962C8B-B14F-4D97-AF65-F5344CB8AC3E}">
        <p14:creationId xmlns:p14="http://schemas.microsoft.com/office/powerpoint/2010/main" val="2450459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3237" y="5084694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25602" y="-86480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551112" y="8327419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12222" y="6307739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-1206516" y="6236160"/>
            <a:ext cx="3676709" cy="3676709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noGrp="1"/>
          </p:cNvSpPr>
          <p:nvPr/>
        </p:nvSpPr>
        <p:spPr>
          <a:xfrm>
            <a:off x="6096000" y="1163698"/>
            <a:ext cx="0" cy="499455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6765986" y="1217719"/>
            <a:ext cx="4994552" cy="488651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  <p:pic>
        <p:nvPicPr>
          <p:cNvPr id="30" name="Рисунок 34">
            <a:extLst>
              <a:ext uri="{FF2B5EF4-FFF2-40B4-BE49-F238E27FC236}">
                <a16:creationId xmlns:a16="http://schemas.microsoft.com/office/drawing/2014/main" id="{4A42A9C8-4A7D-453F-9369-17888013A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9040" y="3007283"/>
            <a:ext cx="4931735" cy="3214556"/>
          </a:xfrm>
          <a:prstGeom prst="rect">
            <a:avLst/>
          </a:prstGeom>
        </p:spPr>
      </p:pic>
      <p:sp>
        <p:nvSpPr>
          <p:cNvPr id="37" name="DEFINITION">
            <a:extLst>
              <a:ext uri="{FF2B5EF4-FFF2-40B4-BE49-F238E27FC236}">
                <a16:creationId xmlns:a16="http://schemas.microsoft.com/office/drawing/2014/main" id="{B7522D9B-3573-4C14-A875-44F3634F72F8}"/>
              </a:ext>
            </a:extLst>
          </p:cNvPr>
          <p:cNvSpPr>
            <a:spLocks noGrp="1"/>
          </p:cNvSpPr>
          <p:nvPr/>
        </p:nvSpPr>
        <p:spPr>
          <a:xfrm>
            <a:off x="1276044" y="3083956"/>
            <a:ext cx="4028661" cy="3223783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pPr>
              <a:lnSpc>
                <a:spcPct val="130000"/>
              </a:lnSpc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38" name="EXPLANATION">
            <a:extLst>
              <a:ext uri="{FF2B5EF4-FFF2-40B4-BE49-F238E27FC236}">
                <a16:creationId xmlns:a16="http://schemas.microsoft.com/office/drawing/2014/main" id="{0DE7EA51-052F-4067-B52D-93B4666E7CE7}"/>
              </a:ext>
            </a:extLst>
          </p:cNvPr>
          <p:cNvSpPr txBox="1"/>
          <p:nvPr/>
        </p:nvSpPr>
        <p:spPr>
          <a:xfrm>
            <a:off x="798407" y="1529168"/>
            <a:ext cx="5058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>
            <a:endParaRPr lang="ru-RU" sz="1600" dirty="0">
              <a:latin typeface="Nunit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04681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3237" y="5084694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25602" y="-86480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551112" y="8327419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12222" y="6307739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-1206516" y="6236160"/>
            <a:ext cx="3676709" cy="3676709"/>
          </a:xfrm>
          <a:prstGeom prst="rect">
            <a:avLst/>
          </a:prstGeom>
        </p:spPr>
      </p:pic>
      <p:sp>
        <p:nvSpPr>
          <p:cNvPr id="37" name="COURSE_TEXT">
            <a:extLst>
              <a:ext uri="{FF2B5EF4-FFF2-40B4-BE49-F238E27FC236}">
                <a16:creationId xmlns:a16="http://schemas.microsoft.com/office/drawing/2014/main" id="{B7522D9B-3573-4C14-A875-44F3634F72F8}"/>
              </a:ext>
            </a:extLst>
          </p:cNvPr>
          <p:cNvSpPr>
            <a:spLocks noGrp="1"/>
          </p:cNvSpPr>
          <p:nvPr/>
        </p:nvSpPr>
        <p:spPr>
          <a:xfrm>
            <a:off x="808638" y="1407990"/>
            <a:ext cx="4496068" cy="489975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 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endParaRPr lang="ru-RU" sz="18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sz="1600" dirty="0">
              <a:solidFill>
                <a:srgbClr val="3F454F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EC1BDA-D5C9-4F9F-AFBB-6F6CA2E5758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714" y="-36512"/>
            <a:ext cx="5143500" cy="6858000"/>
          </a:xfrm>
          <a:prstGeom prst="rect">
            <a:avLst/>
          </a:prstGeom>
        </p:spPr>
      </p:pic>
      <p:sp>
        <p:nvSpPr>
          <p:cNvPr id="2" name="Облачко с текстом: прямоугольное со скругленными углами 1">
            <a:extLst>
              <a:ext uri="{FF2B5EF4-FFF2-40B4-BE49-F238E27FC236}">
                <a16:creationId xmlns:a16="http://schemas.microsoft.com/office/drawing/2014/main" id="{DD6DF508-F9F6-4CA3-89BE-DA9C031CD9A0}"/>
              </a:ext>
            </a:extLst>
          </p:cNvPr>
          <p:cNvSpPr/>
          <p:nvPr/>
        </p:nvSpPr>
        <p:spPr>
          <a:xfrm>
            <a:off x="6288359" y="404777"/>
            <a:ext cx="2939120" cy="3812136"/>
          </a:xfrm>
          <a:prstGeom prst="wedgeRoundRectCallout">
            <a:avLst>
              <a:gd name="adj1" fmla="val 68877"/>
              <a:gd name="adj2" fmla="val -35275"/>
              <a:gd name="adj3" fmla="val 16667"/>
            </a:avLst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CHARACTER_COMMENT">
            <a:extLst>
              <a:ext uri="{FF2B5EF4-FFF2-40B4-BE49-F238E27FC236}">
                <a16:creationId xmlns:a16="http://schemas.microsoft.com/office/drawing/2014/main" id="{0DE7EA51-052F-4067-B52D-93B4666E7CE7}"/>
              </a:ext>
            </a:extLst>
          </p:cNvPr>
          <p:cNvSpPr txBox="1"/>
          <p:nvPr/>
        </p:nvSpPr>
        <p:spPr>
          <a:xfrm>
            <a:off x="6564312" y="636750"/>
            <a:ext cx="2569856" cy="332363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 Поэтому объём работы участка измеряют в нормо-часах.</a:t>
            </a: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Поэтому объём работы Поэтому объём работы</a:t>
            </a:r>
            <a:endParaRPr lang="ru-RU" sz="1600" dirty="0">
              <a:latin typeface="Nunit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72115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19" y="7363290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BODY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37641" y="1020528"/>
            <a:ext cx="4681529" cy="493931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770484" y="716315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0814981" y="5817541"/>
            <a:ext cx="3676709" cy="3676709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noGrp="1"/>
          </p:cNvSpPr>
          <p:nvPr/>
        </p:nvSpPr>
        <p:spPr>
          <a:xfrm>
            <a:off x="6096000" y="1163698"/>
            <a:ext cx="0" cy="499455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6765986" y="1217719"/>
            <a:ext cx="4994552" cy="488651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8988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19" y="7363290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BODY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37641" y="1020528"/>
            <a:ext cx="7019157" cy="493931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770484" y="716315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0814981" y="5817541"/>
            <a:ext cx="3676709" cy="3676709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noGrp="1"/>
          </p:cNvSpPr>
          <p:nvPr/>
        </p:nvSpPr>
        <p:spPr>
          <a:xfrm>
            <a:off x="8248357" y="1177763"/>
            <a:ext cx="0" cy="499455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7808407" y="2260140"/>
            <a:ext cx="4994552" cy="2801668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8136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19" y="7363290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</a:rPr>
              <a:t>ЧЕКЛИСТ МАСТЕРА 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770484" y="716315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0814981" y="5817541"/>
            <a:ext cx="3676709" cy="3676709"/>
          </a:xfrm>
          <a:prstGeom prst="rect">
            <a:avLst/>
          </a:prstGeom>
        </p:spPr>
      </p:pic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8199591" y="2651324"/>
            <a:ext cx="4994552" cy="201930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CDB9F50-1F3C-4063-96F5-2E10541C0296}"/>
              </a:ext>
            </a:extLst>
          </p:cNvPr>
          <p:cNvGrpSpPr/>
          <p:nvPr/>
        </p:nvGrpSpPr>
        <p:grpSpPr>
          <a:xfrm>
            <a:off x="818790" y="1602399"/>
            <a:ext cx="3721566" cy="1066326"/>
            <a:chOff x="551504" y="1602399"/>
            <a:chExt cx="3721566" cy="1066326"/>
          </a:xfrm>
        </p:grpSpPr>
        <p:sp>
          <p:nvSpPr>
            <p:cNvPr id="28" name="CHECK_1">
              <a:extLst>
                <a:ext uri="{FF2B5EF4-FFF2-40B4-BE49-F238E27FC236}">
                  <a16:creationId xmlns:a16="http://schemas.microsoft.com/office/drawing/2014/main" id="{28F6DACD-3EC6-46C0-A013-B48F0896C0ED}"/>
                </a:ext>
              </a:extLst>
            </p:cNvPr>
            <p:cNvSpPr txBox="1"/>
            <p:nvPr/>
          </p:nvSpPr>
          <p:spPr>
            <a:xfrm>
              <a:off x="1194549" y="1697305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DAC659AF-069D-4D09-92B8-0730411769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1504" y="1602399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E426869-52D3-4A9E-9D05-F189F0EEEA10}"/>
              </a:ext>
            </a:extLst>
          </p:cNvPr>
          <p:cNvGrpSpPr/>
          <p:nvPr/>
        </p:nvGrpSpPr>
        <p:grpSpPr>
          <a:xfrm>
            <a:off x="818790" y="3192274"/>
            <a:ext cx="3721566" cy="1055219"/>
            <a:chOff x="551504" y="3361085"/>
            <a:chExt cx="3721566" cy="1055219"/>
          </a:xfrm>
        </p:grpSpPr>
        <p:sp>
          <p:nvSpPr>
            <p:cNvPr id="30" name="CHECK_2">
              <a:extLst>
                <a:ext uri="{FF2B5EF4-FFF2-40B4-BE49-F238E27FC236}">
                  <a16:creationId xmlns:a16="http://schemas.microsoft.com/office/drawing/2014/main" id="{BC20EE50-EE6B-4FFC-9744-1468598854B5}"/>
                </a:ext>
              </a:extLst>
            </p:cNvPr>
            <p:cNvSpPr txBox="1"/>
            <p:nvPr/>
          </p:nvSpPr>
          <p:spPr>
            <a:xfrm>
              <a:off x="1194549" y="3444884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EE331264-5BEE-45B5-BCEB-51BE668038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1504" y="3361085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939B08C-365A-4A2B-B357-26107A6D56A2}"/>
              </a:ext>
            </a:extLst>
          </p:cNvPr>
          <p:cNvGrpSpPr/>
          <p:nvPr/>
        </p:nvGrpSpPr>
        <p:grpSpPr>
          <a:xfrm>
            <a:off x="818790" y="4885611"/>
            <a:ext cx="3721566" cy="1134120"/>
            <a:chOff x="551504" y="4547986"/>
            <a:chExt cx="3721566" cy="1134120"/>
          </a:xfrm>
        </p:grpSpPr>
        <p:sp>
          <p:nvSpPr>
            <p:cNvPr id="38" name="CHECK_3">
              <a:extLst>
                <a:ext uri="{FF2B5EF4-FFF2-40B4-BE49-F238E27FC236}">
                  <a16:creationId xmlns:a16="http://schemas.microsoft.com/office/drawing/2014/main" id="{3F5E6E13-AD0E-45F9-8437-2B2ECB5287AD}"/>
                </a:ext>
              </a:extLst>
            </p:cNvPr>
            <p:cNvSpPr txBox="1"/>
            <p:nvPr/>
          </p:nvSpPr>
          <p:spPr>
            <a:xfrm>
              <a:off x="1194549" y="4710686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F9D3FA11-9DB3-466B-95C3-8970B55B3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1504" y="4547986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88041D3-3893-43B8-80F0-37862A0CD933}"/>
              </a:ext>
            </a:extLst>
          </p:cNvPr>
          <p:cNvGrpSpPr/>
          <p:nvPr/>
        </p:nvGrpSpPr>
        <p:grpSpPr>
          <a:xfrm>
            <a:off x="4956422" y="1602399"/>
            <a:ext cx="3721566" cy="1066326"/>
            <a:chOff x="5111169" y="1602399"/>
            <a:chExt cx="3721566" cy="1066326"/>
          </a:xfrm>
        </p:grpSpPr>
        <p:sp>
          <p:nvSpPr>
            <p:cNvPr id="43" name="CHECK_4">
              <a:extLst>
                <a:ext uri="{FF2B5EF4-FFF2-40B4-BE49-F238E27FC236}">
                  <a16:creationId xmlns:a16="http://schemas.microsoft.com/office/drawing/2014/main" id="{8AFF4064-B656-4C0E-99F9-B7DE13C71DD1}"/>
                </a:ext>
              </a:extLst>
            </p:cNvPr>
            <p:cNvSpPr txBox="1"/>
            <p:nvPr/>
          </p:nvSpPr>
          <p:spPr>
            <a:xfrm>
              <a:off x="5754214" y="1697305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79D0706C-5304-45B1-94E8-ABFE3F595E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1169" y="1602399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E423F62-8EBF-49EB-B778-E2A4D8B539BA}"/>
              </a:ext>
            </a:extLst>
          </p:cNvPr>
          <p:cNvGrpSpPr/>
          <p:nvPr/>
        </p:nvGrpSpPr>
        <p:grpSpPr>
          <a:xfrm>
            <a:off x="4956422" y="3192274"/>
            <a:ext cx="3721566" cy="1055219"/>
            <a:chOff x="5111169" y="3361085"/>
            <a:chExt cx="3721566" cy="1055219"/>
          </a:xfrm>
        </p:grpSpPr>
        <p:sp>
          <p:nvSpPr>
            <p:cNvPr id="44" name="CHECK_5">
              <a:extLst>
                <a:ext uri="{FF2B5EF4-FFF2-40B4-BE49-F238E27FC236}">
                  <a16:creationId xmlns:a16="http://schemas.microsoft.com/office/drawing/2014/main" id="{F39D3E43-9053-400D-86C3-B078B51A6CA3}"/>
                </a:ext>
              </a:extLst>
            </p:cNvPr>
            <p:cNvSpPr txBox="1"/>
            <p:nvPr/>
          </p:nvSpPr>
          <p:spPr>
            <a:xfrm>
              <a:off x="5754214" y="3444884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F33C7E69-39A9-4334-BAE0-FA1BD0F60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1169" y="3361085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9A5C7A6-1C12-4D71-AC1F-78F767594D71}"/>
              </a:ext>
            </a:extLst>
          </p:cNvPr>
          <p:cNvGrpSpPr/>
          <p:nvPr/>
        </p:nvGrpSpPr>
        <p:grpSpPr>
          <a:xfrm>
            <a:off x="4956422" y="4885611"/>
            <a:ext cx="3721566" cy="1134120"/>
            <a:chOff x="5111169" y="4547986"/>
            <a:chExt cx="3721566" cy="1134120"/>
          </a:xfrm>
        </p:grpSpPr>
        <p:sp>
          <p:nvSpPr>
            <p:cNvPr id="45" name="CHECK_6">
              <a:extLst>
                <a:ext uri="{FF2B5EF4-FFF2-40B4-BE49-F238E27FC236}">
                  <a16:creationId xmlns:a16="http://schemas.microsoft.com/office/drawing/2014/main" id="{5E96F739-5365-41A6-87B6-C02944C63D98}"/>
                </a:ext>
              </a:extLst>
            </p:cNvPr>
            <p:cNvSpPr txBox="1"/>
            <p:nvPr/>
          </p:nvSpPr>
          <p:spPr>
            <a:xfrm>
              <a:off x="5754214" y="4710686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76E6D070-07C6-4441-911D-09DF0D89FA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1169" y="4547986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2975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5622792"/>
            <a:ext cx="3061710" cy="3061710"/>
          </a:xfrm>
          <a:prstGeom prst="rect">
            <a:avLst/>
          </a:prstGeom>
        </p:spPr>
      </p:pic>
      <p:sp>
        <p:nvSpPr>
          <p:cNvPr id="6" name="EXAMPLE_LABEL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endParaRPr lang="ru-RU" sz="3000" dirty="0">
              <a:solidFill>
                <a:srgbClr val="F5340B"/>
              </a:solidFill>
            </a:endParaRPr>
          </a:p>
        </p:txBody>
      </p:sp>
      <p:sp>
        <p:nvSpPr>
          <p:cNvPr id="16" name="BODY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37640" y="1020528"/>
            <a:ext cx="7598050" cy="5169257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7247" y="431006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46259" y="4523230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31156" y="-262824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50195" y="243473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31719" y="870077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34351" y="-2813049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35745" y="2937636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40595" y="1815611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231719" y="5891722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 rot="13438421">
            <a:off x="10310746" y="2917328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38" y="7696134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latin typeface="Bahnschrift SemiBold Condensed"/>
                <a:ea typeface="Bahnschrift SemiBold Condensed"/>
                <a:cs typeface="Bahnschrift SemiBold Condensed"/>
              </a:rPr>
              <a:t>ОТ РЕАКЦИИ МАСТЕРА ЗАВИСИТ, СООБЩАТ ЛИ ЕМУ О ПРОБЛЕМЕ</a:t>
            </a:r>
            <a:endParaRPr lang="ru-RU" sz="3000" dirty="0"/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INTRO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808636" y="858223"/>
            <a:ext cx="8774743" cy="1267853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Состояние и поведение мастера влияют не только на настроение участка. От них зависит, решатся ли рабочие сообщать ему неприятные новости.</a:t>
            </a:r>
            <a:endParaRPr sz="1600" b="1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6562" y="8264023"/>
            <a:ext cx="1857375" cy="1857375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46523" y="803700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081914" y="7655895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4924" y="6286493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7352" y="-2033388"/>
            <a:ext cx="1801446" cy="1801446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23513" y="-2840121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2024658" y="7400095"/>
            <a:ext cx="3676709" cy="3676709"/>
          </a:xfrm>
          <a:prstGeom prst="rect">
            <a:avLst/>
          </a:prstGeom>
        </p:spPr>
      </p:pic>
      <p:pic>
        <p:nvPicPr>
          <p:cNvPr id="28" name="Рисунок 8">
            <a:extLst>
              <a:ext uri="{FF2B5EF4-FFF2-40B4-BE49-F238E27FC236}">
                <a16:creationId xmlns:a16="http://schemas.microsoft.com/office/drawing/2014/main" id="{B75D40B0-F474-42B5-8EA5-ED275C0D4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8805" y="2054824"/>
            <a:ext cx="6385027" cy="4324684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CCBDACF8-2925-4844-92BB-ACBC09B98D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9869" y="3217578"/>
            <a:ext cx="1172137" cy="1420088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29589" y="7983035"/>
            <a:ext cx="2419350" cy="2419350"/>
          </a:xfrm>
          <a:prstGeom prst="rect">
            <a:avLst/>
          </a:prstGeom>
        </p:spPr>
      </p:pic>
      <p:sp>
        <p:nvSpPr>
          <p:cNvPr id="30" name="CASE_BODY">
            <a:extLst>
              <a:ext uri="{FF2B5EF4-FFF2-40B4-BE49-F238E27FC236}">
                <a16:creationId xmlns:a16="http://schemas.microsoft.com/office/drawing/2014/main" id="{37688EA1-9EF9-4CDB-99AA-CB59563EA557}"/>
              </a:ext>
            </a:extLst>
          </p:cNvPr>
          <p:cNvSpPr txBox="1"/>
          <p:nvPr/>
        </p:nvSpPr>
        <p:spPr>
          <a:xfrm>
            <a:off x="1245051" y="2412088"/>
            <a:ext cx="5338766" cy="35983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В 1999 году профессор Гарвардской школы бизнеса Эми </a:t>
            </a:r>
            <a:r>
              <a:rPr lang="ru-RU" sz="1600" dirty="0" err="1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Эдмондсон</a:t>
            </a: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 изучала медицинские команды. Она обнаружила парадокс: лучшие команды сообщали о большем количестве ошибок.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Дело было не в том, что они ошибались чаще. В командах, где руководитель спокойно принимал сообщение и разбирал ошибку по существу, люди не боялись говорить о проблемах. Поэтому ошибки замечали раньше.</a:t>
            </a: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Там, где руководитель кричал, обвинял или наказывал за сам факт плохой новости, люди старались молчать. Ошибки обнаруживали позднее, когда исправление обходилось дороже.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9A3FF-EE07-4051-B044-3B44BE6B1B54}"/>
              </a:ext>
            </a:extLst>
          </p:cNvPr>
          <p:cNvSpPr txBox="1"/>
          <p:nvPr/>
        </p:nvSpPr>
        <p:spPr>
          <a:xfrm>
            <a:off x="8532006" y="2449110"/>
            <a:ext cx="3214517" cy="3336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  <p:sp>
        <p:nvSpPr>
          <p:cNvPr id="4" name="CONCLUSION">
            <a:extLst>
              <a:ext uri="{FF2B5EF4-FFF2-40B4-BE49-F238E27FC236}">
                <a16:creationId xmlns:a16="http://schemas.microsoft.com/office/drawing/2014/main" id="{8C1D51BD-BCC7-4C60-9B33-0C360DEAD7F5}"/>
              </a:ext>
            </a:extLst>
          </p:cNvPr>
          <p:cNvSpPr txBox="1"/>
          <p:nvPr/>
        </p:nvSpPr>
        <p:spPr>
          <a:xfrm>
            <a:off x="8723513" y="2054824"/>
            <a:ext cx="3214517" cy="432468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ru-RU" sz="2400" dirty="0">
                <a:solidFill>
                  <a:srgbClr val="F5340B"/>
                </a:solidFill>
                <a:effectLst/>
                <a:latin typeface="Bahnschrift Condensed" panose="020B0502040204020203" pitchFamily="34" charset="0"/>
                <a:ea typeface="Times New Roman" panose="02020603050405020304" pitchFamily="18" charset="0"/>
              </a:rPr>
              <a:t>Для мастера это означает: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брак и угрозу срыва невозможно обнаружить вовремя, если рабочий боится подойти и рассказать о проблеме.</a:t>
            </a:r>
          </a:p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868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545308"/>
            <a:ext cx="4554538" cy="3166392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5485060" y="1545308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5485060" y="1283950"/>
            <a:ext cx="0" cy="518202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4" name="ITEM_2_NUMBER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5526380" y="325680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ITEM_3_NUMBER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5515350" y="496830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6823046" y="3020509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 txBox="1"/>
          <p:nvPr/>
        </p:nvSpPr>
        <p:spPr>
          <a:xfrm>
            <a:off x="6823046" y="4709808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6788942" y="128738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6788942" y="1668382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6739673" y="3003807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6739673" y="3384807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6788942" y="481205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6788942" y="5193052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5622792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22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206" y="1392874"/>
            <a:ext cx="2683470" cy="488562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409733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955932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3994927" y="1364971"/>
            <a:ext cx="0" cy="518202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44642" y="7753815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9737" y="-481251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234763" y="501137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16002" y="6180734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1241457" y="4909520"/>
            <a:ext cx="3314700" cy="3314700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84806" y="-214074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2" name="BODY">
            <a:extLst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 txBox="1"/>
          <p:nvPr/>
        </p:nvSpPr>
        <p:spPr>
          <a:xfrm>
            <a:off x="4609260" y="1392874"/>
            <a:ext cx="6958530" cy="49542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Рабочий хамит в ответ.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«Со мной так не разговаривают. Вернёмся к панели».</a:t>
            </a: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Рабочий сыплет оправданиями.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«Стоп. Что конкретно мешало и когда ты это увидел?»</a:t>
            </a: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Рабочий третий раз делает одно и то же.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«Мы это обсуждали дважды. Сегодня пишешь объяснительную».</a:t>
            </a: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Начальник производства давит при рабочих.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«Понял, разберусь. Подойду к Вам через двадцать минут с решением».</a:t>
            </a:r>
          </a:p>
        </p:txBody>
      </p:sp>
    </p:spTree>
    <p:extLst>
      <p:ext uri="{BB962C8B-B14F-4D97-AF65-F5344CB8AC3E}">
        <p14:creationId xmlns:p14="http://schemas.microsoft.com/office/powerpoint/2010/main" val="2147419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55228" y="1513167"/>
            <a:ext cx="3714749" cy="488562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F97A07"/>
                </a:solidFill>
                <a:latin typeface="Bahnschrift SemiBold Condensed" panose="020B0502040204020203" pitchFamily="34" charset="0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F97A07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409733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955932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7684806" y="1119038"/>
            <a:ext cx="0" cy="518202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44642" y="7753815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9737" y="-481251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234763" y="501137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46907" y="6250255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1241457" y="4909520"/>
            <a:ext cx="3314700" cy="3314700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84806" y="-214074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2" name="BODY">
            <a:extLst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 txBox="1"/>
          <p:nvPr/>
        </p:nvSpPr>
        <p:spPr>
          <a:xfrm>
            <a:off x="382888" y="1193303"/>
            <a:ext cx="6958530" cy="49542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В 1999 году профессор Гарвардской школы бизнеса Эми </a:t>
            </a:r>
            <a:r>
              <a:rPr lang="ru-RU" sz="1600" dirty="0" err="1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Эдмондсон</a:t>
            </a: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 изучала медицинские команды. Она обнаружила парадокс: лучшие команды сообщали о большем количестве ошибок.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Дело было не в том, что они ошибались чаще. В командах, где руководитель спокойно принимал сообщение и разбирал ошибку по существу, люди не боялись говорить о проблемах. Поэтому ошибки замечали раньше.</a:t>
            </a: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Там, где руководитель кричал, обвинял или наказывал за сам факт плохой новости, люди старались молчать. Ошибки обнаруживали позднее, когда исправление обходилось дороже.</a:t>
            </a:r>
          </a:p>
        </p:txBody>
      </p:sp>
    </p:spTree>
    <p:extLst>
      <p:ext uri="{BB962C8B-B14F-4D97-AF65-F5344CB8AC3E}">
        <p14:creationId xmlns:p14="http://schemas.microsoft.com/office/powerpoint/2010/main" val="1350679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23878" y="889212"/>
            <a:ext cx="9431671" cy="114175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 algn="l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1085893" y="253247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4" name="ITEM_2_NUMBER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1127213" y="3828982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ITEM_3_NUMBER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1116183" y="506921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2423879" y="3571583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 txBox="1"/>
          <p:nvPr/>
        </p:nvSpPr>
        <p:spPr>
          <a:xfrm>
            <a:off x="6823046" y="4977099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2340506" y="2274551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2340506" y="2655551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2340506" y="361115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2340506" y="3992153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2340506" y="4955164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2340506" y="5265826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6465970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300394" y="7153647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ITEM_4_NUMBER">
            <a:extLst>
              <a:ext uri="{FF2B5EF4-FFF2-40B4-BE49-F238E27FC236}">
                <a16:creationId xmlns:a16="http://schemas.microsoft.com/office/drawing/2014/main" id="{29FC8CE4-3450-445C-A440-E133DFDA9769}"/>
              </a:ext>
            </a:extLst>
          </p:cNvPr>
          <p:cNvSpPr txBox="1">
            <a:spLocks/>
          </p:cNvSpPr>
          <p:nvPr/>
        </p:nvSpPr>
        <p:spPr>
          <a:xfrm>
            <a:off x="6586886" y="259597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1" name="ITEM_5_NUMBER">
            <a:extLst>
              <a:ext uri="{FF2B5EF4-FFF2-40B4-BE49-F238E27FC236}">
                <a16:creationId xmlns:a16="http://schemas.microsoft.com/office/drawing/2014/main" id="{72E516D9-97AF-4017-8D24-29E1122F6781}"/>
              </a:ext>
            </a:extLst>
          </p:cNvPr>
          <p:cNvSpPr txBox="1">
            <a:spLocks/>
          </p:cNvSpPr>
          <p:nvPr/>
        </p:nvSpPr>
        <p:spPr>
          <a:xfrm>
            <a:off x="6628206" y="3836210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5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2" name="ITEM_6_NUMBER">
            <a:extLst>
              <a:ext uri="{FF2B5EF4-FFF2-40B4-BE49-F238E27FC236}">
                <a16:creationId xmlns:a16="http://schemas.microsoft.com/office/drawing/2014/main" id="{4AEDEB76-F001-487D-9C06-0E03F9E1C799}"/>
              </a:ext>
            </a:extLst>
          </p:cNvPr>
          <p:cNvSpPr txBox="1">
            <a:spLocks/>
          </p:cNvSpPr>
          <p:nvPr/>
        </p:nvSpPr>
        <p:spPr>
          <a:xfrm>
            <a:off x="6617176" y="5076443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6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418101-5D76-4F53-8124-56590E26203F}"/>
              </a:ext>
            </a:extLst>
          </p:cNvPr>
          <p:cNvSpPr txBox="1"/>
          <p:nvPr/>
        </p:nvSpPr>
        <p:spPr>
          <a:xfrm>
            <a:off x="7924872" y="3691355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4" name="ITEM_4_TITLE">
            <a:extLst>
              <a:ext uri="{FF2B5EF4-FFF2-40B4-BE49-F238E27FC236}">
                <a16:creationId xmlns:a16="http://schemas.microsoft.com/office/drawing/2014/main" id="{198516ED-EFEF-4A2F-BE1B-09CEF0B49CF3}"/>
              </a:ext>
            </a:extLst>
          </p:cNvPr>
          <p:cNvSpPr>
            <a:spLocks noGrp="1"/>
          </p:cNvSpPr>
          <p:nvPr/>
        </p:nvSpPr>
        <p:spPr>
          <a:xfrm>
            <a:off x="7841499" y="230603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5" name="ITEM_4_BODY">
            <a:extLst>
              <a:ext uri="{FF2B5EF4-FFF2-40B4-BE49-F238E27FC236}">
                <a16:creationId xmlns:a16="http://schemas.microsoft.com/office/drawing/2014/main" id="{C6BF02F8-CD06-446A-9A44-9F36C2360D0F}"/>
              </a:ext>
            </a:extLst>
          </p:cNvPr>
          <p:cNvSpPr>
            <a:spLocks noGrp="1"/>
          </p:cNvSpPr>
          <p:nvPr/>
        </p:nvSpPr>
        <p:spPr>
          <a:xfrm>
            <a:off x="7841499" y="2662779"/>
            <a:ext cx="4256585" cy="97230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56" name="ITEM_5_TITLE">
            <a:extLst>
              <a:ext uri="{FF2B5EF4-FFF2-40B4-BE49-F238E27FC236}">
                <a16:creationId xmlns:a16="http://schemas.microsoft.com/office/drawing/2014/main" id="{34A5E756-247C-4EA8-B14D-560B0D8A7E04}"/>
              </a:ext>
            </a:extLst>
          </p:cNvPr>
          <p:cNvSpPr>
            <a:spLocks noGrp="1"/>
          </p:cNvSpPr>
          <p:nvPr/>
        </p:nvSpPr>
        <p:spPr>
          <a:xfrm>
            <a:off x="7841499" y="367465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57" name="ITEM_5_BODY">
            <a:extLst>
              <a:ext uri="{FF2B5EF4-FFF2-40B4-BE49-F238E27FC236}">
                <a16:creationId xmlns:a16="http://schemas.microsoft.com/office/drawing/2014/main" id="{D3A36209-4C26-4D16-988C-CE5172E7123D}"/>
              </a:ext>
            </a:extLst>
          </p:cNvPr>
          <p:cNvSpPr>
            <a:spLocks noGrp="1"/>
          </p:cNvSpPr>
          <p:nvPr/>
        </p:nvSpPr>
        <p:spPr>
          <a:xfrm>
            <a:off x="7841499" y="3999381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58" name="ITEM_6_TITLE">
            <a:extLst>
              <a:ext uri="{FF2B5EF4-FFF2-40B4-BE49-F238E27FC236}">
                <a16:creationId xmlns:a16="http://schemas.microsoft.com/office/drawing/2014/main" id="{BD320A90-AABE-4D9D-BC41-B7C07EE97E7E}"/>
              </a:ext>
            </a:extLst>
          </p:cNvPr>
          <p:cNvSpPr>
            <a:spLocks noGrp="1"/>
          </p:cNvSpPr>
          <p:nvPr/>
        </p:nvSpPr>
        <p:spPr>
          <a:xfrm>
            <a:off x="7890768" y="496239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59" name="ITEM_6_BODY">
            <a:extLst>
              <a:ext uri="{FF2B5EF4-FFF2-40B4-BE49-F238E27FC236}">
                <a16:creationId xmlns:a16="http://schemas.microsoft.com/office/drawing/2014/main" id="{CB6F5268-F7A7-443C-8FE9-9F62378AB3EF}"/>
              </a:ext>
            </a:extLst>
          </p:cNvPr>
          <p:cNvSpPr>
            <a:spLocks noGrp="1"/>
          </p:cNvSpPr>
          <p:nvPr/>
        </p:nvSpPr>
        <p:spPr>
          <a:xfrm>
            <a:off x="7841499" y="5273054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52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23878" y="889212"/>
            <a:ext cx="9431671" cy="114175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 algn="l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1085893" y="253247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4" name="ITEM_2_NUMBER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1127213" y="3828982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ITEM_3_NUMBER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1116183" y="506921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2423879" y="3571583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2340506" y="2274551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2340506" y="2655551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2340506" y="361115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2340506" y="3992153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2340506" y="4955164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2340506" y="5265826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6465970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300394" y="7153647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ITEM_4_NUMBER">
            <a:extLst>
              <a:ext uri="{FF2B5EF4-FFF2-40B4-BE49-F238E27FC236}">
                <a16:creationId xmlns:a16="http://schemas.microsoft.com/office/drawing/2014/main" id="{29FC8CE4-3450-445C-A440-E133DFDA9769}"/>
              </a:ext>
            </a:extLst>
          </p:cNvPr>
          <p:cNvSpPr txBox="1">
            <a:spLocks/>
          </p:cNvSpPr>
          <p:nvPr/>
        </p:nvSpPr>
        <p:spPr>
          <a:xfrm>
            <a:off x="6530614" y="3032076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1" name="ITEM_5_NUMBER">
            <a:extLst>
              <a:ext uri="{FF2B5EF4-FFF2-40B4-BE49-F238E27FC236}">
                <a16:creationId xmlns:a16="http://schemas.microsoft.com/office/drawing/2014/main" id="{72E516D9-97AF-4017-8D24-29E1122F6781}"/>
              </a:ext>
            </a:extLst>
          </p:cNvPr>
          <p:cNvSpPr txBox="1">
            <a:spLocks/>
          </p:cNvSpPr>
          <p:nvPr/>
        </p:nvSpPr>
        <p:spPr>
          <a:xfrm>
            <a:off x="6571934" y="4272309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5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418101-5D76-4F53-8124-56590E26203F}"/>
              </a:ext>
            </a:extLst>
          </p:cNvPr>
          <p:cNvSpPr txBox="1"/>
          <p:nvPr/>
        </p:nvSpPr>
        <p:spPr>
          <a:xfrm>
            <a:off x="7868600" y="4127454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4" name="ITEM_4_TITLE">
            <a:extLst>
              <a:ext uri="{FF2B5EF4-FFF2-40B4-BE49-F238E27FC236}">
                <a16:creationId xmlns:a16="http://schemas.microsoft.com/office/drawing/2014/main" id="{198516ED-EFEF-4A2F-BE1B-09CEF0B49CF3}"/>
              </a:ext>
            </a:extLst>
          </p:cNvPr>
          <p:cNvSpPr>
            <a:spLocks noGrp="1"/>
          </p:cNvSpPr>
          <p:nvPr/>
        </p:nvSpPr>
        <p:spPr>
          <a:xfrm>
            <a:off x="7785227" y="2742131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5" name="ITEM_4_BODY">
            <a:extLst>
              <a:ext uri="{FF2B5EF4-FFF2-40B4-BE49-F238E27FC236}">
                <a16:creationId xmlns:a16="http://schemas.microsoft.com/office/drawing/2014/main" id="{C6BF02F8-CD06-446A-9A44-9F36C2360D0F}"/>
              </a:ext>
            </a:extLst>
          </p:cNvPr>
          <p:cNvSpPr>
            <a:spLocks noGrp="1"/>
          </p:cNvSpPr>
          <p:nvPr/>
        </p:nvSpPr>
        <p:spPr>
          <a:xfrm>
            <a:off x="7785227" y="3098878"/>
            <a:ext cx="4256585" cy="97230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56" name="ITEM_5_TITLE">
            <a:extLst>
              <a:ext uri="{FF2B5EF4-FFF2-40B4-BE49-F238E27FC236}">
                <a16:creationId xmlns:a16="http://schemas.microsoft.com/office/drawing/2014/main" id="{34A5E756-247C-4EA8-B14D-560B0D8A7E04}"/>
              </a:ext>
            </a:extLst>
          </p:cNvPr>
          <p:cNvSpPr>
            <a:spLocks noGrp="1"/>
          </p:cNvSpPr>
          <p:nvPr/>
        </p:nvSpPr>
        <p:spPr>
          <a:xfrm>
            <a:off x="7785227" y="411075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57" name="ITEM_5_BODY">
            <a:extLst>
              <a:ext uri="{FF2B5EF4-FFF2-40B4-BE49-F238E27FC236}">
                <a16:creationId xmlns:a16="http://schemas.microsoft.com/office/drawing/2014/main" id="{D3A36209-4C26-4D16-988C-CE5172E7123D}"/>
              </a:ext>
            </a:extLst>
          </p:cNvPr>
          <p:cNvSpPr>
            <a:spLocks noGrp="1"/>
          </p:cNvSpPr>
          <p:nvPr/>
        </p:nvSpPr>
        <p:spPr>
          <a:xfrm>
            <a:off x="7785227" y="4435480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695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545308"/>
            <a:ext cx="4554538" cy="3166392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5485060" y="954463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5485060" y="735801"/>
            <a:ext cx="0" cy="5730169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4" name="ITEM_2_NUMBER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5526380" y="238546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ITEM_3_NUMBER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5515350" y="381646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6739673" y="1951362"/>
            <a:ext cx="3930678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6739673" y="696537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6739673" y="1077537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 и затяжка идут по регламенту, а не «когда дойдут руки».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6739673" y="215974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6739673" y="2540743"/>
            <a:ext cx="4256585" cy="110807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6739673" y="3546502"/>
            <a:ext cx="4256585" cy="4082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6739673" y="5509094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5622792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ITEM_4_NUMBER">
            <a:extLst>
              <a:ext uri="{FF2B5EF4-FFF2-40B4-BE49-F238E27FC236}">
                <a16:creationId xmlns:a16="http://schemas.microsoft.com/office/drawing/2014/main" id="{08055E8B-D18E-4436-BDCA-AE23A9355B18}"/>
              </a:ext>
            </a:extLst>
          </p:cNvPr>
          <p:cNvSpPr txBox="1">
            <a:spLocks/>
          </p:cNvSpPr>
          <p:nvPr/>
        </p:nvSpPr>
        <p:spPr>
          <a:xfrm>
            <a:off x="5578373" y="5247470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2" name="ITEM_4_TITLE">
            <a:extLst>
              <a:ext uri="{FF2B5EF4-FFF2-40B4-BE49-F238E27FC236}">
                <a16:creationId xmlns:a16="http://schemas.microsoft.com/office/drawing/2014/main" id="{94E981BD-9A6E-4CF0-827D-73764C97CC06}"/>
              </a:ext>
            </a:extLst>
          </p:cNvPr>
          <p:cNvSpPr>
            <a:spLocks noGrp="1"/>
          </p:cNvSpPr>
          <p:nvPr/>
        </p:nvSpPr>
        <p:spPr>
          <a:xfrm>
            <a:off x="6739673" y="5091215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B4D4D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B4D4D"/>
              </a:solidFill>
            </a:endParaRPr>
          </a:p>
        </p:txBody>
      </p:sp>
      <p:sp>
        <p:nvSpPr>
          <p:cNvPr id="55" name="ITEM_4_BODY">
            <a:extLst>
              <a:ext uri="{FF2B5EF4-FFF2-40B4-BE49-F238E27FC236}">
                <a16:creationId xmlns:a16="http://schemas.microsoft.com/office/drawing/2014/main" id="{D18A1FB5-7C26-4A3A-9076-854CFA31A7B7}"/>
              </a:ext>
            </a:extLst>
          </p:cNvPr>
          <p:cNvSpPr>
            <a:spLocks noGrp="1"/>
          </p:cNvSpPr>
          <p:nvPr/>
        </p:nvSpPr>
        <p:spPr>
          <a:xfrm>
            <a:off x="6739673" y="4046858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8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">
            <a:extLst>
              <a:ext uri="{FF2B5EF4-FFF2-40B4-BE49-F238E27FC236}">
                <a16:creationId xmlns:a16="http://schemas.microsoft.com/office/drawing/2014/main" id="{21763EE4-6A69-4980-B5EC-9D2588F1EC46}"/>
              </a:ext>
            </a:extLst>
          </p:cNvPr>
          <p:cNvSpPr txBox="1">
            <a:spLocks/>
          </p:cNvSpPr>
          <p:nvPr/>
        </p:nvSpPr>
        <p:spPr>
          <a:xfrm>
            <a:off x="2218268" y="2792760"/>
            <a:ext cx="7680110" cy="247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2000" b="0" i="0" u="none" strike="noStrike" cap="none">
                <a:solidFill>
                  <a:schemeClr val="accent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 Condensed SemiBold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F5340B"/>
                </a:solidFill>
                <a:effectLst/>
                <a:uLnTx/>
                <a:uFillTx/>
                <a:latin typeface="Bahnschrift Condensed" panose="020B0502040204020203" pitchFamily="34" charset="0"/>
                <a:sym typeface="Barlow Condensed SemiBold"/>
              </a:rPr>
              <a:t>SOMEONE FAMOUS</a:t>
            </a:r>
            <a:r>
              <a:rPr kumimoji="0" lang="ru-RU" sz="4000" b="0" i="0" u="none" strike="noStrike" kern="0" cap="none" spc="0" normalizeH="0" baseline="0" noProof="0" dirty="0">
                <a:ln>
                  <a:noFill/>
                </a:ln>
                <a:solidFill>
                  <a:srgbClr val="F5340B"/>
                </a:solidFill>
                <a:effectLst/>
                <a:uLnTx/>
                <a:uFillTx/>
                <a:latin typeface="Bahnschrift Condensed" panose="020B0502040204020203" pitchFamily="34" charset="0"/>
                <a:sym typeface="Barlow Condensed SemiBold"/>
              </a:rPr>
              <a:t> </a:t>
            </a:r>
            <a:r>
              <a:rPr lang="en" sz="4400" dirty="0">
                <a:solidFill>
                  <a:srgbClr val="F97A07"/>
                </a:solidFill>
              </a:rPr>
              <a:t>This is a quote, words full of wisdom that someone important said and can make the reader get inspired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F97A07"/>
              </a:solidFill>
              <a:effectLst/>
              <a:uLnTx/>
              <a:uFillTx/>
              <a:latin typeface="Bahnschrift Condensed" panose="020B0502040204020203" pitchFamily="34" charset="0"/>
              <a:sym typeface="Barlow Condensed SemiBold"/>
            </a:endParaRPr>
          </a:p>
        </p:txBody>
      </p:sp>
      <p:pic>
        <p:nvPicPr>
          <p:cNvPr id="6" name="Рисунок 12">
            <a:extLst>
              <a:ext uri="{FF2B5EF4-FFF2-40B4-BE49-F238E27FC236}">
                <a16:creationId xmlns:a16="http://schemas.microsoft.com/office/drawing/2014/main" id="{FB2A0074-D696-488A-BA10-A82ECF1DA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0004" y="7443964"/>
            <a:ext cx="3061710" cy="3061710"/>
          </a:xfrm>
          <a:prstGeom prst="rect">
            <a:avLst/>
          </a:prstGeom>
        </p:spPr>
      </p:pic>
      <p:pic>
        <p:nvPicPr>
          <p:cNvPr id="7" name="Рисунок 2">
            <a:extLst>
              <a:ext uri="{FF2B5EF4-FFF2-40B4-BE49-F238E27FC236}">
                <a16:creationId xmlns:a16="http://schemas.microsoft.com/office/drawing/2014/main" id="{B6FA8F08-C17B-486D-ABF3-495B4B422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43661" y="-794428"/>
            <a:ext cx="1857375" cy="1857375"/>
          </a:xfrm>
          <a:prstGeom prst="rect">
            <a:avLst/>
          </a:prstGeom>
        </p:spPr>
      </p:pic>
      <p:pic>
        <p:nvPicPr>
          <p:cNvPr id="8" name="Рисунок 4">
            <a:extLst>
              <a:ext uri="{FF2B5EF4-FFF2-40B4-BE49-F238E27FC236}">
                <a16:creationId xmlns:a16="http://schemas.microsoft.com/office/drawing/2014/main" id="{78C19F81-0EFA-4274-92E3-49EC448101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70916" y="392245"/>
            <a:ext cx="6236178" cy="6236178"/>
          </a:xfrm>
          <a:prstGeom prst="rect">
            <a:avLst/>
          </a:prstGeom>
        </p:spPr>
      </p:pic>
      <p:pic>
        <p:nvPicPr>
          <p:cNvPr id="9" name="Рисунок 6">
            <a:extLst>
              <a:ext uri="{FF2B5EF4-FFF2-40B4-BE49-F238E27FC236}">
                <a16:creationId xmlns:a16="http://schemas.microsoft.com/office/drawing/2014/main" id="{9F81BE2F-33D1-4F32-9C11-2F0587A72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354501"/>
            <a:ext cx="1790700" cy="1790700"/>
          </a:xfrm>
          <a:prstGeom prst="rect">
            <a:avLst/>
          </a:prstGeom>
        </p:spPr>
      </p:pic>
      <p:pic>
        <p:nvPicPr>
          <p:cNvPr id="10" name="Рисунок 8">
            <a:extLst>
              <a:ext uri="{FF2B5EF4-FFF2-40B4-BE49-F238E27FC236}">
                <a16:creationId xmlns:a16="http://schemas.microsoft.com/office/drawing/2014/main" id="{1140A66E-35EB-4E21-95D8-7F720BA2F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881133"/>
            <a:ext cx="1257300" cy="12573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35D7CD-47B5-43B4-8D59-F42D31339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443964"/>
            <a:ext cx="2019300" cy="2019300"/>
          </a:xfrm>
          <a:prstGeom prst="rect">
            <a:avLst/>
          </a:prstGeom>
        </p:spPr>
      </p:pic>
      <p:pic>
        <p:nvPicPr>
          <p:cNvPr id="12" name="Рисунок 14">
            <a:extLst>
              <a:ext uri="{FF2B5EF4-FFF2-40B4-BE49-F238E27FC236}">
                <a16:creationId xmlns:a16="http://schemas.microsoft.com/office/drawing/2014/main" id="{7144A073-88EA-47ED-9BD0-0605AC89E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3410250" y="7783893"/>
            <a:ext cx="3714750" cy="3714750"/>
          </a:xfrm>
          <a:prstGeom prst="rect">
            <a:avLst/>
          </a:prstGeom>
        </p:spPr>
      </p:pic>
      <p:pic>
        <p:nvPicPr>
          <p:cNvPr id="13" name="Рисунок 16">
            <a:extLst>
              <a:ext uri="{FF2B5EF4-FFF2-40B4-BE49-F238E27FC236}">
                <a16:creationId xmlns:a16="http://schemas.microsoft.com/office/drawing/2014/main" id="{9AE28668-49F7-4502-958A-20084C80D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3005863"/>
            <a:ext cx="2257425" cy="2257425"/>
          </a:xfrm>
          <a:prstGeom prst="rect">
            <a:avLst/>
          </a:prstGeom>
        </p:spPr>
      </p:pic>
      <p:pic>
        <p:nvPicPr>
          <p:cNvPr id="14" name="Рисунок 18">
            <a:extLst>
              <a:ext uri="{FF2B5EF4-FFF2-40B4-BE49-F238E27FC236}">
                <a16:creationId xmlns:a16="http://schemas.microsoft.com/office/drawing/2014/main" id="{7ACC452F-47C7-4BED-BAEB-F00A160352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1534315" y="-1562101"/>
            <a:ext cx="4271433" cy="4271433"/>
          </a:xfrm>
          <a:prstGeom prst="rect">
            <a:avLst/>
          </a:prstGeom>
        </p:spPr>
      </p:pic>
      <p:pic>
        <p:nvPicPr>
          <p:cNvPr id="15" name="Рисунок 20">
            <a:extLst>
              <a:ext uri="{FF2B5EF4-FFF2-40B4-BE49-F238E27FC236}">
                <a16:creationId xmlns:a16="http://schemas.microsoft.com/office/drawing/2014/main" id="{75D98557-7CB1-42CD-B23F-0FE5612EC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410828"/>
            <a:ext cx="2019300" cy="2019300"/>
          </a:xfrm>
          <a:prstGeom prst="rect">
            <a:avLst/>
          </a:prstGeom>
        </p:spPr>
      </p:pic>
      <p:pic>
        <p:nvPicPr>
          <p:cNvPr id="16" name="Рисунок 22">
            <a:extLst>
              <a:ext uri="{FF2B5EF4-FFF2-40B4-BE49-F238E27FC236}">
                <a16:creationId xmlns:a16="http://schemas.microsoft.com/office/drawing/2014/main" id="{32AFBDD6-5FA2-49D3-8A94-6E1970682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834489"/>
            <a:ext cx="1238250" cy="1238250"/>
          </a:xfrm>
          <a:prstGeom prst="rect">
            <a:avLst/>
          </a:prstGeom>
        </p:spPr>
      </p:pic>
      <p:pic>
        <p:nvPicPr>
          <p:cNvPr id="17" name="Рисунок 24">
            <a:extLst>
              <a:ext uri="{FF2B5EF4-FFF2-40B4-BE49-F238E27FC236}">
                <a16:creationId xmlns:a16="http://schemas.microsoft.com/office/drawing/2014/main" id="{806B39CA-DCA2-463B-9C43-635653D96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4607684" y="328612"/>
            <a:ext cx="3314700" cy="33147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CF592E4-F510-4308-963D-3C474DF22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1991915"/>
            <a:ext cx="1609725" cy="160972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CB82685-6E72-4A48-9077-3BD0F8F27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1983643"/>
            <a:ext cx="2019300" cy="2019300"/>
          </a:xfrm>
          <a:prstGeom prst="rect">
            <a:avLst/>
          </a:prstGeom>
        </p:spPr>
      </p:pic>
      <p:pic>
        <p:nvPicPr>
          <p:cNvPr id="20" name="!!gear-07">
            <a:extLst>
              <a:ext uri="{FF2B5EF4-FFF2-40B4-BE49-F238E27FC236}">
                <a16:creationId xmlns:a16="http://schemas.microsoft.com/office/drawing/2014/main" id="{82002BF0-6BE7-4B59-BC7A-E8377A858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31971" y="7161486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89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5485060" y="954463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4" name="ITEM_2_NUMBER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5526380" y="238546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ITEM_3_NUMBER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5515350" y="381646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6739673" y="1951362"/>
            <a:ext cx="3930678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6739673" y="696537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6739673" y="1077537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 и затяжка идут по регламенту, а не «когда дойдут руки».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6739673" y="215974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6739673" y="2540743"/>
            <a:ext cx="4256585" cy="110807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6739673" y="3546502"/>
            <a:ext cx="4256585" cy="4082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6739673" y="5509094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995" y="7363290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833296" y="7733334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ITEM_4_NUMBER">
            <a:extLst>
              <a:ext uri="{FF2B5EF4-FFF2-40B4-BE49-F238E27FC236}">
                <a16:creationId xmlns:a16="http://schemas.microsoft.com/office/drawing/2014/main" id="{08055E8B-D18E-4436-BDCA-AE23A9355B18}"/>
              </a:ext>
            </a:extLst>
          </p:cNvPr>
          <p:cNvSpPr txBox="1">
            <a:spLocks/>
          </p:cNvSpPr>
          <p:nvPr/>
        </p:nvSpPr>
        <p:spPr>
          <a:xfrm>
            <a:off x="5578373" y="5247470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2" name="ITEM_4_TITLE">
            <a:extLst>
              <a:ext uri="{FF2B5EF4-FFF2-40B4-BE49-F238E27FC236}">
                <a16:creationId xmlns:a16="http://schemas.microsoft.com/office/drawing/2014/main" id="{94E981BD-9A6E-4CF0-827D-73764C97CC06}"/>
              </a:ext>
            </a:extLst>
          </p:cNvPr>
          <p:cNvSpPr>
            <a:spLocks noGrp="1"/>
          </p:cNvSpPr>
          <p:nvPr/>
        </p:nvSpPr>
        <p:spPr>
          <a:xfrm>
            <a:off x="6739673" y="5091215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B4D4D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B4D4D"/>
              </a:solidFill>
            </a:endParaRPr>
          </a:p>
        </p:txBody>
      </p:sp>
      <p:sp>
        <p:nvSpPr>
          <p:cNvPr id="55" name="ITEM_4_BODY">
            <a:extLst>
              <a:ext uri="{FF2B5EF4-FFF2-40B4-BE49-F238E27FC236}">
                <a16:creationId xmlns:a16="http://schemas.microsoft.com/office/drawing/2014/main" id="{D18A1FB5-7C26-4A3A-9076-854CFA31A7B7}"/>
              </a:ext>
            </a:extLst>
          </p:cNvPr>
          <p:cNvSpPr>
            <a:spLocks noGrp="1"/>
          </p:cNvSpPr>
          <p:nvPr/>
        </p:nvSpPr>
        <p:spPr>
          <a:xfrm>
            <a:off x="6739673" y="4046858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51" name="Google Shape;2443;p77">
            <a:extLst>
              <a:ext uri="{FF2B5EF4-FFF2-40B4-BE49-F238E27FC236}">
                <a16:creationId xmlns:a16="http://schemas.microsoft.com/office/drawing/2014/main" id="{7BB8BA26-2CFF-4A7C-BE02-2173B9C3F174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 b="13801"/>
          <a:stretch/>
        </p:blipFill>
        <p:spPr>
          <a:xfrm rot="5400000">
            <a:off x="381587" y="1273871"/>
            <a:ext cx="4994552" cy="488651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4189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E1BAB127-8BD3-4E33-9993-CD555BBFCA2D}"/>
              </a:ext>
            </a:extLst>
          </p:cNvPr>
          <p:cNvSpPr>
            <a:spLocks/>
          </p:cNvSpPr>
          <p:nvPr/>
        </p:nvSpPr>
        <p:spPr bwMode="auto">
          <a:xfrm>
            <a:off x="3073400" y="1008063"/>
            <a:ext cx="6016625" cy="1235075"/>
          </a:xfrm>
          <a:custGeom>
            <a:avLst/>
            <a:gdLst>
              <a:gd name="T0" fmla="*/ 1872 w 1872"/>
              <a:gd name="T1" fmla="*/ 284 h 384"/>
              <a:gd name="T2" fmla="*/ 1772 w 1872"/>
              <a:gd name="T3" fmla="*/ 384 h 384"/>
              <a:gd name="T4" fmla="*/ 100 w 1872"/>
              <a:gd name="T5" fmla="*/ 384 h 384"/>
              <a:gd name="T6" fmla="*/ 0 w 1872"/>
              <a:gd name="T7" fmla="*/ 284 h 384"/>
              <a:gd name="T8" fmla="*/ 0 w 1872"/>
              <a:gd name="T9" fmla="*/ 100 h 384"/>
              <a:gd name="T10" fmla="*/ 100 w 1872"/>
              <a:gd name="T11" fmla="*/ 0 h 384"/>
              <a:gd name="T12" fmla="*/ 1772 w 1872"/>
              <a:gd name="T13" fmla="*/ 0 h 384"/>
              <a:gd name="T14" fmla="*/ 1872 w 1872"/>
              <a:gd name="T15" fmla="*/ 100 h 384"/>
              <a:gd name="T16" fmla="*/ 1872 w 1872"/>
              <a:gd name="T17" fmla="*/ 2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72" h="384">
                <a:moveTo>
                  <a:pt x="1872" y="284"/>
                </a:moveTo>
                <a:cubicBezTo>
                  <a:pt x="1872" y="339"/>
                  <a:pt x="1828" y="384"/>
                  <a:pt x="1772" y="384"/>
                </a:cubicBezTo>
                <a:cubicBezTo>
                  <a:pt x="100" y="384"/>
                  <a:pt x="100" y="384"/>
                  <a:pt x="100" y="384"/>
                </a:cubicBezTo>
                <a:cubicBezTo>
                  <a:pt x="45" y="384"/>
                  <a:pt x="0" y="339"/>
                  <a:pt x="0" y="284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45"/>
                  <a:pt x="45" y="0"/>
                  <a:pt x="100" y="0"/>
                </a:cubicBezTo>
                <a:cubicBezTo>
                  <a:pt x="1772" y="0"/>
                  <a:pt x="1772" y="0"/>
                  <a:pt x="1772" y="0"/>
                </a:cubicBezTo>
                <a:cubicBezTo>
                  <a:pt x="1828" y="0"/>
                  <a:pt x="1872" y="45"/>
                  <a:pt x="1872" y="100"/>
                </a:cubicBezTo>
                <a:lnTo>
                  <a:pt x="1872" y="284"/>
                </a:lnTo>
                <a:close/>
              </a:path>
            </a:pathLst>
          </a:custGeom>
          <a:noFill/>
          <a:ln w="22225" cap="flat">
            <a:solidFill>
              <a:schemeClr val="tx2">
                <a:lumMod val="25000"/>
                <a:lumOff val="7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9CD68A62-BE8E-423C-9763-8E4F974BD5A5}"/>
              </a:ext>
            </a:extLst>
          </p:cNvPr>
          <p:cNvSpPr>
            <a:spLocks/>
          </p:cNvSpPr>
          <p:nvPr/>
        </p:nvSpPr>
        <p:spPr bwMode="auto">
          <a:xfrm>
            <a:off x="3230563" y="1146176"/>
            <a:ext cx="5702300" cy="958850"/>
          </a:xfrm>
          <a:custGeom>
            <a:avLst/>
            <a:gdLst>
              <a:gd name="T0" fmla="*/ 1774 w 1774"/>
              <a:gd name="T1" fmla="*/ 242 h 298"/>
              <a:gd name="T2" fmla="*/ 1718 w 1774"/>
              <a:gd name="T3" fmla="*/ 298 h 298"/>
              <a:gd name="T4" fmla="*/ 56 w 1774"/>
              <a:gd name="T5" fmla="*/ 298 h 298"/>
              <a:gd name="T6" fmla="*/ 0 w 1774"/>
              <a:gd name="T7" fmla="*/ 242 h 298"/>
              <a:gd name="T8" fmla="*/ 0 w 1774"/>
              <a:gd name="T9" fmla="*/ 56 h 298"/>
              <a:gd name="T10" fmla="*/ 56 w 1774"/>
              <a:gd name="T11" fmla="*/ 0 h 298"/>
              <a:gd name="T12" fmla="*/ 1718 w 1774"/>
              <a:gd name="T13" fmla="*/ 0 h 298"/>
              <a:gd name="T14" fmla="*/ 1774 w 1774"/>
              <a:gd name="T15" fmla="*/ 56 h 298"/>
              <a:gd name="T16" fmla="*/ 1774 w 1774"/>
              <a:gd name="T17" fmla="*/ 242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4" h="298">
                <a:moveTo>
                  <a:pt x="1774" y="242"/>
                </a:moveTo>
                <a:cubicBezTo>
                  <a:pt x="1774" y="273"/>
                  <a:pt x="1749" y="298"/>
                  <a:pt x="1718" y="298"/>
                </a:cubicBezTo>
                <a:cubicBezTo>
                  <a:pt x="56" y="298"/>
                  <a:pt x="56" y="298"/>
                  <a:pt x="56" y="298"/>
                </a:cubicBezTo>
                <a:cubicBezTo>
                  <a:pt x="26" y="298"/>
                  <a:pt x="0" y="273"/>
                  <a:pt x="0" y="24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6" y="0"/>
                  <a:pt x="56" y="0"/>
                </a:cubicBezTo>
                <a:cubicBezTo>
                  <a:pt x="1718" y="0"/>
                  <a:pt x="1718" y="0"/>
                  <a:pt x="1718" y="0"/>
                </a:cubicBezTo>
                <a:cubicBezTo>
                  <a:pt x="1749" y="0"/>
                  <a:pt x="1774" y="25"/>
                  <a:pt x="1774" y="56"/>
                </a:cubicBezTo>
                <a:lnTo>
                  <a:pt x="1774" y="242"/>
                </a:lnTo>
                <a:close/>
              </a:path>
            </a:pathLst>
          </a:custGeom>
          <a:solidFill>
            <a:schemeClr val="accent2"/>
          </a:solidFill>
          <a:ln w="38100" cap="flat">
            <a:noFill/>
            <a:prstDash val="solid"/>
            <a:miter lim="800000"/>
            <a:headEnd/>
            <a:tailEnd/>
          </a:ln>
          <a:effectLst>
            <a:outerShdw blurRad="101600" dist="127000" dir="2700000" algn="tl" rotWithShape="0">
              <a:schemeClr val="tx2">
                <a:alpha val="15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OOT_TITLE">
            <a:extLst>
              <a:ext uri="{FF2B5EF4-FFF2-40B4-BE49-F238E27FC236}">
                <a16:creationId xmlns:a16="http://schemas.microsoft.com/office/drawing/2014/main" id="{7AA2F9CE-7582-489F-8DBF-82E87B970535}"/>
              </a:ext>
            </a:extLst>
          </p:cNvPr>
          <p:cNvSpPr txBox="1"/>
          <p:nvPr/>
        </p:nvSpPr>
        <p:spPr>
          <a:xfrm>
            <a:off x="4705375" y="1310130"/>
            <a:ext cx="275267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500" dirty="0">
                <a:solidFill>
                  <a:schemeClr val="bg1"/>
                </a:solidFill>
                <a:latin typeface="Bahnschrift Condensed" panose="020B0502040204020203" pitchFamily="34" charset="0"/>
                <a:cs typeface="Sora Bold" pitchFamily="2" charset="0"/>
              </a:rPr>
              <a:t>COMPANY VALUES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9BD264EF-E41D-49C7-9A8E-D649ACA8E29F}"/>
              </a:ext>
            </a:extLst>
          </p:cNvPr>
          <p:cNvSpPr>
            <a:spLocks/>
          </p:cNvSpPr>
          <p:nvPr/>
        </p:nvSpPr>
        <p:spPr bwMode="auto">
          <a:xfrm>
            <a:off x="5677607" y="2166938"/>
            <a:ext cx="160338" cy="163513"/>
          </a:xfrm>
          <a:custGeom>
            <a:avLst/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9126A347-4B9E-4325-8127-1940D0B5ACAA}"/>
              </a:ext>
            </a:extLst>
          </p:cNvPr>
          <p:cNvSpPr>
            <a:spLocks/>
          </p:cNvSpPr>
          <p:nvPr/>
        </p:nvSpPr>
        <p:spPr bwMode="auto">
          <a:xfrm>
            <a:off x="6360699" y="2166938"/>
            <a:ext cx="161925" cy="163513"/>
          </a:xfrm>
          <a:custGeom>
            <a:avLst/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E482E295-7BFD-4F08-AF7C-A921CBFE8E18}"/>
              </a:ext>
            </a:extLst>
          </p:cNvPr>
          <p:cNvSpPr>
            <a:spLocks/>
          </p:cNvSpPr>
          <p:nvPr/>
        </p:nvSpPr>
        <p:spPr bwMode="auto">
          <a:xfrm>
            <a:off x="6022975" y="2166938"/>
            <a:ext cx="161925" cy="163513"/>
          </a:xfrm>
          <a:custGeom>
            <a:avLst/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FAF2DAC1-FF9D-4F9A-A863-8CCF5C64F8E6}"/>
              </a:ext>
            </a:extLst>
          </p:cNvPr>
          <p:cNvSpPr>
            <a:spLocks/>
          </p:cNvSpPr>
          <p:nvPr/>
        </p:nvSpPr>
        <p:spPr bwMode="auto">
          <a:xfrm>
            <a:off x="3045532" y="2330451"/>
            <a:ext cx="2713038" cy="1016000"/>
          </a:xfrm>
          <a:custGeom>
            <a:avLst/>
            <a:gdLst>
              <a:gd name="T0" fmla="*/ 0 w 844"/>
              <a:gd name="T1" fmla="*/ 316 h 316"/>
              <a:gd name="T2" fmla="*/ 0 w 844"/>
              <a:gd name="T3" fmla="*/ 229 h 316"/>
              <a:gd name="T4" fmla="*/ 84 w 844"/>
              <a:gd name="T5" fmla="*/ 145 h 316"/>
              <a:gd name="T6" fmla="*/ 393 w 844"/>
              <a:gd name="T7" fmla="*/ 145 h 316"/>
              <a:gd name="T8" fmla="*/ 443 w 844"/>
              <a:gd name="T9" fmla="*/ 145 h 316"/>
              <a:gd name="T10" fmla="*/ 760 w 844"/>
              <a:gd name="T11" fmla="*/ 145 h 316"/>
              <a:gd name="T12" fmla="*/ 844 w 844"/>
              <a:gd name="T13" fmla="*/ 61 h 316"/>
              <a:gd name="T14" fmla="*/ 844 w 844"/>
              <a:gd name="T15" fmla="*/ 0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4" h="316">
                <a:moveTo>
                  <a:pt x="0" y="316"/>
                </a:moveTo>
                <a:cubicBezTo>
                  <a:pt x="0" y="229"/>
                  <a:pt x="0" y="229"/>
                  <a:pt x="0" y="229"/>
                </a:cubicBezTo>
                <a:cubicBezTo>
                  <a:pt x="0" y="183"/>
                  <a:pt x="38" y="145"/>
                  <a:pt x="84" y="145"/>
                </a:cubicBezTo>
                <a:cubicBezTo>
                  <a:pt x="393" y="145"/>
                  <a:pt x="393" y="145"/>
                  <a:pt x="393" y="145"/>
                </a:cubicBezTo>
                <a:cubicBezTo>
                  <a:pt x="443" y="145"/>
                  <a:pt x="443" y="145"/>
                  <a:pt x="443" y="145"/>
                </a:cubicBezTo>
                <a:cubicBezTo>
                  <a:pt x="760" y="145"/>
                  <a:pt x="760" y="145"/>
                  <a:pt x="760" y="145"/>
                </a:cubicBezTo>
                <a:cubicBezTo>
                  <a:pt x="806" y="145"/>
                  <a:pt x="844" y="107"/>
                  <a:pt x="844" y="61"/>
                </a:cubicBezTo>
                <a:cubicBezTo>
                  <a:pt x="844" y="0"/>
                  <a:pt x="844" y="0"/>
                  <a:pt x="844" y="0"/>
                </a:cubicBezTo>
              </a:path>
            </a:pathLst>
          </a:custGeom>
          <a:noFill/>
          <a:ln w="19050" cap="rnd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id="{C1CE8069-36DE-49A8-84E1-44E1ED9ED66B}"/>
              </a:ext>
            </a:extLst>
          </p:cNvPr>
          <p:cNvSpPr>
            <a:spLocks/>
          </p:cNvSpPr>
          <p:nvPr/>
        </p:nvSpPr>
        <p:spPr bwMode="auto">
          <a:xfrm>
            <a:off x="6441662" y="2330451"/>
            <a:ext cx="2709863" cy="1016000"/>
          </a:xfrm>
          <a:custGeom>
            <a:avLst/>
            <a:gdLst>
              <a:gd name="T0" fmla="*/ 843 w 843"/>
              <a:gd name="T1" fmla="*/ 316 h 316"/>
              <a:gd name="T2" fmla="*/ 843 w 843"/>
              <a:gd name="T3" fmla="*/ 229 h 316"/>
              <a:gd name="T4" fmla="*/ 759 w 843"/>
              <a:gd name="T5" fmla="*/ 145 h 316"/>
              <a:gd name="T6" fmla="*/ 450 w 843"/>
              <a:gd name="T7" fmla="*/ 145 h 316"/>
              <a:gd name="T8" fmla="*/ 400 w 843"/>
              <a:gd name="T9" fmla="*/ 145 h 316"/>
              <a:gd name="T10" fmla="*/ 84 w 843"/>
              <a:gd name="T11" fmla="*/ 145 h 316"/>
              <a:gd name="T12" fmla="*/ 0 w 843"/>
              <a:gd name="T13" fmla="*/ 61 h 316"/>
              <a:gd name="T14" fmla="*/ 0 w 843"/>
              <a:gd name="T15" fmla="*/ 0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3" h="316">
                <a:moveTo>
                  <a:pt x="843" y="316"/>
                </a:moveTo>
                <a:cubicBezTo>
                  <a:pt x="843" y="229"/>
                  <a:pt x="843" y="229"/>
                  <a:pt x="843" y="229"/>
                </a:cubicBezTo>
                <a:cubicBezTo>
                  <a:pt x="843" y="183"/>
                  <a:pt x="805" y="145"/>
                  <a:pt x="759" y="145"/>
                </a:cubicBezTo>
                <a:cubicBezTo>
                  <a:pt x="450" y="145"/>
                  <a:pt x="450" y="145"/>
                  <a:pt x="450" y="145"/>
                </a:cubicBezTo>
                <a:cubicBezTo>
                  <a:pt x="400" y="145"/>
                  <a:pt x="400" y="145"/>
                  <a:pt x="400" y="145"/>
                </a:cubicBezTo>
                <a:cubicBezTo>
                  <a:pt x="84" y="145"/>
                  <a:pt x="84" y="145"/>
                  <a:pt x="84" y="145"/>
                </a:cubicBezTo>
                <a:cubicBezTo>
                  <a:pt x="37" y="145"/>
                  <a:pt x="0" y="107"/>
                  <a:pt x="0" y="6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8A1FD770-ABE3-4D34-A505-2A1B49159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565651"/>
            <a:ext cx="169863" cy="171450"/>
          </a:xfrm>
          <a:prstGeom prst="ellipse">
            <a:avLst/>
          </a:prstGeom>
          <a:noFill/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ABDB8703-276D-4CBB-A3D9-2CDB1877F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988" y="4565651"/>
            <a:ext cx="169863" cy="171450"/>
          </a:xfrm>
          <a:prstGeom prst="ellipse">
            <a:avLst/>
          </a:prstGeom>
          <a:noFill/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880332D3-D223-4A14-8B7B-CCC59763ED74}"/>
              </a:ext>
            </a:extLst>
          </p:cNvPr>
          <p:cNvSpPr>
            <a:spLocks/>
          </p:cNvSpPr>
          <p:nvPr/>
        </p:nvSpPr>
        <p:spPr bwMode="auto">
          <a:xfrm>
            <a:off x="1874838" y="4737101"/>
            <a:ext cx="2425700" cy="1116013"/>
          </a:xfrm>
          <a:custGeom>
            <a:avLst/>
            <a:gdLst>
              <a:gd name="T0" fmla="*/ 755 w 755"/>
              <a:gd name="T1" fmla="*/ 0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47">
                <a:moveTo>
                  <a:pt x="755" y="0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21">
            <a:extLst>
              <a:ext uri="{FF2B5EF4-FFF2-40B4-BE49-F238E27FC236}">
                <a16:creationId xmlns:a16="http://schemas.microsoft.com/office/drawing/2014/main" id="{0DA7A3FF-D8E2-4EB1-9312-61444F36687D}"/>
              </a:ext>
            </a:extLst>
          </p:cNvPr>
          <p:cNvSpPr>
            <a:spLocks/>
          </p:cNvSpPr>
          <p:nvPr/>
        </p:nvSpPr>
        <p:spPr bwMode="auto">
          <a:xfrm>
            <a:off x="1874838" y="3430588"/>
            <a:ext cx="2425700" cy="1022350"/>
          </a:xfrm>
          <a:custGeom>
            <a:avLst/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317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317"/>
                  <a:pt x="755" y="317"/>
                  <a:pt x="755" y="317"/>
                </a:cubicBezTo>
              </a:path>
            </a:pathLst>
          </a:custGeom>
          <a:noFill/>
          <a:ln w="19050" cap="rnd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22">
            <a:extLst>
              <a:ext uri="{FF2B5EF4-FFF2-40B4-BE49-F238E27FC236}">
                <a16:creationId xmlns:a16="http://schemas.microsoft.com/office/drawing/2014/main" id="{8D896DBB-149C-464F-B8CF-E979A08CEF5F}"/>
              </a:ext>
            </a:extLst>
          </p:cNvPr>
          <p:cNvSpPr>
            <a:spLocks/>
          </p:cNvSpPr>
          <p:nvPr/>
        </p:nvSpPr>
        <p:spPr bwMode="auto">
          <a:xfrm>
            <a:off x="4285457" y="4632326"/>
            <a:ext cx="34925" cy="38100"/>
          </a:xfrm>
          <a:custGeom>
            <a:avLst/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23">
            <a:extLst>
              <a:ext uri="{FF2B5EF4-FFF2-40B4-BE49-F238E27FC236}">
                <a16:creationId xmlns:a16="http://schemas.microsoft.com/office/drawing/2014/main" id="{6AB897DA-23FC-480B-8635-622521046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4565651"/>
            <a:ext cx="169863" cy="171450"/>
          </a:xfrm>
          <a:prstGeom prst="ellips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Oval 24">
            <a:extLst>
              <a:ext uri="{FF2B5EF4-FFF2-40B4-BE49-F238E27FC236}">
                <a16:creationId xmlns:a16="http://schemas.microsoft.com/office/drawing/2014/main" id="{2566825F-E3CA-4FD5-AED3-FEBB6A290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4681538"/>
            <a:ext cx="169863" cy="171450"/>
          </a:xfrm>
          <a:prstGeom prst="ellips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1309CE2D-D3C5-4368-AFA9-66A832AF201A}"/>
              </a:ext>
            </a:extLst>
          </p:cNvPr>
          <p:cNvSpPr>
            <a:spLocks/>
          </p:cNvSpPr>
          <p:nvPr/>
        </p:nvSpPr>
        <p:spPr bwMode="auto">
          <a:xfrm>
            <a:off x="4883150" y="4737101"/>
            <a:ext cx="2425700" cy="1116013"/>
          </a:xfrm>
          <a:custGeom>
            <a:avLst/>
            <a:gdLst>
              <a:gd name="T0" fmla="*/ 755 w 755"/>
              <a:gd name="T1" fmla="*/ 36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47">
                <a:moveTo>
                  <a:pt x="755" y="36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26">
            <a:extLst>
              <a:ext uri="{FF2B5EF4-FFF2-40B4-BE49-F238E27FC236}">
                <a16:creationId xmlns:a16="http://schemas.microsoft.com/office/drawing/2014/main" id="{7E3FD2F7-289E-4848-8641-EC9AD927B3F7}"/>
              </a:ext>
            </a:extLst>
          </p:cNvPr>
          <p:cNvSpPr>
            <a:spLocks/>
          </p:cNvSpPr>
          <p:nvPr/>
        </p:nvSpPr>
        <p:spPr bwMode="auto">
          <a:xfrm>
            <a:off x="4883150" y="3430588"/>
            <a:ext cx="2425700" cy="1022350"/>
          </a:xfrm>
          <a:custGeom>
            <a:avLst/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89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89"/>
                  <a:pt x="755" y="289"/>
                  <a:pt x="755" y="289"/>
                </a:cubicBez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27">
            <a:extLst>
              <a:ext uri="{FF2B5EF4-FFF2-40B4-BE49-F238E27FC236}">
                <a16:creationId xmlns:a16="http://schemas.microsoft.com/office/drawing/2014/main" id="{35780136-49D8-4277-A0EF-82A06E6B9474}"/>
              </a:ext>
            </a:extLst>
          </p:cNvPr>
          <p:cNvSpPr>
            <a:spLocks/>
          </p:cNvSpPr>
          <p:nvPr/>
        </p:nvSpPr>
        <p:spPr bwMode="auto">
          <a:xfrm>
            <a:off x="7290594" y="4748213"/>
            <a:ext cx="34925" cy="38100"/>
          </a:xfrm>
          <a:custGeom>
            <a:avLst/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6E86E877-F74A-48D7-9F71-72A05205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4440238"/>
            <a:ext cx="169863" cy="171450"/>
          </a:xfrm>
          <a:prstGeom prst="ellips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30917850-7A65-44D5-9C8A-63B55973E185}"/>
              </a:ext>
            </a:extLst>
          </p:cNvPr>
          <p:cNvSpPr>
            <a:spLocks/>
          </p:cNvSpPr>
          <p:nvPr/>
        </p:nvSpPr>
        <p:spPr bwMode="auto">
          <a:xfrm>
            <a:off x="7290594" y="4506913"/>
            <a:ext cx="34925" cy="38100"/>
          </a:xfrm>
          <a:custGeom>
            <a:avLst/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30">
            <a:extLst>
              <a:ext uri="{FF2B5EF4-FFF2-40B4-BE49-F238E27FC236}">
                <a16:creationId xmlns:a16="http://schemas.microsoft.com/office/drawing/2014/main" id="{1D95CEE5-9E63-4D50-9EB1-88B114A59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4611688"/>
            <a:ext cx="0" cy="69850"/>
          </a:xfrm>
          <a:prstGeom prst="lin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31F848A7-A3E7-459A-9752-9AD52EAA7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0" y="4565651"/>
            <a:ext cx="169863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Oval 32">
            <a:extLst>
              <a:ext uri="{FF2B5EF4-FFF2-40B4-BE49-F238E27FC236}">
                <a16:creationId xmlns:a16="http://schemas.microsoft.com/office/drawing/2014/main" id="{40D3E6F7-8005-4C01-8FE9-0CDA7B696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0" y="4797426"/>
            <a:ext cx="171450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33">
            <a:extLst>
              <a:ext uri="{FF2B5EF4-FFF2-40B4-BE49-F238E27FC236}">
                <a16:creationId xmlns:a16="http://schemas.microsoft.com/office/drawing/2014/main" id="{C7A7D8F3-DD00-49A8-9A3E-4B54B4CB8C59}"/>
              </a:ext>
            </a:extLst>
          </p:cNvPr>
          <p:cNvSpPr>
            <a:spLocks/>
          </p:cNvSpPr>
          <p:nvPr/>
        </p:nvSpPr>
        <p:spPr bwMode="auto">
          <a:xfrm>
            <a:off x="7881938" y="4737101"/>
            <a:ext cx="2425700" cy="1116013"/>
          </a:xfrm>
          <a:custGeom>
            <a:avLst/>
            <a:gdLst>
              <a:gd name="T0" fmla="*/ 755 w 755"/>
              <a:gd name="T1" fmla="*/ 72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47">
                <a:moveTo>
                  <a:pt x="755" y="72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CB83A579-A031-43AE-8712-D01BC74C16C4}"/>
              </a:ext>
            </a:extLst>
          </p:cNvPr>
          <p:cNvSpPr>
            <a:spLocks/>
          </p:cNvSpPr>
          <p:nvPr/>
        </p:nvSpPr>
        <p:spPr bwMode="auto">
          <a:xfrm>
            <a:off x="7881938" y="3430588"/>
            <a:ext cx="2425700" cy="1022350"/>
          </a:xfrm>
          <a:custGeom>
            <a:avLst/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41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41"/>
                  <a:pt x="755" y="241"/>
                  <a:pt x="755" y="241"/>
                </a:cubicBezTo>
              </a:path>
            </a:pathLst>
          </a:custGeom>
          <a:noFill/>
          <a:ln w="19050" cap="rnd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F26DAAE6-D5B5-44EB-A95E-12B69E868BAA}"/>
              </a:ext>
            </a:extLst>
          </p:cNvPr>
          <p:cNvSpPr>
            <a:spLocks/>
          </p:cNvSpPr>
          <p:nvPr/>
        </p:nvSpPr>
        <p:spPr bwMode="auto">
          <a:xfrm>
            <a:off x="10291763" y="4864101"/>
            <a:ext cx="34925" cy="38100"/>
          </a:xfrm>
          <a:custGeom>
            <a:avLst/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Oval 36">
            <a:extLst>
              <a:ext uri="{FF2B5EF4-FFF2-40B4-BE49-F238E27FC236}">
                <a16:creationId xmlns:a16="http://schemas.microsoft.com/office/drawing/2014/main" id="{0E306A5D-A651-4A7E-AA09-B391D5FD8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0" y="4556126"/>
            <a:ext cx="171450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01C662C6-CFC3-42FC-A54B-37141CB333DA}"/>
              </a:ext>
            </a:extLst>
          </p:cNvPr>
          <p:cNvSpPr>
            <a:spLocks/>
          </p:cNvSpPr>
          <p:nvPr/>
        </p:nvSpPr>
        <p:spPr bwMode="auto">
          <a:xfrm>
            <a:off x="10291763" y="4622801"/>
            <a:ext cx="34925" cy="38100"/>
          </a:xfrm>
          <a:custGeom>
            <a:avLst/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Line 38">
            <a:extLst>
              <a:ext uri="{FF2B5EF4-FFF2-40B4-BE49-F238E27FC236}">
                <a16:creationId xmlns:a16="http://schemas.microsoft.com/office/drawing/2014/main" id="{81BB2546-1F0F-4F3D-AD0B-CB2E600B9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07638" y="4727576"/>
            <a:ext cx="0" cy="69850"/>
          </a:xfrm>
          <a:prstGeom prst="lin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Oval 39">
            <a:extLst>
              <a:ext uri="{FF2B5EF4-FFF2-40B4-BE49-F238E27FC236}">
                <a16:creationId xmlns:a16="http://schemas.microsoft.com/office/drawing/2014/main" id="{A63E17F7-A2BA-4ABC-8E40-12E4CB53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0" y="4311651"/>
            <a:ext cx="171450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8CCEB834-BEA0-4FDB-9FFE-6BC61A34E8A5}"/>
              </a:ext>
            </a:extLst>
          </p:cNvPr>
          <p:cNvSpPr>
            <a:spLocks/>
          </p:cNvSpPr>
          <p:nvPr/>
        </p:nvSpPr>
        <p:spPr bwMode="auto">
          <a:xfrm>
            <a:off x="10291763" y="4379914"/>
            <a:ext cx="34925" cy="34925"/>
          </a:xfrm>
          <a:custGeom>
            <a:avLst/>
            <a:gdLst>
              <a:gd name="T0" fmla="*/ 11 w 11"/>
              <a:gd name="T1" fmla="*/ 6 h 11"/>
              <a:gd name="T2" fmla="*/ 5 w 11"/>
              <a:gd name="T3" fmla="*/ 11 h 11"/>
              <a:gd name="T4" fmla="*/ 5 w 11"/>
              <a:gd name="T5" fmla="*/ 11 h 11"/>
              <a:gd name="T6" fmla="*/ 0 w 11"/>
              <a:gd name="T7" fmla="*/ 6 h 11"/>
              <a:gd name="T8" fmla="*/ 0 w 11"/>
              <a:gd name="T9" fmla="*/ 6 h 11"/>
              <a:gd name="T10" fmla="*/ 5 w 11"/>
              <a:gd name="T11" fmla="*/ 0 h 11"/>
              <a:gd name="T12" fmla="*/ 5 w 11"/>
              <a:gd name="T13" fmla="*/ 0 h 11"/>
              <a:gd name="T14" fmla="*/ 11 w 11"/>
              <a:gd name="T15" fmla="*/ 6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1">
                <a:moveTo>
                  <a:pt x="11" y="6"/>
                </a:moveTo>
                <a:cubicBezTo>
                  <a:pt x="11" y="9"/>
                  <a:pt x="8" y="11"/>
                  <a:pt x="5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2" y="11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41">
            <a:extLst>
              <a:ext uri="{FF2B5EF4-FFF2-40B4-BE49-F238E27FC236}">
                <a16:creationId xmlns:a16="http://schemas.microsoft.com/office/drawing/2014/main" id="{7AE5A7CC-DD0A-44ED-BEDE-1F9B7C2A1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07638" y="4483101"/>
            <a:ext cx="0" cy="73025"/>
          </a:xfrm>
          <a:prstGeom prst="lin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Line 42">
            <a:extLst>
              <a:ext uri="{FF2B5EF4-FFF2-40B4-BE49-F238E27FC236}">
                <a16:creationId xmlns:a16="http://schemas.microsoft.com/office/drawing/2014/main" id="{CB6583FE-BA61-465C-BC7D-A71EE2A1C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938" y="2330451"/>
            <a:ext cx="0" cy="1016000"/>
          </a:xfrm>
          <a:prstGeom prst="line">
            <a:avLst/>
          </a:prstGeom>
          <a:noFill/>
          <a:ln w="1905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NODE_3_TITLE">
            <a:extLst>
              <a:ext uri="{FF2B5EF4-FFF2-40B4-BE49-F238E27FC236}">
                <a16:creationId xmlns:a16="http://schemas.microsoft.com/office/drawing/2014/main" id="{DD023579-0B2B-4EAE-9891-DF0D2163B5DB}"/>
              </a:ext>
            </a:extLst>
          </p:cNvPr>
          <p:cNvSpPr txBox="1"/>
          <p:nvPr/>
        </p:nvSpPr>
        <p:spPr>
          <a:xfrm>
            <a:off x="8457944" y="3866536"/>
            <a:ext cx="12682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>
                <a:latin typeface="Bahnschrift Condensed" panose="020B0502040204020203" pitchFamily="34" charset="0"/>
                <a:cs typeface="Sora" pitchFamily="2" charset="0"/>
              </a:rPr>
              <a:t>TALENT ACQUISITION</a:t>
            </a:r>
          </a:p>
        </p:txBody>
      </p:sp>
      <p:cxnSp>
        <p:nvCxnSpPr>
          <p:cNvPr id="36" name="Straight Connector 69">
            <a:extLst>
              <a:ext uri="{FF2B5EF4-FFF2-40B4-BE49-F238E27FC236}">
                <a16:creationId xmlns:a16="http://schemas.microsoft.com/office/drawing/2014/main" id="{A97541C0-1576-4253-AD27-DE664FBF408B}"/>
              </a:ext>
            </a:extLst>
          </p:cNvPr>
          <p:cNvCxnSpPr>
            <a:cxnSpLocks/>
          </p:cNvCxnSpPr>
          <p:nvPr/>
        </p:nvCxnSpPr>
        <p:spPr>
          <a:xfrm>
            <a:off x="8960727" y="4371977"/>
            <a:ext cx="262731" cy="0"/>
          </a:xfrm>
          <a:prstGeom prst="line">
            <a:avLst/>
          </a:prstGeom>
          <a:ln w="2222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13">
            <a:extLst>
              <a:ext uri="{FF2B5EF4-FFF2-40B4-BE49-F238E27FC236}">
                <a16:creationId xmlns:a16="http://schemas.microsoft.com/office/drawing/2014/main" id="{57234EC1-8953-4189-9BDD-4825143491C3}"/>
              </a:ext>
            </a:extLst>
          </p:cNvPr>
          <p:cNvSpPr>
            <a:spLocks/>
          </p:cNvSpPr>
          <p:nvPr/>
        </p:nvSpPr>
        <p:spPr bwMode="auto">
          <a:xfrm>
            <a:off x="6022975" y="3346451"/>
            <a:ext cx="161925" cy="161925"/>
          </a:xfrm>
          <a:custGeom>
            <a:avLst/>
            <a:gdLst>
              <a:gd name="T0" fmla="*/ 50 w 50"/>
              <a:gd name="T1" fmla="*/ 25 h 50"/>
              <a:gd name="T2" fmla="*/ 25 w 50"/>
              <a:gd name="T3" fmla="*/ 50 h 50"/>
              <a:gd name="T4" fmla="*/ 25 w 50"/>
              <a:gd name="T5" fmla="*/ 50 h 50"/>
              <a:gd name="T6" fmla="*/ 0 w 50"/>
              <a:gd name="T7" fmla="*/ 25 h 50"/>
              <a:gd name="T8" fmla="*/ 0 w 50"/>
              <a:gd name="T9" fmla="*/ 25 h 50"/>
              <a:gd name="T10" fmla="*/ 25 w 50"/>
              <a:gd name="T11" fmla="*/ 0 h 50"/>
              <a:gd name="T12" fmla="*/ 25 w 50"/>
              <a:gd name="T13" fmla="*/ 0 h 50"/>
              <a:gd name="T14" fmla="*/ 50 w 50"/>
              <a:gd name="T15" fmla="*/ 2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0">
                <a:moveTo>
                  <a:pt x="50" y="25"/>
                </a:moveTo>
                <a:cubicBezTo>
                  <a:pt x="50" y="39"/>
                  <a:pt x="39" y="50"/>
                  <a:pt x="25" y="50"/>
                </a:cubicBezTo>
                <a:cubicBezTo>
                  <a:pt x="25" y="50"/>
                  <a:pt x="25" y="50"/>
                  <a:pt x="25" y="50"/>
                </a:cubicBezTo>
                <a:cubicBezTo>
                  <a:pt x="11" y="50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1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Oval 16">
            <a:extLst>
              <a:ext uri="{FF2B5EF4-FFF2-40B4-BE49-F238E27FC236}">
                <a16:creationId xmlns:a16="http://schemas.microsoft.com/office/drawing/2014/main" id="{2C756080-8C36-4FE3-A36B-AAA318F55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395" y="3346451"/>
            <a:ext cx="171450" cy="171450"/>
          </a:xfrm>
          <a:prstGeom prst="ellipse">
            <a:avLst/>
          </a:prstGeom>
          <a:solidFill>
            <a:schemeClr val="bg1"/>
          </a:solidFill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Oval 17">
            <a:extLst>
              <a:ext uri="{FF2B5EF4-FFF2-40B4-BE49-F238E27FC236}">
                <a16:creationId xmlns:a16="http://schemas.microsoft.com/office/drawing/2014/main" id="{70DC02A2-3BC9-42FA-9E69-7BED86708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4212" y="3346451"/>
            <a:ext cx="169863" cy="17145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NODE_2_TITLE">
            <a:extLst>
              <a:ext uri="{FF2B5EF4-FFF2-40B4-BE49-F238E27FC236}">
                <a16:creationId xmlns:a16="http://schemas.microsoft.com/office/drawing/2014/main" id="{3C54A808-455F-46F7-8DFE-093CE1894EEF}"/>
              </a:ext>
            </a:extLst>
          </p:cNvPr>
          <p:cNvSpPr txBox="1"/>
          <p:nvPr/>
        </p:nvSpPr>
        <p:spPr>
          <a:xfrm>
            <a:off x="5413099" y="3866536"/>
            <a:ext cx="133722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>
                <a:latin typeface="Bahnschrift Condensed" panose="020B0502040204020203" pitchFamily="34" charset="0"/>
                <a:cs typeface="Sora" pitchFamily="2" charset="0"/>
              </a:rPr>
              <a:t>EMPLOYEE RETENTION</a:t>
            </a:r>
          </a:p>
        </p:txBody>
      </p:sp>
      <p:cxnSp>
        <p:nvCxnSpPr>
          <p:cNvPr id="41" name="Straight Connector 75">
            <a:extLst>
              <a:ext uri="{FF2B5EF4-FFF2-40B4-BE49-F238E27FC236}">
                <a16:creationId xmlns:a16="http://schemas.microsoft.com/office/drawing/2014/main" id="{D8005445-7DFC-46B0-A0EA-F2E0600FB841}"/>
              </a:ext>
            </a:extLst>
          </p:cNvPr>
          <p:cNvCxnSpPr>
            <a:cxnSpLocks/>
          </p:cNvCxnSpPr>
          <p:nvPr/>
        </p:nvCxnSpPr>
        <p:spPr>
          <a:xfrm>
            <a:off x="5950347" y="4371977"/>
            <a:ext cx="262731" cy="0"/>
          </a:xfrm>
          <a:prstGeom prst="line">
            <a:avLst/>
          </a:prstGeom>
          <a:ln w="222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ODE_1_TITLE">
            <a:extLst>
              <a:ext uri="{FF2B5EF4-FFF2-40B4-BE49-F238E27FC236}">
                <a16:creationId xmlns:a16="http://schemas.microsoft.com/office/drawing/2014/main" id="{7C89352D-CACA-4352-A3F9-A216BFC112BB}"/>
              </a:ext>
            </a:extLst>
          </p:cNvPr>
          <p:cNvSpPr txBox="1"/>
          <p:nvPr/>
        </p:nvSpPr>
        <p:spPr>
          <a:xfrm>
            <a:off x="2326899" y="3866536"/>
            <a:ext cx="147348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i="0" dirty="0">
                <a:effectLst/>
                <a:latin typeface="Bahnschrift Condensed" panose="020B0502040204020203" pitchFamily="34" charset="0"/>
                <a:cs typeface="Sora" pitchFamily="2" charset="0"/>
              </a:rPr>
              <a:t>EMPLOYEE ENGAGEMENT</a:t>
            </a:r>
          </a:p>
        </p:txBody>
      </p:sp>
      <p:cxnSp>
        <p:nvCxnSpPr>
          <p:cNvPr id="43" name="Straight Connector 79">
            <a:extLst>
              <a:ext uri="{FF2B5EF4-FFF2-40B4-BE49-F238E27FC236}">
                <a16:creationId xmlns:a16="http://schemas.microsoft.com/office/drawing/2014/main" id="{070843E1-CE46-42DF-94EA-0E27D4CEF382}"/>
              </a:ext>
            </a:extLst>
          </p:cNvPr>
          <p:cNvCxnSpPr>
            <a:cxnSpLocks/>
          </p:cNvCxnSpPr>
          <p:nvPr/>
        </p:nvCxnSpPr>
        <p:spPr>
          <a:xfrm>
            <a:off x="2932274" y="4371977"/>
            <a:ext cx="262731" cy="0"/>
          </a:xfrm>
          <a:prstGeom prst="line">
            <a:avLst/>
          </a:prstGeom>
          <a:ln w="22225" cap="rnd">
            <a:solidFill>
              <a:srgbClr val="F534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NODE_3_BODY">
            <a:extLst>
              <a:ext uri="{FF2B5EF4-FFF2-40B4-BE49-F238E27FC236}">
                <a16:creationId xmlns:a16="http://schemas.microsoft.com/office/drawing/2014/main" id="{9FDD0E9C-EF22-4EAC-A7D4-2D8BD5B979B9}"/>
              </a:ext>
            </a:extLst>
          </p:cNvPr>
          <p:cNvSpPr txBox="1"/>
          <p:nvPr/>
        </p:nvSpPr>
        <p:spPr>
          <a:xfrm>
            <a:off x="1860871" y="4565651"/>
            <a:ext cx="240553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Every employer desires to</a:t>
            </a:r>
          </a:p>
          <a:p>
            <a:pPr algn="ctr">
              <a:lnSpc>
                <a:spcPts val="1560"/>
              </a:lnSpc>
            </a:pP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Have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performance-driven company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culture. However, cultivating the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same within organization</a:t>
            </a:r>
          </a:p>
        </p:txBody>
      </p:sp>
      <p:sp>
        <p:nvSpPr>
          <p:cNvPr id="45" name="NODE_2_BODY">
            <a:extLst>
              <a:ext uri="{FF2B5EF4-FFF2-40B4-BE49-F238E27FC236}">
                <a16:creationId xmlns:a16="http://schemas.microsoft.com/office/drawing/2014/main" id="{F68836C9-08CD-4E52-8D94-308C060C7EAD}"/>
              </a:ext>
            </a:extLst>
          </p:cNvPr>
          <p:cNvSpPr txBox="1"/>
          <p:nvPr/>
        </p:nvSpPr>
        <p:spPr>
          <a:xfrm>
            <a:off x="4878944" y="4565651"/>
            <a:ext cx="240553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Every employer desires to</a:t>
            </a:r>
          </a:p>
          <a:p>
            <a:pPr algn="ctr">
              <a:lnSpc>
                <a:spcPts val="1560"/>
              </a:lnSpc>
            </a:pP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Have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performance-driven company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culture. However, cultivating the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same within organization</a:t>
            </a:r>
          </a:p>
        </p:txBody>
      </p:sp>
      <p:sp>
        <p:nvSpPr>
          <p:cNvPr id="46" name="NODE_1_BODY">
            <a:extLst>
              <a:ext uri="{FF2B5EF4-FFF2-40B4-BE49-F238E27FC236}">
                <a16:creationId xmlns:a16="http://schemas.microsoft.com/office/drawing/2014/main" id="{45254869-7BD7-4F5B-A0EF-F804F0362FE1}"/>
              </a:ext>
            </a:extLst>
          </p:cNvPr>
          <p:cNvSpPr txBox="1"/>
          <p:nvPr/>
        </p:nvSpPr>
        <p:spPr>
          <a:xfrm>
            <a:off x="7889324" y="4565651"/>
            <a:ext cx="240553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Every employer desires to</a:t>
            </a:r>
          </a:p>
          <a:p>
            <a:pPr algn="ctr">
              <a:lnSpc>
                <a:spcPts val="1560"/>
              </a:lnSpc>
            </a:pP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Have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performance-driven company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culture. However, cultivating the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same within organization</a:t>
            </a:r>
          </a:p>
        </p:txBody>
      </p:sp>
      <p:pic>
        <p:nvPicPr>
          <p:cNvPr id="47" name="Рисунок 12">
            <a:extLst>
              <a:ext uri="{FF2B5EF4-FFF2-40B4-BE49-F238E27FC236}">
                <a16:creationId xmlns:a16="http://schemas.microsoft.com/office/drawing/2014/main" id="{61B41F66-9A24-4572-B667-7A06B20FA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0595" y="6871496"/>
            <a:ext cx="3061710" cy="3061710"/>
          </a:xfrm>
          <a:prstGeom prst="rect">
            <a:avLst/>
          </a:prstGeom>
        </p:spPr>
      </p:pic>
      <p:pic>
        <p:nvPicPr>
          <p:cNvPr id="48" name="Рисунок 2">
            <a:extLst>
              <a:ext uri="{FF2B5EF4-FFF2-40B4-BE49-F238E27FC236}">
                <a16:creationId xmlns:a16="http://schemas.microsoft.com/office/drawing/2014/main" id="{21CDCC02-A23B-4C5C-872A-49C664743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9" name="Рисунок 4">
            <a:extLst>
              <a:ext uri="{FF2B5EF4-FFF2-40B4-BE49-F238E27FC236}">
                <a16:creationId xmlns:a16="http://schemas.microsoft.com/office/drawing/2014/main" id="{1AFFB547-9289-4865-83B5-5F60D91D0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64212" y="-1629261"/>
            <a:ext cx="2419350" cy="2419350"/>
          </a:xfrm>
          <a:prstGeom prst="rect">
            <a:avLst/>
          </a:prstGeom>
        </p:spPr>
      </p:pic>
      <p:pic>
        <p:nvPicPr>
          <p:cNvPr id="50" name="Рисунок 6">
            <a:extLst>
              <a:ext uri="{FF2B5EF4-FFF2-40B4-BE49-F238E27FC236}">
                <a16:creationId xmlns:a16="http://schemas.microsoft.com/office/drawing/2014/main" id="{E0EE46C6-F60B-4656-B76F-3EA9A8823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51" name="Рисунок 8">
            <a:extLst>
              <a:ext uri="{FF2B5EF4-FFF2-40B4-BE49-F238E27FC236}">
                <a16:creationId xmlns:a16="http://schemas.microsoft.com/office/drawing/2014/main" id="{8941E3E1-5832-4640-9CF4-8CCAE564B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52" name="Рисунок 10">
            <a:extLst>
              <a:ext uri="{FF2B5EF4-FFF2-40B4-BE49-F238E27FC236}">
                <a16:creationId xmlns:a16="http://schemas.microsoft.com/office/drawing/2014/main" id="{AE3725B7-798A-49B9-AF15-5772FA96E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3" name="Рисунок 14">
            <a:extLst>
              <a:ext uri="{FF2B5EF4-FFF2-40B4-BE49-F238E27FC236}">
                <a16:creationId xmlns:a16="http://schemas.microsoft.com/office/drawing/2014/main" id="{7090C3E4-C45D-41A5-A847-591CF6CBD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551112" y="7439445"/>
            <a:ext cx="3714750" cy="3714750"/>
          </a:xfrm>
          <a:prstGeom prst="rect">
            <a:avLst/>
          </a:prstGeom>
        </p:spPr>
      </p:pic>
      <p:pic>
        <p:nvPicPr>
          <p:cNvPr id="54" name="Рисунок 16">
            <a:extLst>
              <a:ext uri="{FF2B5EF4-FFF2-40B4-BE49-F238E27FC236}">
                <a16:creationId xmlns:a16="http://schemas.microsoft.com/office/drawing/2014/main" id="{F13BE766-A2F5-46E7-94C3-64F9B41A6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5" name="Рисунок 18">
            <a:extLst>
              <a:ext uri="{FF2B5EF4-FFF2-40B4-BE49-F238E27FC236}">
                <a16:creationId xmlns:a16="http://schemas.microsoft.com/office/drawing/2014/main" id="{B1B0E74B-6176-4D41-BB80-39C40CA47E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873933" y="-1089583"/>
            <a:ext cx="4436033" cy="4436033"/>
          </a:xfrm>
          <a:prstGeom prst="rect">
            <a:avLst/>
          </a:prstGeom>
        </p:spPr>
      </p:pic>
      <p:pic>
        <p:nvPicPr>
          <p:cNvPr id="56" name="Рисунок 20">
            <a:extLst>
              <a:ext uri="{FF2B5EF4-FFF2-40B4-BE49-F238E27FC236}">
                <a16:creationId xmlns:a16="http://schemas.microsoft.com/office/drawing/2014/main" id="{737E59C5-6912-461C-843F-CB0CA352F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57" name="Рисунок 22">
            <a:extLst>
              <a:ext uri="{FF2B5EF4-FFF2-40B4-BE49-F238E27FC236}">
                <a16:creationId xmlns:a16="http://schemas.microsoft.com/office/drawing/2014/main" id="{B4A192CF-AA05-48DD-8282-8AF0E94CC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8" name="Рисунок 24">
            <a:extLst>
              <a:ext uri="{FF2B5EF4-FFF2-40B4-BE49-F238E27FC236}">
                <a16:creationId xmlns:a16="http://schemas.microsoft.com/office/drawing/2014/main" id="{618050CF-8785-4365-A3CD-9BFDEBE56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5377534" y="-723850"/>
            <a:ext cx="3314700" cy="33147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8EBE0D10-C164-4CFA-8B16-CFD697C26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16F4AE20-2F0A-4601-93C8-58CEDDD5E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61" name="!!gear-07">
            <a:extLst>
              <a:ext uri="{FF2B5EF4-FFF2-40B4-BE49-F238E27FC236}">
                <a16:creationId xmlns:a16="http://schemas.microsoft.com/office/drawing/2014/main" id="{684BBA3D-E0D7-492B-B3B3-C10F4CA5E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07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E1BAB127-8BD3-4E33-9993-CD555BBFCA2D}"/>
              </a:ext>
            </a:extLst>
          </p:cNvPr>
          <p:cNvSpPr>
            <a:spLocks/>
          </p:cNvSpPr>
          <p:nvPr/>
        </p:nvSpPr>
        <p:spPr bwMode="auto">
          <a:xfrm>
            <a:off x="3073400" y="1008063"/>
            <a:ext cx="6016625" cy="1235075"/>
          </a:xfrm>
          <a:custGeom>
            <a:avLst/>
            <a:gdLst>
              <a:gd name="T0" fmla="*/ 1872 w 1872"/>
              <a:gd name="T1" fmla="*/ 284 h 384"/>
              <a:gd name="T2" fmla="*/ 1772 w 1872"/>
              <a:gd name="T3" fmla="*/ 384 h 384"/>
              <a:gd name="T4" fmla="*/ 100 w 1872"/>
              <a:gd name="T5" fmla="*/ 384 h 384"/>
              <a:gd name="T6" fmla="*/ 0 w 1872"/>
              <a:gd name="T7" fmla="*/ 284 h 384"/>
              <a:gd name="T8" fmla="*/ 0 w 1872"/>
              <a:gd name="T9" fmla="*/ 100 h 384"/>
              <a:gd name="T10" fmla="*/ 100 w 1872"/>
              <a:gd name="T11" fmla="*/ 0 h 384"/>
              <a:gd name="T12" fmla="*/ 1772 w 1872"/>
              <a:gd name="T13" fmla="*/ 0 h 384"/>
              <a:gd name="T14" fmla="*/ 1872 w 1872"/>
              <a:gd name="T15" fmla="*/ 100 h 384"/>
              <a:gd name="T16" fmla="*/ 1872 w 1872"/>
              <a:gd name="T17" fmla="*/ 2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72" h="384">
                <a:moveTo>
                  <a:pt x="1872" y="284"/>
                </a:moveTo>
                <a:cubicBezTo>
                  <a:pt x="1872" y="339"/>
                  <a:pt x="1828" y="384"/>
                  <a:pt x="1772" y="384"/>
                </a:cubicBezTo>
                <a:cubicBezTo>
                  <a:pt x="100" y="384"/>
                  <a:pt x="100" y="384"/>
                  <a:pt x="100" y="384"/>
                </a:cubicBezTo>
                <a:cubicBezTo>
                  <a:pt x="45" y="384"/>
                  <a:pt x="0" y="339"/>
                  <a:pt x="0" y="284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45"/>
                  <a:pt x="45" y="0"/>
                  <a:pt x="100" y="0"/>
                </a:cubicBezTo>
                <a:cubicBezTo>
                  <a:pt x="1772" y="0"/>
                  <a:pt x="1772" y="0"/>
                  <a:pt x="1772" y="0"/>
                </a:cubicBezTo>
                <a:cubicBezTo>
                  <a:pt x="1828" y="0"/>
                  <a:pt x="1872" y="45"/>
                  <a:pt x="1872" y="100"/>
                </a:cubicBezTo>
                <a:lnTo>
                  <a:pt x="1872" y="284"/>
                </a:lnTo>
                <a:close/>
              </a:path>
            </a:pathLst>
          </a:custGeom>
          <a:noFill/>
          <a:ln w="22225" cap="flat">
            <a:solidFill>
              <a:schemeClr val="tx2">
                <a:lumMod val="25000"/>
                <a:lumOff val="7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9CD68A62-BE8E-423C-9763-8E4F974BD5A5}"/>
              </a:ext>
            </a:extLst>
          </p:cNvPr>
          <p:cNvSpPr>
            <a:spLocks/>
          </p:cNvSpPr>
          <p:nvPr/>
        </p:nvSpPr>
        <p:spPr bwMode="auto">
          <a:xfrm>
            <a:off x="3230563" y="1146176"/>
            <a:ext cx="5702300" cy="958850"/>
          </a:xfrm>
          <a:custGeom>
            <a:avLst/>
            <a:gdLst>
              <a:gd name="T0" fmla="*/ 1774 w 1774"/>
              <a:gd name="T1" fmla="*/ 242 h 298"/>
              <a:gd name="T2" fmla="*/ 1718 w 1774"/>
              <a:gd name="T3" fmla="*/ 298 h 298"/>
              <a:gd name="T4" fmla="*/ 56 w 1774"/>
              <a:gd name="T5" fmla="*/ 298 h 298"/>
              <a:gd name="T6" fmla="*/ 0 w 1774"/>
              <a:gd name="T7" fmla="*/ 242 h 298"/>
              <a:gd name="T8" fmla="*/ 0 w 1774"/>
              <a:gd name="T9" fmla="*/ 56 h 298"/>
              <a:gd name="T10" fmla="*/ 56 w 1774"/>
              <a:gd name="T11" fmla="*/ 0 h 298"/>
              <a:gd name="T12" fmla="*/ 1718 w 1774"/>
              <a:gd name="T13" fmla="*/ 0 h 298"/>
              <a:gd name="T14" fmla="*/ 1774 w 1774"/>
              <a:gd name="T15" fmla="*/ 56 h 298"/>
              <a:gd name="T16" fmla="*/ 1774 w 1774"/>
              <a:gd name="T17" fmla="*/ 242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4" h="298">
                <a:moveTo>
                  <a:pt x="1774" y="242"/>
                </a:moveTo>
                <a:cubicBezTo>
                  <a:pt x="1774" y="273"/>
                  <a:pt x="1749" y="298"/>
                  <a:pt x="1718" y="298"/>
                </a:cubicBezTo>
                <a:cubicBezTo>
                  <a:pt x="56" y="298"/>
                  <a:pt x="56" y="298"/>
                  <a:pt x="56" y="298"/>
                </a:cubicBezTo>
                <a:cubicBezTo>
                  <a:pt x="26" y="298"/>
                  <a:pt x="0" y="273"/>
                  <a:pt x="0" y="24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6" y="0"/>
                  <a:pt x="56" y="0"/>
                </a:cubicBezTo>
                <a:cubicBezTo>
                  <a:pt x="1718" y="0"/>
                  <a:pt x="1718" y="0"/>
                  <a:pt x="1718" y="0"/>
                </a:cubicBezTo>
                <a:cubicBezTo>
                  <a:pt x="1749" y="0"/>
                  <a:pt x="1774" y="25"/>
                  <a:pt x="1774" y="56"/>
                </a:cubicBezTo>
                <a:lnTo>
                  <a:pt x="1774" y="242"/>
                </a:lnTo>
                <a:close/>
              </a:path>
            </a:pathLst>
          </a:custGeom>
          <a:solidFill>
            <a:schemeClr val="accent2"/>
          </a:solidFill>
          <a:ln w="38100" cap="flat">
            <a:noFill/>
            <a:prstDash val="solid"/>
            <a:miter lim="800000"/>
            <a:headEnd/>
            <a:tailEnd/>
          </a:ln>
          <a:effectLst>
            <a:outerShdw blurRad="101600" dist="127000" dir="2700000" algn="tl" rotWithShape="0">
              <a:schemeClr val="tx2">
                <a:alpha val="15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OOT_TITLE">
            <a:extLst>
              <a:ext uri="{FF2B5EF4-FFF2-40B4-BE49-F238E27FC236}">
                <a16:creationId xmlns:a16="http://schemas.microsoft.com/office/drawing/2014/main" id="{7AA2F9CE-7582-489F-8DBF-82E87B970535}"/>
              </a:ext>
            </a:extLst>
          </p:cNvPr>
          <p:cNvSpPr txBox="1"/>
          <p:nvPr/>
        </p:nvSpPr>
        <p:spPr>
          <a:xfrm>
            <a:off x="4705375" y="1310130"/>
            <a:ext cx="275267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500" dirty="0">
                <a:solidFill>
                  <a:schemeClr val="bg1"/>
                </a:solidFill>
                <a:latin typeface="Bahnschrift Condensed" panose="020B0502040204020203" pitchFamily="34" charset="0"/>
                <a:cs typeface="Sora Bold" pitchFamily="2" charset="0"/>
              </a:rPr>
              <a:t>COMPANY VALUES</a:t>
            </a:r>
          </a:p>
        </p:txBody>
      </p: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ED00015D-82CB-4F0C-A570-95D42A4480B3}"/>
              </a:ext>
            </a:extLst>
          </p:cNvPr>
          <p:cNvGrpSpPr/>
          <p:nvPr/>
        </p:nvGrpSpPr>
        <p:grpSpPr>
          <a:xfrm>
            <a:off x="459212" y="2166938"/>
            <a:ext cx="4047245" cy="3686176"/>
            <a:chOff x="459212" y="2166938"/>
            <a:chExt cx="4047245" cy="3686176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BD264EF-E41D-49C7-9A8E-D649ACA8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119" y="2166938"/>
              <a:ext cx="160338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FAF2DAC1-FF9D-4F9A-A863-8CCF5C64F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044" y="2330451"/>
              <a:ext cx="2713038" cy="1016000"/>
            </a:xfrm>
            <a:custGeom>
              <a:avLst/>
              <a:gdLst>
                <a:gd name="T0" fmla="*/ 0 w 844"/>
                <a:gd name="T1" fmla="*/ 316 h 316"/>
                <a:gd name="T2" fmla="*/ 0 w 844"/>
                <a:gd name="T3" fmla="*/ 229 h 316"/>
                <a:gd name="T4" fmla="*/ 84 w 844"/>
                <a:gd name="T5" fmla="*/ 145 h 316"/>
                <a:gd name="T6" fmla="*/ 393 w 844"/>
                <a:gd name="T7" fmla="*/ 145 h 316"/>
                <a:gd name="T8" fmla="*/ 443 w 844"/>
                <a:gd name="T9" fmla="*/ 145 h 316"/>
                <a:gd name="T10" fmla="*/ 760 w 844"/>
                <a:gd name="T11" fmla="*/ 145 h 316"/>
                <a:gd name="T12" fmla="*/ 844 w 844"/>
                <a:gd name="T13" fmla="*/ 61 h 316"/>
                <a:gd name="T14" fmla="*/ 844 w 844"/>
                <a:gd name="T1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4" h="316">
                  <a:moveTo>
                    <a:pt x="0" y="316"/>
                  </a:moveTo>
                  <a:cubicBezTo>
                    <a:pt x="0" y="229"/>
                    <a:pt x="0" y="229"/>
                    <a:pt x="0" y="229"/>
                  </a:cubicBezTo>
                  <a:cubicBezTo>
                    <a:pt x="0" y="183"/>
                    <a:pt x="38" y="145"/>
                    <a:pt x="84" y="145"/>
                  </a:cubicBezTo>
                  <a:cubicBezTo>
                    <a:pt x="393" y="145"/>
                    <a:pt x="393" y="145"/>
                    <a:pt x="393" y="145"/>
                  </a:cubicBezTo>
                  <a:cubicBezTo>
                    <a:pt x="443" y="145"/>
                    <a:pt x="443" y="145"/>
                    <a:pt x="443" y="145"/>
                  </a:cubicBezTo>
                  <a:cubicBezTo>
                    <a:pt x="760" y="145"/>
                    <a:pt x="760" y="145"/>
                    <a:pt x="760" y="145"/>
                  </a:cubicBezTo>
                  <a:cubicBezTo>
                    <a:pt x="806" y="145"/>
                    <a:pt x="844" y="107"/>
                    <a:pt x="844" y="61"/>
                  </a:cubicBezTo>
                  <a:cubicBezTo>
                    <a:pt x="844" y="0"/>
                    <a:pt x="844" y="0"/>
                    <a:pt x="844" y="0"/>
                  </a:cubicBezTo>
                </a:path>
              </a:pathLst>
            </a:custGeom>
            <a:noFill/>
            <a:ln w="19050" cap="rnd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18">
              <a:extLst>
                <a:ext uri="{FF2B5EF4-FFF2-40B4-BE49-F238E27FC236}">
                  <a16:creationId xmlns:a16="http://schemas.microsoft.com/office/drawing/2014/main" id="{8A1FD770-ABE3-4D34-A505-2A1B49159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12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Oval 19">
              <a:extLst>
                <a:ext uri="{FF2B5EF4-FFF2-40B4-BE49-F238E27FC236}">
                  <a16:creationId xmlns:a16="http://schemas.microsoft.com/office/drawing/2014/main" id="{ABDB8703-276D-4CBB-A3D9-2CDB1877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500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880332D3-D223-4A14-8B7B-CCC59763E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350" y="4737101"/>
              <a:ext cx="2425700" cy="1116013"/>
            </a:xfrm>
            <a:custGeom>
              <a:avLst/>
              <a:gdLst>
                <a:gd name="T0" fmla="*/ 755 w 755"/>
                <a:gd name="T1" fmla="*/ 0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0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0DA7A3FF-D8E2-4EB1-9312-61444F366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350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317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317"/>
                    <a:pt x="755" y="317"/>
                    <a:pt x="755" y="317"/>
                  </a:cubicBezTo>
                </a:path>
              </a:pathLst>
            </a:custGeom>
            <a:noFill/>
            <a:ln w="19050" cap="rnd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8D896DBB-149C-464F-B8CF-E979A08CE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969" y="4632326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5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5 w 11"/>
                <a:gd name="T11" fmla="*/ 0 h 12"/>
                <a:gd name="T12" fmla="*/ 5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2C756080-8C36-4FE3-A36B-AAA318F55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907" y="3346451"/>
              <a:ext cx="171450" cy="171450"/>
            </a:xfrm>
            <a:prstGeom prst="ellipse">
              <a:avLst/>
            </a:prstGeom>
            <a:solidFill>
              <a:schemeClr val="bg1"/>
            </a:solidFill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NODE_1_TITLE">
              <a:extLst>
                <a:ext uri="{FF2B5EF4-FFF2-40B4-BE49-F238E27FC236}">
                  <a16:creationId xmlns:a16="http://schemas.microsoft.com/office/drawing/2014/main" id="{7C89352D-CACA-4352-A3F9-A216BFC112BB}"/>
                </a:ext>
              </a:extLst>
            </p:cNvPr>
            <p:cNvSpPr txBox="1"/>
            <p:nvPr/>
          </p:nvSpPr>
          <p:spPr>
            <a:xfrm>
              <a:off x="995411" y="3866536"/>
              <a:ext cx="147348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i="0" dirty="0">
                  <a:effectLst/>
                  <a:latin typeface="Bahnschrift Condensed" panose="020B0502040204020203" pitchFamily="34" charset="0"/>
                  <a:cs typeface="Sora" pitchFamily="2" charset="0"/>
                </a:rPr>
                <a:t>EMPLOYEE ENGAGEMENT</a:t>
              </a:r>
            </a:p>
          </p:txBody>
        </p:sp>
        <p:cxnSp>
          <p:nvCxnSpPr>
            <p:cNvPr id="43" name="Straight Connector 79">
              <a:extLst>
                <a:ext uri="{FF2B5EF4-FFF2-40B4-BE49-F238E27FC236}">
                  <a16:creationId xmlns:a16="http://schemas.microsoft.com/office/drawing/2014/main" id="{070843E1-CE46-42DF-94EA-0E27D4CEF382}"/>
                </a:ext>
              </a:extLst>
            </p:cNvPr>
            <p:cNvCxnSpPr>
              <a:cxnSpLocks/>
            </p:cNvCxnSpPr>
            <p:nvPr/>
          </p:nvCxnSpPr>
          <p:spPr>
            <a:xfrm>
              <a:off x="1600786" y="4371977"/>
              <a:ext cx="262731" cy="0"/>
            </a:xfrm>
            <a:prstGeom prst="line">
              <a:avLst/>
            </a:prstGeom>
            <a:ln w="22225" cap="rnd">
              <a:solidFill>
                <a:srgbClr val="F5340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NODE_1_BODY">
              <a:extLst>
                <a:ext uri="{FF2B5EF4-FFF2-40B4-BE49-F238E27FC236}">
                  <a16:creationId xmlns:a16="http://schemas.microsoft.com/office/drawing/2014/main" id="{9FDD0E9C-EF22-4EAC-A7D4-2D8BD5B979B9}"/>
                </a:ext>
              </a:extLst>
            </p:cNvPr>
            <p:cNvSpPr txBox="1"/>
            <p:nvPr/>
          </p:nvSpPr>
          <p:spPr>
            <a:xfrm>
              <a:off x="529383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BACC7504-3E4E-40CF-A739-159D4D85C195}"/>
              </a:ext>
            </a:extLst>
          </p:cNvPr>
          <p:cNvGrpSpPr/>
          <p:nvPr/>
        </p:nvGrpSpPr>
        <p:grpSpPr>
          <a:xfrm>
            <a:off x="3371267" y="2166938"/>
            <a:ext cx="2593975" cy="3686176"/>
            <a:chOff x="4799013" y="2166938"/>
            <a:chExt cx="2593975" cy="3686176"/>
          </a:xfrm>
        </p:grpSpPr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E482E295-7BFD-4F08-AF7C-A921CBFE8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2166938"/>
              <a:ext cx="161925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6AB897DA-23FC-480B-8635-622521046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013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2566825F-E3CA-4FD5-AED3-FEBB6A290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681538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1309CE2D-D3C5-4368-AFA9-66A832AF2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4737101"/>
              <a:ext cx="2425700" cy="1116013"/>
            </a:xfrm>
            <a:custGeom>
              <a:avLst/>
              <a:gdLst>
                <a:gd name="T0" fmla="*/ 755 w 755"/>
                <a:gd name="T1" fmla="*/ 36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36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7E3FD2F7-289E-4848-8641-EC9AD927B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289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289"/>
                    <a:pt x="755" y="289"/>
                    <a:pt x="755" y="289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7">
              <a:extLst>
                <a:ext uri="{FF2B5EF4-FFF2-40B4-BE49-F238E27FC236}">
                  <a16:creationId xmlns:a16="http://schemas.microsoft.com/office/drawing/2014/main" id="{35780136-49D8-4277-A0EF-82A06E6B9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7482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28">
              <a:extLst>
                <a:ext uri="{FF2B5EF4-FFF2-40B4-BE49-F238E27FC236}">
                  <a16:creationId xmlns:a16="http://schemas.microsoft.com/office/drawing/2014/main" id="{6E86E877-F74A-48D7-9F71-72A052054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440238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30917850-7A65-44D5-9C8A-63B55973E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5069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30">
              <a:extLst>
                <a:ext uri="{FF2B5EF4-FFF2-40B4-BE49-F238E27FC236}">
                  <a16:creationId xmlns:a16="http://schemas.microsoft.com/office/drawing/2014/main" id="{1D95CEE5-9E63-4D50-9EB1-88B114A59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50" y="4611688"/>
              <a:ext cx="0" cy="69850"/>
            </a:xfrm>
            <a:prstGeom prst="lin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42">
              <a:extLst>
                <a:ext uri="{FF2B5EF4-FFF2-40B4-BE49-F238E27FC236}">
                  <a16:creationId xmlns:a16="http://schemas.microsoft.com/office/drawing/2014/main" id="{CB6583FE-BA61-465C-BC7D-A71EE2A1C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3938" y="2330451"/>
              <a:ext cx="0" cy="1016000"/>
            </a:xfrm>
            <a:prstGeom prst="line">
              <a:avLst/>
            </a:prstGeom>
            <a:noFill/>
            <a:ln w="1905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57234EC1-8953-4189-9BDD-482514349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3346451"/>
              <a:ext cx="161925" cy="161925"/>
            </a:xfrm>
            <a:custGeom>
              <a:avLst/>
              <a:gdLst>
                <a:gd name="T0" fmla="*/ 50 w 50"/>
                <a:gd name="T1" fmla="*/ 25 h 50"/>
                <a:gd name="T2" fmla="*/ 25 w 50"/>
                <a:gd name="T3" fmla="*/ 50 h 50"/>
                <a:gd name="T4" fmla="*/ 25 w 50"/>
                <a:gd name="T5" fmla="*/ 50 h 50"/>
                <a:gd name="T6" fmla="*/ 0 w 50"/>
                <a:gd name="T7" fmla="*/ 25 h 50"/>
                <a:gd name="T8" fmla="*/ 0 w 50"/>
                <a:gd name="T9" fmla="*/ 25 h 50"/>
                <a:gd name="T10" fmla="*/ 25 w 50"/>
                <a:gd name="T11" fmla="*/ 0 h 50"/>
                <a:gd name="T12" fmla="*/ 25 w 50"/>
                <a:gd name="T13" fmla="*/ 0 h 50"/>
                <a:gd name="T14" fmla="*/ 50 w 50"/>
                <a:gd name="T15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39"/>
                    <a:pt x="39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NODE_2_TITLE">
              <a:extLst>
                <a:ext uri="{FF2B5EF4-FFF2-40B4-BE49-F238E27FC236}">
                  <a16:creationId xmlns:a16="http://schemas.microsoft.com/office/drawing/2014/main" id="{3C54A808-455F-46F7-8DFE-093CE1894EEF}"/>
                </a:ext>
              </a:extLst>
            </p:cNvPr>
            <p:cNvSpPr txBox="1"/>
            <p:nvPr/>
          </p:nvSpPr>
          <p:spPr>
            <a:xfrm>
              <a:off x="5413099" y="3866536"/>
              <a:ext cx="133722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>
                  <a:latin typeface="Bahnschrift Condensed" panose="020B0502040204020203" pitchFamily="34" charset="0"/>
                  <a:cs typeface="Sora" pitchFamily="2" charset="0"/>
                </a:rPr>
                <a:t>EMPLOYEE RETENTION</a:t>
              </a:r>
            </a:p>
          </p:txBody>
        </p:sp>
        <p:cxnSp>
          <p:nvCxnSpPr>
            <p:cNvPr id="41" name="Straight Connector 75">
              <a:extLst>
                <a:ext uri="{FF2B5EF4-FFF2-40B4-BE49-F238E27FC236}">
                  <a16:creationId xmlns:a16="http://schemas.microsoft.com/office/drawing/2014/main" id="{D8005445-7DFC-46B0-A0EA-F2E0600FB841}"/>
                </a:ext>
              </a:extLst>
            </p:cNvPr>
            <p:cNvCxnSpPr>
              <a:cxnSpLocks/>
            </p:cNvCxnSpPr>
            <p:nvPr/>
          </p:nvCxnSpPr>
          <p:spPr>
            <a:xfrm>
              <a:off x="5950347" y="4371977"/>
              <a:ext cx="262731" cy="0"/>
            </a:xfrm>
            <a:prstGeom prst="line">
              <a:avLst/>
            </a:prstGeom>
            <a:ln w="22225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NODE_2_BODY">
              <a:extLst>
                <a:ext uri="{FF2B5EF4-FFF2-40B4-BE49-F238E27FC236}">
                  <a16:creationId xmlns:a16="http://schemas.microsoft.com/office/drawing/2014/main" id="{F68836C9-08CD-4E52-8D94-308C060C7EAD}"/>
                </a:ext>
              </a:extLst>
            </p:cNvPr>
            <p:cNvSpPr txBox="1"/>
            <p:nvPr/>
          </p:nvSpPr>
          <p:spPr>
            <a:xfrm>
              <a:off x="4878944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7A8D593B-A184-48DC-A20F-31738EA86DC3}"/>
              </a:ext>
            </a:extLst>
          </p:cNvPr>
          <p:cNvGrpSpPr/>
          <p:nvPr/>
        </p:nvGrpSpPr>
        <p:grpSpPr>
          <a:xfrm>
            <a:off x="7660109" y="2166938"/>
            <a:ext cx="4034251" cy="3686176"/>
            <a:chOff x="6360699" y="2166938"/>
            <a:chExt cx="4034251" cy="3686176"/>
          </a:xfrm>
        </p:grpSpPr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9126A347-4B9E-4325-8127-1940D0B5A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0699" y="2166938"/>
              <a:ext cx="161925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5">
              <a:extLst>
                <a:ext uri="{FF2B5EF4-FFF2-40B4-BE49-F238E27FC236}">
                  <a16:creationId xmlns:a16="http://schemas.microsoft.com/office/drawing/2014/main" id="{C1CE8069-36DE-49A8-84E1-44E1ED9ED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1662" y="2330451"/>
              <a:ext cx="2709863" cy="1016000"/>
            </a:xfrm>
            <a:custGeom>
              <a:avLst/>
              <a:gdLst>
                <a:gd name="T0" fmla="*/ 843 w 843"/>
                <a:gd name="T1" fmla="*/ 316 h 316"/>
                <a:gd name="T2" fmla="*/ 843 w 843"/>
                <a:gd name="T3" fmla="*/ 229 h 316"/>
                <a:gd name="T4" fmla="*/ 759 w 843"/>
                <a:gd name="T5" fmla="*/ 145 h 316"/>
                <a:gd name="T6" fmla="*/ 450 w 843"/>
                <a:gd name="T7" fmla="*/ 145 h 316"/>
                <a:gd name="T8" fmla="*/ 400 w 843"/>
                <a:gd name="T9" fmla="*/ 145 h 316"/>
                <a:gd name="T10" fmla="*/ 84 w 843"/>
                <a:gd name="T11" fmla="*/ 145 h 316"/>
                <a:gd name="T12" fmla="*/ 0 w 843"/>
                <a:gd name="T13" fmla="*/ 61 h 316"/>
                <a:gd name="T14" fmla="*/ 0 w 843"/>
                <a:gd name="T1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3" h="316">
                  <a:moveTo>
                    <a:pt x="843" y="316"/>
                  </a:moveTo>
                  <a:cubicBezTo>
                    <a:pt x="843" y="229"/>
                    <a:pt x="843" y="229"/>
                    <a:pt x="843" y="229"/>
                  </a:cubicBezTo>
                  <a:cubicBezTo>
                    <a:pt x="843" y="183"/>
                    <a:pt x="805" y="145"/>
                    <a:pt x="759" y="145"/>
                  </a:cubicBezTo>
                  <a:cubicBezTo>
                    <a:pt x="450" y="145"/>
                    <a:pt x="450" y="145"/>
                    <a:pt x="450" y="145"/>
                  </a:cubicBezTo>
                  <a:cubicBezTo>
                    <a:pt x="400" y="145"/>
                    <a:pt x="400" y="145"/>
                    <a:pt x="400" y="145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37" y="145"/>
                    <a:pt x="0" y="107"/>
                    <a:pt x="0" y="6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31">
              <a:extLst>
                <a:ext uri="{FF2B5EF4-FFF2-40B4-BE49-F238E27FC236}">
                  <a16:creationId xmlns:a16="http://schemas.microsoft.com/office/drawing/2014/main" id="{31F848A7-A3E7-459A-9752-9AD52EAA7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32">
              <a:extLst>
                <a:ext uri="{FF2B5EF4-FFF2-40B4-BE49-F238E27FC236}">
                  <a16:creationId xmlns:a16="http://schemas.microsoft.com/office/drawing/2014/main" id="{40D3E6F7-8005-4C01-8FE9-0CDA7B696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3500" y="4797426"/>
              <a:ext cx="171450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33">
              <a:extLst>
                <a:ext uri="{FF2B5EF4-FFF2-40B4-BE49-F238E27FC236}">
                  <a16:creationId xmlns:a16="http://schemas.microsoft.com/office/drawing/2014/main" id="{C7A7D8F3-DD00-49A8-9A3E-4B54B4CB8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1938" y="4737101"/>
              <a:ext cx="2425700" cy="1116013"/>
            </a:xfrm>
            <a:custGeom>
              <a:avLst/>
              <a:gdLst>
                <a:gd name="T0" fmla="*/ 755 w 755"/>
                <a:gd name="T1" fmla="*/ 72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72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34">
              <a:extLst>
                <a:ext uri="{FF2B5EF4-FFF2-40B4-BE49-F238E27FC236}">
                  <a16:creationId xmlns:a16="http://schemas.microsoft.com/office/drawing/2014/main" id="{CB83A579-A031-43AE-8712-D01BC74C1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1938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241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241"/>
                    <a:pt x="755" y="241"/>
                    <a:pt x="755" y="241"/>
                  </a:cubicBezTo>
                </a:path>
              </a:pathLst>
            </a:custGeom>
            <a:noFill/>
            <a:ln w="190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35">
              <a:extLst>
                <a:ext uri="{FF2B5EF4-FFF2-40B4-BE49-F238E27FC236}">
                  <a16:creationId xmlns:a16="http://schemas.microsoft.com/office/drawing/2014/main" id="{F26DAAE6-D5B5-44EB-A95E-12B69E86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4864101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5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5 w 11"/>
                <a:gd name="T11" fmla="*/ 0 h 12"/>
                <a:gd name="T12" fmla="*/ 5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36">
              <a:extLst>
                <a:ext uri="{FF2B5EF4-FFF2-40B4-BE49-F238E27FC236}">
                  <a16:creationId xmlns:a16="http://schemas.microsoft.com/office/drawing/2014/main" id="{0E306A5D-A651-4A7E-AA09-B391D5FD8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3500" y="4556126"/>
              <a:ext cx="171450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01C662C6-CFC3-42FC-A54B-37141CB33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4622801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5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5 w 11"/>
                <a:gd name="T11" fmla="*/ 0 h 12"/>
                <a:gd name="T12" fmla="*/ 5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38">
              <a:extLst>
                <a:ext uri="{FF2B5EF4-FFF2-40B4-BE49-F238E27FC236}">
                  <a16:creationId xmlns:a16="http://schemas.microsoft.com/office/drawing/2014/main" id="{81BB2546-1F0F-4F3D-AD0B-CB2E600B9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7638" y="4727576"/>
              <a:ext cx="0" cy="69850"/>
            </a:xfrm>
            <a:prstGeom prst="lin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39">
              <a:extLst>
                <a:ext uri="{FF2B5EF4-FFF2-40B4-BE49-F238E27FC236}">
                  <a16:creationId xmlns:a16="http://schemas.microsoft.com/office/drawing/2014/main" id="{A63E17F7-A2BA-4ABC-8E40-12E4CB538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3500" y="4311651"/>
              <a:ext cx="171450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40">
              <a:extLst>
                <a:ext uri="{FF2B5EF4-FFF2-40B4-BE49-F238E27FC236}">
                  <a16:creationId xmlns:a16="http://schemas.microsoft.com/office/drawing/2014/main" id="{8CCEB834-BEA0-4FDB-9FFE-6BC61A34E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4379914"/>
              <a:ext cx="34925" cy="34925"/>
            </a:xfrm>
            <a:custGeom>
              <a:avLst/>
              <a:gdLst>
                <a:gd name="T0" fmla="*/ 11 w 11"/>
                <a:gd name="T1" fmla="*/ 6 h 11"/>
                <a:gd name="T2" fmla="*/ 5 w 11"/>
                <a:gd name="T3" fmla="*/ 11 h 11"/>
                <a:gd name="T4" fmla="*/ 5 w 11"/>
                <a:gd name="T5" fmla="*/ 11 h 11"/>
                <a:gd name="T6" fmla="*/ 0 w 11"/>
                <a:gd name="T7" fmla="*/ 6 h 11"/>
                <a:gd name="T8" fmla="*/ 0 w 11"/>
                <a:gd name="T9" fmla="*/ 6 h 11"/>
                <a:gd name="T10" fmla="*/ 5 w 11"/>
                <a:gd name="T11" fmla="*/ 0 h 11"/>
                <a:gd name="T12" fmla="*/ 5 w 11"/>
                <a:gd name="T13" fmla="*/ 0 h 11"/>
                <a:gd name="T14" fmla="*/ 11 w 11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1">
                  <a:moveTo>
                    <a:pt x="11" y="6"/>
                  </a:moveTo>
                  <a:cubicBezTo>
                    <a:pt x="11" y="9"/>
                    <a:pt x="8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41">
              <a:extLst>
                <a:ext uri="{FF2B5EF4-FFF2-40B4-BE49-F238E27FC236}">
                  <a16:creationId xmlns:a16="http://schemas.microsoft.com/office/drawing/2014/main" id="{7AE5A7CC-DD0A-44ED-BEDE-1F9B7C2A1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7638" y="4483101"/>
              <a:ext cx="0" cy="73025"/>
            </a:xfrm>
            <a:prstGeom prst="lin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NODE_3_TITLE">
              <a:extLst>
                <a:ext uri="{FF2B5EF4-FFF2-40B4-BE49-F238E27FC236}">
                  <a16:creationId xmlns:a16="http://schemas.microsoft.com/office/drawing/2014/main" id="{DD023579-0B2B-4EAE-9891-DF0D2163B5DB}"/>
                </a:ext>
              </a:extLst>
            </p:cNvPr>
            <p:cNvSpPr txBox="1"/>
            <p:nvPr/>
          </p:nvSpPr>
          <p:spPr>
            <a:xfrm>
              <a:off x="8457944" y="3866536"/>
              <a:ext cx="126829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>
                  <a:latin typeface="Bahnschrift Condensed" panose="020B0502040204020203" pitchFamily="34" charset="0"/>
                  <a:cs typeface="Sora" pitchFamily="2" charset="0"/>
                </a:rPr>
                <a:t>TALENT ACQUISITION</a:t>
              </a:r>
            </a:p>
          </p:txBody>
        </p:sp>
        <p:cxnSp>
          <p:nvCxnSpPr>
            <p:cNvPr id="36" name="Straight Connector 69">
              <a:extLst>
                <a:ext uri="{FF2B5EF4-FFF2-40B4-BE49-F238E27FC236}">
                  <a16:creationId xmlns:a16="http://schemas.microsoft.com/office/drawing/2014/main" id="{A97541C0-1576-4253-AD27-DE664FBF408B}"/>
                </a:ext>
              </a:extLst>
            </p:cNvPr>
            <p:cNvCxnSpPr>
              <a:cxnSpLocks/>
            </p:cNvCxnSpPr>
            <p:nvPr/>
          </p:nvCxnSpPr>
          <p:spPr>
            <a:xfrm>
              <a:off x="8960727" y="4371977"/>
              <a:ext cx="262731" cy="0"/>
            </a:xfrm>
            <a:prstGeom prst="line">
              <a:avLst/>
            </a:prstGeom>
            <a:ln w="22225" cap="rnd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70DC02A2-3BC9-42FA-9E69-7BED86708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212" y="3346451"/>
              <a:ext cx="169863" cy="171450"/>
            </a:xfrm>
            <a:prstGeom prst="ellipse">
              <a:avLst/>
            </a:prstGeom>
            <a:solidFill>
              <a:schemeClr val="bg1"/>
            </a:solidFill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NODE_3_BODY">
              <a:extLst>
                <a:ext uri="{FF2B5EF4-FFF2-40B4-BE49-F238E27FC236}">
                  <a16:creationId xmlns:a16="http://schemas.microsoft.com/office/drawing/2014/main" id="{45254869-7BD7-4F5B-A0EF-F804F0362FE1}"/>
                </a:ext>
              </a:extLst>
            </p:cNvPr>
            <p:cNvSpPr txBox="1"/>
            <p:nvPr/>
          </p:nvSpPr>
          <p:spPr>
            <a:xfrm>
              <a:off x="7889324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  <p:pic>
        <p:nvPicPr>
          <p:cNvPr id="47" name="Рисунок 12">
            <a:extLst>
              <a:ext uri="{FF2B5EF4-FFF2-40B4-BE49-F238E27FC236}">
                <a16:creationId xmlns:a16="http://schemas.microsoft.com/office/drawing/2014/main" id="{5172F500-C87E-4545-9AEA-CBE42FAA9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049" y="7655895"/>
            <a:ext cx="3061710" cy="3061710"/>
          </a:xfrm>
          <a:prstGeom prst="rect">
            <a:avLst/>
          </a:prstGeom>
        </p:spPr>
      </p:pic>
      <p:pic>
        <p:nvPicPr>
          <p:cNvPr id="48" name="Рисунок 2">
            <a:extLst>
              <a:ext uri="{FF2B5EF4-FFF2-40B4-BE49-F238E27FC236}">
                <a16:creationId xmlns:a16="http://schemas.microsoft.com/office/drawing/2014/main" id="{CA01DE05-A40F-4C45-A584-7C9CF5048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9" name="Рисунок 4">
            <a:extLst>
              <a:ext uri="{FF2B5EF4-FFF2-40B4-BE49-F238E27FC236}">
                <a16:creationId xmlns:a16="http://schemas.microsoft.com/office/drawing/2014/main" id="{274C93AD-FB1B-4892-B479-71813D579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50" name="Рисунок 6">
            <a:extLst>
              <a:ext uri="{FF2B5EF4-FFF2-40B4-BE49-F238E27FC236}">
                <a16:creationId xmlns:a16="http://schemas.microsoft.com/office/drawing/2014/main" id="{456F6CF7-16F2-4EFD-BFD7-5B43F1036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51" name="Рисунок 8">
            <a:extLst>
              <a:ext uri="{FF2B5EF4-FFF2-40B4-BE49-F238E27FC236}">
                <a16:creationId xmlns:a16="http://schemas.microsoft.com/office/drawing/2014/main" id="{3579F1FD-EEBC-4590-BBE9-8BB398858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52" name="Рисунок 10">
            <a:extLst>
              <a:ext uri="{FF2B5EF4-FFF2-40B4-BE49-F238E27FC236}">
                <a16:creationId xmlns:a16="http://schemas.microsoft.com/office/drawing/2014/main" id="{6E75DF2A-6E32-4209-9D3A-CF4C184EA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3" name="Рисунок 14">
            <a:extLst>
              <a:ext uri="{FF2B5EF4-FFF2-40B4-BE49-F238E27FC236}">
                <a16:creationId xmlns:a16="http://schemas.microsoft.com/office/drawing/2014/main" id="{72039BDB-7664-42D1-9E56-BCAD9E4B2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352145" y="7427295"/>
            <a:ext cx="3714750" cy="3714750"/>
          </a:xfrm>
          <a:prstGeom prst="rect">
            <a:avLst/>
          </a:prstGeom>
        </p:spPr>
      </p:pic>
      <p:pic>
        <p:nvPicPr>
          <p:cNvPr id="54" name="Рисунок 16">
            <a:extLst>
              <a:ext uri="{FF2B5EF4-FFF2-40B4-BE49-F238E27FC236}">
                <a16:creationId xmlns:a16="http://schemas.microsoft.com/office/drawing/2014/main" id="{A6F7297B-22F4-4C35-9F9E-8D1F51EBE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5" name="Рисунок 18">
            <a:extLst>
              <a:ext uri="{FF2B5EF4-FFF2-40B4-BE49-F238E27FC236}">
                <a16:creationId xmlns:a16="http://schemas.microsoft.com/office/drawing/2014/main" id="{5FD0DD03-5F3B-4368-9799-00D120927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56" name="Рисунок 20">
            <a:extLst>
              <a:ext uri="{FF2B5EF4-FFF2-40B4-BE49-F238E27FC236}">
                <a16:creationId xmlns:a16="http://schemas.microsoft.com/office/drawing/2014/main" id="{6DDA7410-53F2-48AB-9863-4884D146D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57" name="Рисунок 22">
            <a:extLst>
              <a:ext uri="{FF2B5EF4-FFF2-40B4-BE49-F238E27FC236}">
                <a16:creationId xmlns:a16="http://schemas.microsoft.com/office/drawing/2014/main" id="{1269888D-248B-4AE8-976C-703EBAFF4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8" name="Рисунок 24">
            <a:extLst>
              <a:ext uri="{FF2B5EF4-FFF2-40B4-BE49-F238E27FC236}">
                <a16:creationId xmlns:a16="http://schemas.microsoft.com/office/drawing/2014/main" id="{71D5733F-402B-4D78-9D4E-7FAD61D55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5FCEFC57-7C34-41D7-97B9-9E26765C5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9877D342-2B18-4AB9-8D43-6B13182A1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61" name="!!gear-07">
            <a:extLst>
              <a:ext uri="{FF2B5EF4-FFF2-40B4-BE49-F238E27FC236}">
                <a16:creationId xmlns:a16="http://schemas.microsoft.com/office/drawing/2014/main" id="{47EEF440-AC75-4124-BCC0-8E54B256A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8E4EAA3E-4EB4-452D-B1B0-7A1FF8852D4F}"/>
              </a:ext>
            </a:extLst>
          </p:cNvPr>
          <p:cNvGrpSpPr/>
          <p:nvPr/>
        </p:nvGrpSpPr>
        <p:grpSpPr>
          <a:xfrm>
            <a:off x="6197408" y="2169642"/>
            <a:ext cx="2593975" cy="3686176"/>
            <a:chOff x="4799013" y="2166938"/>
            <a:chExt cx="2593975" cy="3686176"/>
          </a:xfrm>
        </p:grpSpPr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F28CF14A-90D0-4865-BD28-F4D4CE587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2166938"/>
              <a:ext cx="161925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23">
              <a:extLst>
                <a:ext uri="{FF2B5EF4-FFF2-40B4-BE49-F238E27FC236}">
                  <a16:creationId xmlns:a16="http://schemas.microsoft.com/office/drawing/2014/main" id="{12DFD16D-E60D-4B0D-9CC5-375EBAF36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013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24">
              <a:extLst>
                <a:ext uri="{FF2B5EF4-FFF2-40B4-BE49-F238E27FC236}">
                  <a16:creationId xmlns:a16="http://schemas.microsoft.com/office/drawing/2014/main" id="{42A13F75-B2C0-4C27-81DB-0BF0C62AB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681538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5">
              <a:extLst>
                <a:ext uri="{FF2B5EF4-FFF2-40B4-BE49-F238E27FC236}">
                  <a16:creationId xmlns:a16="http://schemas.microsoft.com/office/drawing/2014/main" id="{EB1F1485-2EC8-46F6-A5A1-853AD5AF5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4737101"/>
              <a:ext cx="2425700" cy="1116013"/>
            </a:xfrm>
            <a:custGeom>
              <a:avLst/>
              <a:gdLst>
                <a:gd name="T0" fmla="*/ 755 w 755"/>
                <a:gd name="T1" fmla="*/ 36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36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6">
              <a:extLst>
                <a:ext uri="{FF2B5EF4-FFF2-40B4-BE49-F238E27FC236}">
                  <a16:creationId xmlns:a16="http://schemas.microsoft.com/office/drawing/2014/main" id="{0FA3FAD6-F0BA-4864-A994-A1B8D2D4C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289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289"/>
                    <a:pt x="755" y="289"/>
                    <a:pt x="755" y="289"/>
                  </a:cubicBezTo>
                </a:path>
              </a:pathLst>
            </a:custGeom>
            <a:noFill/>
            <a:ln w="19050" cap="rnd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DE49B2C1-4490-44AA-AD3B-604BA610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7482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28">
              <a:extLst>
                <a:ext uri="{FF2B5EF4-FFF2-40B4-BE49-F238E27FC236}">
                  <a16:creationId xmlns:a16="http://schemas.microsoft.com/office/drawing/2014/main" id="{F7C511B2-9DAA-423B-96ED-62E7C65C7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440238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9">
              <a:extLst>
                <a:ext uri="{FF2B5EF4-FFF2-40B4-BE49-F238E27FC236}">
                  <a16:creationId xmlns:a16="http://schemas.microsoft.com/office/drawing/2014/main" id="{AF2028D3-3F0B-4D97-AB34-37E33B8EC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5069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30">
              <a:extLst>
                <a:ext uri="{FF2B5EF4-FFF2-40B4-BE49-F238E27FC236}">
                  <a16:creationId xmlns:a16="http://schemas.microsoft.com/office/drawing/2014/main" id="{76CF125E-D7AF-4138-9653-AFA46C56D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50" y="4611688"/>
              <a:ext cx="0" cy="69850"/>
            </a:xfrm>
            <a:prstGeom prst="lin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42">
              <a:extLst>
                <a:ext uri="{FF2B5EF4-FFF2-40B4-BE49-F238E27FC236}">
                  <a16:creationId xmlns:a16="http://schemas.microsoft.com/office/drawing/2014/main" id="{6470D773-DAF5-4EA0-BE12-DBBAF1899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3938" y="2330451"/>
              <a:ext cx="0" cy="1016000"/>
            </a:xfrm>
            <a:prstGeom prst="line">
              <a:avLst/>
            </a:prstGeom>
            <a:noFill/>
            <a:ln w="19050" cap="rnd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62F0D57B-BBDF-4199-A616-81053247A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3346451"/>
              <a:ext cx="161925" cy="161925"/>
            </a:xfrm>
            <a:custGeom>
              <a:avLst/>
              <a:gdLst>
                <a:gd name="T0" fmla="*/ 50 w 50"/>
                <a:gd name="T1" fmla="*/ 25 h 50"/>
                <a:gd name="T2" fmla="*/ 25 w 50"/>
                <a:gd name="T3" fmla="*/ 50 h 50"/>
                <a:gd name="T4" fmla="*/ 25 w 50"/>
                <a:gd name="T5" fmla="*/ 50 h 50"/>
                <a:gd name="T6" fmla="*/ 0 w 50"/>
                <a:gd name="T7" fmla="*/ 25 h 50"/>
                <a:gd name="T8" fmla="*/ 0 w 50"/>
                <a:gd name="T9" fmla="*/ 25 h 50"/>
                <a:gd name="T10" fmla="*/ 25 w 50"/>
                <a:gd name="T11" fmla="*/ 0 h 50"/>
                <a:gd name="T12" fmla="*/ 25 w 50"/>
                <a:gd name="T13" fmla="*/ 0 h 50"/>
                <a:gd name="T14" fmla="*/ 50 w 50"/>
                <a:gd name="T15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39"/>
                    <a:pt x="39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NODE_4_TITLE">
              <a:extLst>
                <a:ext uri="{FF2B5EF4-FFF2-40B4-BE49-F238E27FC236}">
                  <a16:creationId xmlns:a16="http://schemas.microsoft.com/office/drawing/2014/main" id="{B472770B-A222-4230-BDA1-2B47A0270968}"/>
                </a:ext>
              </a:extLst>
            </p:cNvPr>
            <p:cNvSpPr txBox="1"/>
            <p:nvPr/>
          </p:nvSpPr>
          <p:spPr>
            <a:xfrm>
              <a:off x="5413099" y="3866536"/>
              <a:ext cx="133722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>
                  <a:latin typeface="Bahnschrift Condensed" panose="020B0502040204020203" pitchFamily="34" charset="0"/>
                  <a:cs typeface="Sora" pitchFamily="2" charset="0"/>
                </a:rPr>
                <a:t>EMPLOYEE RETENTION</a:t>
              </a:r>
            </a:p>
          </p:txBody>
        </p:sp>
        <p:cxnSp>
          <p:nvCxnSpPr>
            <p:cNvPr id="78" name="Straight Connector 75">
              <a:extLst>
                <a:ext uri="{FF2B5EF4-FFF2-40B4-BE49-F238E27FC236}">
                  <a16:creationId xmlns:a16="http://schemas.microsoft.com/office/drawing/2014/main" id="{EEFA59FE-2438-47C2-BDA6-A665527D94FA}"/>
                </a:ext>
              </a:extLst>
            </p:cNvPr>
            <p:cNvCxnSpPr>
              <a:cxnSpLocks/>
            </p:cNvCxnSpPr>
            <p:nvPr/>
          </p:nvCxnSpPr>
          <p:spPr>
            <a:xfrm>
              <a:off x="5950347" y="4371977"/>
              <a:ext cx="262731" cy="0"/>
            </a:xfrm>
            <a:prstGeom prst="line">
              <a:avLst/>
            </a:prstGeom>
            <a:ln w="22225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NODE_4_BODY">
              <a:extLst>
                <a:ext uri="{FF2B5EF4-FFF2-40B4-BE49-F238E27FC236}">
                  <a16:creationId xmlns:a16="http://schemas.microsoft.com/office/drawing/2014/main" id="{3F4975AD-4FA8-472A-91A9-83594BAA9A07}"/>
                </a:ext>
              </a:extLst>
            </p:cNvPr>
            <p:cNvSpPr txBox="1"/>
            <p:nvPr/>
          </p:nvSpPr>
          <p:spPr>
            <a:xfrm>
              <a:off x="4878944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4345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8891655" y="3020509"/>
            <a:ext cx="278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 txBox="1"/>
          <p:nvPr/>
        </p:nvSpPr>
        <p:spPr>
          <a:xfrm>
            <a:off x="8891655" y="4709808"/>
            <a:ext cx="278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8660581" y="1287382"/>
            <a:ext cx="3017992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8660581" y="1668382"/>
            <a:ext cx="3017992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8660581" y="3003807"/>
            <a:ext cx="3017992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8660581" y="3384807"/>
            <a:ext cx="3017992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8660581" y="4812052"/>
            <a:ext cx="3017992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8660581" y="5193052"/>
            <a:ext cx="3017992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727" y="7655895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04453" y="927792"/>
            <a:ext cx="4924098" cy="4924098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A8CA1AF-70DB-4C08-B88D-41B9C3879914}"/>
              </a:ext>
            </a:extLst>
          </p:cNvPr>
          <p:cNvSpPr txBox="1"/>
          <p:nvPr/>
        </p:nvSpPr>
        <p:spPr>
          <a:xfrm>
            <a:off x="459981" y="2949361"/>
            <a:ext cx="282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ru-RU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26BFCE-8182-4584-8BB2-EF600BF7F00B}"/>
              </a:ext>
            </a:extLst>
          </p:cNvPr>
          <p:cNvSpPr txBox="1"/>
          <p:nvPr/>
        </p:nvSpPr>
        <p:spPr>
          <a:xfrm>
            <a:off x="459981" y="4638660"/>
            <a:ext cx="282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ru-RU" dirty="0"/>
          </a:p>
        </p:txBody>
      </p:sp>
      <p:sp>
        <p:nvSpPr>
          <p:cNvPr id="52" name="ITEM_4_TITLE">
            <a:extLst>
              <a:ext uri="{FF2B5EF4-FFF2-40B4-BE49-F238E27FC236}">
                <a16:creationId xmlns:a16="http://schemas.microsoft.com/office/drawing/2014/main" id="{B167DAB7-5D5C-40F9-96D1-5AC17E5158C5}"/>
              </a:ext>
            </a:extLst>
          </p:cNvPr>
          <p:cNvSpPr>
            <a:spLocks noGrp="1"/>
          </p:cNvSpPr>
          <p:nvPr/>
        </p:nvSpPr>
        <p:spPr>
          <a:xfrm>
            <a:off x="459981" y="1216234"/>
            <a:ext cx="3061711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3" name="ITEM_4_BODY">
            <a:extLst>
              <a:ext uri="{FF2B5EF4-FFF2-40B4-BE49-F238E27FC236}">
                <a16:creationId xmlns:a16="http://schemas.microsoft.com/office/drawing/2014/main" id="{7E4C27D6-523F-48EE-A933-AC3B0B865189}"/>
              </a:ext>
            </a:extLst>
          </p:cNvPr>
          <p:cNvSpPr>
            <a:spLocks noGrp="1"/>
          </p:cNvSpPr>
          <p:nvPr/>
        </p:nvSpPr>
        <p:spPr>
          <a:xfrm>
            <a:off x="459981" y="1597234"/>
            <a:ext cx="3061711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54" name="ITEM_5_TITLE">
            <a:extLst>
              <a:ext uri="{FF2B5EF4-FFF2-40B4-BE49-F238E27FC236}">
                <a16:creationId xmlns:a16="http://schemas.microsoft.com/office/drawing/2014/main" id="{C8A1CA77-100B-4D62-A244-E15C45691BE2}"/>
              </a:ext>
            </a:extLst>
          </p:cNvPr>
          <p:cNvSpPr>
            <a:spLocks noGrp="1"/>
          </p:cNvSpPr>
          <p:nvPr/>
        </p:nvSpPr>
        <p:spPr>
          <a:xfrm>
            <a:off x="459981" y="2932659"/>
            <a:ext cx="3061711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55" name="ITEM_5_BODY">
            <a:extLst>
              <a:ext uri="{FF2B5EF4-FFF2-40B4-BE49-F238E27FC236}">
                <a16:creationId xmlns:a16="http://schemas.microsoft.com/office/drawing/2014/main" id="{324D2A13-9622-4508-9E7B-F7303CD0E89E}"/>
              </a:ext>
            </a:extLst>
          </p:cNvPr>
          <p:cNvSpPr>
            <a:spLocks noGrp="1"/>
          </p:cNvSpPr>
          <p:nvPr/>
        </p:nvSpPr>
        <p:spPr>
          <a:xfrm>
            <a:off x="459981" y="3313659"/>
            <a:ext cx="3061711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56" name="ITEM_6_TITLE">
            <a:extLst>
              <a:ext uri="{FF2B5EF4-FFF2-40B4-BE49-F238E27FC236}">
                <a16:creationId xmlns:a16="http://schemas.microsoft.com/office/drawing/2014/main" id="{88737FE9-72EB-41F3-B554-096D8854FBB3}"/>
              </a:ext>
            </a:extLst>
          </p:cNvPr>
          <p:cNvSpPr>
            <a:spLocks noGrp="1"/>
          </p:cNvSpPr>
          <p:nvPr/>
        </p:nvSpPr>
        <p:spPr>
          <a:xfrm>
            <a:off x="459981" y="4740904"/>
            <a:ext cx="3061711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57" name="ITEM_6_BODY">
            <a:extLst>
              <a:ext uri="{FF2B5EF4-FFF2-40B4-BE49-F238E27FC236}">
                <a16:creationId xmlns:a16="http://schemas.microsoft.com/office/drawing/2014/main" id="{502CC410-63E9-430C-A98C-EADB7EBED6AA}"/>
              </a:ext>
            </a:extLst>
          </p:cNvPr>
          <p:cNvSpPr>
            <a:spLocks noGrp="1"/>
          </p:cNvSpPr>
          <p:nvPr/>
        </p:nvSpPr>
        <p:spPr>
          <a:xfrm>
            <a:off x="459981" y="5121904"/>
            <a:ext cx="3061711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2" name="CENTER_MESSAGE">
            <a:extLst>
              <a:ext uri="{FF2B5EF4-FFF2-40B4-BE49-F238E27FC236}">
                <a16:creationId xmlns:a16="http://schemas.microsoft.com/office/drawing/2014/main" id="{33DD39C4-81E0-4E9E-8F06-B05A083F375B}"/>
              </a:ext>
            </a:extLst>
          </p:cNvPr>
          <p:cNvSpPr txBox="1"/>
          <p:nvPr/>
        </p:nvSpPr>
        <p:spPr>
          <a:xfrm>
            <a:off x="4632411" y="2089138"/>
            <a:ext cx="2864202" cy="2322042"/>
          </a:xfrm>
          <a:prstGeom prst="rect">
            <a:avLst/>
          </a:prstGeom>
          <a:solidFill>
            <a:srgbClr val="EEF0F3"/>
          </a:solidFill>
        </p:spPr>
        <p:txBody>
          <a:bodyPr wrap="square" rtlCol="0" anchor="ctr">
            <a:noAutofit/>
          </a:bodyPr>
          <a:lstStyle/>
          <a:p>
            <a:pPr algn="l"/>
            <a:r>
              <a:rPr lang="ru-RU" dirty="0">
                <a:solidFill>
                  <a:srgbClr val="F5340B"/>
                </a:solidFill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Поддерживать</a:t>
            </a:r>
            <a:r>
              <a:rPr lang="ru-RU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 — значит замечать не только результат работы, но и состояние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79854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D250DF-60BB-41C5-9A75-7ECCCC144E96}"/>
              </a:ext>
            </a:extLst>
          </p:cNvPr>
          <p:cNvSpPr/>
          <p:nvPr/>
        </p:nvSpPr>
        <p:spPr>
          <a:xfrm>
            <a:off x="571500" y="1932631"/>
            <a:ext cx="11049000" cy="4466117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55904B7-A56C-424E-9F0B-73D944C5CAC2}"/>
              </a:ext>
            </a:extLst>
          </p:cNvPr>
          <p:cNvSpPr txBox="1"/>
          <p:nvPr/>
        </p:nvSpPr>
        <p:spPr>
          <a:xfrm>
            <a:off x="3466914" y="386905"/>
            <a:ext cx="525817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5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  <a:cs typeface="Sora Bold" pitchFamily="2" charset="0"/>
              </a:rPr>
              <a:t>ТРИ ОПОРЫ КАЧЕСТВА НА УЧАСТКЕ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68F7D434-49F0-4CAF-9EDF-956E52C43D2B}"/>
              </a:ext>
            </a:extLst>
          </p:cNvPr>
          <p:cNvSpPr txBox="1">
            <a:spLocks/>
          </p:cNvSpPr>
          <p:nvPr/>
        </p:nvSpPr>
        <p:spPr>
          <a:xfrm>
            <a:off x="2266950" y="993078"/>
            <a:ext cx="7658100" cy="602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5340B"/>
                </a:solidFill>
                <a:effectLst/>
                <a:uLnTx/>
                <a:uFillTx/>
                <a:latin typeface="Nunito" panose="00000500000000000000" pitchFamily="2" charset="-52"/>
                <a:ea typeface="Times New Roman" panose="02020603050405020304" pitchFamily="18" charset="0"/>
                <a:cs typeface="+mn-cs"/>
              </a:rPr>
              <a:t>Поддерживать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F454F"/>
                </a:solidFill>
                <a:effectLst/>
                <a:uLnTx/>
                <a:uFillTx/>
                <a:latin typeface="Nunito" panose="00000500000000000000" pitchFamily="2" charset="-52"/>
                <a:ea typeface="Times New Roman" panose="02020603050405020304" pitchFamily="18" charset="0"/>
                <a:cs typeface="+mn-cs"/>
              </a:rPr>
              <a:t> — значит замечать не только результат работы, но и состояние человека.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7D02126-2C06-486D-A984-10D2F1937C8F}"/>
              </a:ext>
            </a:extLst>
          </p:cNvPr>
          <p:cNvSpPr>
            <a:spLocks/>
          </p:cNvSpPr>
          <p:nvPr/>
        </p:nvSpPr>
        <p:spPr bwMode="auto">
          <a:xfrm>
            <a:off x="3356337" y="2239058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2FDF3B9-AC16-46B8-88A2-C2C3A77190A5}"/>
              </a:ext>
            </a:extLst>
          </p:cNvPr>
          <p:cNvSpPr>
            <a:spLocks/>
          </p:cNvSpPr>
          <p:nvPr/>
        </p:nvSpPr>
        <p:spPr bwMode="auto">
          <a:xfrm>
            <a:off x="3356337" y="3679835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EFT_1_BODY">
            <a:extLst>
              <a:ext uri="{FF2B5EF4-FFF2-40B4-BE49-F238E27FC236}">
                <a16:creationId xmlns:a16="http://schemas.microsoft.com/office/drawing/2014/main" id="{93BE87D2-B369-4CD0-83F7-6A3A87E21031}"/>
              </a:ext>
            </a:extLst>
          </p:cNvPr>
          <p:cNvSpPr txBox="1"/>
          <p:nvPr/>
        </p:nvSpPr>
        <p:spPr>
          <a:xfrm>
            <a:off x="996230" y="2396250"/>
            <a:ext cx="2205012" cy="90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14" name="LEFT_2_BODY">
            <a:extLst>
              <a:ext uri="{FF2B5EF4-FFF2-40B4-BE49-F238E27FC236}">
                <a16:creationId xmlns:a16="http://schemas.microsoft.com/office/drawing/2014/main" id="{D7D89B63-D7B6-4A33-A0F9-711E596CFA18}"/>
              </a:ext>
            </a:extLst>
          </p:cNvPr>
          <p:cNvSpPr txBox="1"/>
          <p:nvPr/>
        </p:nvSpPr>
        <p:spPr>
          <a:xfrm>
            <a:off x="996230" y="3837027"/>
            <a:ext cx="2205012" cy="90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23" name="Rectangle 58">
            <a:extLst>
              <a:ext uri="{FF2B5EF4-FFF2-40B4-BE49-F238E27FC236}">
                <a16:creationId xmlns:a16="http://schemas.microsoft.com/office/drawing/2014/main" id="{56599F78-EF92-4474-9F93-1723A0B71750}"/>
              </a:ext>
            </a:extLst>
          </p:cNvPr>
          <p:cNvSpPr/>
          <p:nvPr/>
        </p:nvSpPr>
        <p:spPr>
          <a:xfrm>
            <a:off x="3681413" y="1860287"/>
            <a:ext cx="4829175" cy="723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675AE479-9609-4165-A95A-340C528BFC43}"/>
              </a:ext>
            </a:extLst>
          </p:cNvPr>
          <p:cNvSpPr>
            <a:spLocks noEditPoints="1"/>
          </p:cNvSpPr>
          <p:nvPr/>
        </p:nvSpPr>
        <p:spPr bwMode="auto">
          <a:xfrm>
            <a:off x="3518678" y="2351192"/>
            <a:ext cx="334212" cy="313442"/>
          </a:xfrm>
          <a:custGeom>
            <a:avLst/>
            <a:gdLst>
              <a:gd name="T0" fmla="*/ 1005 w 1441"/>
              <a:gd name="T1" fmla="*/ 76 h 1348"/>
              <a:gd name="T2" fmla="*/ 902 w 1441"/>
              <a:gd name="T3" fmla="*/ 214 h 1348"/>
              <a:gd name="T4" fmla="*/ 747 w 1441"/>
              <a:gd name="T5" fmla="*/ 95 h 1348"/>
              <a:gd name="T6" fmla="*/ 699 w 1441"/>
              <a:gd name="T7" fmla="*/ 165 h 1348"/>
              <a:gd name="T8" fmla="*/ 1352 w 1441"/>
              <a:gd name="T9" fmla="*/ 461 h 1348"/>
              <a:gd name="T10" fmla="*/ 1189 w 1441"/>
              <a:gd name="T11" fmla="*/ 503 h 1348"/>
              <a:gd name="T12" fmla="*/ 488 w 1441"/>
              <a:gd name="T13" fmla="*/ 67 h 1348"/>
              <a:gd name="T14" fmla="*/ 1116 w 1441"/>
              <a:gd name="T15" fmla="*/ 337 h 1348"/>
              <a:gd name="T16" fmla="*/ 1179 w 1441"/>
              <a:gd name="T17" fmla="*/ 206 h 1348"/>
              <a:gd name="T18" fmla="*/ 93 w 1441"/>
              <a:gd name="T19" fmla="*/ 461 h 1348"/>
              <a:gd name="T20" fmla="*/ 111 w 1441"/>
              <a:gd name="T21" fmla="*/ 417 h 1348"/>
              <a:gd name="T22" fmla="*/ 366 w 1441"/>
              <a:gd name="T23" fmla="*/ 340 h 1348"/>
              <a:gd name="T24" fmla="*/ 227 w 1441"/>
              <a:gd name="T25" fmla="*/ 210 h 1348"/>
              <a:gd name="T26" fmla="*/ 961 w 1441"/>
              <a:gd name="T27" fmla="*/ 829 h 1348"/>
              <a:gd name="T28" fmla="*/ 1122 w 1441"/>
              <a:gd name="T29" fmla="*/ 582 h 1348"/>
              <a:gd name="T30" fmla="*/ 723 w 1441"/>
              <a:gd name="T31" fmla="*/ 291 h 1348"/>
              <a:gd name="T32" fmla="*/ 703 w 1441"/>
              <a:gd name="T33" fmla="*/ 405 h 1348"/>
              <a:gd name="T34" fmla="*/ 857 w 1441"/>
              <a:gd name="T35" fmla="*/ 587 h 1348"/>
              <a:gd name="T36" fmla="*/ 909 w 1441"/>
              <a:gd name="T37" fmla="*/ 819 h 1348"/>
              <a:gd name="T38" fmla="*/ 742 w 1441"/>
              <a:gd name="T39" fmla="*/ 942 h 1348"/>
              <a:gd name="T40" fmla="*/ 536 w 1441"/>
              <a:gd name="T41" fmla="*/ 825 h 1348"/>
              <a:gd name="T42" fmla="*/ 388 w 1441"/>
              <a:gd name="T43" fmla="*/ 621 h 1348"/>
              <a:gd name="T44" fmla="*/ 643 w 1441"/>
              <a:gd name="T45" fmla="*/ 467 h 1348"/>
              <a:gd name="T46" fmla="*/ 326 w 1441"/>
              <a:gd name="T47" fmla="*/ 582 h 1348"/>
              <a:gd name="T48" fmla="*/ 485 w 1441"/>
              <a:gd name="T49" fmla="*/ 837 h 1348"/>
              <a:gd name="T50" fmla="*/ 712 w 1441"/>
              <a:gd name="T51" fmla="*/ 992 h 1348"/>
              <a:gd name="T52" fmla="*/ 994 w 1441"/>
              <a:gd name="T53" fmla="*/ 1061 h 1348"/>
              <a:gd name="T54" fmla="*/ 389 w 1441"/>
              <a:gd name="T55" fmla="*/ 1154 h 1348"/>
              <a:gd name="T56" fmla="*/ 265 w 1441"/>
              <a:gd name="T57" fmla="*/ 1223 h 1348"/>
              <a:gd name="T58" fmla="*/ 172 w 1441"/>
              <a:gd name="T59" fmla="*/ 1165 h 1348"/>
              <a:gd name="T60" fmla="*/ 194 w 1441"/>
              <a:gd name="T61" fmla="*/ 1018 h 1348"/>
              <a:gd name="T62" fmla="*/ 378 w 1441"/>
              <a:gd name="T63" fmla="*/ 1020 h 1348"/>
              <a:gd name="T64" fmla="*/ 307 w 1441"/>
              <a:gd name="T65" fmla="*/ 834 h 1348"/>
              <a:gd name="T66" fmla="*/ 174 w 1441"/>
              <a:gd name="T67" fmla="*/ 972 h 1348"/>
              <a:gd name="T68" fmla="*/ 115 w 1441"/>
              <a:gd name="T69" fmla="*/ 1146 h 1348"/>
              <a:gd name="T70" fmla="*/ 141 w 1441"/>
              <a:gd name="T71" fmla="*/ 1339 h 1348"/>
              <a:gd name="T72" fmla="*/ 453 w 1441"/>
              <a:gd name="T73" fmla="*/ 1339 h 1348"/>
              <a:gd name="T74" fmla="*/ 1274 w 1441"/>
              <a:gd name="T75" fmla="*/ 972 h 1348"/>
              <a:gd name="T76" fmla="*/ 1139 w 1441"/>
              <a:gd name="T77" fmla="*/ 832 h 1348"/>
              <a:gd name="T78" fmla="*/ 1061 w 1441"/>
              <a:gd name="T79" fmla="*/ 1019 h 1348"/>
              <a:gd name="T80" fmla="*/ 1172 w 1441"/>
              <a:gd name="T81" fmla="*/ 905 h 1348"/>
              <a:gd name="T82" fmla="*/ 1368 w 1441"/>
              <a:gd name="T83" fmla="*/ 1038 h 1348"/>
              <a:gd name="T84" fmla="*/ 1290 w 1441"/>
              <a:gd name="T85" fmla="*/ 1278 h 1348"/>
              <a:gd name="T86" fmla="*/ 1039 w 1441"/>
              <a:gd name="T87" fmla="*/ 1269 h 1348"/>
              <a:gd name="T88" fmla="*/ 984 w 1441"/>
              <a:gd name="T89" fmla="*/ 1310 h 1348"/>
              <a:gd name="T90" fmla="*/ 1175 w 1441"/>
              <a:gd name="T91" fmla="*/ 1275 h 1348"/>
              <a:gd name="T92" fmla="*/ 1324 w 1441"/>
              <a:gd name="T93" fmla="*/ 1176 h 1348"/>
              <a:gd name="T94" fmla="*/ 1418 w 1441"/>
              <a:gd name="T95" fmla="*/ 997 h 1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41" h="1348">
                <a:moveTo>
                  <a:pt x="923" y="232"/>
                </a:moveTo>
                <a:cubicBezTo>
                  <a:pt x="935" y="233"/>
                  <a:pt x="944" y="227"/>
                  <a:pt x="948" y="216"/>
                </a:cubicBezTo>
                <a:cubicBezTo>
                  <a:pt x="966" y="173"/>
                  <a:pt x="984" y="129"/>
                  <a:pt x="1002" y="85"/>
                </a:cubicBezTo>
                <a:cubicBezTo>
                  <a:pt x="1003" y="82"/>
                  <a:pt x="1004" y="78"/>
                  <a:pt x="1005" y="76"/>
                </a:cubicBezTo>
                <a:cubicBezTo>
                  <a:pt x="1003" y="63"/>
                  <a:pt x="997" y="54"/>
                  <a:pt x="985" y="52"/>
                </a:cubicBezTo>
                <a:cubicBezTo>
                  <a:pt x="972" y="49"/>
                  <a:pt x="962" y="55"/>
                  <a:pt x="957" y="67"/>
                </a:cubicBezTo>
                <a:cubicBezTo>
                  <a:pt x="939" y="111"/>
                  <a:pt x="921" y="155"/>
                  <a:pt x="903" y="198"/>
                </a:cubicBezTo>
                <a:cubicBezTo>
                  <a:pt x="901" y="203"/>
                  <a:pt x="901" y="209"/>
                  <a:pt x="902" y="214"/>
                </a:cubicBezTo>
                <a:cubicBezTo>
                  <a:pt x="905" y="225"/>
                  <a:pt x="912" y="231"/>
                  <a:pt x="923" y="232"/>
                </a:cubicBezTo>
                <a:close/>
                <a:moveTo>
                  <a:pt x="723" y="192"/>
                </a:moveTo>
                <a:cubicBezTo>
                  <a:pt x="737" y="192"/>
                  <a:pt x="747" y="182"/>
                  <a:pt x="747" y="166"/>
                </a:cubicBezTo>
                <a:cubicBezTo>
                  <a:pt x="747" y="142"/>
                  <a:pt x="747" y="119"/>
                  <a:pt x="747" y="95"/>
                </a:cubicBezTo>
                <a:cubicBezTo>
                  <a:pt x="747" y="73"/>
                  <a:pt x="747" y="50"/>
                  <a:pt x="747" y="28"/>
                </a:cubicBezTo>
                <a:cubicBezTo>
                  <a:pt x="747" y="10"/>
                  <a:pt x="738" y="0"/>
                  <a:pt x="723" y="0"/>
                </a:cubicBezTo>
                <a:cubicBezTo>
                  <a:pt x="708" y="0"/>
                  <a:pt x="699" y="10"/>
                  <a:pt x="699" y="27"/>
                </a:cubicBezTo>
                <a:cubicBezTo>
                  <a:pt x="699" y="73"/>
                  <a:pt x="699" y="119"/>
                  <a:pt x="699" y="165"/>
                </a:cubicBezTo>
                <a:cubicBezTo>
                  <a:pt x="699" y="182"/>
                  <a:pt x="708" y="192"/>
                  <a:pt x="723" y="192"/>
                </a:cubicBezTo>
                <a:close/>
                <a:moveTo>
                  <a:pt x="1189" y="503"/>
                </a:moveTo>
                <a:cubicBezTo>
                  <a:pt x="1194" y="515"/>
                  <a:pt x="1207" y="521"/>
                  <a:pt x="1220" y="516"/>
                </a:cubicBezTo>
                <a:cubicBezTo>
                  <a:pt x="1264" y="498"/>
                  <a:pt x="1308" y="480"/>
                  <a:pt x="1352" y="461"/>
                </a:cubicBezTo>
                <a:cubicBezTo>
                  <a:pt x="1360" y="458"/>
                  <a:pt x="1365" y="448"/>
                  <a:pt x="1368" y="444"/>
                </a:cubicBezTo>
                <a:cubicBezTo>
                  <a:pt x="1368" y="422"/>
                  <a:pt x="1352" y="410"/>
                  <a:pt x="1337" y="416"/>
                </a:cubicBezTo>
                <a:cubicBezTo>
                  <a:pt x="1291" y="434"/>
                  <a:pt x="1246" y="453"/>
                  <a:pt x="1201" y="472"/>
                </a:cubicBezTo>
                <a:cubicBezTo>
                  <a:pt x="1189" y="477"/>
                  <a:pt x="1184" y="491"/>
                  <a:pt x="1189" y="503"/>
                </a:cubicBezTo>
                <a:close/>
                <a:moveTo>
                  <a:pt x="498" y="216"/>
                </a:moveTo>
                <a:cubicBezTo>
                  <a:pt x="504" y="230"/>
                  <a:pt x="517" y="235"/>
                  <a:pt x="530" y="231"/>
                </a:cubicBezTo>
                <a:cubicBezTo>
                  <a:pt x="542" y="226"/>
                  <a:pt x="549" y="212"/>
                  <a:pt x="543" y="198"/>
                </a:cubicBezTo>
                <a:cubicBezTo>
                  <a:pt x="525" y="155"/>
                  <a:pt x="507" y="111"/>
                  <a:pt x="488" y="67"/>
                </a:cubicBezTo>
                <a:cubicBezTo>
                  <a:pt x="485" y="60"/>
                  <a:pt x="475" y="54"/>
                  <a:pt x="472" y="51"/>
                </a:cubicBezTo>
                <a:cubicBezTo>
                  <a:pt x="448" y="51"/>
                  <a:pt x="437" y="68"/>
                  <a:pt x="444" y="85"/>
                </a:cubicBezTo>
                <a:cubicBezTo>
                  <a:pt x="462" y="129"/>
                  <a:pt x="480" y="172"/>
                  <a:pt x="498" y="216"/>
                </a:cubicBezTo>
                <a:close/>
                <a:moveTo>
                  <a:pt x="1116" y="337"/>
                </a:moveTo>
                <a:cubicBezTo>
                  <a:pt x="1149" y="305"/>
                  <a:pt x="1181" y="273"/>
                  <a:pt x="1213" y="241"/>
                </a:cubicBezTo>
                <a:cubicBezTo>
                  <a:pt x="1218" y="236"/>
                  <a:pt x="1220" y="228"/>
                  <a:pt x="1225" y="220"/>
                </a:cubicBezTo>
                <a:cubicBezTo>
                  <a:pt x="1219" y="212"/>
                  <a:pt x="1215" y="204"/>
                  <a:pt x="1209" y="200"/>
                </a:cubicBezTo>
                <a:cubicBezTo>
                  <a:pt x="1198" y="193"/>
                  <a:pt x="1188" y="197"/>
                  <a:pt x="1179" y="206"/>
                </a:cubicBezTo>
                <a:cubicBezTo>
                  <a:pt x="1146" y="239"/>
                  <a:pt x="1114" y="271"/>
                  <a:pt x="1081" y="304"/>
                </a:cubicBezTo>
                <a:cubicBezTo>
                  <a:pt x="1070" y="316"/>
                  <a:pt x="1069" y="329"/>
                  <a:pt x="1079" y="339"/>
                </a:cubicBezTo>
                <a:cubicBezTo>
                  <a:pt x="1090" y="350"/>
                  <a:pt x="1104" y="350"/>
                  <a:pt x="1116" y="337"/>
                </a:cubicBezTo>
                <a:close/>
                <a:moveTo>
                  <a:pt x="93" y="461"/>
                </a:moveTo>
                <a:cubicBezTo>
                  <a:pt x="137" y="480"/>
                  <a:pt x="183" y="499"/>
                  <a:pt x="228" y="517"/>
                </a:cubicBezTo>
                <a:cubicBezTo>
                  <a:pt x="243" y="523"/>
                  <a:pt x="259" y="511"/>
                  <a:pt x="259" y="488"/>
                </a:cubicBezTo>
                <a:cubicBezTo>
                  <a:pt x="256" y="485"/>
                  <a:pt x="251" y="475"/>
                  <a:pt x="243" y="472"/>
                </a:cubicBezTo>
                <a:cubicBezTo>
                  <a:pt x="200" y="452"/>
                  <a:pt x="155" y="435"/>
                  <a:pt x="111" y="417"/>
                </a:cubicBezTo>
                <a:cubicBezTo>
                  <a:pt x="98" y="412"/>
                  <a:pt x="85" y="418"/>
                  <a:pt x="80" y="430"/>
                </a:cubicBezTo>
                <a:cubicBezTo>
                  <a:pt x="75" y="442"/>
                  <a:pt x="80" y="455"/>
                  <a:pt x="93" y="461"/>
                </a:cubicBezTo>
                <a:close/>
                <a:moveTo>
                  <a:pt x="330" y="338"/>
                </a:moveTo>
                <a:cubicBezTo>
                  <a:pt x="342" y="350"/>
                  <a:pt x="356" y="350"/>
                  <a:pt x="366" y="340"/>
                </a:cubicBezTo>
                <a:cubicBezTo>
                  <a:pt x="377" y="330"/>
                  <a:pt x="377" y="316"/>
                  <a:pt x="364" y="303"/>
                </a:cubicBezTo>
                <a:cubicBezTo>
                  <a:pt x="332" y="271"/>
                  <a:pt x="300" y="238"/>
                  <a:pt x="268" y="207"/>
                </a:cubicBezTo>
                <a:cubicBezTo>
                  <a:pt x="263" y="202"/>
                  <a:pt x="255" y="199"/>
                  <a:pt x="247" y="194"/>
                </a:cubicBezTo>
                <a:cubicBezTo>
                  <a:pt x="239" y="200"/>
                  <a:pt x="231" y="204"/>
                  <a:pt x="227" y="210"/>
                </a:cubicBezTo>
                <a:cubicBezTo>
                  <a:pt x="221" y="220"/>
                  <a:pt x="224" y="231"/>
                  <a:pt x="232" y="239"/>
                </a:cubicBezTo>
                <a:cubicBezTo>
                  <a:pt x="265" y="272"/>
                  <a:pt x="297" y="305"/>
                  <a:pt x="330" y="338"/>
                </a:cubicBezTo>
                <a:close/>
                <a:moveTo>
                  <a:pt x="994" y="1061"/>
                </a:moveTo>
                <a:cubicBezTo>
                  <a:pt x="983" y="984"/>
                  <a:pt x="971" y="906"/>
                  <a:pt x="961" y="829"/>
                </a:cubicBezTo>
                <a:cubicBezTo>
                  <a:pt x="960" y="822"/>
                  <a:pt x="963" y="812"/>
                  <a:pt x="968" y="807"/>
                </a:cubicBezTo>
                <a:cubicBezTo>
                  <a:pt x="1025" y="748"/>
                  <a:pt x="1082" y="690"/>
                  <a:pt x="1139" y="632"/>
                </a:cubicBezTo>
                <a:cubicBezTo>
                  <a:pt x="1148" y="623"/>
                  <a:pt x="1155" y="614"/>
                  <a:pt x="1151" y="600"/>
                </a:cubicBezTo>
                <a:cubicBezTo>
                  <a:pt x="1146" y="587"/>
                  <a:pt x="1134" y="584"/>
                  <a:pt x="1122" y="582"/>
                </a:cubicBezTo>
                <a:cubicBezTo>
                  <a:pt x="1041" y="569"/>
                  <a:pt x="961" y="555"/>
                  <a:pt x="880" y="541"/>
                </a:cubicBezTo>
                <a:cubicBezTo>
                  <a:pt x="871" y="540"/>
                  <a:pt x="866" y="536"/>
                  <a:pt x="862" y="528"/>
                </a:cubicBezTo>
                <a:cubicBezTo>
                  <a:pt x="824" y="455"/>
                  <a:pt x="786" y="381"/>
                  <a:pt x="747" y="308"/>
                </a:cubicBezTo>
                <a:cubicBezTo>
                  <a:pt x="742" y="298"/>
                  <a:pt x="735" y="291"/>
                  <a:pt x="723" y="291"/>
                </a:cubicBezTo>
                <a:cubicBezTo>
                  <a:pt x="711" y="291"/>
                  <a:pt x="704" y="298"/>
                  <a:pt x="699" y="308"/>
                </a:cubicBezTo>
                <a:cubicBezTo>
                  <a:pt x="686" y="333"/>
                  <a:pt x="673" y="357"/>
                  <a:pt x="660" y="382"/>
                </a:cubicBezTo>
                <a:cubicBezTo>
                  <a:pt x="652" y="399"/>
                  <a:pt x="654" y="412"/>
                  <a:pt x="668" y="420"/>
                </a:cubicBezTo>
                <a:cubicBezTo>
                  <a:pt x="681" y="427"/>
                  <a:pt x="694" y="422"/>
                  <a:pt x="703" y="405"/>
                </a:cubicBezTo>
                <a:cubicBezTo>
                  <a:pt x="709" y="393"/>
                  <a:pt x="716" y="381"/>
                  <a:pt x="723" y="367"/>
                </a:cubicBezTo>
                <a:cubicBezTo>
                  <a:pt x="727" y="374"/>
                  <a:pt x="730" y="379"/>
                  <a:pt x="732" y="384"/>
                </a:cubicBezTo>
                <a:cubicBezTo>
                  <a:pt x="764" y="444"/>
                  <a:pt x="796" y="504"/>
                  <a:pt x="826" y="564"/>
                </a:cubicBezTo>
                <a:cubicBezTo>
                  <a:pt x="833" y="578"/>
                  <a:pt x="843" y="585"/>
                  <a:pt x="857" y="587"/>
                </a:cubicBezTo>
                <a:cubicBezTo>
                  <a:pt x="889" y="592"/>
                  <a:pt x="921" y="598"/>
                  <a:pt x="953" y="603"/>
                </a:cubicBezTo>
                <a:cubicBezTo>
                  <a:pt x="994" y="610"/>
                  <a:pt x="1035" y="617"/>
                  <a:pt x="1078" y="624"/>
                </a:cubicBezTo>
                <a:cubicBezTo>
                  <a:pt x="1024" y="679"/>
                  <a:pt x="973" y="732"/>
                  <a:pt x="921" y="784"/>
                </a:cubicBezTo>
                <a:cubicBezTo>
                  <a:pt x="911" y="795"/>
                  <a:pt x="907" y="806"/>
                  <a:pt x="909" y="819"/>
                </a:cubicBezTo>
                <a:cubicBezTo>
                  <a:pt x="915" y="856"/>
                  <a:pt x="920" y="892"/>
                  <a:pt x="926" y="929"/>
                </a:cubicBezTo>
                <a:cubicBezTo>
                  <a:pt x="931" y="966"/>
                  <a:pt x="937" y="1003"/>
                  <a:pt x="942" y="1041"/>
                </a:cubicBezTo>
                <a:cubicBezTo>
                  <a:pt x="936" y="1038"/>
                  <a:pt x="931" y="1036"/>
                  <a:pt x="926" y="1033"/>
                </a:cubicBezTo>
                <a:cubicBezTo>
                  <a:pt x="865" y="1003"/>
                  <a:pt x="803" y="973"/>
                  <a:pt x="742" y="942"/>
                </a:cubicBezTo>
                <a:cubicBezTo>
                  <a:pt x="729" y="935"/>
                  <a:pt x="717" y="935"/>
                  <a:pt x="704" y="942"/>
                </a:cubicBezTo>
                <a:cubicBezTo>
                  <a:pt x="643" y="973"/>
                  <a:pt x="581" y="1004"/>
                  <a:pt x="519" y="1034"/>
                </a:cubicBezTo>
                <a:cubicBezTo>
                  <a:pt x="515" y="1036"/>
                  <a:pt x="510" y="1038"/>
                  <a:pt x="504" y="1041"/>
                </a:cubicBezTo>
                <a:cubicBezTo>
                  <a:pt x="515" y="967"/>
                  <a:pt x="525" y="896"/>
                  <a:pt x="536" y="825"/>
                </a:cubicBezTo>
                <a:cubicBezTo>
                  <a:pt x="539" y="808"/>
                  <a:pt x="535" y="794"/>
                  <a:pt x="522" y="781"/>
                </a:cubicBezTo>
                <a:cubicBezTo>
                  <a:pt x="473" y="733"/>
                  <a:pt x="426" y="683"/>
                  <a:pt x="378" y="634"/>
                </a:cubicBezTo>
                <a:cubicBezTo>
                  <a:pt x="375" y="632"/>
                  <a:pt x="373" y="629"/>
                  <a:pt x="369" y="625"/>
                </a:cubicBezTo>
                <a:cubicBezTo>
                  <a:pt x="377" y="623"/>
                  <a:pt x="382" y="622"/>
                  <a:pt x="388" y="621"/>
                </a:cubicBezTo>
                <a:cubicBezTo>
                  <a:pt x="456" y="609"/>
                  <a:pt x="523" y="598"/>
                  <a:pt x="590" y="587"/>
                </a:cubicBezTo>
                <a:cubicBezTo>
                  <a:pt x="602" y="585"/>
                  <a:pt x="611" y="581"/>
                  <a:pt x="617" y="570"/>
                </a:cubicBezTo>
                <a:cubicBezTo>
                  <a:pt x="628" y="547"/>
                  <a:pt x="640" y="525"/>
                  <a:pt x="652" y="502"/>
                </a:cubicBezTo>
                <a:cubicBezTo>
                  <a:pt x="659" y="487"/>
                  <a:pt x="656" y="474"/>
                  <a:pt x="643" y="467"/>
                </a:cubicBezTo>
                <a:cubicBezTo>
                  <a:pt x="630" y="460"/>
                  <a:pt x="617" y="465"/>
                  <a:pt x="609" y="481"/>
                </a:cubicBezTo>
                <a:cubicBezTo>
                  <a:pt x="600" y="497"/>
                  <a:pt x="592" y="514"/>
                  <a:pt x="582" y="529"/>
                </a:cubicBezTo>
                <a:cubicBezTo>
                  <a:pt x="579" y="534"/>
                  <a:pt x="573" y="540"/>
                  <a:pt x="567" y="541"/>
                </a:cubicBezTo>
                <a:cubicBezTo>
                  <a:pt x="487" y="555"/>
                  <a:pt x="406" y="569"/>
                  <a:pt x="326" y="582"/>
                </a:cubicBezTo>
                <a:cubicBezTo>
                  <a:pt x="313" y="584"/>
                  <a:pt x="300" y="586"/>
                  <a:pt x="295" y="601"/>
                </a:cubicBezTo>
                <a:cubicBezTo>
                  <a:pt x="290" y="615"/>
                  <a:pt x="300" y="624"/>
                  <a:pt x="309" y="633"/>
                </a:cubicBezTo>
                <a:cubicBezTo>
                  <a:pt x="364" y="689"/>
                  <a:pt x="419" y="746"/>
                  <a:pt x="475" y="802"/>
                </a:cubicBezTo>
                <a:cubicBezTo>
                  <a:pt x="485" y="813"/>
                  <a:pt x="487" y="823"/>
                  <a:pt x="485" y="837"/>
                </a:cubicBezTo>
                <a:cubicBezTo>
                  <a:pt x="473" y="915"/>
                  <a:pt x="462" y="995"/>
                  <a:pt x="450" y="1074"/>
                </a:cubicBezTo>
                <a:cubicBezTo>
                  <a:pt x="448" y="1085"/>
                  <a:pt x="448" y="1096"/>
                  <a:pt x="459" y="1103"/>
                </a:cubicBezTo>
                <a:cubicBezTo>
                  <a:pt x="469" y="1111"/>
                  <a:pt x="480" y="1108"/>
                  <a:pt x="491" y="1102"/>
                </a:cubicBezTo>
                <a:cubicBezTo>
                  <a:pt x="565" y="1066"/>
                  <a:pt x="639" y="1029"/>
                  <a:pt x="712" y="992"/>
                </a:cubicBezTo>
                <a:cubicBezTo>
                  <a:pt x="720" y="988"/>
                  <a:pt x="726" y="988"/>
                  <a:pt x="734" y="992"/>
                </a:cubicBezTo>
                <a:cubicBezTo>
                  <a:pt x="805" y="1028"/>
                  <a:pt x="875" y="1063"/>
                  <a:pt x="946" y="1098"/>
                </a:cubicBezTo>
                <a:cubicBezTo>
                  <a:pt x="959" y="1104"/>
                  <a:pt x="973" y="1114"/>
                  <a:pt x="988" y="1103"/>
                </a:cubicBezTo>
                <a:cubicBezTo>
                  <a:pt x="1003" y="1092"/>
                  <a:pt x="997" y="1076"/>
                  <a:pt x="994" y="1061"/>
                </a:cubicBezTo>
                <a:close/>
                <a:moveTo>
                  <a:pt x="450" y="1233"/>
                </a:moveTo>
                <a:cubicBezTo>
                  <a:pt x="446" y="1204"/>
                  <a:pt x="442" y="1175"/>
                  <a:pt x="437" y="1146"/>
                </a:cubicBezTo>
                <a:cubicBezTo>
                  <a:pt x="434" y="1130"/>
                  <a:pt x="422" y="1121"/>
                  <a:pt x="409" y="1123"/>
                </a:cubicBezTo>
                <a:cubicBezTo>
                  <a:pt x="395" y="1125"/>
                  <a:pt x="387" y="1138"/>
                  <a:pt x="389" y="1154"/>
                </a:cubicBezTo>
                <a:cubicBezTo>
                  <a:pt x="392" y="1176"/>
                  <a:pt x="396" y="1198"/>
                  <a:pt x="399" y="1219"/>
                </a:cubicBezTo>
                <a:cubicBezTo>
                  <a:pt x="401" y="1238"/>
                  <a:pt x="404" y="1256"/>
                  <a:pt x="406" y="1277"/>
                </a:cubicBezTo>
                <a:cubicBezTo>
                  <a:pt x="368" y="1258"/>
                  <a:pt x="332" y="1241"/>
                  <a:pt x="297" y="1223"/>
                </a:cubicBezTo>
                <a:cubicBezTo>
                  <a:pt x="286" y="1217"/>
                  <a:pt x="276" y="1217"/>
                  <a:pt x="265" y="1223"/>
                </a:cubicBezTo>
                <a:cubicBezTo>
                  <a:pt x="248" y="1232"/>
                  <a:pt x="231" y="1240"/>
                  <a:pt x="214" y="1249"/>
                </a:cubicBezTo>
                <a:cubicBezTo>
                  <a:pt x="195" y="1258"/>
                  <a:pt x="176" y="1267"/>
                  <a:pt x="156" y="1277"/>
                </a:cubicBezTo>
                <a:cubicBezTo>
                  <a:pt x="156" y="1270"/>
                  <a:pt x="156" y="1266"/>
                  <a:pt x="157" y="1262"/>
                </a:cubicBezTo>
                <a:cubicBezTo>
                  <a:pt x="162" y="1229"/>
                  <a:pt x="165" y="1197"/>
                  <a:pt x="172" y="1165"/>
                </a:cubicBezTo>
                <a:cubicBezTo>
                  <a:pt x="176" y="1145"/>
                  <a:pt x="170" y="1131"/>
                  <a:pt x="155" y="1118"/>
                </a:cubicBezTo>
                <a:cubicBezTo>
                  <a:pt x="129" y="1092"/>
                  <a:pt x="104" y="1066"/>
                  <a:pt x="78" y="1039"/>
                </a:cubicBezTo>
                <a:cubicBezTo>
                  <a:pt x="83" y="1037"/>
                  <a:pt x="87" y="1036"/>
                  <a:pt x="91" y="1035"/>
                </a:cubicBezTo>
                <a:cubicBezTo>
                  <a:pt x="125" y="1029"/>
                  <a:pt x="160" y="1023"/>
                  <a:pt x="194" y="1018"/>
                </a:cubicBezTo>
                <a:cubicBezTo>
                  <a:pt x="210" y="1016"/>
                  <a:pt x="219" y="1008"/>
                  <a:pt x="226" y="995"/>
                </a:cubicBezTo>
                <a:cubicBezTo>
                  <a:pt x="243" y="960"/>
                  <a:pt x="262" y="926"/>
                  <a:pt x="281" y="889"/>
                </a:cubicBezTo>
                <a:cubicBezTo>
                  <a:pt x="299" y="924"/>
                  <a:pt x="318" y="957"/>
                  <a:pt x="333" y="991"/>
                </a:cubicBezTo>
                <a:cubicBezTo>
                  <a:pt x="343" y="1012"/>
                  <a:pt x="358" y="1018"/>
                  <a:pt x="378" y="1020"/>
                </a:cubicBezTo>
                <a:cubicBezTo>
                  <a:pt x="391" y="1021"/>
                  <a:pt x="402" y="1012"/>
                  <a:pt x="405" y="1001"/>
                </a:cubicBezTo>
                <a:cubicBezTo>
                  <a:pt x="407" y="988"/>
                  <a:pt x="400" y="978"/>
                  <a:pt x="388" y="972"/>
                </a:cubicBezTo>
                <a:cubicBezTo>
                  <a:pt x="382" y="969"/>
                  <a:pt x="376" y="964"/>
                  <a:pt x="372" y="959"/>
                </a:cubicBezTo>
                <a:cubicBezTo>
                  <a:pt x="350" y="917"/>
                  <a:pt x="328" y="876"/>
                  <a:pt x="307" y="834"/>
                </a:cubicBezTo>
                <a:cubicBezTo>
                  <a:pt x="301" y="823"/>
                  <a:pt x="295" y="813"/>
                  <a:pt x="281" y="813"/>
                </a:cubicBezTo>
                <a:cubicBezTo>
                  <a:pt x="267" y="813"/>
                  <a:pt x="261" y="823"/>
                  <a:pt x="255" y="834"/>
                </a:cubicBezTo>
                <a:cubicBezTo>
                  <a:pt x="233" y="876"/>
                  <a:pt x="212" y="918"/>
                  <a:pt x="189" y="959"/>
                </a:cubicBezTo>
                <a:cubicBezTo>
                  <a:pt x="186" y="965"/>
                  <a:pt x="180" y="971"/>
                  <a:pt x="174" y="972"/>
                </a:cubicBezTo>
                <a:cubicBezTo>
                  <a:pt x="127" y="981"/>
                  <a:pt x="79" y="988"/>
                  <a:pt x="31" y="996"/>
                </a:cubicBezTo>
                <a:cubicBezTo>
                  <a:pt x="19" y="998"/>
                  <a:pt x="9" y="1001"/>
                  <a:pt x="4" y="1014"/>
                </a:cubicBezTo>
                <a:cubicBezTo>
                  <a:pt x="0" y="1027"/>
                  <a:pt x="7" y="1036"/>
                  <a:pt x="15" y="1044"/>
                </a:cubicBezTo>
                <a:cubicBezTo>
                  <a:pt x="49" y="1078"/>
                  <a:pt x="82" y="1112"/>
                  <a:pt x="115" y="1146"/>
                </a:cubicBezTo>
                <a:cubicBezTo>
                  <a:pt x="119" y="1151"/>
                  <a:pt x="123" y="1158"/>
                  <a:pt x="122" y="1164"/>
                </a:cubicBezTo>
                <a:cubicBezTo>
                  <a:pt x="116" y="1212"/>
                  <a:pt x="109" y="1261"/>
                  <a:pt x="101" y="1309"/>
                </a:cubicBezTo>
                <a:cubicBezTo>
                  <a:pt x="99" y="1321"/>
                  <a:pt x="100" y="1331"/>
                  <a:pt x="109" y="1339"/>
                </a:cubicBezTo>
                <a:cubicBezTo>
                  <a:pt x="120" y="1348"/>
                  <a:pt x="131" y="1344"/>
                  <a:pt x="141" y="1339"/>
                </a:cubicBezTo>
                <a:cubicBezTo>
                  <a:pt x="184" y="1317"/>
                  <a:pt x="227" y="1296"/>
                  <a:pt x="270" y="1275"/>
                </a:cubicBezTo>
                <a:cubicBezTo>
                  <a:pt x="278" y="1271"/>
                  <a:pt x="284" y="1271"/>
                  <a:pt x="292" y="1275"/>
                </a:cubicBezTo>
                <a:cubicBezTo>
                  <a:pt x="335" y="1296"/>
                  <a:pt x="378" y="1317"/>
                  <a:pt x="421" y="1339"/>
                </a:cubicBezTo>
                <a:cubicBezTo>
                  <a:pt x="432" y="1344"/>
                  <a:pt x="442" y="1347"/>
                  <a:pt x="453" y="1339"/>
                </a:cubicBezTo>
                <a:cubicBezTo>
                  <a:pt x="463" y="1331"/>
                  <a:pt x="463" y="1320"/>
                  <a:pt x="461" y="1309"/>
                </a:cubicBezTo>
                <a:cubicBezTo>
                  <a:pt x="457" y="1284"/>
                  <a:pt x="453" y="1259"/>
                  <a:pt x="450" y="1233"/>
                </a:cubicBezTo>
                <a:close/>
                <a:moveTo>
                  <a:pt x="1418" y="997"/>
                </a:moveTo>
                <a:cubicBezTo>
                  <a:pt x="1370" y="989"/>
                  <a:pt x="1322" y="981"/>
                  <a:pt x="1274" y="972"/>
                </a:cubicBezTo>
                <a:cubicBezTo>
                  <a:pt x="1267" y="971"/>
                  <a:pt x="1259" y="965"/>
                  <a:pt x="1256" y="959"/>
                </a:cubicBezTo>
                <a:cubicBezTo>
                  <a:pt x="1233" y="917"/>
                  <a:pt x="1211" y="875"/>
                  <a:pt x="1189" y="832"/>
                </a:cubicBezTo>
                <a:cubicBezTo>
                  <a:pt x="1184" y="821"/>
                  <a:pt x="1177" y="814"/>
                  <a:pt x="1164" y="814"/>
                </a:cubicBezTo>
                <a:cubicBezTo>
                  <a:pt x="1152" y="814"/>
                  <a:pt x="1145" y="821"/>
                  <a:pt x="1139" y="832"/>
                </a:cubicBezTo>
                <a:cubicBezTo>
                  <a:pt x="1118" y="874"/>
                  <a:pt x="1096" y="916"/>
                  <a:pt x="1074" y="957"/>
                </a:cubicBezTo>
                <a:cubicBezTo>
                  <a:pt x="1070" y="963"/>
                  <a:pt x="1063" y="969"/>
                  <a:pt x="1056" y="972"/>
                </a:cubicBezTo>
                <a:cubicBezTo>
                  <a:pt x="1045" y="978"/>
                  <a:pt x="1039" y="986"/>
                  <a:pt x="1040" y="998"/>
                </a:cubicBezTo>
                <a:cubicBezTo>
                  <a:pt x="1042" y="1010"/>
                  <a:pt x="1049" y="1019"/>
                  <a:pt x="1061" y="1019"/>
                </a:cubicBezTo>
                <a:cubicBezTo>
                  <a:pt x="1080" y="1020"/>
                  <a:pt x="1099" y="1017"/>
                  <a:pt x="1109" y="997"/>
                </a:cubicBezTo>
                <a:cubicBezTo>
                  <a:pt x="1123" y="965"/>
                  <a:pt x="1140" y="935"/>
                  <a:pt x="1156" y="905"/>
                </a:cubicBezTo>
                <a:cubicBezTo>
                  <a:pt x="1158" y="901"/>
                  <a:pt x="1161" y="897"/>
                  <a:pt x="1164" y="891"/>
                </a:cubicBezTo>
                <a:cubicBezTo>
                  <a:pt x="1168" y="897"/>
                  <a:pt x="1170" y="901"/>
                  <a:pt x="1172" y="905"/>
                </a:cubicBezTo>
                <a:cubicBezTo>
                  <a:pt x="1189" y="935"/>
                  <a:pt x="1205" y="966"/>
                  <a:pt x="1220" y="997"/>
                </a:cubicBezTo>
                <a:cubicBezTo>
                  <a:pt x="1226" y="1009"/>
                  <a:pt x="1235" y="1016"/>
                  <a:pt x="1249" y="1017"/>
                </a:cubicBezTo>
                <a:cubicBezTo>
                  <a:pt x="1274" y="1021"/>
                  <a:pt x="1298" y="1025"/>
                  <a:pt x="1323" y="1030"/>
                </a:cubicBezTo>
                <a:cubicBezTo>
                  <a:pt x="1337" y="1032"/>
                  <a:pt x="1351" y="1035"/>
                  <a:pt x="1368" y="1038"/>
                </a:cubicBezTo>
                <a:cubicBezTo>
                  <a:pt x="1339" y="1068"/>
                  <a:pt x="1312" y="1096"/>
                  <a:pt x="1285" y="1123"/>
                </a:cubicBezTo>
                <a:cubicBezTo>
                  <a:pt x="1274" y="1133"/>
                  <a:pt x="1270" y="1144"/>
                  <a:pt x="1273" y="1158"/>
                </a:cubicBezTo>
                <a:cubicBezTo>
                  <a:pt x="1275" y="1174"/>
                  <a:pt x="1278" y="1191"/>
                  <a:pt x="1280" y="1207"/>
                </a:cubicBezTo>
                <a:cubicBezTo>
                  <a:pt x="1283" y="1230"/>
                  <a:pt x="1287" y="1253"/>
                  <a:pt x="1290" y="1278"/>
                </a:cubicBezTo>
                <a:cubicBezTo>
                  <a:pt x="1253" y="1259"/>
                  <a:pt x="1218" y="1242"/>
                  <a:pt x="1183" y="1224"/>
                </a:cubicBezTo>
                <a:cubicBezTo>
                  <a:pt x="1170" y="1218"/>
                  <a:pt x="1159" y="1218"/>
                  <a:pt x="1145" y="1224"/>
                </a:cubicBezTo>
                <a:cubicBezTo>
                  <a:pt x="1111" y="1242"/>
                  <a:pt x="1076" y="1259"/>
                  <a:pt x="1038" y="1278"/>
                </a:cubicBezTo>
                <a:cubicBezTo>
                  <a:pt x="1039" y="1273"/>
                  <a:pt x="1039" y="1271"/>
                  <a:pt x="1039" y="1269"/>
                </a:cubicBezTo>
                <a:cubicBezTo>
                  <a:pt x="1045" y="1229"/>
                  <a:pt x="1051" y="1189"/>
                  <a:pt x="1056" y="1149"/>
                </a:cubicBezTo>
                <a:cubicBezTo>
                  <a:pt x="1058" y="1135"/>
                  <a:pt x="1048" y="1124"/>
                  <a:pt x="1035" y="1123"/>
                </a:cubicBezTo>
                <a:cubicBezTo>
                  <a:pt x="1023" y="1121"/>
                  <a:pt x="1011" y="1130"/>
                  <a:pt x="1009" y="1144"/>
                </a:cubicBezTo>
                <a:cubicBezTo>
                  <a:pt x="1000" y="1199"/>
                  <a:pt x="992" y="1254"/>
                  <a:pt x="984" y="1310"/>
                </a:cubicBezTo>
                <a:cubicBezTo>
                  <a:pt x="983" y="1322"/>
                  <a:pt x="983" y="1333"/>
                  <a:pt x="994" y="1340"/>
                </a:cubicBezTo>
                <a:cubicBezTo>
                  <a:pt x="1005" y="1347"/>
                  <a:pt x="1015" y="1344"/>
                  <a:pt x="1025" y="1338"/>
                </a:cubicBezTo>
                <a:cubicBezTo>
                  <a:pt x="1068" y="1317"/>
                  <a:pt x="1111" y="1296"/>
                  <a:pt x="1154" y="1275"/>
                </a:cubicBezTo>
                <a:cubicBezTo>
                  <a:pt x="1160" y="1272"/>
                  <a:pt x="1169" y="1272"/>
                  <a:pt x="1175" y="1275"/>
                </a:cubicBezTo>
                <a:cubicBezTo>
                  <a:pt x="1218" y="1296"/>
                  <a:pt x="1261" y="1317"/>
                  <a:pt x="1304" y="1338"/>
                </a:cubicBezTo>
                <a:cubicBezTo>
                  <a:pt x="1314" y="1344"/>
                  <a:pt x="1324" y="1347"/>
                  <a:pt x="1335" y="1340"/>
                </a:cubicBezTo>
                <a:cubicBezTo>
                  <a:pt x="1345" y="1333"/>
                  <a:pt x="1346" y="1322"/>
                  <a:pt x="1344" y="1311"/>
                </a:cubicBezTo>
                <a:cubicBezTo>
                  <a:pt x="1338" y="1266"/>
                  <a:pt x="1332" y="1221"/>
                  <a:pt x="1324" y="1176"/>
                </a:cubicBezTo>
                <a:cubicBezTo>
                  <a:pt x="1322" y="1162"/>
                  <a:pt x="1324" y="1152"/>
                  <a:pt x="1334" y="1142"/>
                </a:cubicBezTo>
                <a:cubicBezTo>
                  <a:pt x="1368" y="1109"/>
                  <a:pt x="1400" y="1076"/>
                  <a:pt x="1432" y="1042"/>
                </a:cubicBezTo>
                <a:cubicBezTo>
                  <a:pt x="1438" y="1035"/>
                  <a:pt x="1441" y="1024"/>
                  <a:pt x="1441" y="1015"/>
                </a:cubicBezTo>
                <a:cubicBezTo>
                  <a:pt x="1440" y="1004"/>
                  <a:pt x="1429" y="999"/>
                  <a:pt x="1418" y="9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7580BDA9-EC45-4A5F-82C7-953990639D4B}"/>
              </a:ext>
            </a:extLst>
          </p:cNvPr>
          <p:cNvSpPr>
            <a:spLocks noEditPoints="1"/>
          </p:cNvSpPr>
          <p:nvPr/>
        </p:nvSpPr>
        <p:spPr bwMode="auto">
          <a:xfrm>
            <a:off x="3520566" y="3791169"/>
            <a:ext cx="330436" cy="348376"/>
          </a:xfrm>
          <a:custGeom>
            <a:avLst/>
            <a:gdLst>
              <a:gd name="T0" fmla="*/ 474 w 1426"/>
              <a:gd name="T1" fmla="*/ 745 h 1500"/>
              <a:gd name="T2" fmla="*/ 516 w 1426"/>
              <a:gd name="T3" fmla="*/ 752 h 1500"/>
              <a:gd name="T4" fmla="*/ 726 w 1426"/>
              <a:gd name="T5" fmla="*/ 961 h 1500"/>
              <a:gd name="T6" fmla="*/ 1251 w 1426"/>
              <a:gd name="T7" fmla="*/ 40 h 1500"/>
              <a:gd name="T8" fmla="*/ 1067 w 1426"/>
              <a:gd name="T9" fmla="*/ 131 h 1500"/>
              <a:gd name="T10" fmla="*/ 686 w 1426"/>
              <a:gd name="T11" fmla="*/ 101 h 1500"/>
              <a:gd name="T12" fmla="*/ 314 w 1426"/>
              <a:gd name="T13" fmla="*/ 465 h 1500"/>
              <a:gd name="T14" fmla="*/ 681 w 1426"/>
              <a:gd name="T15" fmla="*/ 334 h 1500"/>
              <a:gd name="T16" fmla="*/ 911 w 1426"/>
              <a:gd name="T17" fmla="*/ 509 h 1500"/>
              <a:gd name="T18" fmla="*/ 1224 w 1426"/>
              <a:gd name="T19" fmla="*/ 411 h 1500"/>
              <a:gd name="T20" fmla="*/ 1408 w 1426"/>
              <a:gd name="T21" fmla="*/ 311 h 1500"/>
              <a:gd name="T22" fmla="*/ 980 w 1426"/>
              <a:gd name="T23" fmla="*/ 474 h 1500"/>
              <a:gd name="T24" fmla="*/ 726 w 1426"/>
              <a:gd name="T25" fmla="*/ 344 h 1500"/>
              <a:gd name="T26" fmla="*/ 913 w 1426"/>
              <a:gd name="T27" fmla="*/ 358 h 1500"/>
              <a:gd name="T28" fmla="*/ 784 w 1426"/>
              <a:gd name="T29" fmla="*/ 283 h 1500"/>
              <a:gd name="T30" fmla="*/ 409 w 1426"/>
              <a:gd name="T31" fmla="*/ 432 h 1500"/>
              <a:gd name="T32" fmla="*/ 349 w 1426"/>
              <a:gd name="T33" fmla="*/ 353 h 1500"/>
              <a:gd name="T34" fmla="*/ 1051 w 1426"/>
              <a:gd name="T35" fmla="*/ 190 h 1500"/>
              <a:gd name="T36" fmla="*/ 1154 w 1426"/>
              <a:gd name="T37" fmla="*/ 403 h 1500"/>
              <a:gd name="T38" fmla="*/ 1262 w 1426"/>
              <a:gd name="T39" fmla="*/ 389 h 1500"/>
              <a:gd name="T40" fmla="*/ 1186 w 1426"/>
              <a:gd name="T41" fmla="*/ 53 h 1500"/>
              <a:gd name="T42" fmla="*/ 1369 w 1426"/>
              <a:gd name="T43" fmla="*/ 329 h 1500"/>
              <a:gd name="T44" fmla="*/ 101 w 1426"/>
              <a:gd name="T45" fmla="*/ 1165 h 1500"/>
              <a:gd name="T46" fmla="*/ 168 w 1426"/>
              <a:gd name="T47" fmla="*/ 1197 h 1500"/>
              <a:gd name="T48" fmla="*/ 1117 w 1426"/>
              <a:gd name="T49" fmla="*/ 1038 h 1500"/>
              <a:gd name="T50" fmla="*/ 747 w 1426"/>
              <a:gd name="T51" fmla="*/ 1165 h 1500"/>
              <a:gd name="T52" fmla="*/ 420 w 1426"/>
              <a:gd name="T53" fmla="*/ 984 h 1500"/>
              <a:gd name="T54" fmla="*/ 198 w 1426"/>
              <a:gd name="T55" fmla="*/ 1085 h 1500"/>
              <a:gd name="T56" fmla="*/ 18 w 1426"/>
              <a:gd name="T57" fmla="*/ 1189 h 1500"/>
              <a:gd name="T58" fmla="*/ 331 w 1426"/>
              <a:gd name="T59" fmla="*/ 1444 h 1500"/>
              <a:gd name="T60" fmla="*/ 603 w 1426"/>
              <a:gd name="T61" fmla="*/ 1417 h 1500"/>
              <a:gd name="T62" fmla="*/ 1117 w 1426"/>
              <a:gd name="T63" fmla="*/ 1171 h 1500"/>
              <a:gd name="T64" fmla="*/ 246 w 1426"/>
              <a:gd name="T65" fmla="*/ 1444 h 1500"/>
              <a:gd name="T66" fmla="*/ 64 w 1426"/>
              <a:gd name="T67" fmla="*/ 1137 h 1500"/>
              <a:gd name="T68" fmla="*/ 163 w 1426"/>
              <a:gd name="T69" fmla="*/ 1110 h 1500"/>
              <a:gd name="T70" fmla="*/ 1092 w 1426"/>
              <a:gd name="T71" fmla="*/ 1136 h 1500"/>
              <a:gd name="T72" fmla="*/ 610 w 1426"/>
              <a:gd name="T73" fmla="*/ 1375 h 1500"/>
              <a:gd name="T74" fmla="*/ 222 w 1426"/>
              <a:gd name="T75" fmla="*/ 1127 h 1500"/>
              <a:gd name="T76" fmla="*/ 449 w 1426"/>
              <a:gd name="T77" fmla="*/ 1026 h 1500"/>
              <a:gd name="T78" fmla="*/ 700 w 1426"/>
              <a:gd name="T79" fmla="*/ 1156 h 1500"/>
              <a:gd name="T80" fmla="*/ 512 w 1426"/>
              <a:gd name="T81" fmla="*/ 1142 h 1500"/>
              <a:gd name="T82" fmla="*/ 641 w 1426"/>
              <a:gd name="T83" fmla="*/ 1218 h 1500"/>
              <a:gd name="T84" fmla="*/ 1014 w 1426"/>
              <a:gd name="T85" fmla="*/ 1069 h 1500"/>
              <a:gd name="T86" fmla="*/ 1302 w 1426"/>
              <a:gd name="T87" fmla="*/ 293 h 1500"/>
              <a:gd name="T88" fmla="*/ 1287 w 1426"/>
              <a:gd name="T89" fmla="*/ 352 h 1500"/>
              <a:gd name="T90" fmla="*/ 1302 w 1426"/>
              <a:gd name="T91" fmla="*/ 293 h 1500"/>
              <a:gd name="T92" fmla="*/ 686 w 1426"/>
              <a:gd name="T93" fmla="*/ 698 h 1500"/>
              <a:gd name="T94" fmla="*/ 806 w 1426"/>
              <a:gd name="T95" fmla="*/ 714 h 1500"/>
              <a:gd name="T96" fmla="*/ 748 w 1426"/>
              <a:gd name="T97" fmla="*/ 604 h 1500"/>
              <a:gd name="T98" fmla="*/ 707 w 1426"/>
              <a:gd name="T99" fmla="*/ 625 h 1500"/>
              <a:gd name="T100" fmla="*/ 708 w 1426"/>
              <a:gd name="T101" fmla="*/ 768 h 1500"/>
              <a:gd name="T102" fmla="*/ 748 w 1426"/>
              <a:gd name="T103" fmla="*/ 834 h 1500"/>
              <a:gd name="T104" fmla="*/ 634 w 1426"/>
              <a:gd name="T105" fmla="*/ 810 h 1500"/>
              <a:gd name="T106" fmla="*/ 727 w 1426"/>
              <a:gd name="T107" fmla="*/ 917 h 1500"/>
              <a:gd name="T108" fmla="*/ 752 w 1426"/>
              <a:gd name="T109" fmla="*/ 732 h 1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26" h="1500">
                <a:moveTo>
                  <a:pt x="980" y="754"/>
                </a:moveTo>
                <a:cubicBezTo>
                  <a:pt x="981" y="617"/>
                  <a:pt x="870" y="502"/>
                  <a:pt x="736" y="498"/>
                </a:cubicBezTo>
                <a:cubicBezTo>
                  <a:pt x="598" y="494"/>
                  <a:pt x="477" y="601"/>
                  <a:pt x="474" y="745"/>
                </a:cubicBezTo>
                <a:cubicBezTo>
                  <a:pt x="471" y="888"/>
                  <a:pt x="583" y="1002"/>
                  <a:pt x="726" y="1004"/>
                </a:cubicBezTo>
                <a:cubicBezTo>
                  <a:pt x="862" y="1005"/>
                  <a:pt x="978" y="891"/>
                  <a:pt x="980" y="754"/>
                </a:cubicBezTo>
                <a:close/>
                <a:moveTo>
                  <a:pt x="516" y="752"/>
                </a:moveTo>
                <a:cubicBezTo>
                  <a:pt x="516" y="635"/>
                  <a:pt x="610" y="540"/>
                  <a:pt x="726" y="540"/>
                </a:cubicBezTo>
                <a:cubicBezTo>
                  <a:pt x="842" y="540"/>
                  <a:pt x="936" y="634"/>
                  <a:pt x="937" y="751"/>
                </a:cubicBezTo>
                <a:cubicBezTo>
                  <a:pt x="937" y="867"/>
                  <a:pt x="843" y="960"/>
                  <a:pt x="726" y="961"/>
                </a:cubicBezTo>
                <a:cubicBezTo>
                  <a:pt x="611" y="961"/>
                  <a:pt x="516" y="866"/>
                  <a:pt x="516" y="752"/>
                </a:cubicBezTo>
                <a:close/>
                <a:moveTo>
                  <a:pt x="1408" y="311"/>
                </a:moveTo>
                <a:cubicBezTo>
                  <a:pt x="1356" y="221"/>
                  <a:pt x="1304" y="130"/>
                  <a:pt x="1251" y="40"/>
                </a:cubicBezTo>
                <a:cubicBezTo>
                  <a:pt x="1233" y="9"/>
                  <a:pt x="1195" y="0"/>
                  <a:pt x="1163" y="17"/>
                </a:cubicBezTo>
                <a:cubicBezTo>
                  <a:pt x="1140" y="29"/>
                  <a:pt x="1118" y="42"/>
                  <a:pt x="1096" y="55"/>
                </a:cubicBezTo>
                <a:cubicBezTo>
                  <a:pt x="1070" y="72"/>
                  <a:pt x="1059" y="101"/>
                  <a:pt x="1067" y="131"/>
                </a:cubicBezTo>
                <a:cubicBezTo>
                  <a:pt x="1071" y="145"/>
                  <a:pt x="1066" y="150"/>
                  <a:pt x="1051" y="146"/>
                </a:cubicBezTo>
                <a:cubicBezTo>
                  <a:pt x="975" y="125"/>
                  <a:pt x="900" y="105"/>
                  <a:pt x="825" y="84"/>
                </a:cubicBezTo>
                <a:cubicBezTo>
                  <a:pt x="775" y="69"/>
                  <a:pt x="730" y="74"/>
                  <a:pt x="686" y="101"/>
                </a:cubicBezTo>
                <a:cubicBezTo>
                  <a:pt x="575" y="169"/>
                  <a:pt x="463" y="236"/>
                  <a:pt x="352" y="303"/>
                </a:cubicBezTo>
                <a:cubicBezTo>
                  <a:pt x="337" y="312"/>
                  <a:pt x="322" y="320"/>
                  <a:pt x="308" y="330"/>
                </a:cubicBezTo>
                <a:cubicBezTo>
                  <a:pt x="262" y="368"/>
                  <a:pt x="265" y="432"/>
                  <a:pt x="314" y="465"/>
                </a:cubicBezTo>
                <a:cubicBezTo>
                  <a:pt x="354" y="492"/>
                  <a:pt x="395" y="489"/>
                  <a:pt x="435" y="467"/>
                </a:cubicBezTo>
                <a:cubicBezTo>
                  <a:pt x="513" y="426"/>
                  <a:pt x="590" y="383"/>
                  <a:pt x="667" y="341"/>
                </a:cubicBezTo>
                <a:cubicBezTo>
                  <a:pt x="671" y="339"/>
                  <a:pt x="675" y="337"/>
                  <a:pt x="681" y="334"/>
                </a:cubicBezTo>
                <a:cubicBezTo>
                  <a:pt x="666" y="370"/>
                  <a:pt x="678" y="397"/>
                  <a:pt x="702" y="419"/>
                </a:cubicBezTo>
                <a:cubicBezTo>
                  <a:pt x="718" y="433"/>
                  <a:pt x="736" y="446"/>
                  <a:pt x="754" y="456"/>
                </a:cubicBezTo>
                <a:cubicBezTo>
                  <a:pt x="803" y="483"/>
                  <a:pt x="856" y="499"/>
                  <a:pt x="911" y="509"/>
                </a:cubicBezTo>
                <a:cubicBezTo>
                  <a:pt x="986" y="523"/>
                  <a:pt x="1059" y="523"/>
                  <a:pt x="1123" y="471"/>
                </a:cubicBezTo>
                <a:cubicBezTo>
                  <a:pt x="1129" y="467"/>
                  <a:pt x="1137" y="463"/>
                  <a:pt x="1144" y="459"/>
                </a:cubicBezTo>
                <a:cubicBezTo>
                  <a:pt x="1171" y="443"/>
                  <a:pt x="1197" y="427"/>
                  <a:pt x="1224" y="411"/>
                </a:cubicBezTo>
                <a:cubicBezTo>
                  <a:pt x="1258" y="452"/>
                  <a:pt x="1286" y="457"/>
                  <a:pt x="1332" y="430"/>
                </a:cubicBezTo>
                <a:cubicBezTo>
                  <a:pt x="1349" y="420"/>
                  <a:pt x="1366" y="411"/>
                  <a:pt x="1383" y="400"/>
                </a:cubicBezTo>
                <a:cubicBezTo>
                  <a:pt x="1414" y="381"/>
                  <a:pt x="1426" y="343"/>
                  <a:pt x="1408" y="311"/>
                </a:cubicBezTo>
                <a:close/>
                <a:moveTo>
                  <a:pt x="1154" y="403"/>
                </a:moveTo>
                <a:cubicBezTo>
                  <a:pt x="1131" y="417"/>
                  <a:pt x="1106" y="431"/>
                  <a:pt x="1083" y="447"/>
                </a:cubicBezTo>
                <a:cubicBezTo>
                  <a:pt x="1051" y="469"/>
                  <a:pt x="1017" y="477"/>
                  <a:pt x="980" y="474"/>
                </a:cubicBezTo>
                <a:cubicBezTo>
                  <a:pt x="903" y="469"/>
                  <a:pt x="830" y="451"/>
                  <a:pt x="763" y="412"/>
                </a:cubicBezTo>
                <a:cubicBezTo>
                  <a:pt x="749" y="403"/>
                  <a:pt x="736" y="392"/>
                  <a:pt x="724" y="379"/>
                </a:cubicBezTo>
                <a:cubicBezTo>
                  <a:pt x="713" y="367"/>
                  <a:pt x="715" y="356"/>
                  <a:pt x="726" y="344"/>
                </a:cubicBezTo>
                <a:cubicBezTo>
                  <a:pt x="742" y="327"/>
                  <a:pt x="759" y="319"/>
                  <a:pt x="782" y="325"/>
                </a:cubicBezTo>
                <a:cubicBezTo>
                  <a:pt x="822" y="335"/>
                  <a:pt x="863" y="345"/>
                  <a:pt x="903" y="355"/>
                </a:cubicBezTo>
                <a:cubicBezTo>
                  <a:pt x="906" y="356"/>
                  <a:pt x="909" y="357"/>
                  <a:pt x="913" y="358"/>
                </a:cubicBezTo>
                <a:cubicBezTo>
                  <a:pt x="925" y="362"/>
                  <a:pt x="938" y="356"/>
                  <a:pt x="940" y="345"/>
                </a:cubicBezTo>
                <a:cubicBezTo>
                  <a:pt x="943" y="332"/>
                  <a:pt x="939" y="322"/>
                  <a:pt x="926" y="318"/>
                </a:cubicBezTo>
                <a:cubicBezTo>
                  <a:pt x="879" y="306"/>
                  <a:pt x="832" y="292"/>
                  <a:pt x="784" y="283"/>
                </a:cubicBezTo>
                <a:cubicBezTo>
                  <a:pt x="756" y="278"/>
                  <a:pt x="726" y="280"/>
                  <a:pt x="697" y="283"/>
                </a:cubicBezTo>
                <a:cubicBezTo>
                  <a:pt x="684" y="283"/>
                  <a:pt x="670" y="291"/>
                  <a:pt x="658" y="297"/>
                </a:cubicBezTo>
                <a:cubicBezTo>
                  <a:pt x="575" y="342"/>
                  <a:pt x="493" y="388"/>
                  <a:pt x="409" y="432"/>
                </a:cubicBezTo>
                <a:cubicBezTo>
                  <a:pt x="384" y="446"/>
                  <a:pt x="357" y="446"/>
                  <a:pt x="334" y="427"/>
                </a:cubicBezTo>
                <a:cubicBezTo>
                  <a:pt x="314" y="410"/>
                  <a:pt x="312" y="387"/>
                  <a:pt x="330" y="368"/>
                </a:cubicBezTo>
                <a:cubicBezTo>
                  <a:pt x="336" y="362"/>
                  <a:pt x="342" y="357"/>
                  <a:pt x="349" y="353"/>
                </a:cubicBezTo>
                <a:cubicBezTo>
                  <a:pt x="466" y="283"/>
                  <a:pt x="583" y="214"/>
                  <a:pt x="700" y="142"/>
                </a:cubicBezTo>
                <a:cubicBezTo>
                  <a:pt x="739" y="118"/>
                  <a:pt x="777" y="113"/>
                  <a:pt x="821" y="126"/>
                </a:cubicBezTo>
                <a:cubicBezTo>
                  <a:pt x="897" y="149"/>
                  <a:pt x="974" y="170"/>
                  <a:pt x="1051" y="190"/>
                </a:cubicBezTo>
                <a:cubicBezTo>
                  <a:pt x="1063" y="193"/>
                  <a:pt x="1078" y="186"/>
                  <a:pt x="1094" y="184"/>
                </a:cubicBezTo>
                <a:cubicBezTo>
                  <a:pt x="1129" y="244"/>
                  <a:pt x="1166" y="308"/>
                  <a:pt x="1204" y="373"/>
                </a:cubicBezTo>
                <a:cubicBezTo>
                  <a:pt x="1187" y="383"/>
                  <a:pt x="1171" y="393"/>
                  <a:pt x="1154" y="403"/>
                </a:cubicBezTo>
                <a:close/>
                <a:moveTo>
                  <a:pt x="1359" y="366"/>
                </a:moveTo>
                <a:cubicBezTo>
                  <a:pt x="1339" y="377"/>
                  <a:pt x="1320" y="388"/>
                  <a:pt x="1300" y="399"/>
                </a:cubicBezTo>
                <a:cubicBezTo>
                  <a:pt x="1284" y="408"/>
                  <a:pt x="1271" y="405"/>
                  <a:pt x="1262" y="389"/>
                </a:cubicBezTo>
                <a:cubicBezTo>
                  <a:pt x="1212" y="302"/>
                  <a:pt x="1161" y="215"/>
                  <a:pt x="1111" y="127"/>
                </a:cubicBezTo>
                <a:cubicBezTo>
                  <a:pt x="1103" y="113"/>
                  <a:pt x="1105" y="101"/>
                  <a:pt x="1117" y="93"/>
                </a:cubicBezTo>
                <a:cubicBezTo>
                  <a:pt x="1139" y="79"/>
                  <a:pt x="1163" y="66"/>
                  <a:pt x="1186" y="53"/>
                </a:cubicBezTo>
                <a:cubicBezTo>
                  <a:pt x="1188" y="52"/>
                  <a:pt x="1191" y="52"/>
                  <a:pt x="1198" y="50"/>
                </a:cubicBezTo>
                <a:cubicBezTo>
                  <a:pt x="1203" y="54"/>
                  <a:pt x="1213" y="59"/>
                  <a:pt x="1217" y="66"/>
                </a:cubicBezTo>
                <a:cubicBezTo>
                  <a:pt x="1268" y="153"/>
                  <a:pt x="1319" y="241"/>
                  <a:pt x="1369" y="329"/>
                </a:cubicBezTo>
                <a:cubicBezTo>
                  <a:pt x="1378" y="344"/>
                  <a:pt x="1374" y="356"/>
                  <a:pt x="1359" y="366"/>
                </a:cubicBezTo>
                <a:close/>
                <a:moveTo>
                  <a:pt x="108" y="1142"/>
                </a:moveTo>
                <a:cubicBezTo>
                  <a:pt x="103" y="1146"/>
                  <a:pt x="99" y="1159"/>
                  <a:pt x="101" y="1165"/>
                </a:cubicBezTo>
                <a:cubicBezTo>
                  <a:pt x="107" y="1181"/>
                  <a:pt x="116" y="1196"/>
                  <a:pt x="127" y="1210"/>
                </a:cubicBezTo>
                <a:cubicBezTo>
                  <a:pt x="131" y="1215"/>
                  <a:pt x="143" y="1217"/>
                  <a:pt x="150" y="1216"/>
                </a:cubicBezTo>
                <a:cubicBezTo>
                  <a:pt x="157" y="1214"/>
                  <a:pt x="161" y="1205"/>
                  <a:pt x="168" y="1197"/>
                </a:cubicBezTo>
                <a:cubicBezTo>
                  <a:pt x="155" y="1177"/>
                  <a:pt x="144" y="1158"/>
                  <a:pt x="131" y="1141"/>
                </a:cubicBezTo>
                <a:cubicBezTo>
                  <a:pt x="128" y="1137"/>
                  <a:pt x="113" y="1138"/>
                  <a:pt x="108" y="1142"/>
                </a:cubicBezTo>
                <a:close/>
                <a:moveTo>
                  <a:pt x="1117" y="1038"/>
                </a:moveTo>
                <a:cubicBezTo>
                  <a:pt x="1083" y="1011"/>
                  <a:pt x="1034" y="1009"/>
                  <a:pt x="990" y="1033"/>
                </a:cubicBezTo>
                <a:cubicBezTo>
                  <a:pt x="913" y="1075"/>
                  <a:pt x="836" y="1117"/>
                  <a:pt x="759" y="1160"/>
                </a:cubicBezTo>
                <a:cubicBezTo>
                  <a:pt x="755" y="1161"/>
                  <a:pt x="751" y="1163"/>
                  <a:pt x="747" y="1165"/>
                </a:cubicBezTo>
                <a:cubicBezTo>
                  <a:pt x="756" y="1127"/>
                  <a:pt x="750" y="1106"/>
                  <a:pt x="722" y="1079"/>
                </a:cubicBezTo>
                <a:cubicBezTo>
                  <a:pt x="715" y="1072"/>
                  <a:pt x="706" y="1065"/>
                  <a:pt x="698" y="1060"/>
                </a:cubicBezTo>
                <a:cubicBezTo>
                  <a:pt x="613" y="1007"/>
                  <a:pt x="520" y="983"/>
                  <a:pt x="420" y="984"/>
                </a:cubicBezTo>
                <a:cubicBezTo>
                  <a:pt x="390" y="984"/>
                  <a:pt x="362" y="992"/>
                  <a:pt x="336" y="1008"/>
                </a:cubicBezTo>
                <a:cubicBezTo>
                  <a:pt x="292" y="1036"/>
                  <a:pt x="247" y="1063"/>
                  <a:pt x="202" y="1090"/>
                </a:cubicBezTo>
                <a:cubicBezTo>
                  <a:pt x="200" y="1088"/>
                  <a:pt x="199" y="1086"/>
                  <a:pt x="198" y="1085"/>
                </a:cubicBezTo>
                <a:cubicBezTo>
                  <a:pt x="173" y="1052"/>
                  <a:pt x="139" y="1044"/>
                  <a:pt x="104" y="1064"/>
                </a:cubicBezTo>
                <a:cubicBezTo>
                  <a:pt x="84" y="1076"/>
                  <a:pt x="63" y="1087"/>
                  <a:pt x="43" y="1100"/>
                </a:cubicBezTo>
                <a:cubicBezTo>
                  <a:pt x="12" y="1119"/>
                  <a:pt x="0" y="1157"/>
                  <a:pt x="18" y="1189"/>
                </a:cubicBezTo>
                <a:cubicBezTo>
                  <a:pt x="70" y="1279"/>
                  <a:pt x="122" y="1370"/>
                  <a:pt x="175" y="1460"/>
                </a:cubicBezTo>
                <a:cubicBezTo>
                  <a:pt x="193" y="1491"/>
                  <a:pt x="231" y="1500"/>
                  <a:pt x="263" y="1484"/>
                </a:cubicBezTo>
                <a:cubicBezTo>
                  <a:pt x="286" y="1471"/>
                  <a:pt x="309" y="1458"/>
                  <a:pt x="331" y="1444"/>
                </a:cubicBezTo>
                <a:cubicBezTo>
                  <a:pt x="357" y="1428"/>
                  <a:pt x="367" y="1399"/>
                  <a:pt x="360" y="1371"/>
                </a:cubicBezTo>
                <a:cubicBezTo>
                  <a:pt x="356" y="1355"/>
                  <a:pt x="360" y="1350"/>
                  <a:pt x="377" y="1354"/>
                </a:cubicBezTo>
                <a:cubicBezTo>
                  <a:pt x="452" y="1375"/>
                  <a:pt x="528" y="1395"/>
                  <a:pt x="603" y="1417"/>
                </a:cubicBezTo>
                <a:cubicBezTo>
                  <a:pt x="651" y="1431"/>
                  <a:pt x="696" y="1426"/>
                  <a:pt x="739" y="1400"/>
                </a:cubicBezTo>
                <a:cubicBezTo>
                  <a:pt x="834" y="1342"/>
                  <a:pt x="930" y="1285"/>
                  <a:pt x="1025" y="1227"/>
                </a:cubicBezTo>
                <a:cubicBezTo>
                  <a:pt x="1056" y="1209"/>
                  <a:pt x="1088" y="1192"/>
                  <a:pt x="1117" y="1171"/>
                </a:cubicBezTo>
                <a:cubicBezTo>
                  <a:pt x="1163" y="1135"/>
                  <a:pt x="1162" y="1074"/>
                  <a:pt x="1117" y="1038"/>
                </a:cubicBezTo>
                <a:close/>
                <a:moveTo>
                  <a:pt x="306" y="1410"/>
                </a:moveTo>
                <a:cubicBezTo>
                  <a:pt x="286" y="1422"/>
                  <a:pt x="266" y="1433"/>
                  <a:pt x="246" y="1444"/>
                </a:cubicBezTo>
                <a:cubicBezTo>
                  <a:pt x="230" y="1453"/>
                  <a:pt x="218" y="1450"/>
                  <a:pt x="209" y="1434"/>
                </a:cubicBezTo>
                <a:cubicBezTo>
                  <a:pt x="158" y="1347"/>
                  <a:pt x="108" y="1259"/>
                  <a:pt x="57" y="1171"/>
                </a:cubicBezTo>
                <a:cubicBezTo>
                  <a:pt x="49" y="1158"/>
                  <a:pt x="52" y="1145"/>
                  <a:pt x="64" y="1137"/>
                </a:cubicBezTo>
                <a:cubicBezTo>
                  <a:pt x="86" y="1124"/>
                  <a:pt x="108" y="1111"/>
                  <a:pt x="130" y="1099"/>
                </a:cubicBezTo>
                <a:cubicBezTo>
                  <a:pt x="133" y="1097"/>
                  <a:pt x="138" y="1097"/>
                  <a:pt x="145" y="1095"/>
                </a:cubicBezTo>
                <a:cubicBezTo>
                  <a:pt x="150" y="1099"/>
                  <a:pt x="159" y="1103"/>
                  <a:pt x="163" y="1110"/>
                </a:cubicBezTo>
                <a:cubicBezTo>
                  <a:pt x="214" y="1198"/>
                  <a:pt x="265" y="1285"/>
                  <a:pt x="315" y="1373"/>
                </a:cubicBezTo>
                <a:cubicBezTo>
                  <a:pt x="324" y="1389"/>
                  <a:pt x="321" y="1401"/>
                  <a:pt x="306" y="1410"/>
                </a:cubicBezTo>
                <a:close/>
                <a:moveTo>
                  <a:pt x="1092" y="1136"/>
                </a:moveTo>
                <a:cubicBezTo>
                  <a:pt x="1081" y="1145"/>
                  <a:pt x="1067" y="1152"/>
                  <a:pt x="1055" y="1159"/>
                </a:cubicBezTo>
                <a:cubicBezTo>
                  <a:pt x="944" y="1226"/>
                  <a:pt x="833" y="1292"/>
                  <a:pt x="723" y="1360"/>
                </a:cubicBezTo>
                <a:cubicBezTo>
                  <a:pt x="687" y="1382"/>
                  <a:pt x="651" y="1387"/>
                  <a:pt x="610" y="1375"/>
                </a:cubicBezTo>
                <a:cubicBezTo>
                  <a:pt x="532" y="1352"/>
                  <a:pt x="454" y="1331"/>
                  <a:pt x="375" y="1310"/>
                </a:cubicBezTo>
                <a:cubicBezTo>
                  <a:pt x="363" y="1307"/>
                  <a:pt x="349" y="1314"/>
                  <a:pt x="332" y="1316"/>
                </a:cubicBezTo>
                <a:cubicBezTo>
                  <a:pt x="297" y="1256"/>
                  <a:pt x="260" y="1192"/>
                  <a:pt x="222" y="1127"/>
                </a:cubicBezTo>
                <a:cubicBezTo>
                  <a:pt x="228" y="1124"/>
                  <a:pt x="232" y="1121"/>
                  <a:pt x="237" y="1118"/>
                </a:cubicBezTo>
                <a:cubicBezTo>
                  <a:pt x="273" y="1097"/>
                  <a:pt x="310" y="1077"/>
                  <a:pt x="344" y="1053"/>
                </a:cubicBezTo>
                <a:cubicBezTo>
                  <a:pt x="377" y="1031"/>
                  <a:pt x="411" y="1023"/>
                  <a:pt x="449" y="1026"/>
                </a:cubicBezTo>
                <a:cubicBezTo>
                  <a:pt x="524" y="1032"/>
                  <a:pt x="595" y="1049"/>
                  <a:pt x="660" y="1087"/>
                </a:cubicBezTo>
                <a:cubicBezTo>
                  <a:pt x="676" y="1095"/>
                  <a:pt x="690" y="1108"/>
                  <a:pt x="702" y="1121"/>
                </a:cubicBezTo>
                <a:cubicBezTo>
                  <a:pt x="713" y="1133"/>
                  <a:pt x="711" y="1144"/>
                  <a:pt x="700" y="1156"/>
                </a:cubicBezTo>
                <a:cubicBezTo>
                  <a:pt x="685" y="1173"/>
                  <a:pt x="667" y="1182"/>
                  <a:pt x="644" y="1175"/>
                </a:cubicBezTo>
                <a:cubicBezTo>
                  <a:pt x="604" y="1165"/>
                  <a:pt x="564" y="1155"/>
                  <a:pt x="524" y="1145"/>
                </a:cubicBezTo>
                <a:cubicBezTo>
                  <a:pt x="520" y="1144"/>
                  <a:pt x="516" y="1143"/>
                  <a:pt x="512" y="1142"/>
                </a:cubicBezTo>
                <a:cubicBezTo>
                  <a:pt x="501" y="1139"/>
                  <a:pt x="489" y="1145"/>
                  <a:pt x="486" y="1155"/>
                </a:cubicBezTo>
                <a:cubicBezTo>
                  <a:pt x="483" y="1168"/>
                  <a:pt x="487" y="1178"/>
                  <a:pt x="499" y="1182"/>
                </a:cubicBezTo>
                <a:cubicBezTo>
                  <a:pt x="547" y="1194"/>
                  <a:pt x="594" y="1207"/>
                  <a:pt x="641" y="1218"/>
                </a:cubicBezTo>
                <a:cubicBezTo>
                  <a:pt x="656" y="1221"/>
                  <a:pt x="672" y="1221"/>
                  <a:pt x="688" y="1222"/>
                </a:cubicBezTo>
                <a:cubicBezTo>
                  <a:pt x="719" y="1223"/>
                  <a:pt x="747" y="1216"/>
                  <a:pt x="775" y="1200"/>
                </a:cubicBezTo>
                <a:cubicBezTo>
                  <a:pt x="854" y="1155"/>
                  <a:pt x="934" y="1112"/>
                  <a:pt x="1014" y="1069"/>
                </a:cubicBezTo>
                <a:cubicBezTo>
                  <a:pt x="1037" y="1056"/>
                  <a:pt x="1061" y="1054"/>
                  <a:pt x="1085" y="1068"/>
                </a:cubicBezTo>
                <a:cubicBezTo>
                  <a:pt x="1113" y="1084"/>
                  <a:pt x="1116" y="1115"/>
                  <a:pt x="1092" y="1136"/>
                </a:cubicBezTo>
                <a:close/>
                <a:moveTo>
                  <a:pt x="1302" y="293"/>
                </a:moveTo>
                <a:cubicBezTo>
                  <a:pt x="1298" y="288"/>
                  <a:pt x="1291" y="285"/>
                  <a:pt x="1288" y="282"/>
                </a:cubicBezTo>
                <a:cubicBezTo>
                  <a:pt x="1268" y="282"/>
                  <a:pt x="1258" y="298"/>
                  <a:pt x="1265" y="313"/>
                </a:cubicBezTo>
                <a:cubicBezTo>
                  <a:pt x="1272" y="326"/>
                  <a:pt x="1279" y="339"/>
                  <a:pt x="1287" y="352"/>
                </a:cubicBezTo>
                <a:cubicBezTo>
                  <a:pt x="1294" y="363"/>
                  <a:pt x="1306" y="367"/>
                  <a:pt x="1317" y="360"/>
                </a:cubicBezTo>
                <a:cubicBezTo>
                  <a:pt x="1327" y="354"/>
                  <a:pt x="1330" y="343"/>
                  <a:pt x="1324" y="331"/>
                </a:cubicBezTo>
                <a:cubicBezTo>
                  <a:pt x="1317" y="318"/>
                  <a:pt x="1310" y="305"/>
                  <a:pt x="1302" y="293"/>
                </a:cubicBezTo>
                <a:close/>
                <a:moveTo>
                  <a:pt x="752" y="732"/>
                </a:moveTo>
                <a:cubicBezTo>
                  <a:pt x="738" y="730"/>
                  <a:pt x="724" y="727"/>
                  <a:pt x="710" y="724"/>
                </a:cubicBezTo>
                <a:cubicBezTo>
                  <a:pt x="697" y="720"/>
                  <a:pt x="686" y="713"/>
                  <a:pt x="686" y="698"/>
                </a:cubicBezTo>
                <a:cubicBezTo>
                  <a:pt x="686" y="682"/>
                  <a:pt x="697" y="674"/>
                  <a:pt x="710" y="669"/>
                </a:cubicBezTo>
                <a:cubicBezTo>
                  <a:pt x="738" y="659"/>
                  <a:pt x="761" y="670"/>
                  <a:pt x="777" y="701"/>
                </a:cubicBezTo>
                <a:cubicBezTo>
                  <a:pt x="784" y="715"/>
                  <a:pt x="794" y="720"/>
                  <a:pt x="806" y="714"/>
                </a:cubicBezTo>
                <a:cubicBezTo>
                  <a:pt x="818" y="709"/>
                  <a:pt x="821" y="698"/>
                  <a:pt x="816" y="684"/>
                </a:cubicBezTo>
                <a:cubicBezTo>
                  <a:pt x="806" y="661"/>
                  <a:pt x="792" y="642"/>
                  <a:pt x="768" y="633"/>
                </a:cubicBezTo>
                <a:cubicBezTo>
                  <a:pt x="754" y="627"/>
                  <a:pt x="747" y="621"/>
                  <a:pt x="748" y="604"/>
                </a:cubicBezTo>
                <a:cubicBezTo>
                  <a:pt x="750" y="592"/>
                  <a:pt x="739" y="584"/>
                  <a:pt x="727" y="585"/>
                </a:cubicBezTo>
                <a:cubicBezTo>
                  <a:pt x="715" y="586"/>
                  <a:pt x="708" y="592"/>
                  <a:pt x="707" y="605"/>
                </a:cubicBezTo>
                <a:cubicBezTo>
                  <a:pt x="707" y="612"/>
                  <a:pt x="707" y="619"/>
                  <a:pt x="707" y="625"/>
                </a:cubicBezTo>
                <a:cubicBezTo>
                  <a:pt x="699" y="628"/>
                  <a:pt x="692" y="630"/>
                  <a:pt x="686" y="633"/>
                </a:cubicBezTo>
                <a:cubicBezTo>
                  <a:pt x="660" y="647"/>
                  <a:pt x="644" y="668"/>
                  <a:pt x="644" y="699"/>
                </a:cubicBezTo>
                <a:cubicBezTo>
                  <a:pt x="644" y="732"/>
                  <a:pt x="669" y="759"/>
                  <a:pt x="708" y="768"/>
                </a:cubicBezTo>
                <a:cubicBezTo>
                  <a:pt x="723" y="771"/>
                  <a:pt x="738" y="773"/>
                  <a:pt x="753" y="777"/>
                </a:cubicBezTo>
                <a:cubicBezTo>
                  <a:pt x="768" y="782"/>
                  <a:pt x="778" y="796"/>
                  <a:pt x="777" y="808"/>
                </a:cubicBezTo>
                <a:cubicBezTo>
                  <a:pt x="776" y="821"/>
                  <a:pt x="764" y="832"/>
                  <a:pt x="748" y="834"/>
                </a:cubicBezTo>
                <a:cubicBezTo>
                  <a:pt x="716" y="839"/>
                  <a:pt x="681" y="830"/>
                  <a:pt x="673" y="796"/>
                </a:cubicBezTo>
                <a:cubicBezTo>
                  <a:pt x="671" y="784"/>
                  <a:pt x="658" y="779"/>
                  <a:pt x="647" y="783"/>
                </a:cubicBezTo>
                <a:cubicBezTo>
                  <a:pt x="635" y="788"/>
                  <a:pt x="631" y="797"/>
                  <a:pt x="634" y="810"/>
                </a:cubicBezTo>
                <a:cubicBezTo>
                  <a:pt x="641" y="837"/>
                  <a:pt x="657" y="856"/>
                  <a:pt x="682" y="868"/>
                </a:cubicBezTo>
                <a:cubicBezTo>
                  <a:pt x="690" y="871"/>
                  <a:pt x="698" y="874"/>
                  <a:pt x="707" y="877"/>
                </a:cubicBezTo>
                <a:cubicBezTo>
                  <a:pt x="708" y="893"/>
                  <a:pt x="702" y="916"/>
                  <a:pt x="727" y="917"/>
                </a:cubicBezTo>
                <a:cubicBezTo>
                  <a:pt x="753" y="918"/>
                  <a:pt x="748" y="894"/>
                  <a:pt x="750" y="878"/>
                </a:cubicBezTo>
                <a:cubicBezTo>
                  <a:pt x="784" y="870"/>
                  <a:pt x="810" y="855"/>
                  <a:pt x="818" y="821"/>
                </a:cubicBezTo>
                <a:cubicBezTo>
                  <a:pt x="827" y="781"/>
                  <a:pt x="797" y="741"/>
                  <a:pt x="752" y="7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2851EF9-36FF-4544-82EA-C63B00F814B9}"/>
              </a:ext>
            </a:extLst>
          </p:cNvPr>
          <p:cNvSpPr>
            <a:spLocks/>
          </p:cNvSpPr>
          <p:nvPr/>
        </p:nvSpPr>
        <p:spPr bwMode="auto">
          <a:xfrm>
            <a:off x="3356337" y="5168921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400">
              <a:latin typeface="Nunito" panose="00000500000000000000" pitchFamily="2" charset="-52"/>
            </a:endParaRPr>
          </a:p>
        </p:txBody>
      </p:sp>
      <p:sp>
        <p:nvSpPr>
          <p:cNvPr id="16" name="LEFT_3_BODY">
            <a:extLst>
              <a:ext uri="{FF2B5EF4-FFF2-40B4-BE49-F238E27FC236}">
                <a16:creationId xmlns:a16="http://schemas.microsoft.com/office/drawing/2014/main" id="{307D48B1-4ECE-40AF-A733-AAE58BE51976}"/>
              </a:ext>
            </a:extLst>
          </p:cNvPr>
          <p:cNvSpPr txBox="1"/>
          <p:nvPr/>
        </p:nvSpPr>
        <p:spPr>
          <a:xfrm>
            <a:off x="996230" y="5326113"/>
            <a:ext cx="2205012" cy="90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5FCB8F40-5F3D-4543-BB91-1F4C4685A342}"/>
              </a:ext>
            </a:extLst>
          </p:cNvPr>
          <p:cNvSpPr>
            <a:spLocks noEditPoints="1"/>
          </p:cNvSpPr>
          <p:nvPr/>
        </p:nvSpPr>
        <p:spPr bwMode="auto">
          <a:xfrm>
            <a:off x="3451313" y="5281199"/>
            <a:ext cx="349318" cy="346486"/>
          </a:xfrm>
          <a:custGeom>
            <a:avLst/>
            <a:gdLst>
              <a:gd name="T0" fmla="*/ 897 w 1506"/>
              <a:gd name="T1" fmla="*/ 27 h 1492"/>
              <a:gd name="T2" fmla="*/ 1119 w 1506"/>
              <a:gd name="T3" fmla="*/ 48 h 1492"/>
              <a:gd name="T4" fmla="*/ 1067 w 1506"/>
              <a:gd name="T5" fmla="*/ 90 h 1492"/>
              <a:gd name="T6" fmla="*/ 1182 w 1506"/>
              <a:gd name="T7" fmla="*/ 108 h 1492"/>
              <a:gd name="T8" fmla="*/ 1141 w 1506"/>
              <a:gd name="T9" fmla="*/ 161 h 1492"/>
              <a:gd name="T10" fmla="*/ 1015 w 1506"/>
              <a:gd name="T11" fmla="*/ 52 h 1492"/>
              <a:gd name="T12" fmla="*/ 973 w 1506"/>
              <a:gd name="T13" fmla="*/ 36 h 1492"/>
              <a:gd name="T14" fmla="*/ 914 w 1506"/>
              <a:gd name="T15" fmla="*/ 940 h 1492"/>
              <a:gd name="T16" fmla="*/ 269 w 1506"/>
              <a:gd name="T17" fmla="*/ 941 h 1492"/>
              <a:gd name="T18" fmla="*/ 56 w 1506"/>
              <a:gd name="T19" fmla="*/ 931 h 1492"/>
              <a:gd name="T20" fmla="*/ 280 w 1506"/>
              <a:gd name="T21" fmla="*/ 1476 h 1492"/>
              <a:gd name="T22" fmla="*/ 466 w 1506"/>
              <a:gd name="T23" fmla="*/ 1290 h 1492"/>
              <a:gd name="T24" fmla="*/ 927 w 1506"/>
              <a:gd name="T25" fmla="*/ 1327 h 1492"/>
              <a:gd name="T26" fmla="*/ 364 w 1506"/>
              <a:gd name="T27" fmla="*/ 1395 h 1492"/>
              <a:gd name="T28" fmla="*/ 57 w 1506"/>
              <a:gd name="T29" fmla="*/ 1010 h 1492"/>
              <a:gd name="T30" fmla="*/ 375 w 1506"/>
              <a:gd name="T31" fmla="*/ 1360 h 1492"/>
              <a:gd name="T32" fmla="*/ 1387 w 1506"/>
              <a:gd name="T33" fmla="*/ 1105 h 1492"/>
              <a:gd name="T34" fmla="*/ 565 w 1506"/>
              <a:gd name="T35" fmla="*/ 1241 h 1492"/>
              <a:gd name="T36" fmla="*/ 271 w 1506"/>
              <a:gd name="T37" fmla="*/ 988 h 1492"/>
              <a:gd name="T38" fmla="*/ 911 w 1506"/>
              <a:gd name="T39" fmla="*/ 984 h 1492"/>
              <a:gd name="T40" fmla="*/ 618 w 1506"/>
              <a:gd name="T41" fmla="*/ 1052 h 1492"/>
              <a:gd name="T42" fmla="*/ 865 w 1506"/>
              <a:gd name="T43" fmla="*/ 1162 h 1492"/>
              <a:gd name="T44" fmla="*/ 1396 w 1506"/>
              <a:gd name="T45" fmla="*/ 954 h 1492"/>
              <a:gd name="T46" fmla="*/ 674 w 1506"/>
              <a:gd name="T47" fmla="*/ 598 h 1492"/>
              <a:gd name="T48" fmla="*/ 1011 w 1506"/>
              <a:gd name="T49" fmla="*/ 933 h 1492"/>
              <a:gd name="T50" fmla="*/ 1327 w 1506"/>
              <a:gd name="T51" fmla="*/ 577 h 1492"/>
              <a:gd name="T52" fmla="*/ 1093 w 1506"/>
              <a:gd name="T53" fmla="*/ 260 h 1492"/>
              <a:gd name="T54" fmla="*/ 881 w 1506"/>
              <a:gd name="T55" fmla="*/ 268 h 1492"/>
              <a:gd name="T56" fmla="*/ 957 w 1506"/>
              <a:gd name="T57" fmla="*/ 872 h 1492"/>
              <a:gd name="T58" fmla="*/ 731 w 1506"/>
              <a:gd name="T59" fmla="*/ 618 h 1492"/>
              <a:gd name="T60" fmla="*/ 972 w 1506"/>
              <a:gd name="T61" fmla="*/ 610 h 1492"/>
              <a:gd name="T62" fmla="*/ 1019 w 1506"/>
              <a:gd name="T63" fmla="*/ 878 h 1492"/>
              <a:gd name="T64" fmla="*/ 1124 w 1506"/>
              <a:gd name="T65" fmla="*/ 673 h 1492"/>
              <a:gd name="T66" fmla="*/ 1271 w 1506"/>
              <a:gd name="T67" fmla="*/ 728 h 1492"/>
              <a:gd name="T68" fmla="*/ 1337 w 1506"/>
              <a:gd name="T69" fmla="*/ 523 h 1492"/>
              <a:gd name="T70" fmla="*/ 1037 w 1506"/>
              <a:gd name="T71" fmla="*/ 572 h 1492"/>
              <a:gd name="T72" fmla="*/ 937 w 1506"/>
              <a:gd name="T73" fmla="*/ 155 h 1492"/>
              <a:gd name="T74" fmla="*/ 1027 w 1506"/>
              <a:gd name="T75" fmla="*/ 305 h 1492"/>
              <a:gd name="T76" fmla="*/ 1023 w 1506"/>
              <a:gd name="T77" fmla="*/ 227 h 1492"/>
              <a:gd name="T78" fmla="*/ 962 w 1506"/>
              <a:gd name="T79" fmla="*/ 177 h 1492"/>
              <a:gd name="T80" fmla="*/ 973 w 1506"/>
              <a:gd name="T81" fmla="*/ 268 h 1492"/>
              <a:gd name="T82" fmla="*/ 929 w 1506"/>
              <a:gd name="T83" fmla="*/ 235 h 1492"/>
              <a:gd name="T84" fmla="*/ 1008 w 1506"/>
              <a:gd name="T85" fmla="*/ 407 h 1492"/>
              <a:gd name="T86" fmla="*/ 1039 w 1506"/>
              <a:gd name="T87" fmla="*/ 356 h 1492"/>
              <a:gd name="T88" fmla="*/ 939 w 1506"/>
              <a:gd name="T89" fmla="*/ 427 h 1492"/>
              <a:gd name="T90" fmla="*/ 1042 w 1506"/>
              <a:gd name="T91" fmla="*/ 436 h 1492"/>
              <a:gd name="T92" fmla="*/ 1250 w 1506"/>
              <a:gd name="T93" fmla="*/ 400 h 1492"/>
              <a:gd name="T94" fmla="*/ 913 w 1506"/>
              <a:gd name="T95" fmla="*/ 299 h 1492"/>
              <a:gd name="T96" fmla="*/ 935 w 1506"/>
              <a:gd name="T97" fmla="*/ 582 h 1492"/>
              <a:gd name="T98" fmla="*/ 690 w 1506"/>
              <a:gd name="T99" fmla="*/ 428 h 1492"/>
              <a:gd name="T100" fmla="*/ 858 w 1506"/>
              <a:gd name="T101" fmla="*/ 119 h 1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506" h="1492">
                <a:moveTo>
                  <a:pt x="892" y="86"/>
                </a:moveTo>
                <a:cubicBezTo>
                  <a:pt x="901" y="99"/>
                  <a:pt x="919" y="98"/>
                  <a:pt x="927" y="85"/>
                </a:cubicBezTo>
                <a:cubicBezTo>
                  <a:pt x="933" y="75"/>
                  <a:pt x="929" y="65"/>
                  <a:pt x="923" y="56"/>
                </a:cubicBezTo>
                <a:cubicBezTo>
                  <a:pt x="915" y="45"/>
                  <a:pt x="912" y="27"/>
                  <a:pt x="897" y="27"/>
                </a:cubicBezTo>
                <a:cubicBezTo>
                  <a:pt x="878" y="27"/>
                  <a:pt x="868" y="42"/>
                  <a:pt x="875" y="56"/>
                </a:cubicBezTo>
                <a:cubicBezTo>
                  <a:pt x="879" y="67"/>
                  <a:pt x="885" y="77"/>
                  <a:pt x="892" y="86"/>
                </a:cubicBezTo>
                <a:close/>
                <a:moveTo>
                  <a:pt x="1088" y="92"/>
                </a:moveTo>
                <a:cubicBezTo>
                  <a:pt x="1099" y="79"/>
                  <a:pt x="1108" y="64"/>
                  <a:pt x="1119" y="48"/>
                </a:cubicBezTo>
                <a:cubicBezTo>
                  <a:pt x="1112" y="40"/>
                  <a:pt x="1108" y="32"/>
                  <a:pt x="1103" y="30"/>
                </a:cubicBezTo>
                <a:cubicBezTo>
                  <a:pt x="1096" y="27"/>
                  <a:pt x="1084" y="29"/>
                  <a:pt x="1080" y="33"/>
                </a:cubicBezTo>
                <a:cubicBezTo>
                  <a:pt x="1071" y="43"/>
                  <a:pt x="1063" y="56"/>
                  <a:pt x="1059" y="69"/>
                </a:cubicBezTo>
                <a:cubicBezTo>
                  <a:pt x="1057" y="75"/>
                  <a:pt x="1061" y="86"/>
                  <a:pt x="1067" y="90"/>
                </a:cubicBezTo>
                <a:cubicBezTo>
                  <a:pt x="1071" y="94"/>
                  <a:pt x="1085" y="95"/>
                  <a:pt x="1088" y="92"/>
                </a:cubicBezTo>
                <a:close/>
                <a:moveTo>
                  <a:pt x="1141" y="161"/>
                </a:moveTo>
                <a:cubicBezTo>
                  <a:pt x="1157" y="151"/>
                  <a:pt x="1172" y="142"/>
                  <a:pt x="1185" y="131"/>
                </a:cubicBezTo>
                <a:cubicBezTo>
                  <a:pt x="1188" y="127"/>
                  <a:pt x="1186" y="113"/>
                  <a:pt x="1182" y="108"/>
                </a:cubicBezTo>
                <a:cubicBezTo>
                  <a:pt x="1178" y="103"/>
                  <a:pt x="1167" y="100"/>
                  <a:pt x="1160" y="102"/>
                </a:cubicBezTo>
                <a:cubicBezTo>
                  <a:pt x="1148" y="106"/>
                  <a:pt x="1136" y="113"/>
                  <a:pt x="1127" y="121"/>
                </a:cubicBezTo>
                <a:cubicBezTo>
                  <a:pt x="1122" y="126"/>
                  <a:pt x="1120" y="137"/>
                  <a:pt x="1122" y="144"/>
                </a:cubicBezTo>
                <a:cubicBezTo>
                  <a:pt x="1124" y="150"/>
                  <a:pt x="1133" y="154"/>
                  <a:pt x="1141" y="161"/>
                </a:cubicBezTo>
                <a:close/>
                <a:moveTo>
                  <a:pt x="973" y="36"/>
                </a:moveTo>
                <a:cubicBezTo>
                  <a:pt x="973" y="41"/>
                  <a:pt x="973" y="47"/>
                  <a:pt x="973" y="52"/>
                </a:cubicBezTo>
                <a:cubicBezTo>
                  <a:pt x="974" y="65"/>
                  <a:pt x="981" y="71"/>
                  <a:pt x="993" y="72"/>
                </a:cubicBezTo>
                <a:cubicBezTo>
                  <a:pt x="1005" y="73"/>
                  <a:pt x="1014" y="65"/>
                  <a:pt x="1015" y="52"/>
                </a:cubicBezTo>
                <a:cubicBezTo>
                  <a:pt x="1015" y="42"/>
                  <a:pt x="1015" y="31"/>
                  <a:pt x="1015" y="21"/>
                </a:cubicBezTo>
                <a:cubicBezTo>
                  <a:pt x="1014" y="8"/>
                  <a:pt x="1007" y="0"/>
                  <a:pt x="994" y="0"/>
                </a:cubicBezTo>
                <a:cubicBezTo>
                  <a:pt x="981" y="0"/>
                  <a:pt x="974" y="8"/>
                  <a:pt x="973" y="21"/>
                </a:cubicBezTo>
                <a:cubicBezTo>
                  <a:pt x="973" y="26"/>
                  <a:pt x="973" y="31"/>
                  <a:pt x="973" y="36"/>
                </a:cubicBezTo>
                <a:close/>
                <a:moveTo>
                  <a:pt x="1407" y="912"/>
                </a:moveTo>
                <a:cubicBezTo>
                  <a:pt x="1368" y="903"/>
                  <a:pt x="1330" y="907"/>
                  <a:pt x="1293" y="917"/>
                </a:cubicBezTo>
                <a:cubicBezTo>
                  <a:pt x="1195" y="945"/>
                  <a:pt x="1097" y="974"/>
                  <a:pt x="997" y="1003"/>
                </a:cubicBezTo>
                <a:cubicBezTo>
                  <a:pt x="979" y="968"/>
                  <a:pt x="951" y="949"/>
                  <a:pt x="914" y="940"/>
                </a:cubicBezTo>
                <a:cubicBezTo>
                  <a:pt x="878" y="931"/>
                  <a:pt x="843" y="922"/>
                  <a:pt x="808" y="912"/>
                </a:cubicBezTo>
                <a:cubicBezTo>
                  <a:pt x="768" y="902"/>
                  <a:pt x="729" y="891"/>
                  <a:pt x="693" y="868"/>
                </a:cubicBezTo>
                <a:cubicBezTo>
                  <a:pt x="618" y="818"/>
                  <a:pt x="539" y="814"/>
                  <a:pt x="457" y="852"/>
                </a:cubicBezTo>
                <a:cubicBezTo>
                  <a:pt x="394" y="882"/>
                  <a:pt x="332" y="912"/>
                  <a:pt x="269" y="941"/>
                </a:cubicBezTo>
                <a:cubicBezTo>
                  <a:pt x="263" y="944"/>
                  <a:pt x="257" y="946"/>
                  <a:pt x="251" y="949"/>
                </a:cubicBezTo>
                <a:cubicBezTo>
                  <a:pt x="248" y="943"/>
                  <a:pt x="245" y="938"/>
                  <a:pt x="243" y="932"/>
                </a:cubicBezTo>
                <a:cubicBezTo>
                  <a:pt x="225" y="889"/>
                  <a:pt x="191" y="875"/>
                  <a:pt x="147" y="893"/>
                </a:cubicBezTo>
                <a:cubicBezTo>
                  <a:pt x="117" y="905"/>
                  <a:pt x="86" y="918"/>
                  <a:pt x="56" y="931"/>
                </a:cubicBezTo>
                <a:cubicBezTo>
                  <a:pt x="14" y="948"/>
                  <a:pt x="0" y="983"/>
                  <a:pt x="17" y="1025"/>
                </a:cubicBezTo>
                <a:cubicBezTo>
                  <a:pt x="38" y="1074"/>
                  <a:pt x="58" y="1124"/>
                  <a:pt x="79" y="1174"/>
                </a:cubicBezTo>
                <a:cubicBezTo>
                  <a:pt x="116" y="1262"/>
                  <a:pt x="153" y="1351"/>
                  <a:pt x="190" y="1439"/>
                </a:cubicBezTo>
                <a:cubicBezTo>
                  <a:pt x="206" y="1477"/>
                  <a:pt x="241" y="1492"/>
                  <a:pt x="280" y="1476"/>
                </a:cubicBezTo>
                <a:cubicBezTo>
                  <a:pt x="312" y="1463"/>
                  <a:pt x="345" y="1449"/>
                  <a:pt x="378" y="1435"/>
                </a:cubicBezTo>
                <a:cubicBezTo>
                  <a:pt x="417" y="1419"/>
                  <a:pt x="430" y="1384"/>
                  <a:pt x="415" y="1344"/>
                </a:cubicBezTo>
                <a:cubicBezTo>
                  <a:pt x="412" y="1337"/>
                  <a:pt x="408" y="1329"/>
                  <a:pt x="405" y="1320"/>
                </a:cubicBezTo>
                <a:cubicBezTo>
                  <a:pt x="426" y="1310"/>
                  <a:pt x="446" y="1300"/>
                  <a:pt x="466" y="1290"/>
                </a:cubicBezTo>
                <a:cubicBezTo>
                  <a:pt x="495" y="1275"/>
                  <a:pt x="524" y="1274"/>
                  <a:pt x="555" y="1283"/>
                </a:cubicBezTo>
                <a:cubicBezTo>
                  <a:pt x="610" y="1299"/>
                  <a:pt x="666" y="1316"/>
                  <a:pt x="721" y="1331"/>
                </a:cubicBezTo>
                <a:cubicBezTo>
                  <a:pt x="750" y="1339"/>
                  <a:pt x="779" y="1347"/>
                  <a:pt x="809" y="1349"/>
                </a:cubicBezTo>
                <a:cubicBezTo>
                  <a:pt x="850" y="1353"/>
                  <a:pt x="889" y="1342"/>
                  <a:pt x="927" y="1327"/>
                </a:cubicBezTo>
                <a:cubicBezTo>
                  <a:pt x="1086" y="1267"/>
                  <a:pt x="1244" y="1207"/>
                  <a:pt x="1402" y="1145"/>
                </a:cubicBezTo>
                <a:cubicBezTo>
                  <a:pt x="1447" y="1128"/>
                  <a:pt x="1475" y="1092"/>
                  <a:pt x="1488" y="1046"/>
                </a:cubicBezTo>
                <a:cubicBezTo>
                  <a:pt x="1506" y="981"/>
                  <a:pt x="1473" y="927"/>
                  <a:pt x="1407" y="912"/>
                </a:cubicBezTo>
                <a:close/>
                <a:moveTo>
                  <a:pt x="364" y="1395"/>
                </a:moveTo>
                <a:cubicBezTo>
                  <a:pt x="330" y="1410"/>
                  <a:pt x="295" y="1424"/>
                  <a:pt x="260" y="1438"/>
                </a:cubicBezTo>
                <a:cubicBezTo>
                  <a:pt x="246" y="1444"/>
                  <a:pt x="236" y="1438"/>
                  <a:pt x="229" y="1422"/>
                </a:cubicBezTo>
                <a:cubicBezTo>
                  <a:pt x="205" y="1366"/>
                  <a:pt x="182" y="1309"/>
                  <a:pt x="158" y="1253"/>
                </a:cubicBezTo>
                <a:cubicBezTo>
                  <a:pt x="125" y="1172"/>
                  <a:pt x="91" y="1091"/>
                  <a:pt x="57" y="1010"/>
                </a:cubicBezTo>
                <a:cubicBezTo>
                  <a:pt x="48" y="988"/>
                  <a:pt x="52" y="979"/>
                  <a:pt x="74" y="969"/>
                </a:cubicBezTo>
                <a:cubicBezTo>
                  <a:pt x="104" y="957"/>
                  <a:pt x="135" y="944"/>
                  <a:pt x="165" y="931"/>
                </a:cubicBezTo>
                <a:cubicBezTo>
                  <a:pt x="185" y="923"/>
                  <a:pt x="195" y="927"/>
                  <a:pt x="203" y="947"/>
                </a:cubicBezTo>
                <a:cubicBezTo>
                  <a:pt x="260" y="1085"/>
                  <a:pt x="318" y="1222"/>
                  <a:pt x="375" y="1360"/>
                </a:cubicBezTo>
                <a:cubicBezTo>
                  <a:pt x="377" y="1364"/>
                  <a:pt x="378" y="1369"/>
                  <a:pt x="381" y="1377"/>
                </a:cubicBezTo>
                <a:cubicBezTo>
                  <a:pt x="376" y="1383"/>
                  <a:pt x="371" y="1392"/>
                  <a:pt x="364" y="1395"/>
                </a:cubicBezTo>
                <a:close/>
                <a:moveTo>
                  <a:pt x="1447" y="1035"/>
                </a:moveTo>
                <a:cubicBezTo>
                  <a:pt x="1438" y="1067"/>
                  <a:pt x="1419" y="1093"/>
                  <a:pt x="1387" y="1105"/>
                </a:cubicBezTo>
                <a:cubicBezTo>
                  <a:pt x="1227" y="1167"/>
                  <a:pt x="1068" y="1229"/>
                  <a:pt x="908" y="1289"/>
                </a:cubicBezTo>
                <a:cubicBezTo>
                  <a:pt x="864" y="1305"/>
                  <a:pt x="818" y="1316"/>
                  <a:pt x="771" y="1302"/>
                </a:cubicBezTo>
                <a:cubicBezTo>
                  <a:pt x="730" y="1289"/>
                  <a:pt x="689" y="1278"/>
                  <a:pt x="648" y="1266"/>
                </a:cubicBezTo>
                <a:cubicBezTo>
                  <a:pt x="620" y="1258"/>
                  <a:pt x="592" y="1250"/>
                  <a:pt x="565" y="1241"/>
                </a:cubicBezTo>
                <a:cubicBezTo>
                  <a:pt x="525" y="1229"/>
                  <a:pt x="487" y="1232"/>
                  <a:pt x="450" y="1251"/>
                </a:cubicBezTo>
                <a:cubicBezTo>
                  <a:pt x="430" y="1261"/>
                  <a:pt x="410" y="1270"/>
                  <a:pt x="388" y="1281"/>
                </a:cubicBezTo>
                <a:cubicBezTo>
                  <a:pt x="348" y="1184"/>
                  <a:pt x="308" y="1088"/>
                  <a:pt x="268" y="992"/>
                </a:cubicBezTo>
                <a:cubicBezTo>
                  <a:pt x="269" y="990"/>
                  <a:pt x="270" y="988"/>
                  <a:pt x="271" y="988"/>
                </a:cubicBezTo>
                <a:cubicBezTo>
                  <a:pt x="340" y="955"/>
                  <a:pt x="408" y="922"/>
                  <a:pt x="478" y="890"/>
                </a:cubicBezTo>
                <a:cubicBezTo>
                  <a:pt x="542" y="860"/>
                  <a:pt x="607" y="862"/>
                  <a:pt x="666" y="901"/>
                </a:cubicBezTo>
                <a:cubicBezTo>
                  <a:pt x="708" y="929"/>
                  <a:pt x="753" y="942"/>
                  <a:pt x="800" y="954"/>
                </a:cubicBezTo>
                <a:cubicBezTo>
                  <a:pt x="837" y="964"/>
                  <a:pt x="874" y="974"/>
                  <a:pt x="911" y="984"/>
                </a:cubicBezTo>
                <a:cubicBezTo>
                  <a:pt x="952" y="995"/>
                  <a:pt x="975" y="1033"/>
                  <a:pt x="964" y="1072"/>
                </a:cubicBezTo>
                <a:cubicBezTo>
                  <a:pt x="953" y="1110"/>
                  <a:pt x="915" y="1131"/>
                  <a:pt x="875" y="1120"/>
                </a:cubicBezTo>
                <a:cubicBezTo>
                  <a:pt x="793" y="1099"/>
                  <a:pt x="711" y="1077"/>
                  <a:pt x="629" y="1055"/>
                </a:cubicBezTo>
                <a:cubicBezTo>
                  <a:pt x="625" y="1054"/>
                  <a:pt x="622" y="1053"/>
                  <a:pt x="618" y="1052"/>
                </a:cubicBezTo>
                <a:cubicBezTo>
                  <a:pt x="605" y="1049"/>
                  <a:pt x="594" y="1055"/>
                  <a:pt x="591" y="1067"/>
                </a:cubicBezTo>
                <a:cubicBezTo>
                  <a:pt x="587" y="1077"/>
                  <a:pt x="593" y="1088"/>
                  <a:pt x="606" y="1092"/>
                </a:cubicBezTo>
                <a:cubicBezTo>
                  <a:pt x="632" y="1100"/>
                  <a:pt x="659" y="1107"/>
                  <a:pt x="686" y="1114"/>
                </a:cubicBezTo>
                <a:cubicBezTo>
                  <a:pt x="746" y="1130"/>
                  <a:pt x="806" y="1146"/>
                  <a:pt x="865" y="1162"/>
                </a:cubicBezTo>
                <a:cubicBezTo>
                  <a:pt x="939" y="1181"/>
                  <a:pt x="1006" y="1130"/>
                  <a:pt x="1009" y="1055"/>
                </a:cubicBezTo>
                <a:cubicBezTo>
                  <a:pt x="1009" y="1050"/>
                  <a:pt x="1013" y="1043"/>
                  <a:pt x="1017" y="1042"/>
                </a:cubicBezTo>
                <a:cubicBezTo>
                  <a:pt x="1117" y="1012"/>
                  <a:pt x="1217" y="983"/>
                  <a:pt x="1318" y="956"/>
                </a:cubicBezTo>
                <a:cubicBezTo>
                  <a:pt x="1342" y="949"/>
                  <a:pt x="1371" y="950"/>
                  <a:pt x="1396" y="954"/>
                </a:cubicBezTo>
                <a:cubicBezTo>
                  <a:pt x="1440" y="961"/>
                  <a:pt x="1459" y="992"/>
                  <a:pt x="1447" y="1035"/>
                </a:cubicBezTo>
                <a:close/>
                <a:moveTo>
                  <a:pt x="542" y="509"/>
                </a:moveTo>
                <a:cubicBezTo>
                  <a:pt x="582" y="532"/>
                  <a:pt x="622" y="556"/>
                  <a:pt x="662" y="578"/>
                </a:cubicBezTo>
                <a:cubicBezTo>
                  <a:pt x="670" y="583"/>
                  <a:pt x="674" y="588"/>
                  <a:pt x="674" y="598"/>
                </a:cubicBezTo>
                <a:cubicBezTo>
                  <a:pt x="673" y="645"/>
                  <a:pt x="674" y="692"/>
                  <a:pt x="673" y="739"/>
                </a:cubicBezTo>
                <a:cubicBezTo>
                  <a:pt x="673" y="752"/>
                  <a:pt x="678" y="760"/>
                  <a:pt x="689" y="767"/>
                </a:cubicBezTo>
                <a:cubicBezTo>
                  <a:pt x="785" y="822"/>
                  <a:pt x="881" y="878"/>
                  <a:pt x="977" y="933"/>
                </a:cubicBezTo>
                <a:cubicBezTo>
                  <a:pt x="989" y="940"/>
                  <a:pt x="999" y="940"/>
                  <a:pt x="1011" y="933"/>
                </a:cubicBezTo>
                <a:cubicBezTo>
                  <a:pt x="1105" y="878"/>
                  <a:pt x="1201" y="823"/>
                  <a:pt x="1296" y="768"/>
                </a:cubicBezTo>
                <a:cubicBezTo>
                  <a:pt x="1309" y="761"/>
                  <a:pt x="1315" y="751"/>
                  <a:pt x="1315" y="736"/>
                </a:cubicBezTo>
                <a:cubicBezTo>
                  <a:pt x="1314" y="691"/>
                  <a:pt x="1315" y="646"/>
                  <a:pt x="1314" y="601"/>
                </a:cubicBezTo>
                <a:cubicBezTo>
                  <a:pt x="1314" y="589"/>
                  <a:pt x="1317" y="583"/>
                  <a:pt x="1327" y="577"/>
                </a:cubicBezTo>
                <a:cubicBezTo>
                  <a:pt x="1367" y="555"/>
                  <a:pt x="1405" y="532"/>
                  <a:pt x="1444" y="510"/>
                </a:cubicBezTo>
                <a:cubicBezTo>
                  <a:pt x="1471" y="495"/>
                  <a:pt x="1470" y="478"/>
                  <a:pt x="1444" y="463"/>
                </a:cubicBezTo>
                <a:cubicBezTo>
                  <a:pt x="1344" y="405"/>
                  <a:pt x="1245" y="348"/>
                  <a:pt x="1145" y="291"/>
                </a:cubicBezTo>
                <a:cubicBezTo>
                  <a:pt x="1128" y="281"/>
                  <a:pt x="1111" y="270"/>
                  <a:pt x="1093" y="260"/>
                </a:cubicBezTo>
                <a:cubicBezTo>
                  <a:pt x="1124" y="207"/>
                  <a:pt x="1107" y="146"/>
                  <a:pt x="1068" y="113"/>
                </a:cubicBezTo>
                <a:cubicBezTo>
                  <a:pt x="1026" y="78"/>
                  <a:pt x="967" y="77"/>
                  <a:pt x="923" y="110"/>
                </a:cubicBezTo>
                <a:cubicBezTo>
                  <a:pt x="887" y="137"/>
                  <a:pt x="859" y="198"/>
                  <a:pt x="894" y="260"/>
                </a:cubicBezTo>
                <a:cubicBezTo>
                  <a:pt x="889" y="263"/>
                  <a:pt x="885" y="265"/>
                  <a:pt x="881" y="268"/>
                </a:cubicBezTo>
                <a:cubicBezTo>
                  <a:pt x="769" y="333"/>
                  <a:pt x="656" y="398"/>
                  <a:pt x="543" y="463"/>
                </a:cubicBezTo>
                <a:cubicBezTo>
                  <a:pt x="517" y="478"/>
                  <a:pt x="517" y="495"/>
                  <a:pt x="542" y="509"/>
                </a:cubicBezTo>
                <a:close/>
                <a:moveTo>
                  <a:pt x="972" y="880"/>
                </a:moveTo>
                <a:cubicBezTo>
                  <a:pt x="966" y="877"/>
                  <a:pt x="961" y="875"/>
                  <a:pt x="957" y="872"/>
                </a:cubicBezTo>
                <a:cubicBezTo>
                  <a:pt x="880" y="828"/>
                  <a:pt x="804" y="784"/>
                  <a:pt x="728" y="741"/>
                </a:cubicBezTo>
                <a:cubicBezTo>
                  <a:pt x="719" y="735"/>
                  <a:pt x="715" y="729"/>
                  <a:pt x="715" y="718"/>
                </a:cubicBezTo>
                <a:cubicBezTo>
                  <a:pt x="716" y="683"/>
                  <a:pt x="716" y="648"/>
                  <a:pt x="716" y="611"/>
                </a:cubicBezTo>
                <a:cubicBezTo>
                  <a:pt x="722" y="614"/>
                  <a:pt x="727" y="616"/>
                  <a:pt x="731" y="618"/>
                </a:cubicBezTo>
                <a:cubicBezTo>
                  <a:pt x="763" y="637"/>
                  <a:pt x="795" y="655"/>
                  <a:pt x="827" y="674"/>
                </a:cubicBezTo>
                <a:cubicBezTo>
                  <a:pt x="839" y="681"/>
                  <a:pt x="849" y="681"/>
                  <a:pt x="862" y="674"/>
                </a:cubicBezTo>
                <a:cubicBezTo>
                  <a:pt x="892" y="656"/>
                  <a:pt x="924" y="638"/>
                  <a:pt x="955" y="620"/>
                </a:cubicBezTo>
                <a:cubicBezTo>
                  <a:pt x="960" y="617"/>
                  <a:pt x="965" y="614"/>
                  <a:pt x="972" y="610"/>
                </a:cubicBezTo>
                <a:lnTo>
                  <a:pt x="972" y="880"/>
                </a:lnTo>
                <a:close/>
                <a:moveTo>
                  <a:pt x="1271" y="728"/>
                </a:moveTo>
                <a:cubicBezTo>
                  <a:pt x="1271" y="731"/>
                  <a:pt x="1267" y="735"/>
                  <a:pt x="1265" y="737"/>
                </a:cubicBezTo>
                <a:cubicBezTo>
                  <a:pt x="1183" y="784"/>
                  <a:pt x="1101" y="831"/>
                  <a:pt x="1019" y="878"/>
                </a:cubicBezTo>
                <a:cubicBezTo>
                  <a:pt x="1019" y="879"/>
                  <a:pt x="1018" y="878"/>
                  <a:pt x="1016" y="878"/>
                </a:cubicBezTo>
                <a:cubicBezTo>
                  <a:pt x="1016" y="610"/>
                  <a:pt x="1016" y="610"/>
                  <a:pt x="1016" y="610"/>
                </a:cubicBezTo>
                <a:cubicBezTo>
                  <a:pt x="1025" y="615"/>
                  <a:pt x="1032" y="619"/>
                  <a:pt x="1039" y="623"/>
                </a:cubicBezTo>
                <a:cubicBezTo>
                  <a:pt x="1067" y="640"/>
                  <a:pt x="1096" y="656"/>
                  <a:pt x="1124" y="673"/>
                </a:cubicBezTo>
                <a:cubicBezTo>
                  <a:pt x="1137" y="681"/>
                  <a:pt x="1148" y="681"/>
                  <a:pt x="1162" y="673"/>
                </a:cubicBezTo>
                <a:cubicBezTo>
                  <a:pt x="1193" y="654"/>
                  <a:pt x="1225" y="637"/>
                  <a:pt x="1256" y="619"/>
                </a:cubicBezTo>
                <a:cubicBezTo>
                  <a:pt x="1260" y="616"/>
                  <a:pt x="1265" y="614"/>
                  <a:pt x="1271" y="611"/>
                </a:cubicBezTo>
                <a:cubicBezTo>
                  <a:pt x="1271" y="651"/>
                  <a:pt x="1271" y="690"/>
                  <a:pt x="1271" y="728"/>
                </a:cubicBezTo>
                <a:close/>
                <a:moveTo>
                  <a:pt x="1304" y="431"/>
                </a:moveTo>
                <a:cubicBezTo>
                  <a:pt x="1331" y="447"/>
                  <a:pt x="1359" y="463"/>
                  <a:pt x="1386" y="479"/>
                </a:cubicBezTo>
                <a:cubicBezTo>
                  <a:pt x="1390" y="481"/>
                  <a:pt x="1393" y="484"/>
                  <a:pt x="1399" y="487"/>
                </a:cubicBezTo>
                <a:cubicBezTo>
                  <a:pt x="1377" y="500"/>
                  <a:pt x="1357" y="511"/>
                  <a:pt x="1337" y="523"/>
                </a:cubicBezTo>
                <a:cubicBezTo>
                  <a:pt x="1276" y="558"/>
                  <a:pt x="1216" y="592"/>
                  <a:pt x="1155" y="628"/>
                </a:cubicBezTo>
                <a:cubicBezTo>
                  <a:pt x="1146" y="633"/>
                  <a:pt x="1140" y="633"/>
                  <a:pt x="1131" y="628"/>
                </a:cubicBezTo>
                <a:cubicBezTo>
                  <a:pt x="1105" y="612"/>
                  <a:pt x="1078" y="597"/>
                  <a:pt x="1051" y="581"/>
                </a:cubicBezTo>
                <a:cubicBezTo>
                  <a:pt x="1047" y="579"/>
                  <a:pt x="1043" y="576"/>
                  <a:pt x="1037" y="572"/>
                </a:cubicBezTo>
                <a:cubicBezTo>
                  <a:pt x="1076" y="550"/>
                  <a:pt x="1113" y="529"/>
                  <a:pt x="1150" y="507"/>
                </a:cubicBezTo>
                <a:cubicBezTo>
                  <a:pt x="1194" y="482"/>
                  <a:pt x="1238" y="456"/>
                  <a:pt x="1282" y="431"/>
                </a:cubicBezTo>
                <a:cubicBezTo>
                  <a:pt x="1290" y="426"/>
                  <a:pt x="1296" y="426"/>
                  <a:pt x="1304" y="431"/>
                </a:cubicBezTo>
                <a:close/>
                <a:moveTo>
                  <a:pt x="937" y="155"/>
                </a:moveTo>
                <a:cubicBezTo>
                  <a:pt x="956" y="132"/>
                  <a:pt x="987" y="123"/>
                  <a:pt x="1016" y="132"/>
                </a:cubicBezTo>
                <a:cubicBezTo>
                  <a:pt x="1044" y="141"/>
                  <a:pt x="1066" y="166"/>
                  <a:pt x="1066" y="194"/>
                </a:cubicBezTo>
                <a:cubicBezTo>
                  <a:pt x="1066" y="209"/>
                  <a:pt x="1061" y="223"/>
                  <a:pt x="1056" y="237"/>
                </a:cubicBezTo>
                <a:cubicBezTo>
                  <a:pt x="1048" y="260"/>
                  <a:pt x="1037" y="283"/>
                  <a:pt x="1027" y="305"/>
                </a:cubicBezTo>
                <a:cubicBezTo>
                  <a:pt x="1026" y="309"/>
                  <a:pt x="1022" y="311"/>
                  <a:pt x="1019" y="314"/>
                </a:cubicBezTo>
                <a:cubicBezTo>
                  <a:pt x="1018" y="313"/>
                  <a:pt x="1016" y="312"/>
                  <a:pt x="1015" y="310"/>
                </a:cubicBezTo>
                <a:cubicBezTo>
                  <a:pt x="1015" y="287"/>
                  <a:pt x="1015" y="263"/>
                  <a:pt x="1015" y="239"/>
                </a:cubicBezTo>
                <a:cubicBezTo>
                  <a:pt x="1015" y="235"/>
                  <a:pt x="1019" y="230"/>
                  <a:pt x="1023" y="227"/>
                </a:cubicBezTo>
                <a:cubicBezTo>
                  <a:pt x="1030" y="222"/>
                  <a:pt x="1038" y="219"/>
                  <a:pt x="1045" y="213"/>
                </a:cubicBezTo>
                <a:cubicBezTo>
                  <a:pt x="1056" y="206"/>
                  <a:pt x="1058" y="195"/>
                  <a:pt x="1052" y="185"/>
                </a:cubicBezTo>
                <a:cubicBezTo>
                  <a:pt x="1045" y="174"/>
                  <a:pt x="1034" y="170"/>
                  <a:pt x="1025" y="177"/>
                </a:cubicBezTo>
                <a:cubicBezTo>
                  <a:pt x="1003" y="194"/>
                  <a:pt x="984" y="194"/>
                  <a:pt x="962" y="177"/>
                </a:cubicBezTo>
                <a:cubicBezTo>
                  <a:pt x="953" y="170"/>
                  <a:pt x="942" y="175"/>
                  <a:pt x="935" y="185"/>
                </a:cubicBezTo>
                <a:cubicBezTo>
                  <a:pt x="929" y="195"/>
                  <a:pt x="932" y="205"/>
                  <a:pt x="941" y="213"/>
                </a:cubicBezTo>
                <a:cubicBezTo>
                  <a:pt x="942" y="214"/>
                  <a:pt x="943" y="215"/>
                  <a:pt x="944" y="215"/>
                </a:cubicBezTo>
                <a:cubicBezTo>
                  <a:pt x="972" y="223"/>
                  <a:pt x="976" y="244"/>
                  <a:pt x="973" y="268"/>
                </a:cubicBezTo>
                <a:cubicBezTo>
                  <a:pt x="972" y="280"/>
                  <a:pt x="973" y="292"/>
                  <a:pt x="972" y="304"/>
                </a:cubicBezTo>
                <a:cubicBezTo>
                  <a:pt x="972" y="307"/>
                  <a:pt x="969" y="310"/>
                  <a:pt x="968" y="312"/>
                </a:cubicBezTo>
                <a:cubicBezTo>
                  <a:pt x="965" y="310"/>
                  <a:pt x="962" y="308"/>
                  <a:pt x="960" y="305"/>
                </a:cubicBezTo>
                <a:cubicBezTo>
                  <a:pt x="950" y="282"/>
                  <a:pt x="941" y="258"/>
                  <a:pt x="929" y="235"/>
                </a:cubicBezTo>
                <a:cubicBezTo>
                  <a:pt x="916" y="210"/>
                  <a:pt x="918" y="178"/>
                  <a:pt x="937" y="155"/>
                </a:cubicBezTo>
                <a:close/>
                <a:moveTo>
                  <a:pt x="1039" y="356"/>
                </a:moveTo>
                <a:cubicBezTo>
                  <a:pt x="1039" y="375"/>
                  <a:pt x="1039" y="375"/>
                  <a:pt x="1039" y="375"/>
                </a:cubicBezTo>
                <a:cubicBezTo>
                  <a:pt x="1011" y="383"/>
                  <a:pt x="1011" y="383"/>
                  <a:pt x="1008" y="407"/>
                </a:cubicBezTo>
                <a:cubicBezTo>
                  <a:pt x="980" y="407"/>
                  <a:pt x="980" y="407"/>
                  <a:pt x="980" y="407"/>
                </a:cubicBezTo>
                <a:cubicBezTo>
                  <a:pt x="976" y="382"/>
                  <a:pt x="974" y="380"/>
                  <a:pt x="948" y="376"/>
                </a:cubicBezTo>
                <a:cubicBezTo>
                  <a:pt x="948" y="356"/>
                  <a:pt x="948" y="356"/>
                  <a:pt x="948" y="356"/>
                </a:cubicBezTo>
                <a:lnTo>
                  <a:pt x="1039" y="356"/>
                </a:lnTo>
                <a:close/>
                <a:moveTo>
                  <a:pt x="913" y="299"/>
                </a:moveTo>
                <a:cubicBezTo>
                  <a:pt x="920" y="310"/>
                  <a:pt x="919" y="319"/>
                  <a:pt x="911" y="329"/>
                </a:cubicBezTo>
                <a:cubicBezTo>
                  <a:pt x="893" y="354"/>
                  <a:pt x="905" y="404"/>
                  <a:pt x="932" y="419"/>
                </a:cubicBezTo>
                <a:cubicBezTo>
                  <a:pt x="935" y="420"/>
                  <a:pt x="937" y="424"/>
                  <a:pt x="939" y="427"/>
                </a:cubicBezTo>
                <a:cubicBezTo>
                  <a:pt x="946" y="443"/>
                  <a:pt x="958" y="451"/>
                  <a:pt x="975" y="450"/>
                </a:cubicBezTo>
                <a:cubicBezTo>
                  <a:pt x="988" y="450"/>
                  <a:pt x="1000" y="450"/>
                  <a:pt x="1013" y="450"/>
                </a:cubicBezTo>
                <a:cubicBezTo>
                  <a:pt x="1016" y="450"/>
                  <a:pt x="1020" y="451"/>
                  <a:pt x="1023" y="449"/>
                </a:cubicBezTo>
                <a:cubicBezTo>
                  <a:pt x="1030" y="446"/>
                  <a:pt x="1040" y="442"/>
                  <a:pt x="1042" y="436"/>
                </a:cubicBezTo>
                <a:cubicBezTo>
                  <a:pt x="1052" y="414"/>
                  <a:pt x="1089" y="409"/>
                  <a:pt x="1084" y="376"/>
                </a:cubicBezTo>
                <a:cubicBezTo>
                  <a:pt x="1081" y="357"/>
                  <a:pt x="1086" y="337"/>
                  <a:pt x="1071" y="321"/>
                </a:cubicBezTo>
                <a:cubicBezTo>
                  <a:pt x="1067" y="317"/>
                  <a:pt x="1071" y="307"/>
                  <a:pt x="1072" y="297"/>
                </a:cubicBezTo>
                <a:cubicBezTo>
                  <a:pt x="1133" y="332"/>
                  <a:pt x="1191" y="366"/>
                  <a:pt x="1250" y="400"/>
                </a:cubicBezTo>
                <a:cubicBezTo>
                  <a:pt x="1170" y="447"/>
                  <a:pt x="1091" y="492"/>
                  <a:pt x="1013" y="538"/>
                </a:cubicBezTo>
                <a:cubicBezTo>
                  <a:pt x="999" y="546"/>
                  <a:pt x="989" y="546"/>
                  <a:pt x="975" y="538"/>
                </a:cubicBezTo>
                <a:cubicBezTo>
                  <a:pt x="897" y="492"/>
                  <a:pt x="818" y="447"/>
                  <a:pt x="737" y="400"/>
                </a:cubicBezTo>
                <a:cubicBezTo>
                  <a:pt x="797" y="366"/>
                  <a:pt x="855" y="332"/>
                  <a:pt x="913" y="299"/>
                </a:cubicBezTo>
                <a:close/>
                <a:moveTo>
                  <a:pt x="690" y="428"/>
                </a:moveTo>
                <a:cubicBezTo>
                  <a:pt x="693" y="426"/>
                  <a:pt x="699" y="427"/>
                  <a:pt x="702" y="429"/>
                </a:cubicBezTo>
                <a:cubicBezTo>
                  <a:pt x="784" y="476"/>
                  <a:pt x="866" y="524"/>
                  <a:pt x="951" y="572"/>
                </a:cubicBezTo>
                <a:cubicBezTo>
                  <a:pt x="944" y="576"/>
                  <a:pt x="940" y="579"/>
                  <a:pt x="935" y="582"/>
                </a:cubicBezTo>
                <a:cubicBezTo>
                  <a:pt x="908" y="598"/>
                  <a:pt x="881" y="614"/>
                  <a:pt x="854" y="628"/>
                </a:cubicBezTo>
                <a:cubicBezTo>
                  <a:pt x="850" y="631"/>
                  <a:pt x="841" y="632"/>
                  <a:pt x="837" y="630"/>
                </a:cubicBezTo>
                <a:cubicBezTo>
                  <a:pt x="755" y="583"/>
                  <a:pt x="673" y="535"/>
                  <a:pt x="588" y="486"/>
                </a:cubicBezTo>
                <a:cubicBezTo>
                  <a:pt x="623" y="466"/>
                  <a:pt x="656" y="447"/>
                  <a:pt x="690" y="428"/>
                </a:cubicBezTo>
                <a:close/>
                <a:moveTo>
                  <a:pt x="809" y="138"/>
                </a:moveTo>
                <a:cubicBezTo>
                  <a:pt x="818" y="144"/>
                  <a:pt x="827" y="150"/>
                  <a:pt x="837" y="155"/>
                </a:cubicBezTo>
                <a:cubicBezTo>
                  <a:pt x="852" y="162"/>
                  <a:pt x="868" y="152"/>
                  <a:pt x="868" y="132"/>
                </a:cubicBezTo>
                <a:cubicBezTo>
                  <a:pt x="866" y="129"/>
                  <a:pt x="863" y="123"/>
                  <a:pt x="858" y="119"/>
                </a:cubicBezTo>
                <a:cubicBezTo>
                  <a:pt x="850" y="112"/>
                  <a:pt x="840" y="107"/>
                  <a:pt x="830" y="102"/>
                </a:cubicBezTo>
                <a:cubicBezTo>
                  <a:pt x="818" y="96"/>
                  <a:pt x="809" y="100"/>
                  <a:pt x="802" y="111"/>
                </a:cubicBezTo>
                <a:cubicBezTo>
                  <a:pt x="796" y="122"/>
                  <a:pt x="799" y="131"/>
                  <a:pt x="809" y="13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400">
              <a:latin typeface="Nunito" panose="00000500000000000000" pitchFamily="2" charset="-52"/>
            </a:endParaRPr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F11F513D-A21B-43C6-A2DC-D3C0AB5A406D}"/>
              </a:ext>
            </a:extLst>
          </p:cNvPr>
          <p:cNvGrpSpPr/>
          <p:nvPr/>
        </p:nvGrpSpPr>
        <p:grpSpPr>
          <a:xfrm>
            <a:off x="4441153" y="2538046"/>
            <a:ext cx="3250224" cy="2816860"/>
            <a:chOff x="4470888" y="2397452"/>
            <a:chExt cx="3250224" cy="2816860"/>
          </a:xfrm>
        </p:grpSpPr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2A6E1FB0-5A67-4D77-9C6D-4B7800BFD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88" y="2397452"/>
              <a:ext cx="3250224" cy="2816860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7176473-3685-496D-B3AD-ACE1B2084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424" y="2658783"/>
              <a:ext cx="2647152" cy="2294200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081F6148-2C1B-4404-AAC0-16C37D2BD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3445" y="2928335"/>
              <a:ext cx="2025109" cy="1755096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CE8341AD-3B39-45E8-92BE-8DB7BF7C0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229" y="3160414"/>
              <a:ext cx="1489543" cy="1290938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E4754224-3B47-4B78-9FBA-12BCBF551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9656" y="3415159"/>
              <a:ext cx="592690" cy="737934"/>
            </a:xfrm>
            <a:custGeom>
              <a:avLst/>
              <a:gdLst>
                <a:gd name="T0" fmla="*/ 620 w 1158"/>
                <a:gd name="T1" fmla="*/ 919 h 1442"/>
                <a:gd name="T2" fmla="*/ 740 w 1158"/>
                <a:gd name="T3" fmla="*/ 1322 h 1442"/>
                <a:gd name="T4" fmla="*/ 724 w 1158"/>
                <a:gd name="T5" fmla="*/ 1274 h 1442"/>
                <a:gd name="T6" fmla="*/ 724 w 1158"/>
                <a:gd name="T7" fmla="*/ 1274 h 1442"/>
                <a:gd name="T8" fmla="*/ 862 w 1158"/>
                <a:gd name="T9" fmla="*/ 156 h 1442"/>
                <a:gd name="T10" fmla="*/ 751 w 1158"/>
                <a:gd name="T11" fmla="*/ 29 h 1442"/>
                <a:gd name="T12" fmla="*/ 408 w 1158"/>
                <a:gd name="T13" fmla="*/ 83 h 1442"/>
                <a:gd name="T14" fmla="*/ 125 w 1158"/>
                <a:gd name="T15" fmla="*/ 156 h 1442"/>
                <a:gd name="T16" fmla="*/ 131 w 1158"/>
                <a:gd name="T17" fmla="*/ 1442 h 1442"/>
                <a:gd name="T18" fmla="*/ 1158 w 1158"/>
                <a:gd name="T19" fmla="*/ 280 h 1442"/>
                <a:gd name="T20" fmla="*/ 455 w 1158"/>
                <a:gd name="T21" fmla="*/ 107 h 1442"/>
                <a:gd name="T22" fmla="*/ 728 w 1158"/>
                <a:gd name="T23" fmla="*/ 131 h 1442"/>
                <a:gd name="T24" fmla="*/ 357 w 1158"/>
                <a:gd name="T25" fmla="*/ 169 h 1442"/>
                <a:gd name="T26" fmla="*/ 47 w 1158"/>
                <a:gd name="T27" fmla="*/ 1316 h 1442"/>
                <a:gd name="T28" fmla="*/ 308 w 1158"/>
                <a:gd name="T29" fmla="*/ 203 h 1442"/>
                <a:gd name="T30" fmla="*/ 817 w 1158"/>
                <a:gd name="T31" fmla="*/ 290 h 1442"/>
                <a:gd name="T32" fmla="*/ 862 w 1158"/>
                <a:gd name="T33" fmla="*/ 203 h 1442"/>
                <a:gd name="T34" fmla="*/ 508 w 1158"/>
                <a:gd name="T35" fmla="*/ 966 h 1442"/>
                <a:gd name="T36" fmla="*/ 413 w 1158"/>
                <a:gd name="T37" fmla="*/ 1322 h 1442"/>
                <a:gd name="T38" fmla="*/ 536 w 1158"/>
                <a:gd name="T39" fmla="*/ 995 h 1442"/>
                <a:gd name="T40" fmla="*/ 432 w 1158"/>
                <a:gd name="T41" fmla="*/ 1014 h 1442"/>
                <a:gd name="T42" fmla="*/ 982 w 1158"/>
                <a:gd name="T43" fmla="*/ 415 h 1442"/>
                <a:gd name="T44" fmla="*/ 655 w 1158"/>
                <a:gd name="T45" fmla="*/ 368 h 1442"/>
                <a:gd name="T46" fmla="*/ 889 w 1158"/>
                <a:gd name="T47" fmla="*/ 539 h 1442"/>
                <a:gd name="T48" fmla="*/ 818 w 1158"/>
                <a:gd name="T49" fmla="*/ 491 h 1442"/>
                <a:gd name="T50" fmla="*/ 893 w 1158"/>
                <a:gd name="T51" fmla="*/ 721 h 1442"/>
                <a:gd name="T52" fmla="*/ 867 w 1158"/>
                <a:gd name="T53" fmla="*/ 656 h 1442"/>
                <a:gd name="T54" fmla="*/ 669 w 1158"/>
                <a:gd name="T55" fmla="*/ 685 h 1442"/>
                <a:gd name="T56" fmla="*/ 512 w 1158"/>
                <a:gd name="T57" fmla="*/ 789 h 1442"/>
                <a:gd name="T58" fmla="*/ 280 w 1158"/>
                <a:gd name="T59" fmla="*/ 908 h 1442"/>
                <a:gd name="T60" fmla="*/ 284 w 1158"/>
                <a:gd name="T61" fmla="*/ 973 h 1442"/>
                <a:gd name="T62" fmla="*/ 534 w 1158"/>
                <a:gd name="T63" fmla="*/ 849 h 1442"/>
                <a:gd name="T64" fmla="*/ 766 w 1158"/>
                <a:gd name="T65" fmla="*/ 763 h 1442"/>
                <a:gd name="T66" fmla="*/ 940 w 1158"/>
                <a:gd name="T67" fmla="*/ 641 h 1442"/>
                <a:gd name="T68" fmla="*/ 940 w 1158"/>
                <a:gd name="T69" fmla="*/ 641 h 1442"/>
                <a:gd name="T70" fmla="*/ 239 w 1158"/>
                <a:gd name="T71" fmla="*/ 946 h 1442"/>
                <a:gd name="T72" fmla="*/ 463 w 1158"/>
                <a:gd name="T73" fmla="*/ 815 h 1442"/>
                <a:gd name="T74" fmla="*/ 670 w 1158"/>
                <a:gd name="T75" fmla="*/ 751 h 1442"/>
                <a:gd name="T76" fmla="*/ 265 w 1158"/>
                <a:gd name="T77" fmla="*/ 1059 h 1442"/>
                <a:gd name="T78" fmla="*/ 140 w 1158"/>
                <a:gd name="T79" fmla="*/ 1295 h 1442"/>
                <a:gd name="T80" fmla="*/ 292 w 1158"/>
                <a:gd name="T81" fmla="*/ 1087 h 1442"/>
                <a:gd name="T82" fmla="*/ 189 w 1158"/>
                <a:gd name="T83" fmla="*/ 1107 h 1442"/>
                <a:gd name="T84" fmla="*/ 895 w 1158"/>
                <a:gd name="T85" fmla="*/ 794 h 1442"/>
                <a:gd name="T86" fmla="*/ 897 w 1158"/>
                <a:gd name="T87" fmla="*/ 1325 h 1442"/>
                <a:gd name="T88" fmla="*/ 1016 w 1158"/>
                <a:gd name="T89" fmla="*/ 826 h 1442"/>
                <a:gd name="T90" fmla="*/ 912 w 1158"/>
                <a:gd name="T91" fmla="*/ 842 h 1442"/>
                <a:gd name="T92" fmla="*/ 502 w 1158"/>
                <a:gd name="T93" fmla="*/ 534 h 1442"/>
                <a:gd name="T94" fmla="*/ 345 w 1158"/>
                <a:gd name="T95" fmla="*/ 520 h 1442"/>
                <a:gd name="T96" fmla="*/ 345 w 1158"/>
                <a:gd name="T97" fmla="*/ 520 h 1442"/>
                <a:gd name="T98" fmla="*/ 304 w 1158"/>
                <a:gd name="T99" fmla="*/ 558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58" h="1442">
                  <a:moveTo>
                    <a:pt x="772" y="920"/>
                  </a:moveTo>
                  <a:cubicBezTo>
                    <a:pt x="772" y="897"/>
                    <a:pt x="765" y="890"/>
                    <a:pt x="743" y="890"/>
                  </a:cubicBezTo>
                  <a:cubicBezTo>
                    <a:pt x="711" y="890"/>
                    <a:pt x="680" y="890"/>
                    <a:pt x="648" y="890"/>
                  </a:cubicBezTo>
                  <a:cubicBezTo>
                    <a:pt x="627" y="890"/>
                    <a:pt x="620" y="897"/>
                    <a:pt x="620" y="919"/>
                  </a:cubicBezTo>
                  <a:cubicBezTo>
                    <a:pt x="620" y="981"/>
                    <a:pt x="620" y="1043"/>
                    <a:pt x="620" y="1105"/>
                  </a:cubicBezTo>
                  <a:cubicBezTo>
                    <a:pt x="620" y="1168"/>
                    <a:pt x="620" y="1232"/>
                    <a:pt x="620" y="1295"/>
                  </a:cubicBezTo>
                  <a:cubicBezTo>
                    <a:pt x="620" y="1315"/>
                    <a:pt x="627" y="1322"/>
                    <a:pt x="647" y="1322"/>
                  </a:cubicBezTo>
                  <a:cubicBezTo>
                    <a:pt x="678" y="1323"/>
                    <a:pt x="709" y="1323"/>
                    <a:pt x="740" y="1322"/>
                  </a:cubicBezTo>
                  <a:cubicBezTo>
                    <a:pt x="765" y="1322"/>
                    <a:pt x="772" y="1316"/>
                    <a:pt x="772" y="1291"/>
                  </a:cubicBezTo>
                  <a:cubicBezTo>
                    <a:pt x="772" y="1239"/>
                    <a:pt x="772" y="1188"/>
                    <a:pt x="772" y="1136"/>
                  </a:cubicBezTo>
                  <a:cubicBezTo>
                    <a:pt x="772" y="1064"/>
                    <a:pt x="772" y="992"/>
                    <a:pt x="772" y="920"/>
                  </a:cubicBezTo>
                  <a:close/>
                  <a:moveTo>
                    <a:pt x="724" y="1274"/>
                  </a:moveTo>
                  <a:cubicBezTo>
                    <a:pt x="669" y="1274"/>
                    <a:pt x="669" y="1274"/>
                    <a:pt x="669" y="1274"/>
                  </a:cubicBezTo>
                  <a:cubicBezTo>
                    <a:pt x="669" y="938"/>
                    <a:pt x="669" y="938"/>
                    <a:pt x="669" y="938"/>
                  </a:cubicBezTo>
                  <a:cubicBezTo>
                    <a:pt x="724" y="938"/>
                    <a:pt x="724" y="938"/>
                    <a:pt x="724" y="938"/>
                  </a:cubicBezTo>
                  <a:lnTo>
                    <a:pt x="724" y="1274"/>
                  </a:lnTo>
                  <a:close/>
                  <a:moveTo>
                    <a:pt x="1158" y="280"/>
                  </a:moveTo>
                  <a:cubicBezTo>
                    <a:pt x="1158" y="270"/>
                    <a:pt x="1157" y="260"/>
                    <a:pt x="1156" y="251"/>
                  </a:cubicBezTo>
                  <a:cubicBezTo>
                    <a:pt x="1143" y="192"/>
                    <a:pt x="1098" y="156"/>
                    <a:pt x="1033" y="156"/>
                  </a:cubicBezTo>
                  <a:cubicBezTo>
                    <a:pt x="976" y="155"/>
                    <a:pt x="919" y="156"/>
                    <a:pt x="862" y="156"/>
                  </a:cubicBezTo>
                  <a:cubicBezTo>
                    <a:pt x="851" y="156"/>
                    <a:pt x="845" y="154"/>
                    <a:pt x="840" y="142"/>
                  </a:cubicBezTo>
                  <a:cubicBezTo>
                    <a:pt x="829" y="113"/>
                    <a:pt x="807" y="95"/>
                    <a:pt x="777" y="87"/>
                  </a:cubicBezTo>
                  <a:cubicBezTo>
                    <a:pt x="769" y="85"/>
                    <a:pt x="761" y="84"/>
                    <a:pt x="751" y="83"/>
                  </a:cubicBezTo>
                  <a:cubicBezTo>
                    <a:pt x="751" y="64"/>
                    <a:pt x="751" y="46"/>
                    <a:pt x="751" y="29"/>
                  </a:cubicBezTo>
                  <a:cubicBezTo>
                    <a:pt x="750" y="8"/>
                    <a:pt x="743" y="0"/>
                    <a:pt x="722" y="0"/>
                  </a:cubicBezTo>
                  <a:cubicBezTo>
                    <a:pt x="627" y="0"/>
                    <a:pt x="531" y="0"/>
                    <a:pt x="436" y="0"/>
                  </a:cubicBezTo>
                  <a:cubicBezTo>
                    <a:pt x="416" y="0"/>
                    <a:pt x="408" y="9"/>
                    <a:pt x="408" y="29"/>
                  </a:cubicBezTo>
                  <a:cubicBezTo>
                    <a:pt x="407" y="47"/>
                    <a:pt x="408" y="64"/>
                    <a:pt x="408" y="83"/>
                  </a:cubicBezTo>
                  <a:cubicBezTo>
                    <a:pt x="400" y="84"/>
                    <a:pt x="394" y="85"/>
                    <a:pt x="387" y="86"/>
                  </a:cubicBezTo>
                  <a:cubicBezTo>
                    <a:pt x="353" y="92"/>
                    <a:pt x="328" y="111"/>
                    <a:pt x="316" y="143"/>
                  </a:cubicBezTo>
                  <a:cubicBezTo>
                    <a:pt x="311" y="154"/>
                    <a:pt x="306" y="156"/>
                    <a:pt x="295" y="156"/>
                  </a:cubicBezTo>
                  <a:cubicBezTo>
                    <a:pt x="238" y="156"/>
                    <a:pt x="182" y="155"/>
                    <a:pt x="125" y="156"/>
                  </a:cubicBezTo>
                  <a:cubicBezTo>
                    <a:pt x="62" y="156"/>
                    <a:pt x="18" y="190"/>
                    <a:pt x="4" y="247"/>
                  </a:cubicBezTo>
                  <a:cubicBezTo>
                    <a:pt x="1" y="259"/>
                    <a:pt x="1" y="273"/>
                    <a:pt x="1" y="285"/>
                  </a:cubicBezTo>
                  <a:cubicBezTo>
                    <a:pt x="0" y="628"/>
                    <a:pt x="0" y="970"/>
                    <a:pt x="0" y="1312"/>
                  </a:cubicBezTo>
                  <a:cubicBezTo>
                    <a:pt x="0" y="1394"/>
                    <a:pt x="48" y="1442"/>
                    <a:pt x="131" y="1442"/>
                  </a:cubicBezTo>
                  <a:cubicBezTo>
                    <a:pt x="430" y="1442"/>
                    <a:pt x="729" y="1442"/>
                    <a:pt x="1028" y="1442"/>
                  </a:cubicBezTo>
                  <a:cubicBezTo>
                    <a:pt x="1042" y="1442"/>
                    <a:pt x="1057" y="1441"/>
                    <a:pt x="1071" y="1437"/>
                  </a:cubicBezTo>
                  <a:cubicBezTo>
                    <a:pt x="1125" y="1424"/>
                    <a:pt x="1158" y="1379"/>
                    <a:pt x="1158" y="1318"/>
                  </a:cubicBezTo>
                  <a:cubicBezTo>
                    <a:pt x="1158" y="972"/>
                    <a:pt x="1158" y="626"/>
                    <a:pt x="1158" y="280"/>
                  </a:cubicBezTo>
                  <a:close/>
                  <a:moveTo>
                    <a:pt x="357" y="169"/>
                  </a:moveTo>
                  <a:cubicBezTo>
                    <a:pt x="359" y="149"/>
                    <a:pt x="381" y="132"/>
                    <a:pt x="403" y="131"/>
                  </a:cubicBezTo>
                  <a:cubicBezTo>
                    <a:pt x="412" y="131"/>
                    <a:pt x="422" y="131"/>
                    <a:pt x="431" y="131"/>
                  </a:cubicBezTo>
                  <a:cubicBezTo>
                    <a:pt x="446" y="130"/>
                    <a:pt x="454" y="122"/>
                    <a:pt x="455" y="107"/>
                  </a:cubicBezTo>
                  <a:cubicBezTo>
                    <a:pt x="455" y="88"/>
                    <a:pt x="455" y="69"/>
                    <a:pt x="455" y="48"/>
                  </a:cubicBezTo>
                  <a:cubicBezTo>
                    <a:pt x="702" y="48"/>
                    <a:pt x="702" y="48"/>
                    <a:pt x="702" y="48"/>
                  </a:cubicBezTo>
                  <a:cubicBezTo>
                    <a:pt x="702" y="65"/>
                    <a:pt x="704" y="83"/>
                    <a:pt x="702" y="100"/>
                  </a:cubicBezTo>
                  <a:cubicBezTo>
                    <a:pt x="700" y="120"/>
                    <a:pt x="708" y="131"/>
                    <a:pt x="728" y="131"/>
                  </a:cubicBezTo>
                  <a:cubicBezTo>
                    <a:pt x="790" y="132"/>
                    <a:pt x="801" y="144"/>
                    <a:pt x="801" y="206"/>
                  </a:cubicBezTo>
                  <a:cubicBezTo>
                    <a:pt x="801" y="241"/>
                    <a:pt x="801" y="241"/>
                    <a:pt x="801" y="241"/>
                  </a:cubicBezTo>
                  <a:cubicBezTo>
                    <a:pt x="356" y="241"/>
                    <a:pt x="356" y="241"/>
                    <a:pt x="356" y="241"/>
                  </a:cubicBezTo>
                  <a:cubicBezTo>
                    <a:pt x="356" y="217"/>
                    <a:pt x="355" y="193"/>
                    <a:pt x="357" y="169"/>
                  </a:cubicBezTo>
                  <a:close/>
                  <a:moveTo>
                    <a:pt x="1111" y="1316"/>
                  </a:moveTo>
                  <a:cubicBezTo>
                    <a:pt x="1111" y="1365"/>
                    <a:pt x="1081" y="1394"/>
                    <a:pt x="1032" y="1394"/>
                  </a:cubicBezTo>
                  <a:cubicBezTo>
                    <a:pt x="730" y="1394"/>
                    <a:pt x="428" y="1394"/>
                    <a:pt x="126" y="1394"/>
                  </a:cubicBezTo>
                  <a:cubicBezTo>
                    <a:pt x="78" y="1394"/>
                    <a:pt x="47" y="1365"/>
                    <a:pt x="47" y="1316"/>
                  </a:cubicBezTo>
                  <a:cubicBezTo>
                    <a:pt x="47" y="971"/>
                    <a:pt x="47" y="626"/>
                    <a:pt x="47" y="281"/>
                  </a:cubicBezTo>
                  <a:cubicBezTo>
                    <a:pt x="47" y="234"/>
                    <a:pt x="78" y="203"/>
                    <a:pt x="125" y="203"/>
                  </a:cubicBezTo>
                  <a:cubicBezTo>
                    <a:pt x="182" y="203"/>
                    <a:pt x="238" y="203"/>
                    <a:pt x="295" y="203"/>
                  </a:cubicBezTo>
                  <a:cubicBezTo>
                    <a:pt x="308" y="203"/>
                    <a:pt x="308" y="203"/>
                    <a:pt x="308" y="203"/>
                  </a:cubicBezTo>
                  <a:cubicBezTo>
                    <a:pt x="308" y="223"/>
                    <a:pt x="308" y="241"/>
                    <a:pt x="308" y="259"/>
                  </a:cubicBezTo>
                  <a:cubicBezTo>
                    <a:pt x="308" y="283"/>
                    <a:pt x="315" y="290"/>
                    <a:pt x="338" y="290"/>
                  </a:cubicBezTo>
                  <a:cubicBezTo>
                    <a:pt x="444" y="290"/>
                    <a:pt x="551" y="290"/>
                    <a:pt x="657" y="290"/>
                  </a:cubicBezTo>
                  <a:cubicBezTo>
                    <a:pt x="710" y="290"/>
                    <a:pt x="764" y="290"/>
                    <a:pt x="817" y="290"/>
                  </a:cubicBezTo>
                  <a:cubicBezTo>
                    <a:pt x="841" y="290"/>
                    <a:pt x="848" y="283"/>
                    <a:pt x="848" y="258"/>
                  </a:cubicBezTo>
                  <a:cubicBezTo>
                    <a:pt x="848" y="241"/>
                    <a:pt x="848" y="224"/>
                    <a:pt x="848" y="207"/>
                  </a:cubicBezTo>
                  <a:cubicBezTo>
                    <a:pt x="848" y="207"/>
                    <a:pt x="849" y="206"/>
                    <a:pt x="850" y="204"/>
                  </a:cubicBezTo>
                  <a:cubicBezTo>
                    <a:pt x="854" y="204"/>
                    <a:pt x="858" y="203"/>
                    <a:pt x="862" y="203"/>
                  </a:cubicBezTo>
                  <a:cubicBezTo>
                    <a:pt x="919" y="203"/>
                    <a:pt x="975" y="203"/>
                    <a:pt x="1032" y="203"/>
                  </a:cubicBezTo>
                  <a:cubicBezTo>
                    <a:pt x="1081" y="203"/>
                    <a:pt x="1111" y="232"/>
                    <a:pt x="1111" y="281"/>
                  </a:cubicBezTo>
                  <a:cubicBezTo>
                    <a:pt x="1111" y="626"/>
                    <a:pt x="1111" y="971"/>
                    <a:pt x="1111" y="1316"/>
                  </a:cubicBezTo>
                  <a:close/>
                  <a:moveTo>
                    <a:pt x="508" y="966"/>
                  </a:moveTo>
                  <a:cubicBezTo>
                    <a:pt x="476" y="966"/>
                    <a:pt x="445" y="966"/>
                    <a:pt x="413" y="966"/>
                  </a:cubicBezTo>
                  <a:cubicBezTo>
                    <a:pt x="393" y="966"/>
                    <a:pt x="385" y="974"/>
                    <a:pt x="385" y="994"/>
                  </a:cubicBezTo>
                  <a:cubicBezTo>
                    <a:pt x="384" y="1094"/>
                    <a:pt x="384" y="1195"/>
                    <a:pt x="385" y="1295"/>
                  </a:cubicBezTo>
                  <a:cubicBezTo>
                    <a:pt x="385" y="1316"/>
                    <a:pt x="392" y="1322"/>
                    <a:pt x="413" y="1322"/>
                  </a:cubicBezTo>
                  <a:cubicBezTo>
                    <a:pt x="445" y="1323"/>
                    <a:pt x="476" y="1323"/>
                    <a:pt x="508" y="1322"/>
                  </a:cubicBezTo>
                  <a:cubicBezTo>
                    <a:pt x="529" y="1322"/>
                    <a:pt x="536" y="1316"/>
                    <a:pt x="536" y="1294"/>
                  </a:cubicBezTo>
                  <a:cubicBezTo>
                    <a:pt x="536" y="1244"/>
                    <a:pt x="536" y="1195"/>
                    <a:pt x="536" y="1145"/>
                  </a:cubicBezTo>
                  <a:cubicBezTo>
                    <a:pt x="536" y="1095"/>
                    <a:pt x="536" y="1045"/>
                    <a:pt x="536" y="995"/>
                  </a:cubicBezTo>
                  <a:cubicBezTo>
                    <a:pt x="536" y="974"/>
                    <a:pt x="529" y="966"/>
                    <a:pt x="508" y="966"/>
                  </a:cubicBezTo>
                  <a:close/>
                  <a:moveTo>
                    <a:pt x="488" y="1275"/>
                  </a:moveTo>
                  <a:cubicBezTo>
                    <a:pt x="432" y="1275"/>
                    <a:pt x="432" y="1275"/>
                    <a:pt x="432" y="1275"/>
                  </a:cubicBezTo>
                  <a:cubicBezTo>
                    <a:pt x="432" y="1014"/>
                    <a:pt x="432" y="1014"/>
                    <a:pt x="432" y="1014"/>
                  </a:cubicBezTo>
                  <a:cubicBezTo>
                    <a:pt x="488" y="1014"/>
                    <a:pt x="488" y="1014"/>
                    <a:pt x="488" y="1014"/>
                  </a:cubicBezTo>
                  <a:lnTo>
                    <a:pt x="488" y="1275"/>
                  </a:lnTo>
                  <a:close/>
                  <a:moveTo>
                    <a:pt x="656" y="415"/>
                  </a:moveTo>
                  <a:cubicBezTo>
                    <a:pt x="765" y="416"/>
                    <a:pt x="874" y="416"/>
                    <a:pt x="982" y="415"/>
                  </a:cubicBezTo>
                  <a:cubicBezTo>
                    <a:pt x="1002" y="415"/>
                    <a:pt x="1011" y="407"/>
                    <a:pt x="1011" y="391"/>
                  </a:cubicBezTo>
                  <a:cubicBezTo>
                    <a:pt x="1010" y="375"/>
                    <a:pt x="1001" y="368"/>
                    <a:pt x="982" y="368"/>
                  </a:cubicBezTo>
                  <a:cubicBezTo>
                    <a:pt x="928" y="368"/>
                    <a:pt x="873" y="368"/>
                    <a:pt x="819" y="368"/>
                  </a:cubicBezTo>
                  <a:cubicBezTo>
                    <a:pt x="764" y="368"/>
                    <a:pt x="710" y="368"/>
                    <a:pt x="655" y="368"/>
                  </a:cubicBezTo>
                  <a:cubicBezTo>
                    <a:pt x="637" y="368"/>
                    <a:pt x="627" y="376"/>
                    <a:pt x="627" y="391"/>
                  </a:cubicBezTo>
                  <a:cubicBezTo>
                    <a:pt x="626" y="406"/>
                    <a:pt x="637" y="415"/>
                    <a:pt x="656" y="415"/>
                  </a:cubicBezTo>
                  <a:close/>
                  <a:moveTo>
                    <a:pt x="655" y="539"/>
                  </a:moveTo>
                  <a:cubicBezTo>
                    <a:pt x="733" y="539"/>
                    <a:pt x="811" y="539"/>
                    <a:pt x="889" y="539"/>
                  </a:cubicBezTo>
                  <a:cubicBezTo>
                    <a:pt x="921" y="539"/>
                    <a:pt x="953" y="539"/>
                    <a:pt x="985" y="539"/>
                  </a:cubicBezTo>
                  <a:cubicBezTo>
                    <a:pt x="998" y="539"/>
                    <a:pt x="1008" y="534"/>
                    <a:pt x="1010" y="519"/>
                  </a:cubicBezTo>
                  <a:cubicBezTo>
                    <a:pt x="1013" y="502"/>
                    <a:pt x="1003" y="491"/>
                    <a:pt x="984" y="491"/>
                  </a:cubicBezTo>
                  <a:cubicBezTo>
                    <a:pt x="929" y="491"/>
                    <a:pt x="873" y="491"/>
                    <a:pt x="818" y="491"/>
                  </a:cubicBezTo>
                  <a:cubicBezTo>
                    <a:pt x="764" y="491"/>
                    <a:pt x="709" y="491"/>
                    <a:pt x="655" y="491"/>
                  </a:cubicBezTo>
                  <a:cubicBezTo>
                    <a:pt x="640" y="491"/>
                    <a:pt x="630" y="496"/>
                    <a:pt x="627" y="511"/>
                  </a:cubicBezTo>
                  <a:cubicBezTo>
                    <a:pt x="624" y="527"/>
                    <a:pt x="635" y="539"/>
                    <a:pt x="655" y="539"/>
                  </a:cubicBezTo>
                  <a:close/>
                  <a:moveTo>
                    <a:pt x="893" y="721"/>
                  </a:moveTo>
                  <a:cubicBezTo>
                    <a:pt x="918" y="744"/>
                    <a:pt x="954" y="744"/>
                    <a:pt x="981" y="725"/>
                  </a:cubicBezTo>
                  <a:cubicBezTo>
                    <a:pt x="1007" y="706"/>
                    <a:pt x="1018" y="671"/>
                    <a:pt x="1007" y="641"/>
                  </a:cubicBezTo>
                  <a:cubicBezTo>
                    <a:pt x="995" y="612"/>
                    <a:pt x="965" y="592"/>
                    <a:pt x="935" y="594"/>
                  </a:cubicBezTo>
                  <a:cubicBezTo>
                    <a:pt x="901" y="596"/>
                    <a:pt x="874" y="620"/>
                    <a:pt x="867" y="656"/>
                  </a:cubicBezTo>
                  <a:cubicBezTo>
                    <a:pt x="866" y="665"/>
                    <a:pt x="862" y="668"/>
                    <a:pt x="855" y="671"/>
                  </a:cubicBezTo>
                  <a:cubicBezTo>
                    <a:pt x="823" y="681"/>
                    <a:pt x="792" y="692"/>
                    <a:pt x="761" y="703"/>
                  </a:cubicBezTo>
                  <a:cubicBezTo>
                    <a:pt x="754" y="706"/>
                    <a:pt x="749" y="705"/>
                    <a:pt x="743" y="699"/>
                  </a:cubicBezTo>
                  <a:cubicBezTo>
                    <a:pt x="722" y="680"/>
                    <a:pt x="696" y="674"/>
                    <a:pt x="669" y="685"/>
                  </a:cubicBezTo>
                  <a:cubicBezTo>
                    <a:pt x="642" y="695"/>
                    <a:pt x="626" y="716"/>
                    <a:pt x="622" y="745"/>
                  </a:cubicBezTo>
                  <a:cubicBezTo>
                    <a:pt x="622" y="750"/>
                    <a:pt x="617" y="757"/>
                    <a:pt x="612" y="759"/>
                  </a:cubicBezTo>
                  <a:cubicBezTo>
                    <a:pt x="584" y="771"/>
                    <a:pt x="556" y="782"/>
                    <a:pt x="527" y="792"/>
                  </a:cubicBezTo>
                  <a:cubicBezTo>
                    <a:pt x="523" y="793"/>
                    <a:pt x="515" y="792"/>
                    <a:pt x="512" y="789"/>
                  </a:cubicBezTo>
                  <a:cubicBezTo>
                    <a:pt x="489" y="769"/>
                    <a:pt x="464" y="763"/>
                    <a:pt x="436" y="774"/>
                  </a:cubicBezTo>
                  <a:cubicBezTo>
                    <a:pt x="407" y="785"/>
                    <a:pt x="392" y="807"/>
                    <a:pt x="389" y="838"/>
                  </a:cubicBezTo>
                  <a:cubicBezTo>
                    <a:pt x="389" y="842"/>
                    <a:pt x="387" y="847"/>
                    <a:pt x="384" y="849"/>
                  </a:cubicBezTo>
                  <a:cubicBezTo>
                    <a:pt x="350" y="869"/>
                    <a:pt x="315" y="889"/>
                    <a:pt x="280" y="908"/>
                  </a:cubicBezTo>
                  <a:cubicBezTo>
                    <a:pt x="253" y="876"/>
                    <a:pt x="226" y="866"/>
                    <a:pt x="194" y="877"/>
                  </a:cubicBezTo>
                  <a:cubicBezTo>
                    <a:pt x="162" y="888"/>
                    <a:pt x="143" y="918"/>
                    <a:pt x="146" y="953"/>
                  </a:cubicBezTo>
                  <a:cubicBezTo>
                    <a:pt x="148" y="986"/>
                    <a:pt x="174" y="1012"/>
                    <a:pt x="208" y="1017"/>
                  </a:cubicBezTo>
                  <a:cubicBezTo>
                    <a:pt x="239" y="1022"/>
                    <a:pt x="271" y="1003"/>
                    <a:pt x="284" y="973"/>
                  </a:cubicBezTo>
                  <a:cubicBezTo>
                    <a:pt x="287" y="967"/>
                    <a:pt x="291" y="959"/>
                    <a:pt x="296" y="956"/>
                  </a:cubicBezTo>
                  <a:cubicBezTo>
                    <a:pt x="333" y="934"/>
                    <a:pt x="371" y="913"/>
                    <a:pt x="408" y="891"/>
                  </a:cubicBezTo>
                  <a:cubicBezTo>
                    <a:pt x="411" y="893"/>
                    <a:pt x="412" y="894"/>
                    <a:pt x="413" y="894"/>
                  </a:cubicBezTo>
                  <a:cubicBezTo>
                    <a:pt x="465" y="938"/>
                    <a:pt x="530" y="899"/>
                    <a:pt x="534" y="849"/>
                  </a:cubicBezTo>
                  <a:cubicBezTo>
                    <a:pt x="534" y="845"/>
                    <a:pt x="539" y="839"/>
                    <a:pt x="543" y="838"/>
                  </a:cubicBezTo>
                  <a:cubicBezTo>
                    <a:pt x="572" y="826"/>
                    <a:pt x="601" y="814"/>
                    <a:pt x="631" y="804"/>
                  </a:cubicBezTo>
                  <a:cubicBezTo>
                    <a:pt x="635" y="802"/>
                    <a:pt x="643" y="804"/>
                    <a:pt x="646" y="806"/>
                  </a:cubicBezTo>
                  <a:cubicBezTo>
                    <a:pt x="693" y="843"/>
                    <a:pt x="756" y="821"/>
                    <a:pt x="766" y="763"/>
                  </a:cubicBezTo>
                  <a:cubicBezTo>
                    <a:pt x="768" y="753"/>
                    <a:pt x="772" y="749"/>
                    <a:pt x="780" y="747"/>
                  </a:cubicBezTo>
                  <a:cubicBezTo>
                    <a:pt x="809" y="737"/>
                    <a:pt x="838" y="727"/>
                    <a:pt x="866" y="717"/>
                  </a:cubicBezTo>
                  <a:cubicBezTo>
                    <a:pt x="876" y="713"/>
                    <a:pt x="883" y="713"/>
                    <a:pt x="893" y="721"/>
                  </a:cubicBezTo>
                  <a:close/>
                  <a:moveTo>
                    <a:pt x="940" y="641"/>
                  </a:moveTo>
                  <a:cubicBezTo>
                    <a:pt x="953" y="642"/>
                    <a:pt x="964" y="654"/>
                    <a:pt x="964" y="667"/>
                  </a:cubicBezTo>
                  <a:cubicBezTo>
                    <a:pt x="964" y="680"/>
                    <a:pt x="952" y="692"/>
                    <a:pt x="939" y="692"/>
                  </a:cubicBezTo>
                  <a:cubicBezTo>
                    <a:pt x="927" y="692"/>
                    <a:pt x="914" y="678"/>
                    <a:pt x="914" y="663"/>
                  </a:cubicBezTo>
                  <a:cubicBezTo>
                    <a:pt x="914" y="652"/>
                    <a:pt x="927" y="640"/>
                    <a:pt x="940" y="641"/>
                  </a:cubicBezTo>
                  <a:close/>
                  <a:moveTo>
                    <a:pt x="217" y="971"/>
                  </a:moveTo>
                  <a:cubicBezTo>
                    <a:pt x="204" y="971"/>
                    <a:pt x="192" y="959"/>
                    <a:pt x="192" y="946"/>
                  </a:cubicBezTo>
                  <a:cubicBezTo>
                    <a:pt x="192" y="933"/>
                    <a:pt x="203" y="921"/>
                    <a:pt x="217" y="920"/>
                  </a:cubicBezTo>
                  <a:cubicBezTo>
                    <a:pt x="231" y="920"/>
                    <a:pt x="239" y="929"/>
                    <a:pt x="239" y="946"/>
                  </a:cubicBezTo>
                  <a:cubicBezTo>
                    <a:pt x="239" y="962"/>
                    <a:pt x="230" y="971"/>
                    <a:pt x="217" y="971"/>
                  </a:cubicBezTo>
                  <a:close/>
                  <a:moveTo>
                    <a:pt x="461" y="866"/>
                  </a:moveTo>
                  <a:cubicBezTo>
                    <a:pt x="447" y="865"/>
                    <a:pt x="437" y="854"/>
                    <a:pt x="437" y="840"/>
                  </a:cubicBezTo>
                  <a:cubicBezTo>
                    <a:pt x="437" y="827"/>
                    <a:pt x="449" y="815"/>
                    <a:pt x="463" y="815"/>
                  </a:cubicBezTo>
                  <a:cubicBezTo>
                    <a:pt x="476" y="816"/>
                    <a:pt x="487" y="829"/>
                    <a:pt x="487" y="843"/>
                  </a:cubicBezTo>
                  <a:cubicBezTo>
                    <a:pt x="486" y="856"/>
                    <a:pt x="474" y="867"/>
                    <a:pt x="461" y="866"/>
                  </a:cubicBezTo>
                  <a:close/>
                  <a:moveTo>
                    <a:pt x="695" y="777"/>
                  </a:moveTo>
                  <a:cubicBezTo>
                    <a:pt x="681" y="777"/>
                    <a:pt x="670" y="766"/>
                    <a:pt x="670" y="751"/>
                  </a:cubicBezTo>
                  <a:cubicBezTo>
                    <a:pt x="669" y="739"/>
                    <a:pt x="681" y="728"/>
                    <a:pt x="694" y="728"/>
                  </a:cubicBezTo>
                  <a:cubicBezTo>
                    <a:pt x="708" y="727"/>
                    <a:pt x="719" y="737"/>
                    <a:pt x="719" y="751"/>
                  </a:cubicBezTo>
                  <a:cubicBezTo>
                    <a:pt x="720" y="765"/>
                    <a:pt x="709" y="777"/>
                    <a:pt x="695" y="777"/>
                  </a:cubicBezTo>
                  <a:close/>
                  <a:moveTo>
                    <a:pt x="265" y="1059"/>
                  </a:moveTo>
                  <a:cubicBezTo>
                    <a:pt x="233" y="1059"/>
                    <a:pt x="200" y="1059"/>
                    <a:pt x="168" y="1059"/>
                  </a:cubicBezTo>
                  <a:cubicBezTo>
                    <a:pt x="148" y="1059"/>
                    <a:pt x="140" y="1068"/>
                    <a:pt x="140" y="1088"/>
                  </a:cubicBezTo>
                  <a:cubicBezTo>
                    <a:pt x="140" y="1122"/>
                    <a:pt x="140" y="1156"/>
                    <a:pt x="140" y="1190"/>
                  </a:cubicBezTo>
                  <a:cubicBezTo>
                    <a:pt x="140" y="1225"/>
                    <a:pt x="140" y="1260"/>
                    <a:pt x="140" y="1295"/>
                  </a:cubicBezTo>
                  <a:cubicBezTo>
                    <a:pt x="140" y="1315"/>
                    <a:pt x="148" y="1322"/>
                    <a:pt x="167" y="1322"/>
                  </a:cubicBezTo>
                  <a:cubicBezTo>
                    <a:pt x="200" y="1323"/>
                    <a:pt x="232" y="1323"/>
                    <a:pt x="265" y="1322"/>
                  </a:cubicBezTo>
                  <a:cubicBezTo>
                    <a:pt x="284" y="1322"/>
                    <a:pt x="292" y="1315"/>
                    <a:pt x="292" y="1295"/>
                  </a:cubicBezTo>
                  <a:cubicBezTo>
                    <a:pt x="293" y="1226"/>
                    <a:pt x="293" y="1157"/>
                    <a:pt x="292" y="1087"/>
                  </a:cubicBezTo>
                  <a:cubicBezTo>
                    <a:pt x="292" y="1068"/>
                    <a:pt x="284" y="1059"/>
                    <a:pt x="265" y="1059"/>
                  </a:cubicBezTo>
                  <a:close/>
                  <a:moveTo>
                    <a:pt x="244" y="1275"/>
                  </a:moveTo>
                  <a:cubicBezTo>
                    <a:pt x="189" y="1275"/>
                    <a:pt x="189" y="1275"/>
                    <a:pt x="189" y="1275"/>
                  </a:cubicBezTo>
                  <a:cubicBezTo>
                    <a:pt x="189" y="1107"/>
                    <a:pt x="189" y="1107"/>
                    <a:pt x="189" y="1107"/>
                  </a:cubicBezTo>
                  <a:cubicBezTo>
                    <a:pt x="244" y="1107"/>
                    <a:pt x="244" y="1107"/>
                    <a:pt x="244" y="1107"/>
                  </a:cubicBezTo>
                  <a:lnTo>
                    <a:pt x="244" y="1275"/>
                  </a:lnTo>
                  <a:close/>
                  <a:moveTo>
                    <a:pt x="984" y="794"/>
                  </a:moveTo>
                  <a:cubicBezTo>
                    <a:pt x="954" y="794"/>
                    <a:pt x="925" y="794"/>
                    <a:pt x="895" y="794"/>
                  </a:cubicBezTo>
                  <a:cubicBezTo>
                    <a:pt x="871" y="794"/>
                    <a:pt x="864" y="801"/>
                    <a:pt x="864" y="826"/>
                  </a:cubicBezTo>
                  <a:cubicBezTo>
                    <a:pt x="864" y="884"/>
                    <a:pt x="864" y="942"/>
                    <a:pt x="864" y="1000"/>
                  </a:cubicBezTo>
                  <a:cubicBezTo>
                    <a:pt x="864" y="1097"/>
                    <a:pt x="864" y="1194"/>
                    <a:pt x="864" y="1291"/>
                  </a:cubicBezTo>
                  <a:cubicBezTo>
                    <a:pt x="864" y="1319"/>
                    <a:pt x="870" y="1325"/>
                    <a:pt x="897" y="1325"/>
                  </a:cubicBezTo>
                  <a:cubicBezTo>
                    <a:pt x="926" y="1325"/>
                    <a:pt x="955" y="1325"/>
                    <a:pt x="984" y="1325"/>
                  </a:cubicBezTo>
                  <a:cubicBezTo>
                    <a:pt x="1009" y="1325"/>
                    <a:pt x="1016" y="1319"/>
                    <a:pt x="1016" y="1294"/>
                  </a:cubicBezTo>
                  <a:cubicBezTo>
                    <a:pt x="1016" y="1216"/>
                    <a:pt x="1016" y="1138"/>
                    <a:pt x="1016" y="1060"/>
                  </a:cubicBezTo>
                  <a:cubicBezTo>
                    <a:pt x="1016" y="982"/>
                    <a:pt x="1016" y="904"/>
                    <a:pt x="1016" y="826"/>
                  </a:cubicBezTo>
                  <a:cubicBezTo>
                    <a:pt x="1016" y="801"/>
                    <a:pt x="1010" y="794"/>
                    <a:pt x="984" y="794"/>
                  </a:cubicBezTo>
                  <a:close/>
                  <a:moveTo>
                    <a:pt x="967" y="1277"/>
                  </a:moveTo>
                  <a:cubicBezTo>
                    <a:pt x="912" y="1277"/>
                    <a:pt x="912" y="1277"/>
                    <a:pt x="912" y="1277"/>
                  </a:cubicBezTo>
                  <a:cubicBezTo>
                    <a:pt x="912" y="842"/>
                    <a:pt x="912" y="842"/>
                    <a:pt x="912" y="842"/>
                  </a:cubicBezTo>
                  <a:cubicBezTo>
                    <a:pt x="967" y="842"/>
                    <a:pt x="967" y="842"/>
                    <a:pt x="967" y="842"/>
                  </a:cubicBezTo>
                  <a:lnTo>
                    <a:pt x="967" y="1277"/>
                  </a:lnTo>
                  <a:close/>
                  <a:moveTo>
                    <a:pt x="315" y="722"/>
                  </a:moveTo>
                  <a:cubicBezTo>
                    <a:pt x="418" y="722"/>
                    <a:pt x="502" y="638"/>
                    <a:pt x="502" y="534"/>
                  </a:cubicBezTo>
                  <a:cubicBezTo>
                    <a:pt x="502" y="431"/>
                    <a:pt x="419" y="344"/>
                    <a:pt x="312" y="344"/>
                  </a:cubicBezTo>
                  <a:cubicBezTo>
                    <a:pt x="208" y="345"/>
                    <a:pt x="124" y="430"/>
                    <a:pt x="124" y="534"/>
                  </a:cubicBezTo>
                  <a:cubicBezTo>
                    <a:pt x="125" y="640"/>
                    <a:pt x="208" y="722"/>
                    <a:pt x="315" y="722"/>
                  </a:cubicBezTo>
                  <a:close/>
                  <a:moveTo>
                    <a:pt x="345" y="520"/>
                  </a:moveTo>
                  <a:cubicBezTo>
                    <a:pt x="356" y="484"/>
                    <a:pt x="368" y="447"/>
                    <a:pt x="379" y="409"/>
                  </a:cubicBezTo>
                  <a:cubicBezTo>
                    <a:pt x="454" y="445"/>
                    <a:pt x="478" y="552"/>
                    <a:pt x="426" y="617"/>
                  </a:cubicBezTo>
                  <a:cubicBezTo>
                    <a:pt x="400" y="588"/>
                    <a:pt x="373" y="559"/>
                    <a:pt x="347" y="530"/>
                  </a:cubicBezTo>
                  <a:cubicBezTo>
                    <a:pt x="345" y="528"/>
                    <a:pt x="344" y="523"/>
                    <a:pt x="345" y="520"/>
                  </a:cubicBezTo>
                  <a:close/>
                  <a:moveTo>
                    <a:pt x="182" y="478"/>
                  </a:moveTo>
                  <a:cubicBezTo>
                    <a:pt x="206" y="420"/>
                    <a:pt x="271" y="383"/>
                    <a:pt x="332" y="394"/>
                  </a:cubicBezTo>
                  <a:cubicBezTo>
                    <a:pt x="320" y="436"/>
                    <a:pt x="308" y="476"/>
                    <a:pt x="294" y="516"/>
                  </a:cubicBezTo>
                  <a:cubicBezTo>
                    <a:pt x="289" y="533"/>
                    <a:pt x="292" y="546"/>
                    <a:pt x="304" y="558"/>
                  </a:cubicBezTo>
                  <a:cubicBezTo>
                    <a:pt x="333" y="589"/>
                    <a:pt x="361" y="620"/>
                    <a:pt x="389" y="651"/>
                  </a:cubicBezTo>
                  <a:cubicBezTo>
                    <a:pt x="358" y="679"/>
                    <a:pt x="283" y="687"/>
                    <a:pt x="232" y="650"/>
                  </a:cubicBezTo>
                  <a:cubicBezTo>
                    <a:pt x="177" y="611"/>
                    <a:pt x="156" y="541"/>
                    <a:pt x="182" y="47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" name="LEFT_1_TITLE">
            <a:extLst>
              <a:ext uri="{FF2B5EF4-FFF2-40B4-BE49-F238E27FC236}">
                <a16:creationId xmlns:a16="http://schemas.microsoft.com/office/drawing/2014/main" id="{28F51D65-D7AC-4750-8630-38BADBC6A901}"/>
              </a:ext>
            </a:extLst>
          </p:cNvPr>
          <p:cNvSpPr>
            <a:spLocks noGrp="1"/>
          </p:cNvSpPr>
          <p:nvPr/>
        </p:nvSpPr>
        <p:spPr>
          <a:xfrm>
            <a:off x="2053475" y="2117158"/>
            <a:ext cx="1130818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7" name="LEFT_2_TITLE">
            <a:extLst>
              <a:ext uri="{FF2B5EF4-FFF2-40B4-BE49-F238E27FC236}">
                <a16:creationId xmlns:a16="http://schemas.microsoft.com/office/drawing/2014/main" id="{C39DB1F2-8097-4408-AB38-596B3AA6C4C2}"/>
              </a:ext>
            </a:extLst>
          </p:cNvPr>
          <p:cNvSpPr>
            <a:spLocks noGrp="1"/>
          </p:cNvSpPr>
          <p:nvPr/>
        </p:nvSpPr>
        <p:spPr>
          <a:xfrm>
            <a:off x="2054429" y="5018172"/>
            <a:ext cx="1130818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9" name="LEFT_3_TITLE">
            <a:extLst>
              <a:ext uri="{FF2B5EF4-FFF2-40B4-BE49-F238E27FC236}">
                <a16:creationId xmlns:a16="http://schemas.microsoft.com/office/drawing/2014/main" id="{2DF0F9B2-40C1-48ED-84C3-F779620F50CA}"/>
              </a:ext>
            </a:extLst>
          </p:cNvPr>
          <p:cNvSpPr>
            <a:spLocks noGrp="1"/>
          </p:cNvSpPr>
          <p:nvPr/>
        </p:nvSpPr>
        <p:spPr>
          <a:xfrm>
            <a:off x="2054429" y="3503858"/>
            <a:ext cx="1130818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42" name="Freeform 5">
            <a:extLst>
              <a:ext uri="{FF2B5EF4-FFF2-40B4-BE49-F238E27FC236}">
                <a16:creationId xmlns:a16="http://schemas.microsoft.com/office/drawing/2014/main" id="{207853F8-81F3-4245-BCB5-1056635ADB89}"/>
              </a:ext>
            </a:extLst>
          </p:cNvPr>
          <p:cNvSpPr>
            <a:spLocks/>
          </p:cNvSpPr>
          <p:nvPr/>
        </p:nvSpPr>
        <p:spPr bwMode="auto">
          <a:xfrm>
            <a:off x="8156122" y="2239058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5">
            <a:extLst>
              <a:ext uri="{FF2B5EF4-FFF2-40B4-BE49-F238E27FC236}">
                <a16:creationId xmlns:a16="http://schemas.microsoft.com/office/drawing/2014/main" id="{4EA9E8C4-7256-430B-A411-12CCB9379774}"/>
              </a:ext>
            </a:extLst>
          </p:cNvPr>
          <p:cNvSpPr>
            <a:spLocks/>
          </p:cNvSpPr>
          <p:nvPr/>
        </p:nvSpPr>
        <p:spPr bwMode="auto">
          <a:xfrm>
            <a:off x="8156122" y="3679835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RIGHT_1_BODY">
            <a:extLst>
              <a:ext uri="{FF2B5EF4-FFF2-40B4-BE49-F238E27FC236}">
                <a16:creationId xmlns:a16="http://schemas.microsoft.com/office/drawing/2014/main" id="{4978E7BF-269D-4830-9A59-7A3545EE90BC}"/>
              </a:ext>
            </a:extLst>
          </p:cNvPr>
          <p:cNvSpPr txBox="1"/>
          <p:nvPr/>
        </p:nvSpPr>
        <p:spPr>
          <a:xfrm>
            <a:off x="8975011" y="2396250"/>
            <a:ext cx="2205012" cy="10301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45" name="RIGHT_2_BODY">
            <a:extLst>
              <a:ext uri="{FF2B5EF4-FFF2-40B4-BE49-F238E27FC236}">
                <a16:creationId xmlns:a16="http://schemas.microsoft.com/office/drawing/2014/main" id="{B34A7C88-5986-42F5-BEA6-1524584E673A}"/>
              </a:ext>
            </a:extLst>
          </p:cNvPr>
          <p:cNvSpPr txBox="1"/>
          <p:nvPr/>
        </p:nvSpPr>
        <p:spPr>
          <a:xfrm>
            <a:off x="8964500" y="3837027"/>
            <a:ext cx="2205012" cy="10301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46" name="Freeform 9">
            <a:extLst>
              <a:ext uri="{FF2B5EF4-FFF2-40B4-BE49-F238E27FC236}">
                <a16:creationId xmlns:a16="http://schemas.microsoft.com/office/drawing/2014/main" id="{263EDBEB-DA06-4519-9EFF-7898EF0D0CBC}"/>
              </a:ext>
            </a:extLst>
          </p:cNvPr>
          <p:cNvSpPr>
            <a:spLocks noEditPoints="1"/>
          </p:cNvSpPr>
          <p:nvPr/>
        </p:nvSpPr>
        <p:spPr bwMode="auto">
          <a:xfrm>
            <a:off x="8318463" y="2351192"/>
            <a:ext cx="334212" cy="313442"/>
          </a:xfrm>
          <a:custGeom>
            <a:avLst/>
            <a:gdLst>
              <a:gd name="T0" fmla="*/ 1005 w 1441"/>
              <a:gd name="T1" fmla="*/ 76 h 1348"/>
              <a:gd name="T2" fmla="*/ 902 w 1441"/>
              <a:gd name="T3" fmla="*/ 214 h 1348"/>
              <a:gd name="T4" fmla="*/ 747 w 1441"/>
              <a:gd name="T5" fmla="*/ 95 h 1348"/>
              <a:gd name="T6" fmla="*/ 699 w 1441"/>
              <a:gd name="T7" fmla="*/ 165 h 1348"/>
              <a:gd name="T8" fmla="*/ 1352 w 1441"/>
              <a:gd name="T9" fmla="*/ 461 h 1348"/>
              <a:gd name="T10" fmla="*/ 1189 w 1441"/>
              <a:gd name="T11" fmla="*/ 503 h 1348"/>
              <a:gd name="T12" fmla="*/ 488 w 1441"/>
              <a:gd name="T13" fmla="*/ 67 h 1348"/>
              <a:gd name="T14" fmla="*/ 1116 w 1441"/>
              <a:gd name="T15" fmla="*/ 337 h 1348"/>
              <a:gd name="T16" fmla="*/ 1179 w 1441"/>
              <a:gd name="T17" fmla="*/ 206 h 1348"/>
              <a:gd name="T18" fmla="*/ 93 w 1441"/>
              <a:gd name="T19" fmla="*/ 461 h 1348"/>
              <a:gd name="T20" fmla="*/ 111 w 1441"/>
              <a:gd name="T21" fmla="*/ 417 h 1348"/>
              <a:gd name="T22" fmla="*/ 366 w 1441"/>
              <a:gd name="T23" fmla="*/ 340 h 1348"/>
              <a:gd name="T24" fmla="*/ 227 w 1441"/>
              <a:gd name="T25" fmla="*/ 210 h 1348"/>
              <a:gd name="T26" fmla="*/ 961 w 1441"/>
              <a:gd name="T27" fmla="*/ 829 h 1348"/>
              <a:gd name="T28" fmla="*/ 1122 w 1441"/>
              <a:gd name="T29" fmla="*/ 582 h 1348"/>
              <a:gd name="T30" fmla="*/ 723 w 1441"/>
              <a:gd name="T31" fmla="*/ 291 h 1348"/>
              <a:gd name="T32" fmla="*/ 703 w 1441"/>
              <a:gd name="T33" fmla="*/ 405 h 1348"/>
              <a:gd name="T34" fmla="*/ 857 w 1441"/>
              <a:gd name="T35" fmla="*/ 587 h 1348"/>
              <a:gd name="T36" fmla="*/ 909 w 1441"/>
              <a:gd name="T37" fmla="*/ 819 h 1348"/>
              <a:gd name="T38" fmla="*/ 742 w 1441"/>
              <a:gd name="T39" fmla="*/ 942 h 1348"/>
              <a:gd name="T40" fmla="*/ 536 w 1441"/>
              <a:gd name="T41" fmla="*/ 825 h 1348"/>
              <a:gd name="T42" fmla="*/ 388 w 1441"/>
              <a:gd name="T43" fmla="*/ 621 h 1348"/>
              <a:gd name="T44" fmla="*/ 643 w 1441"/>
              <a:gd name="T45" fmla="*/ 467 h 1348"/>
              <a:gd name="T46" fmla="*/ 326 w 1441"/>
              <a:gd name="T47" fmla="*/ 582 h 1348"/>
              <a:gd name="T48" fmla="*/ 485 w 1441"/>
              <a:gd name="T49" fmla="*/ 837 h 1348"/>
              <a:gd name="T50" fmla="*/ 712 w 1441"/>
              <a:gd name="T51" fmla="*/ 992 h 1348"/>
              <a:gd name="T52" fmla="*/ 994 w 1441"/>
              <a:gd name="T53" fmla="*/ 1061 h 1348"/>
              <a:gd name="T54" fmla="*/ 389 w 1441"/>
              <a:gd name="T55" fmla="*/ 1154 h 1348"/>
              <a:gd name="T56" fmla="*/ 265 w 1441"/>
              <a:gd name="T57" fmla="*/ 1223 h 1348"/>
              <a:gd name="T58" fmla="*/ 172 w 1441"/>
              <a:gd name="T59" fmla="*/ 1165 h 1348"/>
              <a:gd name="T60" fmla="*/ 194 w 1441"/>
              <a:gd name="T61" fmla="*/ 1018 h 1348"/>
              <a:gd name="T62" fmla="*/ 378 w 1441"/>
              <a:gd name="T63" fmla="*/ 1020 h 1348"/>
              <a:gd name="T64" fmla="*/ 307 w 1441"/>
              <a:gd name="T65" fmla="*/ 834 h 1348"/>
              <a:gd name="T66" fmla="*/ 174 w 1441"/>
              <a:gd name="T67" fmla="*/ 972 h 1348"/>
              <a:gd name="T68" fmla="*/ 115 w 1441"/>
              <a:gd name="T69" fmla="*/ 1146 h 1348"/>
              <a:gd name="T70" fmla="*/ 141 w 1441"/>
              <a:gd name="T71" fmla="*/ 1339 h 1348"/>
              <a:gd name="T72" fmla="*/ 453 w 1441"/>
              <a:gd name="T73" fmla="*/ 1339 h 1348"/>
              <a:gd name="T74" fmla="*/ 1274 w 1441"/>
              <a:gd name="T75" fmla="*/ 972 h 1348"/>
              <a:gd name="T76" fmla="*/ 1139 w 1441"/>
              <a:gd name="T77" fmla="*/ 832 h 1348"/>
              <a:gd name="T78" fmla="*/ 1061 w 1441"/>
              <a:gd name="T79" fmla="*/ 1019 h 1348"/>
              <a:gd name="T80" fmla="*/ 1172 w 1441"/>
              <a:gd name="T81" fmla="*/ 905 h 1348"/>
              <a:gd name="T82" fmla="*/ 1368 w 1441"/>
              <a:gd name="T83" fmla="*/ 1038 h 1348"/>
              <a:gd name="T84" fmla="*/ 1290 w 1441"/>
              <a:gd name="T85" fmla="*/ 1278 h 1348"/>
              <a:gd name="T86" fmla="*/ 1039 w 1441"/>
              <a:gd name="T87" fmla="*/ 1269 h 1348"/>
              <a:gd name="T88" fmla="*/ 984 w 1441"/>
              <a:gd name="T89" fmla="*/ 1310 h 1348"/>
              <a:gd name="T90" fmla="*/ 1175 w 1441"/>
              <a:gd name="T91" fmla="*/ 1275 h 1348"/>
              <a:gd name="T92" fmla="*/ 1324 w 1441"/>
              <a:gd name="T93" fmla="*/ 1176 h 1348"/>
              <a:gd name="T94" fmla="*/ 1418 w 1441"/>
              <a:gd name="T95" fmla="*/ 997 h 1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41" h="1348">
                <a:moveTo>
                  <a:pt x="923" y="232"/>
                </a:moveTo>
                <a:cubicBezTo>
                  <a:pt x="935" y="233"/>
                  <a:pt x="944" y="227"/>
                  <a:pt x="948" y="216"/>
                </a:cubicBezTo>
                <a:cubicBezTo>
                  <a:pt x="966" y="173"/>
                  <a:pt x="984" y="129"/>
                  <a:pt x="1002" y="85"/>
                </a:cubicBezTo>
                <a:cubicBezTo>
                  <a:pt x="1003" y="82"/>
                  <a:pt x="1004" y="78"/>
                  <a:pt x="1005" y="76"/>
                </a:cubicBezTo>
                <a:cubicBezTo>
                  <a:pt x="1003" y="63"/>
                  <a:pt x="997" y="54"/>
                  <a:pt x="985" y="52"/>
                </a:cubicBezTo>
                <a:cubicBezTo>
                  <a:pt x="972" y="49"/>
                  <a:pt x="962" y="55"/>
                  <a:pt x="957" y="67"/>
                </a:cubicBezTo>
                <a:cubicBezTo>
                  <a:pt x="939" y="111"/>
                  <a:pt x="921" y="155"/>
                  <a:pt x="903" y="198"/>
                </a:cubicBezTo>
                <a:cubicBezTo>
                  <a:pt x="901" y="203"/>
                  <a:pt x="901" y="209"/>
                  <a:pt x="902" y="214"/>
                </a:cubicBezTo>
                <a:cubicBezTo>
                  <a:pt x="905" y="225"/>
                  <a:pt x="912" y="231"/>
                  <a:pt x="923" y="232"/>
                </a:cubicBezTo>
                <a:close/>
                <a:moveTo>
                  <a:pt x="723" y="192"/>
                </a:moveTo>
                <a:cubicBezTo>
                  <a:pt x="737" y="192"/>
                  <a:pt x="747" y="182"/>
                  <a:pt x="747" y="166"/>
                </a:cubicBezTo>
                <a:cubicBezTo>
                  <a:pt x="747" y="142"/>
                  <a:pt x="747" y="119"/>
                  <a:pt x="747" y="95"/>
                </a:cubicBezTo>
                <a:cubicBezTo>
                  <a:pt x="747" y="73"/>
                  <a:pt x="747" y="50"/>
                  <a:pt x="747" y="28"/>
                </a:cubicBezTo>
                <a:cubicBezTo>
                  <a:pt x="747" y="10"/>
                  <a:pt x="738" y="0"/>
                  <a:pt x="723" y="0"/>
                </a:cubicBezTo>
                <a:cubicBezTo>
                  <a:pt x="708" y="0"/>
                  <a:pt x="699" y="10"/>
                  <a:pt x="699" y="27"/>
                </a:cubicBezTo>
                <a:cubicBezTo>
                  <a:pt x="699" y="73"/>
                  <a:pt x="699" y="119"/>
                  <a:pt x="699" y="165"/>
                </a:cubicBezTo>
                <a:cubicBezTo>
                  <a:pt x="699" y="182"/>
                  <a:pt x="708" y="192"/>
                  <a:pt x="723" y="192"/>
                </a:cubicBezTo>
                <a:close/>
                <a:moveTo>
                  <a:pt x="1189" y="503"/>
                </a:moveTo>
                <a:cubicBezTo>
                  <a:pt x="1194" y="515"/>
                  <a:pt x="1207" y="521"/>
                  <a:pt x="1220" y="516"/>
                </a:cubicBezTo>
                <a:cubicBezTo>
                  <a:pt x="1264" y="498"/>
                  <a:pt x="1308" y="480"/>
                  <a:pt x="1352" y="461"/>
                </a:cubicBezTo>
                <a:cubicBezTo>
                  <a:pt x="1360" y="458"/>
                  <a:pt x="1365" y="448"/>
                  <a:pt x="1368" y="444"/>
                </a:cubicBezTo>
                <a:cubicBezTo>
                  <a:pt x="1368" y="422"/>
                  <a:pt x="1352" y="410"/>
                  <a:pt x="1337" y="416"/>
                </a:cubicBezTo>
                <a:cubicBezTo>
                  <a:pt x="1291" y="434"/>
                  <a:pt x="1246" y="453"/>
                  <a:pt x="1201" y="472"/>
                </a:cubicBezTo>
                <a:cubicBezTo>
                  <a:pt x="1189" y="477"/>
                  <a:pt x="1184" y="491"/>
                  <a:pt x="1189" y="503"/>
                </a:cubicBezTo>
                <a:close/>
                <a:moveTo>
                  <a:pt x="498" y="216"/>
                </a:moveTo>
                <a:cubicBezTo>
                  <a:pt x="504" y="230"/>
                  <a:pt x="517" y="235"/>
                  <a:pt x="530" y="231"/>
                </a:cubicBezTo>
                <a:cubicBezTo>
                  <a:pt x="542" y="226"/>
                  <a:pt x="549" y="212"/>
                  <a:pt x="543" y="198"/>
                </a:cubicBezTo>
                <a:cubicBezTo>
                  <a:pt x="525" y="155"/>
                  <a:pt x="507" y="111"/>
                  <a:pt x="488" y="67"/>
                </a:cubicBezTo>
                <a:cubicBezTo>
                  <a:pt x="485" y="60"/>
                  <a:pt x="475" y="54"/>
                  <a:pt x="472" y="51"/>
                </a:cubicBezTo>
                <a:cubicBezTo>
                  <a:pt x="448" y="51"/>
                  <a:pt x="437" y="68"/>
                  <a:pt x="444" y="85"/>
                </a:cubicBezTo>
                <a:cubicBezTo>
                  <a:pt x="462" y="129"/>
                  <a:pt x="480" y="172"/>
                  <a:pt x="498" y="216"/>
                </a:cubicBezTo>
                <a:close/>
                <a:moveTo>
                  <a:pt x="1116" y="337"/>
                </a:moveTo>
                <a:cubicBezTo>
                  <a:pt x="1149" y="305"/>
                  <a:pt x="1181" y="273"/>
                  <a:pt x="1213" y="241"/>
                </a:cubicBezTo>
                <a:cubicBezTo>
                  <a:pt x="1218" y="236"/>
                  <a:pt x="1220" y="228"/>
                  <a:pt x="1225" y="220"/>
                </a:cubicBezTo>
                <a:cubicBezTo>
                  <a:pt x="1219" y="212"/>
                  <a:pt x="1215" y="204"/>
                  <a:pt x="1209" y="200"/>
                </a:cubicBezTo>
                <a:cubicBezTo>
                  <a:pt x="1198" y="193"/>
                  <a:pt x="1188" y="197"/>
                  <a:pt x="1179" y="206"/>
                </a:cubicBezTo>
                <a:cubicBezTo>
                  <a:pt x="1146" y="239"/>
                  <a:pt x="1114" y="271"/>
                  <a:pt x="1081" y="304"/>
                </a:cubicBezTo>
                <a:cubicBezTo>
                  <a:pt x="1070" y="316"/>
                  <a:pt x="1069" y="329"/>
                  <a:pt x="1079" y="339"/>
                </a:cubicBezTo>
                <a:cubicBezTo>
                  <a:pt x="1090" y="350"/>
                  <a:pt x="1104" y="350"/>
                  <a:pt x="1116" y="337"/>
                </a:cubicBezTo>
                <a:close/>
                <a:moveTo>
                  <a:pt x="93" y="461"/>
                </a:moveTo>
                <a:cubicBezTo>
                  <a:pt x="137" y="480"/>
                  <a:pt x="183" y="499"/>
                  <a:pt x="228" y="517"/>
                </a:cubicBezTo>
                <a:cubicBezTo>
                  <a:pt x="243" y="523"/>
                  <a:pt x="259" y="511"/>
                  <a:pt x="259" y="488"/>
                </a:cubicBezTo>
                <a:cubicBezTo>
                  <a:pt x="256" y="485"/>
                  <a:pt x="251" y="475"/>
                  <a:pt x="243" y="472"/>
                </a:cubicBezTo>
                <a:cubicBezTo>
                  <a:pt x="200" y="452"/>
                  <a:pt x="155" y="435"/>
                  <a:pt x="111" y="417"/>
                </a:cubicBezTo>
                <a:cubicBezTo>
                  <a:pt x="98" y="412"/>
                  <a:pt x="85" y="418"/>
                  <a:pt x="80" y="430"/>
                </a:cubicBezTo>
                <a:cubicBezTo>
                  <a:pt x="75" y="442"/>
                  <a:pt x="80" y="455"/>
                  <a:pt x="93" y="461"/>
                </a:cubicBezTo>
                <a:close/>
                <a:moveTo>
                  <a:pt x="330" y="338"/>
                </a:moveTo>
                <a:cubicBezTo>
                  <a:pt x="342" y="350"/>
                  <a:pt x="356" y="350"/>
                  <a:pt x="366" y="340"/>
                </a:cubicBezTo>
                <a:cubicBezTo>
                  <a:pt x="377" y="330"/>
                  <a:pt x="377" y="316"/>
                  <a:pt x="364" y="303"/>
                </a:cubicBezTo>
                <a:cubicBezTo>
                  <a:pt x="332" y="271"/>
                  <a:pt x="300" y="238"/>
                  <a:pt x="268" y="207"/>
                </a:cubicBezTo>
                <a:cubicBezTo>
                  <a:pt x="263" y="202"/>
                  <a:pt x="255" y="199"/>
                  <a:pt x="247" y="194"/>
                </a:cubicBezTo>
                <a:cubicBezTo>
                  <a:pt x="239" y="200"/>
                  <a:pt x="231" y="204"/>
                  <a:pt x="227" y="210"/>
                </a:cubicBezTo>
                <a:cubicBezTo>
                  <a:pt x="221" y="220"/>
                  <a:pt x="224" y="231"/>
                  <a:pt x="232" y="239"/>
                </a:cubicBezTo>
                <a:cubicBezTo>
                  <a:pt x="265" y="272"/>
                  <a:pt x="297" y="305"/>
                  <a:pt x="330" y="338"/>
                </a:cubicBezTo>
                <a:close/>
                <a:moveTo>
                  <a:pt x="994" y="1061"/>
                </a:moveTo>
                <a:cubicBezTo>
                  <a:pt x="983" y="984"/>
                  <a:pt x="971" y="906"/>
                  <a:pt x="961" y="829"/>
                </a:cubicBezTo>
                <a:cubicBezTo>
                  <a:pt x="960" y="822"/>
                  <a:pt x="963" y="812"/>
                  <a:pt x="968" y="807"/>
                </a:cubicBezTo>
                <a:cubicBezTo>
                  <a:pt x="1025" y="748"/>
                  <a:pt x="1082" y="690"/>
                  <a:pt x="1139" y="632"/>
                </a:cubicBezTo>
                <a:cubicBezTo>
                  <a:pt x="1148" y="623"/>
                  <a:pt x="1155" y="614"/>
                  <a:pt x="1151" y="600"/>
                </a:cubicBezTo>
                <a:cubicBezTo>
                  <a:pt x="1146" y="587"/>
                  <a:pt x="1134" y="584"/>
                  <a:pt x="1122" y="582"/>
                </a:cubicBezTo>
                <a:cubicBezTo>
                  <a:pt x="1041" y="569"/>
                  <a:pt x="961" y="555"/>
                  <a:pt x="880" y="541"/>
                </a:cubicBezTo>
                <a:cubicBezTo>
                  <a:pt x="871" y="540"/>
                  <a:pt x="866" y="536"/>
                  <a:pt x="862" y="528"/>
                </a:cubicBezTo>
                <a:cubicBezTo>
                  <a:pt x="824" y="455"/>
                  <a:pt x="786" y="381"/>
                  <a:pt x="747" y="308"/>
                </a:cubicBezTo>
                <a:cubicBezTo>
                  <a:pt x="742" y="298"/>
                  <a:pt x="735" y="291"/>
                  <a:pt x="723" y="291"/>
                </a:cubicBezTo>
                <a:cubicBezTo>
                  <a:pt x="711" y="291"/>
                  <a:pt x="704" y="298"/>
                  <a:pt x="699" y="308"/>
                </a:cubicBezTo>
                <a:cubicBezTo>
                  <a:pt x="686" y="333"/>
                  <a:pt x="673" y="357"/>
                  <a:pt x="660" y="382"/>
                </a:cubicBezTo>
                <a:cubicBezTo>
                  <a:pt x="652" y="399"/>
                  <a:pt x="654" y="412"/>
                  <a:pt x="668" y="420"/>
                </a:cubicBezTo>
                <a:cubicBezTo>
                  <a:pt x="681" y="427"/>
                  <a:pt x="694" y="422"/>
                  <a:pt x="703" y="405"/>
                </a:cubicBezTo>
                <a:cubicBezTo>
                  <a:pt x="709" y="393"/>
                  <a:pt x="716" y="381"/>
                  <a:pt x="723" y="367"/>
                </a:cubicBezTo>
                <a:cubicBezTo>
                  <a:pt x="727" y="374"/>
                  <a:pt x="730" y="379"/>
                  <a:pt x="732" y="384"/>
                </a:cubicBezTo>
                <a:cubicBezTo>
                  <a:pt x="764" y="444"/>
                  <a:pt x="796" y="504"/>
                  <a:pt x="826" y="564"/>
                </a:cubicBezTo>
                <a:cubicBezTo>
                  <a:pt x="833" y="578"/>
                  <a:pt x="843" y="585"/>
                  <a:pt x="857" y="587"/>
                </a:cubicBezTo>
                <a:cubicBezTo>
                  <a:pt x="889" y="592"/>
                  <a:pt x="921" y="598"/>
                  <a:pt x="953" y="603"/>
                </a:cubicBezTo>
                <a:cubicBezTo>
                  <a:pt x="994" y="610"/>
                  <a:pt x="1035" y="617"/>
                  <a:pt x="1078" y="624"/>
                </a:cubicBezTo>
                <a:cubicBezTo>
                  <a:pt x="1024" y="679"/>
                  <a:pt x="973" y="732"/>
                  <a:pt x="921" y="784"/>
                </a:cubicBezTo>
                <a:cubicBezTo>
                  <a:pt x="911" y="795"/>
                  <a:pt x="907" y="806"/>
                  <a:pt x="909" y="819"/>
                </a:cubicBezTo>
                <a:cubicBezTo>
                  <a:pt x="915" y="856"/>
                  <a:pt x="920" y="892"/>
                  <a:pt x="926" y="929"/>
                </a:cubicBezTo>
                <a:cubicBezTo>
                  <a:pt x="931" y="966"/>
                  <a:pt x="937" y="1003"/>
                  <a:pt x="942" y="1041"/>
                </a:cubicBezTo>
                <a:cubicBezTo>
                  <a:pt x="936" y="1038"/>
                  <a:pt x="931" y="1036"/>
                  <a:pt x="926" y="1033"/>
                </a:cubicBezTo>
                <a:cubicBezTo>
                  <a:pt x="865" y="1003"/>
                  <a:pt x="803" y="973"/>
                  <a:pt x="742" y="942"/>
                </a:cubicBezTo>
                <a:cubicBezTo>
                  <a:pt x="729" y="935"/>
                  <a:pt x="717" y="935"/>
                  <a:pt x="704" y="942"/>
                </a:cubicBezTo>
                <a:cubicBezTo>
                  <a:pt x="643" y="973"/>
                  <a:pt x="581" y="1004"/>
                  <a:pt x="519" y="1034"/>
                </a:cubicBezTo>
                <a:cubicBezTo>
                  <a:pt x="515" y="1036"/>
                  <a:pt x="510" y="1038"/>
                  <a:pt x="504" y="1041"/>
                </a:cubicBezTo>
                <a:cubicBezTo>
                  <a:pt x="515" y="967"/>
                  <a:pt x="525" y="896"/>
                  <a:pt x="536" y="825"/>
                </a:cubicBezTo>
                <a:cubicBezTo>
                  <a:pt x="539" y="808"/>
                  <a:pt x="535" y="794"/>
                  <a:pt x="522" y="781"/>
                </a:cubicBezTo>
                <a:cubicBezTo>
                  <a:pt x="473" y="733"/>
                  <a:pt x="426" y="683"/>
                  <a:pt x="378" y="634"/>
                </a:cubicBezTo>
                <a:cubicBezTo>
                  <a:pt x="375" y="632"/>
                  <a:pt x="373" y="629"/>
                  <a:pt x="369" y="625"/>
                </a:cubicBezTo>
                <a:cubicBezTo>
                  <a:pt x="377" y="623"/>
                  <a:pt x="382" y="622"/>
                  <a:pt x="388" y="621"/>
                </a:cubicBezTo>
                <a:cubicBezTo>
                  <a:pt x="456" y="609"/>
                  <a:pt x="523" y="598"/>
                  <a:pt x="590" y="587"/>
                </a:cubicBezTo>
                <a:cubicBezTo>
                  <a:pt x="602" y="585"/>
                  <a:pt x="611" y="581"/>
                  <a:pt x="617" y="570"/>
                </a:cubicBezTo>
                <a:cubicBezTo>
                  <a:pt x="628" y="547"/>
                  <a:pt x="640" y="525"/>
                  <a:pt x="652" y="502"/>
                </a:cubicBezTo>
                <a:cubicBezTo>
                  <a:pt x="659" y="487"/>
                  <a:pt x="656" y="474"/>
                  <a:pt x="643" y="467"/>
                </a:cubicBezTo>
                <a:cubicBezTo>
                  <a:pt x="630" y="460"/>
                  <a:pt x="617" y="465"/>
                  <a:pt x="609" y="481"/>
                </a:cubicBezTo>
                <a:cubicBezTo>
                  <a:pt x="600" y="497"/>
                  <a:pt x="592" y="514"/>
                  <a:pt x="582" y="529"/>
                </a:cubicBezTo>
                <a:cubicBezTo>
                  <a:pt x="579" y="534"/>
                  <a:pt x="573" y="540"/>
                  <a:pt x="567" y="541"/>
                </a:cubicBezTo>
                <a:cubicBezTo>
                  <a:pt x="487" y="555"/>
                  <a:pt x="406" y="569"/>
                  <a:pt x="326" y="582"/>
                </a:cubicBezTo>
                <a:cubicBezTo>
                  <a:pt x="313" y="584"/>
                  <a:pt x="300" y="586"/>
                  <a:pt x="295" y="601"/>
                </a:cubicBezTo>
                <a:cubicBezTo>
                  <a:pt x="290" y="615"/>
                  <a:pt x="300" y="624"/>
                  <a:pt x="309" y="633"/>
                </a:cubicBezTo>
                <a:cubicBezTo>
                  <a:pt x="364" y="689"/>
                  <a:pt x="419" y="746"/>
                  <a:pt x="475" y="802"/>
                </a:cubicBezTo>
                <a:cubicBezTo>
                  <a:pt x="485" y="813"/>
                  <a:pt x="487" y="823"/>
                  <a:pt x="485" y="837"/>
                </a:cubicBezTo>
                <a:cubicBezTo>
                  <a:pt x="473" y="915"/>
                  <a:pt x="462" y="995"/>
                  <a:pt x="450" y="1074"/>
                </a:cubicBezTo>
                <a:cubicBezTo>
                  <a:pt x="448" y="1085"/>
                  <a:pt x="448" y="1096"/>
                  <a:pt x="459" y="1103"/>
                </a:cubicBezTo>
                <a:cubicBezTo>
                  <a:pt x="469" y="1111"/>
                  <a:pt x="480" y="1108"/>
                  <a:pt x="491" y="1102"/>
                </a:cubicBezTo>
                <a:cubicBezTo>
                  <a:pt x="565" y="1066"/>
                  <a:pt x="639" y="1029"/>
                  <a:pt x="712" y="992"/>
                </a:cubicBezTo>
                <a:cubicBezTo>
                  <a:pt x="720" y="988"/>
                  <a:pt x="726" y="988"/>
                  <a:pt x="734" y="992"/>
                </a:cubicBezTo>
                <a:cubicBezTo>
                  <a:pt x="805" y="1028"/>
                  <a:pt x="875" y="1063"/>
                  <a:pt x="946" y="1098"/>
                </a:cubicBezTo>
                <a:cubicBezTo>
                  <a:pt x="959" y="1104"/>
                  <a:pt x="973" y="1114"/>
                  <a:pt x="988" y="1103"/>
                </a:cubicBezTo>
                <a:cubicBezTo>
                  <a:pt x="1003" y="1092"/>
                  <a:pt x="997" y="1076"/>
                  <a:pt x="994" y="1061"/>
                </a:cubicBezTo>
                <a:close/>
                <a:moveTo>
                  <a:pt x="450" y="1233"/>
                </a:moveTo>
                <a:cubicBezTo>
                  <a:pt x="446" y="1204"/>
                  <a:pt x="442" y="1175"/>
                  <a:pt x="437" y="1146"/>
                </a:cubicBezTo>
                <a:cubicBezTo>
                  <a:pt x="434" y="1130"/>
                  <a:pt x="422" y="1121"/>
                  <a:pt x="409" y="1123"/>
                </a:cubicBezTo>
                <a:cubicBezTo>
                  <a:pt x="395" y="1125"/>
                  <a:pt x="387" y="1138"/>
                  <a:pt x="389" y="1154"/>
                </a:cubicBezTo>
                <a:cubicBezTo>
                  <a:pt x="392" y="1176"/>
                  <a:pt x="396" y="1198"/>
                  <a:pt x="399" y="1219"/>
                </a:cubicBezTo>
                <a:cubicBezTo>
                  <a:pt x="401" y="1238"/>
                  <a:pt x="404" y="1256"/>
                  <a:pt x="406" y="1277"/>
                </a:cubicBezTo>
                <a:cubicBezTo>
                  <a:pt x="368" y="1258"/>
                  <a:pt x="332" y="1241"/>
                  <a:pt x="297" y="1223"/>
                </a:cubicBezTo>
                <a:cubicBezTo>
                  <a:pt x="286" y="1217"/>
                  <a:pt x="276" y="1217"/>
                  <a:pt x="265" y="1223"/>
                </a:cubicBezTo>
                <a:cubicBezTo>
                  <a:pt x="248" y="1232"/>
                  <a:pt x="231" y="1240"/>
                  <a:pt x="214" y="1249"/>
                </a:cubicBezTo>
                <a:cubicBezTo>
                  <a:pt x="195" y="1258"/>
                  <a:pt x="176" y="1267"/>
                  <a:pt x="156" y="1277"/>
                </a:cubicBezTo>
                <a:cubicBezTo>
                  <a:pt x="156" y="1270"/>
                  <a:pt x="156" y="1266"/>
                  <a:pt x="157" y="1262"/>
                </a:cubicBezTo>
                <a:cubicBezTo>
                  <a:pt x="162" y="1229"/>
                  <a:pt x="165" y="1197"/>
                  <a:pt x="172" y="1165"/>
                </a:cubicBezTo>
                <a:cubicBezTo>
                  <a:pt x="176" y="1145"/>
                  <a:pt x="170" y="1131"/>
                  <a:pt x="155" y="1118"/>
                </a:cubicBezTo>
                <a:cubicBezTo>
                  <a:pt x="129" y="1092"/>
                  <a:pt x="104" y="1066"/>
                  <a:pt x="78" y="1039"/>
                </a:cubicBezTo>
                <a:cubicBezTo>
                  <a:pt x="83" y="1037"/>
                  <a:pt x="87" y="1036"/>
                  <a:pt x="91" y="1035"/>
                </a:cubicBezTo>
                <a:cubicBezTo>
                  <a:pt x="125" y="1029"/>
                  <a:pt x="160" y="1023"/>
                  <a:pt x="194" y="1018"/>
                </a:cubicBezTo>
                <a:cubicBezTo>
                  <a:pt x="210" y="1016"/>
                  <a:pt x="219" y="1008"/>
                  <a:pt x="226" y="995"/>
                </a:cubicBezTo>
                <a:cubicBezTo>
                  <a:pt x="243" y="960"/>
                  <a:pt x="262" y="926"/>
                  <a:pt x="281" y="889"/>
                </a:cubicBezTo>
                <a:cubicBezTo>
                  <a:pt x="299" y="924"/>
                  <a:pt x="318" y="957"/>
                  <a:pt x="333" y="991"/>
                </a:cubicBezTo>
                <a:cubicBezTo>
                  <a:pt x="343" y="1012"/>
                  <a:pt x="358" y="1018"/>
                  <a:pt x="378" y="1020"/>
                </a:cubicBezTo>
                <a:cubicBezTo>
                  <a:pt x="391" y="1021"/>
                  <a:pt x="402" y="1012"/>
                  <a:pt x="405" y="1001"/>
                </a:cubicBezTo>
                <a:cubicBezTo>
                  <a:pt x="407" y="988"/>
                  <a:pt x="400" y="978"/>
                  <a:pt x="388" y="972"/>
                </a:cubicBezTo>
                <a:cubicBezTo>
                  <a:pt x="382" y="969"/>
                  <a:pt x="376" y="964"/>
                  <a:pt x="372" y="959"/>
                </a:cubicBezTo>
                <a:cubicBezTo>
                  <a:pt x="350" y="917"/>
                  <a:pt x="328" y="876"/>
                  <a:pt x="307" y="834"/>
                </a:cubicBezTo>
                <a:cubicBezTo>
                  <a:pt x="301" y="823"/>
                  <a:pt x="295" y="813"/>
                  <a:pt x="281" y="813"/>
                </a:cubicBezTo>
                <a:cubicBezTo>
                  <a:pt x="267" y="813"/>
                  <a:pt x="261" y="823"/>
                  <a:pt x="255" y="834"/>
                </a:cubicBezTo>
                <a:cubicBezTo>
                  <a:pt x="233" y="876"/>
                  <a:pt x="212" y="918"/>
                  <a:pt x="189" y="959"/>
                </a:cubicBezTo>
                <a:cubicBezTo>
                  <a:pt x="186" y="965"/>
                  <a:pt x="180" y="971"/>
                  <a:pt x="174" y="972"/>
                </a:cubicBezTo>
                <a:cubicBezTo>
                  <a:pt x="127" y="981"/>
                  <a:pt x="79" y="988"/>
                  <a:pt x="31" y="996"/>
                </a:cubicBezTo>
                <a:cubicBezTo>
                  <a:pt x="19" y="998"/>
                  <a:pt x="9" y="1001"/>
                  <a:pt x="4" y="1014"/>
                </a:cubicBezTo>
                <a:cubicBezTo>
                  <a:pt x="0" y="1027"/>
                  <a:pt x="7" y="1036"/>
                  <a:pt x="15" y="1044"/>
                </a:cubicBezTo>
                <a:cubicBezTo>
                  <a:pt x="49" y="1078"/>
                  <a:pt x="82" y="1112"/>
                  <a:pt x="115" y="1146"/>
                </a:cubicBezTo>
                <a:cubicBezTo>
                  <a:pt x="119" y="1151"/>
                  <a:pt x="123" y="1158"/>
                  <a:pt x="122" y="1164"/>
                </a:cubicBezTo>
                <a:cubicBezTo>
                  <a:pt x="116" y="1212"/>
                  <a:pt x="109" y="1261"/>
                  <a:pt x="101" y="1309"/>
                </a:cubicBezTo>
                <a:cubicBezTo>
                  <a:pt x="99" y="1321"/>
                  <a:pt x="100" y="1331"/>
                  <a:pt x="109" y="1339"/>
                </a:cubicBezTo>
                <a:cubicBezTo>
                  <a:pt x="120" y="1348"/>
                  <a:pt x="131" y="1344"/>
                  <a:pt x="141" y="1339"/>
                </a:cubicBezTo>
                <a:cubicBezTo>
                  <a:pt x="184" y="1317"/>
                  <a:pt x="227" y="1296"/>
                  <a:pt x="270" y="1275"/>
                </a:cubicBezTo>
                <a:cubicBezTo>
                  <a:pt x="278" y="1271"/>
                  <a:pt x="284" y="1271"/>
                  <a:pt x="292" y="1275"/>
                </a:cubicBezTo>
                <a:cubicBezTo>
                  <a:pt x="335" y="1296"/>
                  <a:pt x="378" y="1317"/>
                  <a:pt x="421" y="1339"/>
                </a:cubicBezTo>
                <a:cubicBezTo>
                  <a:pt x="432" y="1344"/>
                  <a:pt x="442" y="1347"/>
                  <a:pt x="453" y="1339"/>
                </a:cubicBezTo>
                <a:cubicBezTo>
                  <a:pt x="463" y="1331"/>
                  <a:pt x="463" y="1320"/>
                  <a:pt x="461" y="1309"/>
                </a:cubicBezTo>
                <a:cubicBezTo>
                  <a:pt x="457" y="1284"/>
                  <a:pt x="453" y="1259"/>
                  <a:pt x="450" y="1233"/>
                </a:cubicBezTo>
                <a:close/>
                <a:moveTo>
                  <a:pt x="1418" y="997"/>
                </a:moveTo>
                <a:cubicBezTo>
                  <a:pt x="1370" y="989"/>
                  <a:pt x="1322" y="981"/>
                  <a:pt x="1274" y="972"/>
                </a:cubicBezTo>
                <a:cubicBezTo>
                  <a:pt x="1267" y="971"/>
                  <a:pt x="1259" y="965"/>
                  <a:pt x="1256" y="959"/>
                </a:cubicBezTo>
                <a:cubicBezTo>
                  <a:pt x="1233" y="917"/>
                  <a:pt x="1211" y="875"/>
                  <a:pt x="1189" y="832"/>
                </a:cubicBezTo>
                <a:cubicBezTo>
                  <a:pt x="1184" y="821"/>
                  <a:pt x="1177" y="814"/>
                  <a:pt x="1164" y="814"/>
                </a:cubicBezTo>
                <a:cubicBezTo>
                  <a:pt x="1152" y="814"/>
                  <a:pt x="1145" y="821"/>
                  <a:pt x="1139" y="832"/>
                </a:cubicBezTo>
                <a:cubicBezTo>
                  <a:pt x="1118" y="874"/>
                  <a:pt x="1096" y="916"/>
                  <a:pt x="1074" y="957"/>
                </a:cubicBezTo>
                <a:cubicBezTo>
                  <a:pt x="1070" y="963"/>
                  <a:pt x="1063" y="969"/>
                  <a:pt x="1056" y="972"/>
                </a:cubicBezTo>
                <a:cubicBezTo>
                  <a:pt x="1045" y="978"/>
                  <a:pt x="1039" y="986"/>
                  <a:pt x="1040" y="998"/>
                </a:cubicBezTo>
                <a:cubicBezTo>
                  <a:pt x="1042" y="1010"/>
                  <a:pt x="1049" y="1019"/>
                  <a:pt x="1061" y="1019"/>
                </a:cubicBezTo>
                <a:cubicBezTo>
                  <a:pt x="1080" y="1020"/>
                  <a:pt x="1099" y="1017"/>
                  <a:pt x="1109" y="997"/>
                </a:cubicBezTo>
                <a:cubicBezTo>
                  <a:pt x="1123" y="965"/>
                  <a:pt x="1140" y="935"/>
                  <a:pt x="1156" y="905"/>
                </a:cubicBezTo>
                <a:cubicBezTo>
                  <a:pt x="1158" y="901"/>
                  <a:pt x="1161" y="897"/>
                  <a:pt x="1164" y="891"/>
                </a:cubicBezTo>
                <a:cubicBezTo>
                  <a:pt x="1168" y="897"/>
                  <a:pt x="1170" y="901"/>
                  <a:pt x="1172" y="905"/>
                </a:cubicBezTo>
                <a:cubicBezTo>
                  <a:pt x="1189" y="935"/>
                  <a:pt x="1205" y="966"/>
                  <a:pt x="1220" y="997"/>
                </a:cubicBezTo>
                <a:cubicBezTo>
                  <a:pt x="1226" y="1009"/>
                  <a:pt x="1235" y="1016"/>
                  <a:pt x="1249" y="1017"/>
                </a:cubicBezTo>
                <a:cubicBezTo>
                  <a:pt x="1274" y="1021"/>
                  <a:pt x="1298" y="1025"/>
                  <a:pt x="1323" y="1030"/>
                </a:cubicBezTo>
                <a:cubicBezTo>
                  <a:pt x="1337" y="1032"/>
                  <a:pt x="1351" y="1035"/>
                  <a:pt x="1368" y="1038"/>
                </a:cubicBezTo>
                <a:cubicBezTo>
                  <a:pt x="1339" y="1068"/>
                  <a:pt x="1312" y="1096"/>
                  <a:pt x="1285" y="1123"/>
                </a:cubicBezTo>
                <a:cubicBezTo>
                  <a:pt x="1274" y="1133"/>
                  <a:pt x="1270" y="1144"/>
                  <a:pt x="1273" y="1158"/>
                </a:cubicBezTo>
                <a:cubicBezTo>
                  <a:pt x="1275" y="1174"/>
                  <a:pt x="1278" y="1191"/>
                  <a:pt x="1280" y="1207"/>
                </a:cubicBezTo>
                <a:cubicBezTo>
                  <a:pt x="1283" y="1230"/>
                  <a:pt x="1287" y="1253"/>
                  <a:pt x="1290" y="1278"/>
                </a:cubicBezTo>
                <a:cubicBezTo>
                  <a:pt x="1253" y="1259"/>
                  <a:pt x="1218" y="1242"/>
                  <a:pt x="1183" y="1224"/>
                </a:cubicBezTo>
                <a:cubicBezTo>
                  <a:pt x="1170" y="1218"/>
                  <a:pt x="1159" y="1218"/>
                  <a:pt x="1145" y="1224"/>
                </a:cubicBezTo>
                <a:cubicBezTo>
                  <a:pt x="1111" y="1242"/>
                  <a:pt x="1076" y="1259"/>
                  <a:pt x="1038" y="1278"/>
                </a:cubicBezTo>
                <a:cubicBezTo>
                  <a:pt x="1039" y="1273"/>
                  <a:pt x="1039" y="1271"/>
                  <a:pt x="1039" y="1269"/>
                </a:cubicBezTo>
                <a:cubicBezTo>
                  <a:pt x="1045" y="1229"/>
                  <a:pt x="1051" y="1189"/>
                  <a:pt x="1056" y="1149"/>
                </a:cubicBezTo>
                <a:cubicBezTo>
                  <a:pt x="1058" y="1135"/>
                  <a:pt x="1048" y="1124"/>
                  <a:pt x="1035" y="1123"/>
                </a:cubicBezTo>
                <a:cubicBezTo>
                  <a:pt x="1023" y="1121"/>
                  <a:pt x="1011" y="1130"/>
                  <a:pt x="1009" y="1144"/>
                </a:cubicBezTo>
                <a:cubicBezTo>
                  <a:pt x="1000" y="1199"/>
                  <a:pt x="992" y="1254"/>
                  <a:pt x="984" y="1310"/>
                </a:cubicBezTo>
                <a:cubicBezTo>
                  <a:pt x="983" y="1322"/>
                  <a:pt x="983" y="1333"/>
                  <a:pt x="994" y="1340"/>
                </a:cubicBezTo>
                <a:cubicBezTo>
                  <a:pt x="1005" y="1347"/>
                  <a:pt x="1015" y="1344"/>
                  <a:pt x="1025" y="1338"/>
                </a:cubicBezTo>
                <a:cubicBezTo>
                  <a:pt x="1068" y="1317"/>
                  <a:pt x="1111" y="1296"/>
                  <a:pt x="1154" y="1275"/>
                </a:cubicBezTo>
                <a:cubicBezTo>
                  <a:pt x="1160" y="1272"/>
                  <a:pt x="1169" y="1272"/>
                  <a:pt x="1175" y="1275"/>
                </a:cubicBezTo>
                <a:cubicBezTo>
                  <a:pt x="1218" y="1296"/>
                  <a:pt x="1261" y="1317"/>
                  <a:pt x="1304" y="1338"/>
                </a:cubicBezTo>
                <a:cubicBezTo>
                  <a:pt x="1314" y="1344"/>
                  <a:pt x="1324" y="1347"/>
                  <a:pt x="1335" y="1340"/>
                </a:cubicBezTo>
                <a:cubicBezTo>
                  <a:pt x="1345" y="1333"/>
                  <a:pt x="1346" y="1322"/>
                  <a:pt x="1344" y="1311"/>
                </a:cubicBezTo>
                <a:cubicBezTo>
                  <a:pt x="1338" y="1266"/>
                  <a:pt x="1332" y="1221"/>
                  <a:pt x="1324" y="1176"/>
                </a:cubicBezTo>
                <a:cubicBezTo>
                  <a:pt x="1322" y="1162"/>
                  <a:pt x="1324" y="1152"/>
                  <a:pt x="1334" y="1142"/>
                </a:cubicBezTo>
                <a:cubicBezTo>
                  <a:pt x="1368" y="1109"/>
                  <a:pt x="1400" y="1076"/>
                  <a:pt x="1432" y="1042"/>
                </a:cubicBezTo>
                <a:cubicBezTo>
                  <a:pt x="1438" y="1035"/>
                  <a:pt x="1441" y="1024"/>
                  <a:pt x="1441" y="1015"/>
                </a:cubicBezTo>
                <a:cubicBezTo>
                  <a:pt x="1440" y="1004"/>
                  <a:pt x="1429" y="999"/>
                  <a:pt x="1418" y="9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10">
            <a:extLst>
              <a:ext uri="{FF2B5EF4-FFF2-40B4-BE49-F238E27FC236}">
                <a16:creationId xmlns:a16="http://schemas.microsoft.com/office/drawing/2014/main" id="{DF671AE2-435C-4A1F-A723-513BF4B9EE5E}"/>
              </a:ext>
            </a:extLst>
          </p:cNvPr>
          <p:cNvSpPr>
            <a:spLocks noEditPoints="1"/>
          </p:cNvSpPr>
          <p:nvPr/>
        </p:nvSpPr>
        <p:spPr bwMode="auto">
          <a:xfrm>
            <a:off x="8320351" y="3791169"/>
            <a:ext cx="330436" cy="348376"/>
          </a:xfrm>
          <a:custGeom>
            <a:avLst/>
            <a:gdLst>
              <a:gd name="T0" fmla="*/ 474 w 1426"/>
              <a:gd name="T1" fmla="*/ 745 h 1500"/>
              <a:gd name="T2" fmla="*/ 516 w 1426"/>
              <a:gd name="T3" fmla="*/ 752 h 1500"/>
              <a:gd name="T4" fmla="*/ 726 w 1426"/>
              <a:gd name="T5" fmla="*/ 961 h 1500"/>
              <a:gd name="T6" fmla="*/ 1251 w 1426"/>
              <a:gd name="T7" fmla="*/ 40 h 1500"/>
              <a:gd name="T8" fmla="*/ 1067 w 1426"/>
              <a:gd name="T9" fmla="*/ 131 h 1500"/>
              <a:gd name="T10" fmla="*/ 686 w 1426"/>
              <a:gd name="T11" fmla="*/ 101 h 1500"/>
              <a:gd name="T12" fmla="*/ 314 w 1426"/>
              <a:gd name="T13" fmla="*/ 465 h 1500"/>
              <a:gd name="T14" fmla="*/ 681 w 1426"/>
              <a:gd name="T15" fmla="*/ 334 h 1500"/>
              <a:gd name="T16" fmla="*/ 911 w 1426"/>
              <a:gd name="T17" fmla="*/ 509 h 1500"/>
              <a:gd name="T18" fmla="*/ 1224 w 1426"/>
              <a:gd name="T19" fmla="*/ 411 h 1500"/>
              <a:gd name="T20" fmla="*/ 1408 w 1426"/>
              <a:gd name="T21" fmla="*/ 311 h 1500"/>
              <a:gd name="T22" fmla="*/ 980 w 1426"/>
              <a:gd name="T23" fmla="*/ 474 h 1500"/>
              <a:gd name="T24" fmla="*/ 726 w 1426"/>
              <a:gd name="T25" fmla="*/ 344 h 1500"/>
              <a:gd name="T26" fmla="*/ 913 w 1426"/>
              <a:gd name="T27" fmla="*/ 358 h 1500"/>
              <a:gd name="T28" fmla="*/ 784 w 1426"/>
              <a:gd name="T29" fmla="*/ 283 h 1500"/>
              <a:gd name="T30" fmla="*/ 409 w 1426"/>
              <a:gd name="T31" fmla="*/ 432 h 1500"/>
              <a:gd name="T32" fmla="*/ 349 w 1426"/>
              <a:gd name="T33" fmla="*/ 353 h 1500"/>
              <a:gd name="T34" fmla="*/ 1051 w 1426"/>
              <a:gd name="T35" fmla="*/ 190 h 1500"/>
              <a:gd name="T36" fmla="*/ 1154 w 1426"/>
              <a:gd name="T37" fmla="*/ 403 h 1500"/>
              <a:gd name="T38" fmla="*/ 1262 w 1426"/>
              <a:gd name="T39" fmla="*/ 389 h 1500"/>
              <a:gd name="T40" fmla="*/ 1186 w 1426"/>
              <a:gd name="T41" fmla="*/ 53 h 1500"/>
              <a:gd name="T42" fmla="*/ 1369 w 1426"/>
              <a:gd name="T43" fmla="*/ 329 h 1500"/>
              <a:gd name="T44" fmla="*/ 101 w 1426"/>
              <a:gd name="T45" fmla="*/ 1165 h 1500"/>
              <a:gd name="T46" fmla="*/ 168 w 1426"/>
              <a:gd name="T47" fmla="*/ 1197 h 1500"/>
              <a:gd name="T48" fmla="*/ 1117 w 1426"/>
              <a:gd name="T49" fmla="*/ 1038 h 1500"/>
              <a:gd name="T50" fmla="*/ 747 w 1426"/>
              <a:gd name="T51" fmla="*/ 1165 h 1500"/>
              <a:gd name="T52" fmla="*/ 420 w 1426"/>
              <a:gd name="T53" fmla="*/ 984 h 1500"/>
              <a:gd name="T54" fmla="*/ 198 w 1426"/>
              <a:gd name="T55" fmla="*/ 1085 h 1500"/>
              <a:gd name="T56" fmla="*/ 18 w 1426"/>
              <a:gd name="T57" fmla="*/ 1189 h 1500"/>
              <a:gd name="T58" fmla="*/ 331 w 1426"/>
              <a:gd name="T59" fmla="*/ 1444 h 1500"/>
              <a:gd name="T60" fmla="*/ 603 w 1426"/>
              <a:gd name="T61" fmla="*/ 1417 h 1500"/>
              <a:gd name="T62" fmla="*/ 1117 w 1426"/>
              <a:gd name="T63" fmla="*/ 1171 h 1500"/>
              <a:gd name="T64" fmla="*/ 246 w 1426"/>
              <a:gd name="T65" fmla="*/ 1444 h 1500"/>
              <a:gd name="T66" fmla="*/ 64 w 1426"/>
              <a:gd name="T67" fmla="*/ 1137 h 1500"/>
              <a:gd name="T68" fmla="*/ 163 w 1426"/>
              <a:gd name="T69" fmla="*/ 1110 h 1500"/>
              <a:gd name="T70" fmla="*/ 1092 w 1426"/>
              <a:gd name="T71" fmla="*/ 1136 h 1500"/>
              <a:gd name="T72" fmla="*/ 610 w 1426"/>
              <a:gd name="T73" fmla="*/ 1375 h 1500"/>
              <a:gd name="T74" fmla="*/ 222 w 1426"/>
              <a:gd name="T75" fmla="*/ 1127 h 1500"/>
              <a:gd name="T76" fmla="*/ 449 w 1426"/>
              <a:gd name="T77" fmla="*/ 1026 h 1500"/>
              <a:gd name="T78" fmla="*/ 700 w 1426"/>
              <a:gd name="T79" fmla="*/ 1156 h 1500"/>
              <a:gd name="T80" fmla="*/ 512 w 1426"/>
              <a:gd name="T81" fmla="*/ 1142 h 1500"/>
              <a:gd name="T82" fmla="*/ 641 w 1426"/>
              <a:gd name="T83" fmla="*/ 1218 h 1500"/>
              <a:gd name="T84" fmla="*/ 1014 w 1426"/>
              <a:gd name="T85" fmla="*/ 1069 h 1500"/>
              <a:gd name="T86" fmla="*/ 1302 w 1426"/>
              <a:gd name="T87" fmla="*/ 293 h 1500"/>
              <a:gd name="T88" fmla="*/ 1287 w 1426"/>
              <a:gd name="T89" fmla="*/ 352 h 1500"/>
              <a:gd name="T90" fmla="*/ 1302 w 1426"/>
              <a:gd name="T91" fmla="*/ 293 h 1500"/>
              <a:gd name="T92" fmla="*/ 686 w 1426"/>
              <a:gd name="T93" fmla="*/ 698 h 1500"/>
              <a:gd name="T94" fmla="*/ 806 w 1426"/>
              <a:gd name="T95" fmla="*/ 714 h 1500"/>
              <a:gd name="T96" fmla="*/ 748 w 1426"/>
              <a:gd name="T97" fmla="*/ 604 h 1500"/>
              <a:gd name="T98" fmla="*/ 707 w 1426"/>
              <a:gd name="T99" fmla="*/ 625 h 1500"/>
              <a:gd name="T100" fmla="*/ 708 w 1426"/>
              <a:gd name="T101" fmla="*/ 768 h 1500"/>
              <a:gd name="T102" fmla="*/ 748 w 1426"/>
              <a:gd name="T103" fmla="*/ 834 h 1500"/>
              <a:gd name="T104" fmla="*/ 634 w 1426"/>
              <a:gd name="T105" fmla="*/ 810 h 1500"/>
              <a:gd name="T106" fmla="*/ 727 w 1426"/>
              <a:gd name="T107" fmla="*/ 917 h 1500"/>
              <a:gd name="T108" fmla="*/ 752 w 1426"/>
              <a:gd name="T109" fmla="*/ 732 h 1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26" h="1500">
                <a:moveTo>
                  <a:pt x="980" y="754"/>
                </a:moveTo>
                <a:cubicBezTo>
                  <a:pt x="981" y="617"/>
                  <a:pt x="870" y="502"/>
                  <a:pt x="736" y="498"/>
                </a:cubicBezTo>
                <a:cubicBezTo>
                  <a:pt x="598" y="494"/>
                  <a:pt x="477" y="601"/>
                  <a:pt x="474" y="745"/>
                </a:cubicBezTo>
                <a:cubicBezTo>
                  <a:pt x="471" y="888"/>
                  <a:pt x="583" y="1002"/>
                  <a:pt x="726" y="1004"/>
                </a:cubicBezTo>
                <a:cubicBezTo>
                  <a:pt x="862" y="1005"/>
                  <a:pt x="978" y="891"/>
                  <a:pt x="980" y="754"/>
                </a:cubicBezTo>
                <a:close/>
                <a:moveTo>
                  <a:pt x="516" y="752"/>
                </a:moveTo>
                <a:cubicBezTo>
                  <a:pt x="516" y="635"/>
                  <a:pt x="610" y="540"/>
                  <a:pt x="726" y="540"/>
                </a:cubicBezTo>
                <a:cubicBezTo>
                  <a:pt x="842" y="540"/>
                  <a:pt x="936" y="634"/>
                  <a:pt x="937" y="751"/>
                </a:cubicBezTo>
                <a:cubicBezTo>
                  <a:pt x="937" y="867"/>
                  <a:pt x="843" y="960"/>
                  <a:pt x="726" y="961"/>
                </a:cubicBezTo>
                <a:cubicBezTo>
                  <a:pt x="611" y="961"/>
                  <a:pt x="516" y="866"/>
                  <a:pt x="516" y="752"/>
                </a:cubicBezTo>
                <a:close/>
                <a:moveTo>
                  <a:pt x="1408" y="311"/>
                </a:moveTo>
                <a:cubicBezTo>
                  <a:pt x="1356" y="221"/>
                  <a:pt x="1304" y="130"/>
                  <a:pt x="1251" y="40"/>
                </a:cubicBezTo>
                <a:cubicBezTo>
                  <a:pt x="1233" y="9"/>
                  <a:pt x="1195" y="0"/>
                  <a:pt x="1163" y="17"/>
                </a:cubicBezTo>
                <a:cubicBezTo>
                  <a:pt x="1140" y="29"/>
                  <a:pt x="1118" y="42"/>
                  <a:pt x="1096" y="55"/>
                </a:cubicBezTo>
                <a:cubicBezTo>
                  <a:pt x="1070" y="72"/>
                  <a:pt x="1059" y="101"/>
                  <a:pt x="1067" y="131"/>
                </a:cubicBezTo>
                <a:cubicBezTo>
                  <a:pt x="1071" y="145"/>
                  <a:pt x="1066" y="150"/>
                  <a:pt x="1051" y="146"/>
                </a:cubicBezTo>
                <a:cubicBezTo>
                  <a:pt x="975" y="125"/>
                  <a:pt x="900" y="105"/>
                  <a:pt x="825" y="84"/>
                </a:cubicBezTo>
                <a:cubicBezTo>
                  <a:pt x="775" y="69"/>
                  <a:pt x="730" y="74"/>
                  <a:pt x="686" y="101"/>
                </a:cubicBezTo>
                <a:cubicBezTo>
                  <a:pt x="575" y="169"/>
                  <a:pt x="463" y="236"/>
                  <a:pt x="352" y="303"/>
                </a:cubicBezTo>
                <a:cubicBezTo>
                  <a:pt x="337" y="312"/>
                  <a:pt x="322" y="320"/>
                  <a:pt x="308" y="330"/>
                </a:cubicBezTo>
                <a:cubicBezTo>
                  <a:pt x="262" y="368"/>
                  <a:pt x="265" y="432"/>
                  <a:pt x="314" y="465"/>
                </a:cubicBezTo>
                <a:cubicBezTo>
                  <a:pt x="354" y="492"/>
                  <a:pt x="395" y="489"/>
                  <a:pt x="435" y="467"/>
                </a:cubicBezTo>
                <a:cubicBezTo>
                  <a:pt x="513" y="426"/>
                  <a:pt x="590" y="383"/>
                  <a:pt x="667" y="341"/>
                </a:cubicBezTo>
                <a:cubicBezTo>
                  <a:pt x="671" y="339"/>
                  <a:pt x="675" y="337"/>
                  <a:pt x="681" y="334"/>
                </a:cubicBezTo>
                <a:cubicBezTo>
                  <a:pt x="666" y="370"/>
                  <a:pt x="678" y="397"/>
                  <a:pt x="702" y="419"/>
                </a:cubicBezTo>
                <a:cubicBezTo>
                  <a:pt x="718" y="433"/>
                  <a:pt x="736" y="446"/>
                  <a:pt x="754" y="456"/>
                </a:cubicBezTo>
                <a:cubicBezTo>
                  <a:pt x="803" y="483"/>
                  <a:pt x="856" y="499"/>
                  <a:pt x="911" y="509"/>
                </a:cubicBezTo>
                <a:cubicBezTo>
                  <a:pt x="986" y="523"/>
                  <a:pt x="1059" y="523"/>
                  <a:pt x="1123" y="471"/>
                </a:cubicBezTo>
                <a:cubicBezTo>
                  <a:pt x="1129" y="467"/>
                  <a:pt x="1137" y="463"/>
                  <a:pt x="1144" y="459"/>
                </a:cubicBezTo>
                <a:cubicBezTo>
                  <a:pt x="1171" y="443"/>
                  <a:pt x="1197" y="427"/>
                  <a:pt x="1224" y="411"/>
                </a:cubicBezTo>
                <a:cubicBezTo>
                  <a:pt x="1258" y="452"/>
                  <a:pt x="1286" y="457"/>
                  <a:pt x="1332" y="430"/>
                </a:cubicBezTo>
                <a:cubicBezTo>
                  <a:pt x="1349" y="420"/>
                  <a:pt x="1366" y="411"/>
                  <a:pt x="1383" y="400"/>
                </a:cubicBezTo>
                <a:cubicBezTo>
                  <a:pt x="1414" y="381"/>
                  <a:pt x="1426" y="343"/>
                  <a:pt x="1408" y="311"/>
                </a:cubicBezTo>
                <a:close/>
                <a:moveTo>
                  <a:pt x="1154" y="403"/>
                </a:moveTo>
                <a:cubicBezTo>
                  <a:pt x="1131" y="417"/>
                  <a:pt x="1106" y="431"/>
                  <a:pt x="1083" y="447"/>
                </a:cubicBezTo>
                <a:cubicBezTo>
                  <a:pt x="1051" y="469"/>
                  <a:pt x="1017" y="477"/>
                  <a:pt x="980" y="474"/>
                </a:cubicBezTo>
                <a:cubicBezTo>
                  <a:pt x="903" y="469"/>
                  <a:pt x="830" y="451"/>
                  <a:pt x="763" y="412"/>
                </a:cubicBezTo>
                <a:cubicBezTo>
                  <a:pt x="749" y="403"/>
                  <a:pt x="736" y="392"/>
                  <a:pt x="724" y="379"/>
                </a:cubicBezTo>
                <a:cubicBezTo>
                  <a:pt x="713" y="367"/>
                  <a:pt x="715" y="356"/>
                  <a:pt x="726" y="344"/>
                </a:cubicBezTo>
                <a:cubicBezTo>
                  <a:pt x="742" y="327"/>
                  <a:pt x="759" y="319"/>
                  <a:pt x="782" y="325"/>
                </a:cubicBezTo>
                <a:cubicBezTo>
                  <a:pt x="822" y="335"/>
                  <a:pt x="863" y="345"/>
                  <a:pt x="903" y="355"/>
                </a:cubicBezTo>
                <a:cubicBezTo>
                  <a:pt x="906" y="356"/>
                  <a:pt x="909" y="357"/>
                  <a:pt x="913" y="358"/>
                </a:cubicBezTo>
                <a:cubicBezTo>
                  <a:pt x="925" y="362"/>
                  <a:pt x="938" y="356"/>
                  <a:pt x="940" y="345"/>
                </a:cubicBezTo>
                <a:cubicBezTo>
                  <a:pt x="943" y="332"/>
                  <a:pt x="939" y="322"/>
                  <a:pt x="926" y="318"/>
                </a:cubicBezTo>
                <a:cubicBezTo>
                  <a:pt x="879" y="306"/>
                  <a:pt x="832" y="292"/>
                  <a:pt x="784" y="283"/>
                </a:cubicBezTo>
                <a:cubicBezTo>
                  <a:pt x="756" y="278"/>
                  <a:pt x="726" y="280"/>
                  <a:pt x="697" y="283"/>
                </a:cubicBezTo>
                <a:cubicBezTo>
                  <a:pt x="684" y="283"/>
                  <a:pt x="670" y="291"/>
                  <a:pt x="658" y="297"/>
                </a:cubicBezTo>
                <a:cubicBezTo>
                  <a:pt x="575" y="342"/>
                  <a:pt x="493" y="388"/>
                  <a:pt x="409" y="432"/>
                </a:cubicBezTo>
                <a:cubicBezTo>
                  <a:pt x="384" y="446"/>
                  <a:pt x="357" y="446"/>
                  <a:pt x="334" y="427"/>
                </a:cubicBezTo>
                <a:cubicBezTo>
                  <a:pt x="314" y="410"/>
                  <a:pt x="312" y="387"/>
                  <a:pt x="330" y="368"/>
                </a:cubicBezTo>
                <a:cubicBezTo>
                  <a:pt x="336" y="362"/>
                  <a:pt x="342" y="357"/>
                  <a:pt x="349" y="353"/>
                </a:cubicBezTo>
                <a:cubicBezTo>
                  <a:pt x="466" y="283"/>
                  <a:pt x="583" y="214"/>
                  <a:pt x="700" y="142"/>
                </a:cubicBezTo>
                <a:cubicBezTo>
                  <a:pt x="739" y="118"/>
                  <a:pt x="777" y="113"/>
                  <a:pt x="821" y="126"/>
                </a:cubicBezTo>
                <a:cubicBezTo>
                  <a:pt x="897" y="149"/>
                  <a:pt x="974" y="170"/>
                  <a:pt x="1051" y="190"/>
                </a:cubicBezTo>
                <a:cubicBezTo>
                  <a:pt x="1063" y="193"/>
                  <a:pt x="1078" y="186"/>
                  <a:pt x="1094" y="184"/>
                </a:cubicBezTo>
                <a:cubicBezTo>
                  <a:pt x="1129" y="244"/>
                  <a:pt x="1166" y="308"/>
                  <a:pt x="1204" y="373"/>
                </a:cubicBezTo>
                <a:cubicBezTo>
                  <a:pt x="1187" y="383"/>
                  <a:pt x="1171" y="393"/>
                  <a:pt x="1154" y="403"/>
                </a:cubicBezTo>
                <a:close/>
                <a:moveTo>
                  <a:pt x="1359" y="366"/>
                </a:moveTo>
                <a:cubicBezTo>
                  <a:pt x="1339" y="377"/>
                  <a:pt x="1320" y="388"/>
                  <a:pt x="1300" y="399"/>
                </a:cubicBezTo>
                <a:cubicBezTo>
                  <a:pt x="1284" y="408"/>
                  <a:pt x="1271" y="405"/>
                  <a:pt x="1262" y="389"/>
                </a:cubicBezTo>
                <a:cubicBezTo>
                  <a:pt x="1212" y="302"/>
                  <a:pt x="1161" y="215"/>
                  <a:pt x="1111" y="127"/>
                </a:cubicBezTo>
                <a:cubicBezTo>
                  <a:pt x="1103" y="113"/>
                  <a:pt x="1105" y="101"/>
                  <a:pt x="1117" y="93"/>
                </a:cubicBezTo>
                <a:cubicBezTo>
                  <a:pt x="1139" y="79"/>
                  <a:pt x="1163" y="66"/>
                  <a:pt x="1186" y="53"/>
                </a:cubicBezTo>
                <a:cubicBezTo>
                  <a:pt x="1188" y="52"/>
                  <a:pt x="1191" y="52"/>
                  <a:pt x="1198" y="50"/>
                </a:cubicBezTo>
                <a:cubicBezTo>
                  <a:pt x="1203" y="54"/>
                  <a:pt x="1213" y="59"/>
                  <a:pt x="1217" y="66"/>
                </a:cubicBezTo>
                <a:cubicBezTo>
                  <a:pt x="1268" y="153"/>
                  <a:pt x="1319" y="241"/>
                  <a:pt x="1369" y="329"/>
                </a:cubicBezTo>
                <a:cubicBezTo>
                  <a:pt x="1378" y="344"/>
                  <a:pt x="1374" y="356"/>
                  <a:pt x="1359" y="366"/>
                </a:cubicBezTo>
                <a:close/>
                <a:moveTo>
                  <a:pt x="108" y="1142"/>
                </a:moveTo>
                <a:cubicBezTo>
                  <a:pt x="103" y="1146"/>
                  <a:pt x="99" y="1159"/>
                  <a:pt x="101" y="1165"/>
                </a:cubicBezTo>
                <a:cubicBezTo>
                  <a:pt x="107" y="1181"/>
                  <a:pt x="116" y="1196"/>
                  <a:pt x="127" y="1210"/>
                </a:cubicBezTo>
                <a:cubicBezTo>
                  <a:pt x="131" y="1215"/>
                  <a:pt x="143" y="1217"/>
                  <a:pt x="150" y="1216"/>
                </a:cubicBezTo>
                <a:cubicBezTo>
                  <a:pt x="157" y="1214"/>
                  <a:pt x="161" y="1205"/>
                  <a:pt x="168" y="1197"/>
                </a:cubicBezTo>
                <a:cubicBezTo>
                  <a:pt x="155" y="1177"/>
                  <a:pt x="144" y="1158"/>
                  <a:pt x="131" y="1141"/>
                </a:cubicBezTo>
                <a:cubicBezTo>
                  <a:pt x="128" y="1137"/>
                  <a:pt x="113" y="1138"/>
                  <a:pt x="108" y="1142"/>
                </a:cubicBezTo>
                <a:close/>
                <a:moveTo>
                  <a:pt x="1117" y="1038"/>
                </a:moveTo>
                <a:cubicBezTo>
                  <a:pt x="1083" y="1011"/>
                  <a:pt x="1034" y="1009"/>
                  <a:pt x="990" y="1033"/>
                </a:cubicBezTo>
                <a:cubicBezTo>
                  <a:pt x="913" y="1075"/>
                  <a:pt x="836" y="1117"/>
                  <a:pt x="759" y="1160"/>
                </a:cubicBezTo>
                <a:cubicBezTo>
                  <a:pt x="755" y="1161"/>
                  <a:pt x="751" y="1163"/>
                  <a:pt x="747" y="1165"/>
                </a:cubicBezTo>
                <a:cubicBezTo>
                  <a:pt x="756" y="1127"/>
                  <a:pt x="750" y="1106"/>
                  <a:pt x="722" y="1079"/>
                </a:cubicBezTo>
                <a:cubicBezTo>
                  <a:pt x="715" y="1072"/>
                  <a:pt x="706" y="1065"/>
                  <a:pt x="698" y="1060"/>
                </a:cubicBezTo>
                <a:cubicBezTo>
                  <a:pt x="613" y="1007"/>
                  <a:pt x="520" y="983"/>
                  <a:pt x="420" y="984"/>
                </a:cubicBezTo>
                <a:cubicBezTo>
                  <a:pt x="390" y="984"/>
                  <a:pt x="362" y="992"/>
                  <a:pt x="336" y="1008"/>
                </a:cubicBezTo>
                <a:cubicBezTo>
                  <a:pt x="292" y="1036"/>
                  <a:pt x="247" y="1063"/>
                  <a:pt x="202" y="1090"/>
                </a:cubicBezTo>
                <a:cubicBezTo>
                  <a:pt x="200" y="1088"/>
                  <a:pt x="199" y="1086"/>
                  <a:pt x="198" y="1085"/>
                </a:cubicBezTo>
                <a:cubicBezTo>
                  <a:pt x="173" y="1052"/>
                  <a:pt x="139" y="1044"/>
                  <a:pt x="104" y="1064"/>
                </a:cubicBezTo>
                <a:cubicBezTo>
                  <a:pt x="84" y="1076"/>
                  <a:pt x="63" y="1087"/>
                  <a:pt x="43" y="1100"/>
                </a:cubicBezTo>
                <a:cubicBezTo>
                  <a:pt x="12" y="1119"/>
                  <a:pt x="0" y="1157"/>
                  <a:pt x="18" y="1189"/>
                </a:cubicBezTo>
                <a:cubicBezTo>
                  <a:pt x="70" y="1279"/>
                  <a:pt x="122" y="1370"/>
                  <a:pt x="175" y="1460"/>
                </a:cubicBezTo>
                <a:cubicBezTo>
                  <a:pt x="193" y="1491"/>
                  <a:pt x="231" y="1500"/>
                  <a:pt x="263" y="1484"/>
                </a:cubicBezTo>
                <a:cubicBezTo>
                  <a:pt x="286" y="1471"/>
                  <a:pt x="309" y="1458"/>
                  <a:pt x="331" y="1444"/>
                </a:cubicBezTo>
                <a:cubicBezTo>
                  <a:pt x="357" y="1428"/>
                  <a:pt x="367" y="1399"/>
                  <a:pt x="360" y="1371"/>
                </a:cubicBezTo>
                <a:cubicBezTo>
                  <a:pt x="356" y="1355"/>
                  <a:pt x="360" y="1350"/>
                  <a:pt x="377" y="1354"/>
                </a:cubicBezTo>
                <a:cubicBezTo>
                  <a:pt x="452" y="1375"/>
                  <a:pt x="528" y="1395"/>
                  <a:pt x="603" y="1417"/>
                </a:cubicBezTo>
                <a:cubicBezTo>
                  <a:pt x="651" y="1431"/>
                  <a:pt x="696" y="1426"/>
                  <a:pt x="739" y="1400"/>
                </a:cubicBezTo>
                <a:cubicBezTo>
                  <a:pt x="834" y="1342"/>
                  <a:pt x="930" y="1285"/>
                  <a:pt x="1025" y="1227"/>
                </a:cubicBezTo>
                <a:cubicBezTo>
                  <a:pt x="1056" y="1209"/>
                  <a:pt x="1088" y="1192"/>
                  <a:pt x="1117" y="1171"/>
                </a:cubicBezTo>
                <a:cubicBezTo>
                  <a:pt x="1163" y="1135"/>
                  <a:pt x="1162" y="1074"/>
                  <a:pt x="1117" y="1038"/>
                </a:cubicBezTo>
                <a:close/>
                <a:moveTo>
                  <a:pt x="306" y="1410"/>
                </a:moveTo>
                <a:cubicBezTo>
                  <a:pt x="286" y="1422"/>
                  <a:pt x="266" y="1433"/>
                  <a:pt x="246" y="1444"/>
                </a:cubicBezTo>
                <a:cubicBezTo>
                  <a:pt x="230" y="1453"/>
                  <a:pt x="218" y="1450"/>
                  <a:pt x="209" y="1434"/>
                </a:cubicBezTo>
                <a:cubicBezTo>
                  <a:pt x="158" y="1347"/>
                  <a:pt x="108" y="1259"/>
                  <a:pt x="57" y="1171"/>
                </a:cubicBezTo>
                <a:cubicBezTo>
                  <a:pt x="49" y="1158"/>
                  <a:pt x="52" y="1145"/>
                  <a:pt x="64" y="1137"/>
                </a:cubicBezTo>
                <a:cubicBezTo>
                  <a:pt x="86" y="1124"/>
                  <a:pt x="108" y="1111"/>
                  <a:pt x="130" y="1099"/>
                </a:cubicBezTo>
                <a:cubicBezTo>
                  <a:pt x="133" y="1097"/>
                  <a:pt x="138" y="1097"/>
                  <a:pt x="145" y="1095"/>
                </a:cubicBezTo>
                <a:cubicBezTo>
                  <a:pt x="150" y="1099"/>
                  <a:pt x="159" y="1103"/>
                  <a:pt x="163" y="1110"/>
                </a:cubicBezTo>
                <a:cubicBezTo>
                  <a:pt x="214" y="1198"/>
                  <a:pt x="265" y="1285"/>
                  <a:pt x="315" y="1373"/>
                </a:cubicBezTo>
                <a:cubicBezTo>
                  <a:pt x="324" y="1389"/>
                  <a:pt x="321" y="1401"/>
                  <a:pt x="306" y="1410"/>
                </a:cubicBezTo>
                <a:close/>
                <a:moveTo>
                  <a:pt x="1092" y="1136"/>
                </a:moveTo>
                <a:cubicBezTo>
                  <a:pt x="1081" y="1145"/>
                  <a:pt x="1067" y="1152"/>
                  <a:pt x="1055" y="1159"/>
                </a:cubicBezTo>
                <a:cubicBezTo>
                  <a:pt x="944" y="1226"/>
                  <a:pt x="833" y="1292"/>
                  <a:pt x="723" y="1360"/>
                </a:cubicBezTo>
                <a:cubicBezTo>
                  <a:pt x="687" y="1382"/>
                  <a:pt x="651" y="1387"/>
                  <a:pt x="610" y="1375"/>
                </a:cubicBezTo>
                <a:cubicBezTo>
                  <a:pt x="532" y="1352"/>
                  <a:pt x="454" y="1331"/>
                  <a:pt x="375" y="1310"/>
                </a:cubicBezTo>
                <a:cubicBezTo>
                  <a:pt x="363" y="1307"/>
                  <a:pt x="349" y="1314"/>
                  <a:pt x="332" y="1316"/>
                </a:cubicBezTo>
                <a:cubicBezTo>
                  <a:pt x="297" y="1256"/>
                  <a:pt x="260" y="1192"/>
                  <a:pt x="222" y="1127"/>
                </a:cubicBezTo>
                <a:cubicBezTo>
                  <a:pt x="228" y="1124"/>
                  <a:pt x="232" y="1121"/>
                  <a:pt x="237" y="1118"/>
                </a:cubicBezTo>
                <a:cubicBezTo>
                  <a:pt x="273" y="1097"/>
                  <a:pt x="310" y="1077"/>
                  <a:pt x="344" y="1053"/>
                </a:cubicBezTo>
                <a:cubicBezTo>
                  <a:pt x="377" y="1031"/>
                  <a:pt x="411" y="1023"/>
                  <a:pt x="449" y="1026"/>
                </a:cubicBezTo>
                <a:cubicBezTo>
                  <a:pt x="524" y="1032"/>
                  <a:pt x="595" y="1049"/>
                  <a:pt x="660" y="1087"/>
                </a:cubicBezTo>
                <a:cubicBezTo>
                  <a:pt x="676" y="1095"/>
                  <a:pt x="690" y="1108"/>
                  <a:pt x="702" y="1121"/>
                </a:cubicBezTo>
                <a:cubicBezTo>
                  <a:pt x="713" y="1133"/>
                  <a:pt x="711" y="1144"/>
                  <a:pt x="700" y="1156"/>
                </a:cubicBezTo>
                <a:cubicBezTo>
                  <a:pt x="685" y="1173"/>
                  <a:pt x="667" y="1182"/>
                  <a:pt x="644" y="1175"/>
                </a:cubicBezTo>
                <a:cubicBezTo>
                  <a:pt x="604" y="1165"/>
                  <a:pt x="564" y="1155"/>
                  <a:pt x="524" y="1145"/>
                </a:cubicBezTo>
                <a:cubicBezTo>
                  <a:pt x="520" y="1144"/>
                  <a:pt x="516" y="1143"/>
                  <a:pt x="512" y="1142"/>
                </a:cubicBezTo>
                <a:cubicBezTo>
                  <a:pt x="501" y="1139"/>
                  <a:pt x="489" y="1145"/>
                  <a:pt x="486" y="1155"/>
                </a:cubicBezTo>
                <a:cubicBezTo>
                  <a:pt x="483" y="1168"/>
                  <a:pt x="487" y="1178"/>
                  <a:pt x="499" y="1182"/>
                </a:cubicBezTo>
                <a:cubicBezTo>
                  <a:pt x="547" y="1194"/>
                  <a:pt x="594" y="1207"/>
                  <a:pt x="641" y="1218"/>
                </a:cubicBezTo>
                <a:cubicBezTo>
                  <a:pt x="656" y="1221"/>
                  <a:pt x="672" y="1221"/>
                  <a:pt x="688" y="1222"/>
                </a:cubicBezTo>
                <a:cubicBezTo>
                  <a:pt x="719" y="1223"/>
                  <a:pt x="747" y="1216"/>
                  <a:pt x="775" y="1200"/>
                </a:cubicBezTo>
                <a:cubicBezTo>
                  <a:pt x="854" y="1155"/>
                  <a:pt x="934" y="1112"/>
                  <a:pt x="1014" y="1069"/>
                </a:cubicBezTo>
                <a:cubicBezTo>
                  <a:pt x="1037" y="1056"/>
                  <a:pt x="1061" y="1054"/>
                  <a:pt x="1085" y="1068"/>
                </a:cubicBezTo>
                <a:cubicBezTo>
                  <a:pt x="1113" y="1084"/>
                  <a:pt x="1116" y="1115"/>
                  <a:pt x="1092" y="1136"/>
                </a:cubicBezTo>
                <a:close/>
                <a:moveTo>
                  <a:pt x="1302" y="293"/>
                </a:moveTo>
                <a:cubicBezTo>
                  <a:pt x="1298" y="288"/>
                  <a:pt x="1291" y="285"/>
                  <a:pt x="1288" y="282"/>
                </a:cubicBezTo>
                <a:cubicBezTo>
                  <a:pt x="1268" y="282"/>
                  <a:pt x="1258" y="298"/>
                  <a:pt x="1265" y="313"/>
                </a:cubicBezTo>
                <a:cubicBezTo>
                  <a:pt x="1272" y="326"/>
                  <a:pt x="1279" y="339"/>
                  <a:pt x="1287" y="352"/>
                </a:cubicBezTo>
                <a:cubicBezTo>
                  <a:pt x="1294" y="363"/>
                  <a:pt x="1306" y="367"/>
                  <a:pt x="1317" y="360"/>
                </a:cubicBezTo>
                <a:cubicBezTo>
                  <a:pt x="1327" y="354"/>
                  <a:pt x="1330" y="343"/>
                  <a:pt x="1324" y="331"/>
                </a:cubicBezTo>
                <a:cubicBezTo>
                  <a:pt x="1317" y="318"/>
                  <a:pt x="1310" y="305"/>
                  <a:pt x="1302" y="293"/>
                </a:cubicBezTo>
                <a:close/>
                <a:moveTo>
                  <a:pt x="752" y="732"/>
                </a:moveTo>
                <a:cubicBezTo>
                  <a:pt x="738" y="730"/>
                  <a:pt x="724" y="727"/>
                  <a:pt x="710" y="724"/>
                </a:cubicBezTo>
                <a:cubicBezTo>
                  <a:pt x="697" y="720"/>
                  <a:pt x="686" y="713"/>
                  <a:pt x="686" y="698"/>
                </a:cubicBezTo>
                <a:cubicBezTo>
                  <a:pt x="686" y="682"/>
                  <a:pt x="697" y="674"/>
                  <a:pt x="710" y="669"/>
                </a:cubicBezTo>
                <a:cubicBezTo>
                  <a:pt x="738" y="659"/>
                  <a:pt x="761" y="670"/>
                  <a:pt x="777" y="701"/>
                </a:cubicBezTo>
                <a:cubicBezTo>
                  <a:pt x="784" y="715"/>
                  <a:pt x="794" y="720"/>
                  <a:pt x="806" y="714"/>
                </a:cubicBezTo>
                <a:cubicBezTo>
                  <a:pt x="818" y="709"/>
                  <a:pt x="821" y="698"/>
                  <a:pt x="816" y="684"/>
                </a:cubicBezTo>
                <a:cubicBezTo>
                  <a:pt x="806" y="661"/>
                  <a:pt x="792" y="642"/>
                  <a:pt x="768" y="633"/>
                </a:cubicBezTo>
                <a:cubicBezTo>
                  <a:pt x="754" y="627"/>
                  <a:pt x="747" y="621"/>
                  <a:pt x="748" y="604"/>
                </a:cubicBezTo>
                <a:cubicBezTo>
                  <a:pt x="750" y="592"/>
                  <a:pt x="739" y="584"/>
                  <a:pt x="727" y="585"/>
                </a:cubicBezTo>
                <a:cubicBezTo>
                  <a:pt x="715" y="586"/>
                  <a:pt x="708" y="592"/>
                  <a:pt x="707" y="605"/>
                </a:cubicBezTo>
                <a:cubicBezTo>
                  <a:pt x="707" y="612"/>
                  <a:pt x="707" y="619"/>
                  <a:pt x="707" y="625"/>
                </a:cubicBezTo>
                <a:cubicBezTo>
                  <a:pt x="699" y="628"/>
                  <a:pt x="692" y="630"/>
                  <a:pt x="686" y="633"/>
                </a:cubicBezTo>
                <a:cubicBezTo>
                  <a:pt x="660" y="647"/>
                  <a:pt x="644" y="668"/>
                  <a:pt x="644" y="699"/>
                </a:cubicBezTo>
                <a:cubicBezTo>
                  <a:pt x="644" y="732"/>
                  <a:pt x="669" y="759"/>
                  <a:pt x="708" y="768"/>
                </a:cubicBezTo>
                <a:cubicBezTo>
                  <a:pt x="723" y="771"/>
                  <a:pt x="738" y="773"/>
                  <a:pt x="753" y="777"/>
                </a:cubicBezTo>
                <a:cubicBezTo>
                  <a:pt x="768" y="782"/>
                  <a:pt x="778" y="796"/>
                  <a:pt x="777" y="808"/>
                </a:cubicBezTo>
                <a:cubicBezTo>
                  <a:pt x="776" y="821"/>
                  <a:pt x="764" y="832"/>
                  <a:pt x="748" y="834"/>
                </a:cubicBezTo>
                <a:cubicBezTo>
                  <a:pt x="716" y="839"/>
                  <a:pt x="681" y="830"/>
                  <a:pt x="673" y="796"/>
                </a:cubicBezTo>
                <a:cubicBezTo>
                  <a:pt x="671" y="784"/>
                  <a:pt x="658" y="779"/>
                  <a:pt x="647" y="783"/>
                </a:cubicBezTo>
                <a:cubicBezTo>
                  <a:pt x="635" y="788"/>
                  <a:pt x="631" y="797"/>
                  <a:pt x="634" y="810"/>
                </a:cubicBezTo>
                <a:cubicBezTo>
                  <a:pt x="641" y="837"/>
                  <a:pt x="657" y="856"/>
                  <a:pt x="682" y="868"/>
                </a:cubicBezTo>
                <a:cubicBezTo>
                  <a:pt x="690" y="871"/>
                  <a:pt x="698" y="874"/>
                  <a:pt x="707" y="877"/>
                </a:cubicBezTo>
                <a:cubicBezTo>
                  <a:pt x="708" y="893"/>
                  <a:pt x="702" y="916"/>
                  <a:pt x="727" y="917"/>
                </a:cubicBezTo>
                <a:cubicBezTo>
                  <a:pt x="753" y="918"/>
                  <a:pt x="748" y="894"/>
                  <a:pt x="750" y="878"/>
                </a:cubicBezTo>
                <a:cubicBezTo>
                  <a:pt x="784" y="870"/>
                  <a:pt x="810" y="855"/>
                  <a:pt x="818" y="821"/>
                </a:cubicBezTo>
                <a:cubicBezTo>
                  <a:pt x="827" y="781"/>
                  <a:pt x="797" y="741"/>
                  <a:pt x="752" y="7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838AC655-FFA7-48E7-92B2-85A70BAB835C}"/>
              </a:ext>
            </a:extLst>
          </p:cNvPr>
          <p:cNvSpPr>
            <a:spLocks/>
          </p:cNvSpPr>
          <p:nvPr/>
        </p:nvSpPr>
        <p:spPr bwMode="auto">
          <a:xfrm>
            <a:off x="8183723" y="5173500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RIGHT_3_BODY">
            <a:extLst>
              <a:ext uri="{FF2B5EF4-FFF2-40B4-BE49-F238E27FC236}">
                <a16:creationId xmlns:a16="http://schemas.microsoft.com/office/drawing/2014/main" id="{7D57E763-7784-401F-9BD4-A71C2FB2A87C}"/>
              </a:ext>
            </a:extLst>
          </p:cNvPr>
          <p:cNvSpPr txBox="1"/>
          <p:nvPr/>
        </p:nvSpPr>
        <p:spPr>
          <a:xfrm>
            <a:off x="8997712" y="5298834"/>
            <a:ext cx="2205012" cy="10301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51" name="Freeform 11">
            <a:extLst>
              <a:ext uri="{FF2B5EF4-FFF2-40B4-BE49-F238E27FC236}">
                <a16:creationId xmlns:a16="http://schemas.microsoft.com/office/drawing/2014/main" id="{2D59C18A-3E6E-47AB-BD1C-9EB88F90A9F8}"/>
              </a:ext>
            </a:extLst>
          </p:cNvPr>
          <p:cNvSpPr>
            <a:spLocks noEditPoints="1"/>
          </p:cNvSpPr>
          <p:nvPr/>
        </p:nvSpPr>
        <p:spPr bwMode="auto">
          <a:xfrm>
            <a:off x="8278699" y="5285778"/>
            <a:ext cx="349318" cy="346486"/>
          </a:xfrm>
          <a:custGeom>
            <a:avLst/>
            <a:gdLst>
              <a:gd name="T0" fmla="*/ 897 w 1506"/>
              <a:gd name="T1" fmla="*/ 27 h 1492"/>
              <a:gd name="T2" fmla="*/ 1119 w 1506"/>
              <a:gd name="T3" fmla="*/ 48 h 1492"/>
              <a:gd name="T4" fmla="*/ 1067 w 1506"/>
              <a:gd name="T5" fmla="*/ 90 h 1492"/>
              <a:gd name="T6" fmla="*/ 1182 w 1506"/>
              <a:gd name="T7" fmla="*/ 108 h 1492"/>
              <a:gd name="T8" fmla="*/ 1141 w 1506"/>
              <a:gd name="T9" fmla="*/ 161 h 1492"/>
              <a:gd name="T10" fmla="*/ 1015 w 1506"/>
              <a:gd name="T11" fmla="*/ 52 h 1492"/>
              <a:gd name="T12" fmla="*/ 973 w 1506"/>
              <a:gd name="T13" fmla="*/ 36 h 1492"/>
              <a:gd name="T14" fmla="*/ 914 w 1506"/>
              <a:gd name="T15" fmla="*/ 940 h 1492"/>
              <a:gd name="T16" fmla="*/ 269 w 1506"/>
              <a:gd name="T17" fmla="*/ 941 h 1492"/>
              <a:gd name="T18" fmla="*/ 56 w 1506"/>
              <a:gd name="T19" fmla="*/ 931 h 1492"/>
              <a:gd name="T20" fmla="*/ 280 w 1506"/>
              <a:gd name="T21" fmla="*/ 1476 h 1492"/>
              <a:gd name="T22" fmla="*/ 466 w 1506"/>
              <a:gd name="T23" fmla="*/ 1290 h 1492"/>
              <a:gd name="T24" fmla="*/ 927 w 1506"/>
              <a:gd name="T25" fmla="*/ 1327 h 1492"/>
              <a:gd name="T26" fmla="*/ 364 w 1506"/>
              <a:gd name="T27" fmla="*/ 1395 h 1492"/>
              <a:gd name="T28" fmla="*/ 57 w 1506"/>
              <a:gd name="T29" fmla="*/ 1010 h 1492"/>
              <a:gd name="T30" fmla="*/ 375 w 1506"/>
              <a:gd name="T31" fmla="*/ 1360 h 1492"/>
              <a:gd name="T32" fmla="*/ 1387 w 1506"/>
              <a:gd name="T33" fmla="*/ 1105 h 1492"/>
              <a:gd name="T34" fmla="*/ 565 w 1506"/>
              <a:gd name="T35" fmla="*/ 1241 h 1492"/>
              <a:gd name="T36" fmla="*/ 271 w 1506"/>
              <a:gd name="T37" fmla="*/ 988 h 1492"/>
              <a:gd name="T38" fmla="*/ 911 w 1506"/>
              <a:gd name="T39" fmla="*/ 984 h 1492"/>
              <a:gd name="T40" fmla="*/ 618 w 1506"/>
              <a:gd name="T41" fmla="*/ 1052 h 1492"/>
              <a:gd name="T42" fmla="*/ 865 w 1506"/>
              <a:gd name="T43" fmla="*/ 1162 h 1492"/>
              <a:gd name="T44" fmla="*/ 1396 w 1506"/>
              <a:gd name="T45" fmla="*/ 954 h 1492"/>
              <a:gd name="T46" fmla="*/ 674 w 1506"/>
              <a:gd name="T47" fmla="*/ 598 h 1492"/>
              <a:gd name="T48" fmla="*/ 1011 w 1506"/>
              <a:gd name="T49" fmla="*/ 933 h 1492"/>
              <a:gd name="T50" fmla="*/ 1327 w 1506"/>
              <a:gd name="T51" fmla="*/ 577 h 1492"/>
              <a:gd name="T52" fmla="*/ 1093 w 1506"/>
              <a:gd name="T53" fmla="*/ 260 h 1492"/>
              <a:gd name="T54" fmla="*/ 881 w 1506"/>
              <a:gd name="T55" fmla="*/ 268 h 1492"/>
              <a:gd name="T56" fmla="*/ 957 w 1506"/>
              <a:gd name="T57" fmla="*/ 872 h 1492"/>
              <a:gd name="T58" fmla="*/ 731 w 1506"/>
              <a:gd name="T59" fmla="*/ 618 h 1492"/>
              <a:gd name="T60" fmla="*/ 972 w 1506"/>
              <a:gd name="T61" fmla="*/ 610 h 1492"/>
              <a:gd name="T62" fmla="*/ 1019 w 1506"/>
              <a:gd name="T63" fmla="*/ 878 h 1492"/>
              <a:gd name="T64" fmla="*/ 1124 w 1506"/>
              <a:gd name="T65" fmla="*/ 673 h 1492"/>
              <a:gd name="T66" fmla="*/ 1271 w 1506"/>
              <a:gd name="T67" fmla="*/ 728 h 1492"/>
              <a:gd name="T68" fmla="*/ 1337 w 1506"/>
              <a:gd name="T69" fmla="*/ 523 h 1492"/>
              <a:gd name="T70" fmla="*/ 1037 w 1506"/>
              <a:gd name="T71" fmla="*/ 572 h 1492"/>
              <a:gd name="T72" fmla="*/ 937 w 1506"/>
              <a:gd name="T73" fmla="*/ 155 h 1492"/>
              <a:gd name="T74" fmla="*/ 1027 w 1506"/>
              <a:gd name="T75" fmla="*/ 305 h 1492"/>
              <a:gd name="T76" fmla="*/ 1023 w 1506"/>
              <a:gd name="T77" fmla="*/ 227 h 1492"/>
              <a:gd name="T78" fmla="*/ 962 w 1506"/>
              <a:gd name="T79" fmla="*/ 177 h 1492"/>
              <a:gd name="T80" fmla="*/ 973 w 1506"/>
              <a:gd name="T81" fmla="*/ 268 h 1492"/>
              <a:gd name="T82" fmla="*/ 929 w 1506"/>
              <a:gd name="T83" fmla="*/ 235 h 1492"/>
              <a:gd name="T84" fmla="*/ 1008 w 1506"/>
              <a:gd name="T85" fmla="*/ 407 h 1492"/>
              <a:gd name="T86" fmla="*/ 1039 w 1506"/>
              <a:gd name="T87" fmla="*/ 356 h 1492"/>
              <a:gd name="T88" fmla="*/ 939 w 1506"/>
              <a:gd name="T89" fmla="*/ 427 h 1492"/>
              <a:gd name="T90" fmla="*/ 1042 w 1506"/>
              <a:gd name="T91" fmla="*/ 436 h 1492"/>
              <a:gd name="T92" fmla="*/ 1250 w 1506"/>
              <a:gd name="T93" fmla="*/ 400 h 1492"/>
              <a:gd name="T94" fmla="*/ 913 w 1506"/>
              <a:gd name="T95" fmla="*/ 299 h 1492"/>
              <a:gd name="T96" fmla="*/ 935 w 1506"/>
              <a:gd name="T97" fmla="*/ 582 h 1492"/>
              <a:gd name="T98" fmla="*/ 690 w 1506"/>
              <a:gd name="T99" fmla="*/ 428 h 1492"/>
              <a:gd name="T100" fmla="*/ 858 w 1506"/>
              <a:gd name="T101" fmla="*/ 119 h 1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506" h="1492">
                <a:moveTo>
                  <a:pt x="892" y="86"/>
                </a:moveTo>
                <a:cubicBezTo>
                  <a:pt x="901" y="99"/>
                  <a:pt x="919" y="98"/>
                  <a:pt x="927" y="85"/>
                </a:cubicBezTo>
                <a:cubicBezTo>
                  <a:pt x="933" y="75"/>
                  <a:pt x="929" y="65"/>
                  <a:pt x="923" y="56"/>
                </a:cubicBezTo>
                <a:cubicBezTo>
                  <a:pt x="915" y="45"/>
                  <a:pt x="912" y="27"/>
                  <a:pt x="897" y="27"/>
                </a:cubicBezTo>
                <a:cubicBezTo>
                  <a:pt x="878" y="27"/>
                  <a:pt x="868" y="42"/>
                  <a:pt x="875" y="56"/>
                </a:cubicBezTo>
                <a:cubicBezTo>
                  <a:pt x="879" y="67"/>
                  <a:pt x="885" y="77"/>
                  <a:pt x="892" y="86"/>
                </a:cubicBezTo>
                <a:close/>
                <a:moveTo>
                  <a:pt x="1088" y="92"/>
                </a:moveTo>
                <a:cubicBezTo>
                  <a:pt x="1099" y="79"/>
                  <a:pt x="1108" y="64"/>
                  <a:pt x="1119" y="48"/>
                </a:cubicBezTo>
                <a:cubicBezTo>
                  <a:pt x="1112" y="40"/>
                  <a:pt x="1108" y="32"/>
                  <a:pt x="1103" y="30"/>
                </a:cubicBezTo>
                <a:cubicBezTo>
                  <a:pt x="1096" y="27"/>
                  <a:pt x="1084" y="29"/>
                  <a:pt x="1080" y="33"/>
                </a:cubicBezTo>
                <a:cubicBezTo>
                  <a:pt x="1071" y="43"/>
                  <a:pt x="1063" y="56"/>
                  <a:pt x="1059" y="69"/>
                </a:cubicBezTo>
                <a:cubicBezTo>
                  <a:pt x="1057" y="75"/>
                  <a:pt x="1061" y="86"/>
                  <a:pt x="1067" y="90"/>
                </a:cubicBezTo>
                <a:cubicBezTo>
                  <a:pt x="1071" y="94"/>
                  <a:pt x="1085" y="95"/>
                  <a:pt x="1088" y="92"/>
                </a:cubicBezTo>
                <a:close/>
                <a:moveTo>
                  <a:pt x="1141" y="161"/>
                </a:moveTo>
                <a:cubicBezTo>
                  <a:pt x="1157" y="151"/>
                  <a:pt x="1172" y="142"/>
                  <a:pt x="1185" y="131"/>
                </a:cubicBezTo>
                <a:cubicBezTo>
                  <a:pt x="1188" y="127"/>
                  <a:pt x="1186" y="113"/>
                  <a:pt x="1182" y="108"/>
                </a:cubicBezTo>
                <a:cubicBezTo>
                  <a:pt x="1178" y="103"/>
                  <a:pt x="1167" y="100"/>
                  <a:pt x="1160" y="102"/>
                </a:cubicBezTo>
                <a:cubicBezTo>
                  <a:pt x="1148" y="106"/>
                  <a:pt x="1136" y="113"/>
                  <a:pt x="1127" y="121"/>
                </a:cubicBezTo>
                <a:cubicBezTo>
                  <a:pt x="1122" y="126"/>
                  <a:pt x="1120" y="137"/>
                  <a:pt x="1122" y="144"/>
                </a:cubicBezTo>
                <a:cubicBezTo>
                  <a:pt x="1124" y="150"/>
                  <a:pt x="1133" y="154"/>
                  <a:pt x="1141" y="161"/>
                </a:cubicBezTo>
                <a:close/>
                <a:moveTo>
                  <a:pt x="973" y="36"/>
                </a:moveTo>
                <a:cubicBezTo>
                  <a:pt x="973" y="41"/>
                  <a:pt x="973" y="47"/>
                  <a:pt x="973" y="52"/>
                </a:cubicBezTo>
                <a:cubicBezTo>
                  <a:pt x="974" y="65"/>
                  <a:pt x="981" y="71"/>
                  <a:pt x="993" y="72"/>
                </a:cubicBezTo>
                <a:cubicBezTo>
                  <a:pt x="1005" y="73"/>
                  <a:pt x="1014" y="65"/>
                  <a:pt x="1015" y="52"/>
                </a:cubicBezTo>
                <a:cubicBezTo>
                  <a:pt x="1015" y="42"/>
                  <a:pt x="1015" y="31"/>
                  <a:pt x="1015" y="21"/>
                </a:cubicBezTo>
                <a:cubicBezTo>
                  <a:pt x="1014" y="8"/>
                  <a:pt x="1007" y="0"/>
                  <a:pt x="994" y="0"/>
                </a:cubicBezTo>
                <a:cubicBezTo>
                  <a:pt x="981" y="0"/>
                  <a:pt x="974" y="8"/>
                  <a:pt x="973" y="21"/>
                </a:cubicBezTo>
                <a:cubicBezTo>
                  <a:pt x="973" y="26"/>
                  <a:pt x="973" y="31"/>
                  <a:pt x="973" y="36"/>
                </a:cubicBezTo>
                <a:close/>
                <a:moveTo>
                  <a:pt x="1407" y="912"/>
                </a:moveTo>
                <a:cubicBezTo>
                  <a:pt x="1368" y="903"/>
                  <a:pt x="1330" y="907"/>
                  <a:pt x="1293" y="917"/>
                </a:cubicBezTo>
                <a:cubicBezTo>
                  <a:pt x="1195" y="945"/>
                  <a:pt x="1097" y="974"/>
                  <a:pt x="997" y="1003"/>
                </a:cubicBezTo>
                <a:cubicBezTo>
                  <a:pt x="979" y="968"/>
                  <a:pt x="951" y="949"/>
                  <a:pt x="914" y="940"/>
                </a:cubicBezTo>
                <a:cubicBezTo>
                  <a:pt x="878" y="931"/>
                  <a:pt x="843" y="922"/>
                  <a:pt x="808" y="912"/>
                </a:cubicBezTo>
                <a:cubicBezTo>
                  <a:pt x="768" y="902"/>
                  <a:pt x="729" y="891"/>
                  <a:pt x="693" y="868"/>
                </a:cubicBezTo>
                <a:cubicBezTo>
                  <a:pt x="618" y="818"/>
                  <a:pt x="539" y="814"/>
                  <a:pt x="457" y="852"/>
                </a:cubicBezTo>
                <a:cubicBezTo>
                  <a:pt x="394" y="882"/>
                  <a:pt x="332" y="912"/>
                  <a:pt x="269" y="941"/>
                </a:cubicBezTo>
                <a:cubicBezTo>
                  <a:pt x="263" y="944"/>
                  <a:pt x="257" y="946"/>
                  <a:pt x="251" y="949"/>
                </a:cubicBezTo>
                <a:cubicBezTo>
                  <a:pt x="248" y="943"/>
                  <a:pt x="245" y="938"/>
                  <a:pt x="243" y="932"/>
                </a:cubicBezTo>
                <a:cubicBezTo>
                  <a:pt x="225" y="889"/>
                  <a:pt x="191" y="875"/>
                  <a:pt x="147" y="893"/>
                </a:cubicBezTo>
                <a:cubicBezTo>
                  <a:pt x="117" y="905"/>
                  <a:pt x="86" y="918"/>
                  <a:pt x="56" y="931"/>
                </a:cubicBezTo>
                <a:cubicBezTo>
                  <a:pt x="14" y="948"/>
                  <a:pt x="0" y="983"/>
                  <a:pt x="17" y="1025"/>
                </a:cubicBezTo>
                <a:cubicBezTo>
                  <a:pt x="38" y="1074"/>
                  <a:pt x="58" y="1124"/>
                  <a:pt x="79" y="1174"/>
                </a:cubicBezTo>
                <a:cubicBezTo>
                  <a:pt x="116" y="1262"/>
                  <a:pt x="153" y="1351"/>
                  <a:pt x="190" y="1439"/>
                </a:cubicBezTo>
                <a:cubicBezTo>
                  <a:pt x="206" y="1477"/>
                  <a:pt x="241" y="1492"/>
                  <a:pt x="280" y="1476"/>
                </a:cubicBezTo>
                <a:cubicBezTo>
                  <a:pt x="312" y="1463"/>
                  <a:pt x="345" y="1449"/>
                  <a:pt x="378" y="1435"/>
                </a:cubicBezTo>
                <a:cubicBezTo>
                  <a:pt x="417" y="1419"/>
                  <a:pt x="430" y="1384"/>
                  <a:pt x="415" y="1344"/>
                </a:cubicBezTo>
                <a:cubicBezTo>
                  <a:pt x="412" y="1337"/>
                  <a:pt x="408" y="1329"/>
                  <a:pt x="405" y="1320"/>
                </a:cubicBezTo>
                <a:cubicBezTo>
                  <a:pt x="426" y="1310"/>
                  <a:pt x="446" y="1300"/>
                  <a:pt x="466" y="1290"/>
                </a:cubicBezTo>
                <a:cubicBezTo>
                  <a:pt x="495" y="1275"/>
                  <a:pt x="524" y="1274"/>
                  <a:pt x="555" y="1283"/>
                </a:cubicBezTo>
                <a:cubicBezTo>
                  <a:pt x="610" y="1299"/>
                  <a:pt x="666" y="1316"/>
                  <a:pt x="721" y="1331"/>
                </a:cubicBezTo>
                <a:cubicBezTo>
                  <a:pt x="750" y="1339"/>
                  <a:pt x="779" y="1347"/>
                  <a:pt x="809" y="1349"/>
                </a:cubicBezTo>
                <a:cubicBezTo>
                  <a:pt x="850" y="1353"/>
                  <a:pt x="889" y="1342"/>
                  <a:pt x="927" y="1327"/>
                </a:cubicBezTo>
                <a:cubicBezTo>
                  <a:pt x="1086" y="1267"/>
                  <a:pt x="1244" y="1207"/>
                  <a:pt x="1402" y="1145"/>
                </a:cubicBezTo>
                <a:cubicBezTo>
                  <a:pt x="1447" y="1128"/>
                  <a:pt x="1475" y="1092"/>
                  <a:pt x="1488" y="1046"/>
                </a:cubicBezTo>
                <a:cubicBezTo>
                  <a:pt x="1506" y="981"/>
                  <a:pt x="1473" y="927"/>
                  <a:pt x="1407" y="912"/>
                </a:cubicBezTo>
                <a:close/>
                <a:moveTo>
                  <a:pt x="364" y="1395"/>
                </a:moveTo>
                <a:cubicBezTo>
                  <a:pt x="330" y="1410"/>
                  <a:pt x="295" y="1424"/>
                  <a:pt x="260" y="1438"/>
                </a:cubicBezTo>
                <a:cubicBezTo>
                  <a:pt x="246" y="1444"/>
                  <a:pt x="236" y="1438"/>
                  <a:pt x="229" y="1422"/>
                </a:cubicBezTo>
                <a:cubicBezTo>
                  <a:pt x="205" y="1366"/>
                  <a:pt x="182" y="1309"/>
                  <a:pt x="158" y="1253"/>
                </a:cubicBezTo>
                <a:cubicBezTo>
                  <a:pt x="125" y="1172"/>
                  <a:pt x="91" y="1091"/>
                  <a:pt x="57" y="1010"/>
                </a:cubicBezTo>
                <a:cubicBezTo>
                  <a:pt x="48" y="988"/>
                  <a:pt x="52" y="979"/>
                  <a:pt x="74" y="969"/>
                </a:cubicBezTo>
                <a:cubicBezTo>
                  <a:pt x="104" y="957"/>
                  <a:pt x="135" y="944"/>
                  <a:pt x="165" y="931"/>
                </a:cubicBezTo>
                <a:cubicBezTo>
                  <a:pt x="185" y="923"/>
                  <a:pt x="195" y="927"/>
                  <a:pt x="203" y="947"/>
                </a:cubicBezTo>
                <a:cubicBezTo>
                  <a:pt x="260" y="1085"/>
                  <a:pt x="318" y="1222"/>
                  <a:pt x="375" y="1360"/>
                </a:cubicBezTo>
                <a:cubicBezTo>
                  <a:pt x="377" y="1364"/>
                  <a:pt x="378" y="1369"/>
                  <a:pt x="381" y="1377"/>
                </a:cubicBezTo>
                <a:cubicBezTo>
                  <a:pt x="376" y="1383"/>
                  <a:pt x="371" y="1392"/>
                  <a:pt x="364" y="1395"/>
                </a:cubicBezTo>
                <a:close/>
                <a:moveTo>
                  <a:pt x="1447" y="1035"/>
                </a:moveTo>
                <a:cubicBezTo>
                  <a:pt x="1438" y="1067"/>
                  <a:pt x="1419" y="1093"/>
                  <a:pt x="1387" y="1105"/>
                </a:cubicBezTo>
                <a:cubicBezTo>
                  <a:pt x="1227" y="1167"/>
                  <a:pt x="1068" y="1229"/>
                  <a:pt x="908" y="1289"/>
                </a:cubicBezTo>
                <a:cubicBezTo>
                  <a:pt x="864" y="1305"/>
                  <a:pt x="818" y="1316"/>
                  <a:pt x="771" y="1302"/>
                </a:cubicBezTo>
                <a:cubicBezTo>
                  <a:pt x="730" y="1289"/>
                  <a:pt x="689" y="1278"/>
                  <a:pt x="648" y="1266"/>
                </a:cubicBezTo>
                <a:cubicBezTo>
                  <a:pt x="620" y="1258"/>
                  <a:pt x="592" y="1250"/>
                  <a:pt x="565" y="1241"/>
                </a:cubicBezTo>
                <a:cubicBezTo>
                  <a:pt x="525" y="1229"/>
                  <a:pt x="487" y="1232"/>
                  <a:pt x="450" y="1251"/>
                </a:cubicBezTo>
                <a:cubicBezTo>
                  <a:pt x="430" y="1261"/>
                  <a:pt x="410" y="1270"/>
                  <a:pt x="388" y="1281"/>
                </a:cubicBezTo>
                <a:cubicBezTo>
                  <a:pt x="348" y="1184"/>
                  <a:pt x="308" y="1088"/>
                  <a:pt x="268" y="992"/>
                </a:cubicBezTo>
                <a:cubicBezTo>
                  <a:pt x="269" y="990"/>
                  <a:pt x="270" y="988"/>
                  <a:pt x="271" y="988"/>
                </a:cubicBezTo>
                <a:cubicBezTo>
                  <a:pt x="340" y="955"/>
                  <a:pt x="408" y="922"/>
                  <a:pt x="478" y="890"/>
                </a:cubicBezTo>
                <a:cubicBezTo>
                  <a:pt x="542" y="860"/>
                  <a:pt x="607" y="862"/>
                  <a:pt x="666" y="901"/>
                </a:cubicBezTo>
                <a:cubicBezTo>
                  <a:pt x="708" y="929"/>
                  <a:pt x="753" y="942"/>
                  <a:pt x="800" y="954"/>
                </a:cubicBezTo>
                <a:cubicBezTo>
                  <a:pt x="837" y="964"/>
                  <a:pt x="874" y="974"/>
                  <a:pt x="911" y="984"/>
                </a:cubicBezTo>
                <a:cubicBezTo>
                  <a:pt x="952" y="995"/>
                  <a:pt x="975" y="1033"/>
                  <a:pt x="964" y="1072"/>
                </a:cubicBezTo>
                <a:cubicBezTo>
                  <a:pt x="953" y="1110"/>
                  <a:pt x="915" y="1131"/>
                  <a:pt x="875" y="1120"/>
                </a:cubicBezTo>
                <a:cubicBezTo>
                  <a:pt x="793" y="1099"/>
                  <a:pt x="711" y="1077"/>
                  <a:pt x="629" y="1055"/>
                </a:cubicBezTo>
                <a:cubicBezTo>
                  <a:pt x="625" y="1054"/>
                  <a:pt x="622" y="1053"/>
                  <a:pt x="618" y="1052"/>
                </a:cubicBezTo>
                <a:cubicBezTo>
                  <a:pt x="605" y="1049"/>
                  <a:pt x="594" y="1055"/>
                  <a:pt x="591" y="1067"/>
                </a:cubicBezTo>
                <a:cubicBezTo>
                  <a:pt x="587" y="1077"/>
                  <a:pt x="593" y="1088"/>
                  <a:pt x="606" y="1092"/>
                </a:cubicBezTo>
                <a:cubicBezTo>
                  <a:pt x="632" y="1100"/>
                  <a:pt x="659" y="1107"/>
                  <a:pt x="686" y="1114"/>
                </a:cubicBezTo>
                <a:cubicBezTo>
                  <a:pt x="746" y="1130"/>
                  <a:pt x="806" y="1146"/>
                  <a:pt x="865" y="1162"/>
                </a:cubicBezTo>
                <a:cubicBezTo>
                  <a:pt x="939" y="1181"/>
                  <a:pt x="1006" y="1130"/>
                  <a:pt x="1009" y="1055"/>
                </a:cubicBezTo>
                <a:cubicBezTo>
                  <a:pt x="1009" y="1050"/>
                  <a:pt x="1013" y="1043"/>
                  <a:pt x="1017" y="1042"/>
                </a:cubicBezTo>
                <a:cubicBezTo>
                  <a:pt x="1117" y="1012"/>
                  <a:pt x="1217" y="983"/>
                  <a:pt x="1318" y="956"/>
                </a:cubicBezTo>
                <a:cubicBezTo>
                  <a:pt x="1342" y="949"/>
                  <a:pt x="1371" y="950"/>
                  <a:pt x="1396" y="954"/>
                </a:cubicBezTo>
                <a:cubicBezTo>
                  <a:pt x="1440" y="961"/>
                  <a:pt x="1459" y="992"/>
                  <a:pt x="1447" y="1035"/>
                </a:cubicBezTo>
                <a:close/>
                <a:moveTo>
                  <a:pt x="542" y="509"/>
                </a:moveTo>
                <a:cubicBezTo>
                  <a:pt x="582" y="532"/>
                  <a:pt x="622" y="556"/>
                  <a:pt x="662" y="578"/>
                </a:cubicBezTo>
                <a:cubicBezTo>
                  <a:pt x="670" y="583"/>
                  <a:pt x="674" y="588"/>
                  <a:pt x="674" y="598"/>
                </a:cubicBezTo>
                <a:cubicBezTo>
                  <a:pt x="673" y="645"/>
                  <a:pt x="674" y="692"/>
                  <a:pt x="673" y="739"/>
                </a:cubicBezTo>
                <a:cubicBezTo>
                  <a:pt x="673" y="752"/>
                  <a:pt x="678" y="760"/>
                  <a:pt x="689" y="767"/>
                </a:cubicBezTo>
                <a:cubicBezTo>
                  <a:pt x="785" y="822"/>
                  <a:pt x="881" y="878"/>
                  <a:pt x="977" y="933"/>
                </a:cubicBezTo>
                <a:cubicBezTo>
                  <a:pt x="989" y="940"/>
                  <a:pt x="999" y="940"/>
                  <a:pt x="1011" y="933"/>
                </a:cubicBezTo>
                <a:cubicBezTo>
                  <a:pt x="1105" y="878"/>
                  <a:pt x="1201" y="823"/>
                  <a:pt x="1296" y="768"/>
                </a:cubicBezTo>
                <a:cubicBezTo>
                  <a:pt x="1309" y="761"/>
                  <a:pt x="1315" y="751"/>
                  <a:pt x="1315" y="736"/>
                </a:cubicBezTo>
                <a:cubicBezTo>
                  <a:pt x="1314" y="691"/>
                  <a:pt x="1315" y="646"/>
                  <a:pt x="1314" y="601"/>
                </a:cubicBezTo>
                <a:cubicBezTo>
                  <a:pt x="1314" y="589"/>
                  <a:pt x="1317" y="583"/>
                  <a:pt x="1327" y="577"/>
                </a:cubicBezTo>
                <a:cubicBezTo>
                  <a:pt x="1367" y="555"/>
                  <a:pt x="1405" y="532"/>
                  <a:pt x="1444" y="510"/>
                </a:cubicBezTo>
                <a:cubicBezTo>
                  <a:pt x="1471" y="495"/>
                  <a:pt x="1470" y="478"/>
                  <a:pt x="1444" y="463"/>
                </a:cubicBezTo>
                <a:cubicBezTo>
                  <a:pt x="1344" y="405"/>
                  <a:pt x="1245" y="348"/>
                  <a:pt x="1145" y="291"/>
                </a:cubicBezTo>
                <a:cubicBezTo>
                  <a:pt x="1128" y="281"/>
                  <a:pt x="1111" y="270"/>
                  <a:pt x="1093" y="260"/>
                </a:cubicBezTo>
                <a:cubicBezTo>
                  <a:pt x="1124" y="207"/>
                  <a:pt x="1107" y="146"/>
                  <a:pt x="1068" y="113"/>
                </a:cubicBezTo>
                <a:cubicBezTo>
                  <a:pt x="1026" y="78"/>
                  <a:pt x="967" y="77"/>
                  <a:pt x="923" y="110"/>
                </a:cubicBezTo>
                <a:cubicBezTo>
                  <a:pt x="887" y="137"/>
                  <a:pt x="859" y="198"/>
                  <a:pt x="894" y="260"/>
                </a:cubicBezTo>
                <a:cubicBezTo>
                  <a:pt x="889" y="263"/>
                  <a:pt x="885" y="265"/>
                  <a:pt x="881" y="268"/>
                </a:cubicBezTo>
                <a:cubicBezTo>
                  <a:pt x="769" y="333"/>
                  <a:pt x="656" y="398"/>
                  <a:pt x="543" y="463"/>
                </a:cubicBezTo>
                <a:cubicBezTo>
                  <a:pt x="517" y="478"/>
                  <a:pt x="517" y="495"/>
                  <a:pt x="542" y="509"/>
                </a:cubicBezTo>
                <a:close/>
                <a:moveTo>
                  <a:pt x="972" y="880"/>
                </a:moveTo>
                <a:cubicBezTo>
                  <a:pt x="966" y="877"/>
                  <a:pt x="961" y="875"/>
                  <a:pt x="957" y="872"/>
                </a:cubicBezTo>
                <a:cubicBezTo>
                  <a:pt x="880" y="828"/>
                  <a:pt x="804" y="784"/>
                  <a:pt x="728" y="741"/>
                </a:cubicBezTo>
                <a:cubicBezTo>
                  <a:pt x="719" y="735"/>
                  <a:pt x="715" y="729"/>
                  <a:pt x="715" y="718"/>
                </a:cubicBezTo>
                <a:cubicBezTo>
                  <a:pt x="716" y="683"/>
                  <a:pt x="716" y="648"/>
                  <a:pt x="716" y="611"/>
                </a:cubicBezTo>
                <a:cubicBezTo>
                  <a:pt x="722" y="614"/>
                  <a:pt x="727" y="616"/>
                  <a:pt x="731" y="618"/>
                </a:cubicBezTo>
                <a:cubicBezTo>
                  <a:pt x="763" y="637"/>
                  <a:pt x="795" y="655"/>
                  <a:pt x="827" y="674"/>
                </a:cubicBezTo>
                <a:cubicBezTo>
                  <a:pt x="839" y="681"/>
                  <a:pt x="849" y="681"/>
                  <a:pt x="862" y="674"/>
                </a:cubicBezTo>
                <a:cubicBezTo>
                  <a:pt x="892" y="656"/>
                  <a:pt x="924" y="638"/>
                  <a:pt x="955" y="620"/>
                </a:cubicBezTo>
                <a:cubicBezTo>
                  <a:pt x="960" y="617"/>
                  <a:pt x="965" y="614"/>
                  <a:pt x="972" y="610"/>
                </a:cubicBezTo>
                <a:lnTo>
                  <a:pt x="972" y="880"/>
                </a:lnTo>
                <a:close/>
                <a:moveTo>
                  <a:pt x="1271" y="728"/>
                </a:moveTo>
                <a:cubicBezTo>
                  <a:pt x="1271" y="731"/>
                  <a:pt x="1267" y="735"/>
                  <a:pt x="1265" y="737"/>
                </a:cubicBezTo>
                <a:cubicBezTo>
                  <a:pt x="1183" y="784"/>
                  <a:pt x="1101" y="831"/>
                  <a:pt x="1019" y="878"/>
                </a:cubicBezTo>
                <a:cubicBezTo>
                  <a:pt x="1019" y="879"/>
                  <a:pt x="1018" y="878"/>
                  <a:pt x="1016" y="878"/>
                </a:cubicBezTo>
                <a:cubicBezTo>
                  <a:pt x="1016" y="610"/>
                  <a:pt x="1016" y="610"/>
                  <a:pt x="1016" y="610"/>
                </a:cubicBezTo>
                <a:cubicBezTo>
                  <a:pt x="1025" y="615"/>
                  <a:pt x="1032" y="619"/>
                  <a:pt x="1039" y="623"/>
                </a:cubicBezTo>
                <a:cubicBezTo>
                  <a:pt x="1067" y="640"/>
                  <a:pt x="1096" y="656"/>
                  <a:pt x="1124" y="673"/>
                </a:cubicBezTo>
                <a:cubicBezTo>
                  <a:pt x="1137" y="681"/>
                  <a:pt x="1148" y="681"/>
                  <a:pt x="1162" y="673"/>
                </a:cubicBezTo>
                <a:cubicBezTo>
                  <a:pt x="1193" y="654"/>
                  <a:pt x="1225" y="637"/>
                  <a:pt x="1256" y="619"/>
                </a:cubicBezTo>
                <a:cubicBezTo>
                  <a:pt x="1260" y="616"/>
                  <a:pt x="1265" y="614"/>
                  <a:pt x="1271" y="611"/>
                </a:cubicBezTo>
                <a:cubicBezTo>
                  <a:pt x="1271" y="651"/>
                  <a:pt x="1271" y="690"/>
                  <a:pt x="1271" y="728"/>
                </a:cubicBezTo>
                <a:close/>
                <a:moveTo>
                  <a:pt x="1304" y="431"/>
                </a:moveTo>
                <a:cubicBezTo>
                  <a:pt x="1331" y="447"/>
                  <a:pt x="1359" y="463"/>
                  <a:pt x="1386" y="479"/>
                </a:cubicBezTo>
                <a:cubicBezTo>
                  <a:pt x="1390" y="481"/>
                  <a:pt x="1393" y="484"/>
                  <a:pt x="1399" y="487"/>
                </a:cubicBezTo>
                <a:cubicBezTo>
                  <a:pt x="1377" y="500"/>
                  <a:pt x="1357" y="511"/>
                  <a:pt x="1337" y="523"/>
                </a:cubicBezTo>
                <a:cubicBezTo>
                  <a:pt x="1276" y="558"/>
                  <a:pt x="1216" y="592"/>
                  <a:pt x="1155" y="628"/>
                </a:cubicBezTo>
                <a:cubicBezTo>
                  <a:pt x="1146" y="633"/>
                  <a:pt x="1140" y="633"/>
                  <a:pt x="1131" y="628"/>
                </a:cubicBezTo>
                <a:cubicBezTo>
                  <a:pt x="1105" y="612"/>
                  <a:pt x="1078" y="597"/>
                  <a:pt x="1051" y="581"/>
                </a:cubicBezTo>
                <a:cubicBezTo>
                  <a:pt x="1047" y="579"/>
                  <a:pt x="1043" y="576"/>
                  <a:pt x="1037" y="572"/>
                </a:cubicBezTo>
                <a:cubicBezTo>
                  <a:pt x="1076" y="550"/>
                  <a:pt x="1113" y="529"/>
                  <a:pt x="1150" y="507"/>
                </a:cubicBezTo>
                <a:cubicBezTo>
                  <a:pt x="1194" y="482"/>
                  <a:pt x="1238" y="456"/>
                  <a:pt x="1282" y="431"/>
                </a:cubicBezTo>
                <a:cubicBezTo>
                  <a:pt x="1290" y="426"/>
                  <a:pt x="1296" y="426"/>
                  <a:pt x="1304" y="431"/>
                </a:cubicBezTo>
                <a:close/>
                <a:moveTo>
                  <a:pt x="937" y="155"/>
                </a:moveTo>
                <a:cubicBezTo>
                  <a:pt x="956" y="132"/>
                  <a:pt x="987" y="123"/>
                  <a:pt x="1016" y="132"/>
                </a:cubicBezTo>
                <a:cubicBezTo>
                  <a:pt x="1044" y="141"/>
                  <a:pt x="1066" y="166"/>
                  <a:pt x="1066" y="194"/>
                </a:cubicBezTo>
                <a:cubicBezTo>
                  <a:pt x="1066" y="209"/>
                  <a:pt x="1061" y="223"/>
                  <a:pt x="1056" y="237"/>
                </a:cubicBezTo>
                <a:cubicBezTo>
                  <a:pt x="1048" y="260"/>
                  <a:pt x="1037" y="283"/>
                  <a:pt x="1027" y="305"/>
                </a:cubicBezTo>
                <a:cubicBezTo>
                  <a:pt x="1026" y="309"/>
                  <a:pt x="1022" y="311"/>
                  <a:pt x="1019" y="314"/>
                </a:cubicBezTo>
                <a:cubicBezTo>
                  <a:pt x="1018" y="313"/>
                  <a:pt x="1016" y="312"/>
                  <a:pt x="1015" y="310"/>
                </a:cubicBezTo>
                <a:cubicBezTo>
                  <a:pt x="1015" y="287"/>
                  <a:pt x="1015" y="263"/>
                  <a:pt x="1015" y="239"/>
                </a:cubicBezTo>
                <a:cubicBezTo>
                  <a:pt x="1015" y="235"/>
                  <a:pt x="1019" y="230"/>
                  <a:pt x="1023" y="227"/>
                </a:cubicBezTo>
                <a:cubicBezTo>
                  <a:pt x="1030" y="222"/>
                  <a:pt x="1038" y="219"/>
                  <a:pt x="1045" y="213"/>
                </a:cubicBezTo>
                <a:cubicBezTo>
                  <a:pt x="1056" y="206"/>
                  <a:pt x="1058" y="195"/>
                  <a:pt x="1052" y="185"/>
                </a:cubicBezTo>
                <a:cubicBezTo>
                  <a:pt x="1045" y="174"/>
                  <a:pt x="1034" y="170"/>
                  <a:pt x="1025" y="177"/>
                </a:cubicBezTo>
                <a:cubicBezTo>
                  <a:pt x="1003" y="194"/>
                  <a:pt x="984" y="194"/>
                  <a:pt x="962" y="177"/>
                </a:cubicBezTo>
                <a:cubicBezTo>
                  <a:pt x="953" y="170"/>
                  <a:pt x="942" y="175"/>
                  <a:pt x="935" y="185"/>
                </a:cubicBezTo>
                <a:cubicBezTo>
                  <a:pt x="929" y="195"/>
                  <a:pt x="932" y="205"/>
                  <a:pt x="941" y="213"/>
                </a:cubicBezTo>
                <a:cubicBezTo>
                  <a:pt x="942" y="214"/>
                  <a:pt x="943" y="215"/>
                  <a:pt x="944" y="215"/>
                </a:cubicBezTo>
                <a:cubicBezTo>
                  <a:pt x="972" y="223"/>
                  <a:pt x="976" y="244"/>
                  <a:pt x="973" y="268"/>
                </a:cubicBezTo>
                <a:cubicBezTo>
                  <a:pt x="972" y="280"/>
                  <a:pt x="973" y="292"/>
                  <a:pt x="972" y="304"/>
                </a:cubicBezTo>
                <a:cubicBezTo>
                  <a:pt x="972" y="307"/>
                  <a:pt x="969" y="310"/>
                  <a:pt x="968" y="312"/>
                </a:cubicBezTo>
                <a:cubicBezTo>
                  <a:pt x="965" y="310"/>
                  <a:pt x="962" y="308"/>
                  <a:pt x="960" y="305"/>
                </a:cubicBezTo>
                <a:cubicBezTo>
                  <a:pt x="950" y="282"/>
                  <a:pt x="941" y="258"/>
                  <a:pt x="929" y="235"/>
                </a:cubicBezTo>
                <a:cubicBezTo>
                  <a:pt x="916" y="210"/>
                  <a:pt x="918" y="178"/>
                  <a:pt x="937" y="155"/>
                </a:cubicBezTo>
                <a:close/>
                <a:moveTo>
                  <a:pt x="1039" y="356"/>
                </a:moveTo>
                <a:cubicBezTo>
                  <a:pt x="1039" y="375"/>
                  <a:pt x="1039" y="375"/>
                  <a:pt x="1039" y="375"/>
                </a:cubicBezTo>
                <a:cubicBezTo>
                  <a:pt x="1011" y="383"/>
                  <a:pt x="1011" y="383"/>
                  <a:pt x="1008" y="407"/>
                </a:cubicBezTo>
                <a:cubicBezTo>
                  <a:pt x="980" y="407"/>
                  <a:pt x="980" y="407"/>
                  <a:pt x="980" y="407"/>
                </a:cubicBezTo>
                <a:cubicBezTo>
                  <a:pt x="976" y="382"/>
                  <a:pt x="974" y="380"/>
                  <a:pt x="948" y="376"/>
                </a:cubicBezTo>
                <a:cubicBezTo>
                  <a:pt x="948" y="356"/>
                  <a:pt x="948" y="356"/>
                  <a:pt x="948" y="356"/>
                </a:cubicBezTo>
                <a:lnTo>
                  <a:pt x="1039" y="356"/>
                </a:lnTo>
                <a:close/>
                <a:moveTo>
                  <a:pt x="913" y="299"/>
                </a:moveTo>
                <a:cubicBezTo>
                  <a:pt x="920" y="310"/>
                  <a:pt x="919" y="319"/>
                  <a:pt x="911" y="329"/>
                </a:cubicBezTo>
                <a:cubicBezTo>
                  <a:pt x="893" y="354"/>
                  <a:pt x="905" y="404"/>
                  <a:pt x="932" y="419"/>
                </a:cubicBezTo>
                <a:cubicBezTo>
                  <a:pt x="935" y="420"/>
                  <a:pt x="937" y="424"/>
                  <a:pt x="939" y="427"/>
                </a:cubicBezTo>
                <a:cubicBezTo>
                  <a:pt x="946" y="443"/>
                  <a:pt x="958" y="451"/>
                  <a:pt x="975" y="450"/>
                </a:cubicBezTo>
                <a:cubicBezTo>
                  <a:pt x="988" y="450"/>
                  <a:pt x="1000" y="450"/>
                  <a:pt x="1013" y="450"/>
                </a:cubicBezTo>
                <a:cubicBezTo>
                  <a:pt x="1016" y="450"/>
                  <a:pt x="1020" y="451"/>
                  <a:pt x="1023" y="449"/>
                </a:cubicBezTo>
                <a:cubicBezTo>
                  <a:pt x="1030" y="446"/>
                  <a:pt x="1040" y="442"/>
                  <a:pt x="1042" y="436"/>
                </a:cubicBezTo>
                <a:cubicBezTo>
                  <a:pt x="1052" y="414"/>
                  <a:pt x="1089" y="409"/>
                  <a:pt x="1084" y="376"/>
                </a:cubicBezTo>
                <a:cubicBezTo>
                  <a:pt x="1081" y="357"/>
                  <a:pt x="1086" y="337"/>
                  <a:pt x="1071" y="321"/>
                </a:cubicBezTo>
                <a:cubicBezTo>
                  <a:pt x="1067" y="317"/>
                  <a:pt x="1071" y="307"/>
                  <a:pt x="1072" y="297"/>
                </a:cubicBezTo>
                <a:cubicBezTo>
                  <a:pt x="1133" y="332"/>
                  <a:pt x="1191" y="366"/>
                  <a:pt x="1250" y="400"/>
                </a:cubicBezTo>
                <a:cubicBezTo>
                  <a:pt x="1170" y="447"/>
                  <a:pt x="1091" y="492"/>
                  <a:pt x="1013" y="538"/>
                </a:cubicBezTo>
                <a:cubicBezTo>
                  <a:pt x="999" y="546"/>
                  <a:pt x="989" y="546"/>
                  <a:pt x="975" y="538"/>
                </a:cubicBezTo>
                <a:cubicBezTo>
                  <a:pt x="897" y="492"/>
                  <a:pt x="818" y="447"/>
                  <a:pt x="737" y="400"/>
                </a:cubicBezTo>
                <a:cubicBezTo>
                  <a:pt x="797" y="366"/>
                  <a:pt x="855" y="332"/>
                  <a:pt x="913" y="299"/>
                </a:cubicBezTo>
                <a:close/>
                <a:moveTo>
                  <a:pt x="690" y="428"/>
                </a:moveTo>
                <a:cubicBezTo>
                  <a:pt x="693" y="426"/>
                  <a:pt x="699" y="427"/>
                  <a:pt x="702" y="429"/>
                </a:cubicBezTo>
                <a:cubicBezTo>
                  <a:pt x="784" y="476"/>
                  <a:pt x="866" y="524"/>
                  <a:pt x="951" y="572"/>
                </a:cubicBezTo>
                <a:cubicBezTo>
                  <a:pt x="944" y="576"/>
                  <a:pt x="940" y="579"/>
                  <a:pt x="935" y="582"/>
                </a:cubicBezTo>
                <a:cubicBezTo>
                  <a:pt x="908" y="598"/>
                  <a:pt x="881" y="614"/>
                  <a:pt x="854" y="628"/>
                </a:cubicBezTo>
                <a:cubicBezTo>
                  <a:pt x="850" y="631"/>
                  <a:pt x="841" y="632"/>
                  <a:pt x="837" y="630"/>
                </a:cubicBezTo>
                <a:cubicBezTo>
                  <a:pt x="755" y="583"/>
                  <a:pt x="673" y="535"/>
                  <a:pt x="588" y="486"/>
                </a:cubicBezTo>
                <a:cubicBezTo>
                  <a:pt x="623" y="466"/>
                  <a:pt x="656" y="447"/>
                  <a:pt x="690" y="428"/>
                </a:cubicBezTo>
                <a:close/>
                <a:moveTo>
                  <a:pt x="809" y="138"/>
                </a:moveTo>
                <a:cubicBezTo>
                  <a:pt x="818" y="144"/>
                  <a:pt x="827" y="150"/>
                  <a:pt x="837" y="155"/>
                </a:cubicBezTo>
                <a:cubicBezTo>
                  <a:pt x="852" y="162"/>
                  <a:pt x="868" y="152"/>
                  <a:pt x="868" y="132"/>
                </a:cubicBezTo>
                <a:cubicBezTo>
                  <a:pt x="866" y="129"/>
                  <a:pt x="863" y="123"/>
                  <a:pt x="858" y="119"/>
                </a:cubicBezTo>
                <a:cubicBezTo>
                  <a:pt x="850" y="112"/>
                  <a:pt x="840" y="107"/>
                  <a:pt x="830" y="102"/>
                </a:cubicBezTo>
                <a:cubicBezTo>
                  <a:pt x="818" y="96"/>
                  <a:pt x="809" y="100"/>
                  <a:pt x="802" y="111"/>
                </a:cubicBezTo>
                <a:cubicBezTo>
                  <a:pt x="796" y="122"/>
                  <a:pt x="799" y="131"/>
                  <a:pt x="809" y="13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RIGHT_1_TITLE">
            <a:extLst>
              <a:ext uri="{FF2B5EF4-FFF2-40B4-BE49-F238E27FC236}">
                <a16:creationId xmlns:a16="http://schemas.microsoft.com/office/drawing/2014/main" id="{8F31271B-2708-4E9B-A2CD-1131C1147F91}"/>
              </a:ext>
            </a:extLst>
          </p:cNvPr>
          <p:cNvSpPr>
            <a:spLocks noGrp="1"/>
          </p:cNvSpPr>
          <p:nvPr/>
        </p:nvSpPr>
        <p:spPr>
          <a:xfrm>
            <a:off x="8964500" y="2121423"/>
            <a:ext cx="2042249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3" name="RIGHT_2_TITLE">
            <a:extLst>
              <a:ext uri="{FF2B5EF4-FFF2-40B4-BE49-F238E27FC236}">
                <a16:creationId xmlns:a16="http://schemas.microsoft.com/office/drawing/2014/main" id="{7454D5EF-E603-4E8F-BA0B-A7B3AC7DDF76}"/>
              </a:ext>
            </a:extLst>
          </p:cNvPr>
          <p:cNvSpPr>
            <a:spLocks noGrp="1"/>
          </p:cNvSpPr>
          <p:nvPr/>
        </p:nvSpPr>
        <p:spPr>
          <a:xfrm>
            <a:off x="8997712" y="5032730"/>
            <a:ext cx="1953910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4" name="RIGHT_3_TITLE">
            <a:extLst>
              <a:ext uri="{FF2B5EF4-FFF2-40B4-BE49-F238E27FC236}">
                <a16:creationId xmlns:a16="http://schemas.microsoft.com/office/drawing/2014/main" id="{887621F1-E66F-4A27-B6EC-1C4AB6F72010}"/>
              </a:ext>
            </a:extLst>
          </p:cNvPr>
          <p:cNvSpPr>
            <a:spLocks noGrp="1"/>
          </p:cNvSpPr>
          <p:nvPr/>
        </p:nvSpPr>
        <p:spPr>
          <a:xfrm>
            <a:off x="8986433" y="3528850"/>
            <a:ext cx="1960549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0244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918" y="2592754"/>
            <a:ext cx="3501418" cy="2487246"/>
          </a:xfrm>
          <a:prstGeom prst="rect">
            <a:avLst/>
          </a:prstGeom>
        </p:spPr>
      </p:pic>
      <p:pic>
        <p:nvPicPr>
          <p:cNvPr id="52" name="Рисунок 3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5582" y="2592754"/>
            <a:ext cx="3501418" cy="2487246"/>
          </a:xfrm>
          <a:prstGeom prst="rect">
            <a:avLst/>
          </a:prstGeom>
        </p:spPr>
      </p:pic>
      <p:pic>
        <p:nvPicPr>
          <p:cNvPr id="53" name="Рисунок 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" y="2567355"/>
            <a:ext cx="3501418" cy="2487246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851878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58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INTRO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63600" y="1790700"/>
            <a:ext cx="889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noGrp="1"/>
          </p:cNvSpPr>
          <p:nvPr/>
        </p:nvSpPr>
        <p:spPr>
          <a:xfrm>
            <a:off x="1104900" y="2941253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noGrp="1"/>
          </p:cNvSpPr>
          <p:nvPr/>
        </p:nvSpPr>
        <p:spPr>
          <a:xfrm>
            <a:off x="1104900" y="3322253"/>
            <a:ext cx="27305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2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50" y="2940050"/>
            <a:ext cx="266700" cy="266700"/>
          </a:xfrm>
          <a:prstGeom prst="rect">
            <a:avLst/>
          </a:prstGeom>
        </p:spPr>
      </p:pic>
      <p:sp>
        <p:nvSpPr>
          <p:cNvPr id="25" name="CARD_2_TITLE">
            <a:extLst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noGrp="1"/>
          </p:cNvSpPr>
          <p:nvPr/>
        </p:nvSpPr>
        <p:spPr>
          <a:xfrm>
            <a:off x="4775200" y="294005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 dirty="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noGrp="1"/>
          </p:cNvSpPr>
          <p:nvPr/>
        </p:nvSpPr>
        <p:spPr>
          <a:xfrm>
            <a:off x="4775200" y="3321050"/>
            <a:ext cx="27305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5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2650" y="2940050"/>
            <a:ext cx="266700" cy="266700"/>
          </a:xfrm>
          <a:prstGeom prst="rect">
            <a:avLst/>
          </a:prstGeom>
        </p:spPr>
      </p:pic>
      <p:sp>
        <p:nvSpPr>
          <p:cNvPr id="34" name="CARD_3_TITLE">
            <a:extLst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noGrp="1"/>
          </p:cNvSpPr>
          <p:nvPr/>
        </p:nvSpPr>
        <p:spPr>
          <a:xfrm>
            <a:off x="8502650" y="294005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noGrp="1"/>
          </p:cNvSpPr>
          <p:nvPr/>
        </p:nvSpPr>
        <p:spPr>
          <a:xfrm>
            <a:off x="8502650" y="3321050"/>
            <a:ext cx="29464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1410679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02650" y="-255008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3600" y="4953970"/>
            <a:ext cx="6642100" cy="6642100"/>
          </a:xfrm>
          <a:prstGeom prst="rect">
            <a:avLst/>
          </a:prstGeom>
        </p:spPr>
      </p:pic>
      <p:pic>
        <p:nvPicPr>
          <p:cNvPr id="27" name="Рисунок 12">
            <a:extLst>
              <a:ext uri="{FF2B5EF4-FFF2-40B4-BE49-F238E27FC236}">
                <a16:creationId xmlns:a16="http://schemas.microsoft.com/office/drawing/2014/main" id="{79935300-D2F6-4D1D-B899-98452AC88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35127" y="-2893219"/>
            <a:ext cx="2305050" cy="230505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1876" y="-1117600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7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8">
            <a:extLst>
              <a:ext uri="{FF2B5EF4-FFF2-40B4-BE49-F238E27FC236}">
                <a16:creationId xmlns:a16="http://schemas.microsoft.com/office/drawing/2014/main" id="{0004D1BD-34A9-4686-94C7-78ED5C30F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3902651"/>
            <a:ext cx="3677603" cy="1897362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693BD533-DD69-41A0-97E3-DC0EB703E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9837" y="1755977"/>
            <a:ext cx="3677603" cy="1897362"/>
          </a:xfrm>
          <a:prstGeom prst="rect">
            <a:avLst/>
          </a:prstGeom>
        </p:spPr>
      </p:pic>
      <p:pic>
        <p:nvPicPr>
          <p:cNvPr id="38" name="Рисунок 8">
            <a:extLst>
              <a:ext uri="{FF2B5EF4-FFF2-40B4-BE49-F238E27FC236}">
                <a16:creationId xmlns:a16="http://schemas.microsoft.com/office/drawing/2014/main" id="{2E8A0FE2-BCFF-40E2-9BBE-4A00F074C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1737249"/>
            <a:ext cx="3677603" cy="1897362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3302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8" name="INTRO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33855" y="1669946"/>
            <a:ext cx="2419350" cy="4130067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noGrp="1"/>
          </p:cNvSpPr>
          <p:nvPr/>
        </p:nvSpPr>
        <p:spPr>
          <a:xfrm>
            <a:off x="4424876" y="1942446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noGrp="1"/>
          </p:cNvSpPr>
          <p:nvPr/>
        </p:nvSpPr>
        <p:spPr>
          <a:xfrm>
            <a:off x="4424876" y="2323446"/>
            <a:ext cx="3169134" cy="110555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2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226" y="1941243"/>
            <a:ext cx="266700" cy="266700"/>
          </a:xfrm>
          <a:prstGeom prst="rect">
            <a:avLst/>
          </a:prstGeom>
        </p:spPr>
      </p:pic>
      <p:sp>
        <p:nvSpPr>
          <p:cNvPr id="25" name="CARD_2_TITLE">
            <a:extLst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noGrp="1"/>
          </p:cNvSpPr>
          <p:nvPr/>
        </p:nvSpPr>
        <p:spPr>
          <a:xfrm>
            <a:off x="8292123" y="1941243"/>
            <a:ext cx="3166803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 dirty="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noGrp="1"/>
          </p:cNvSpPr>
          <p:nvPr/>
        </p:nvSpPr>
        <p:spPr>
          <a:xfrm>
            <a:off x="8292123" y="2322243"/>
            <a:ext cx="3166803" cy="110675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5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284" y="4064670"/>
            <a:ext cx="266700" cy="266700"/>
          </a:xfrm>
          <a:prstGeom prst="rect">
            <a:avLst/>
          </a:prstGeom>
        </p:spPr>
      </p:pic>
      <p:sp>
        <p:nvSpPr>
          <p:cNvPr id="34" name="CARD_3_TITLE">
            <a:extLst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noGrp="1"/>
          </p:cNvSpPr>
          <p:nvPr/>
        </p:nvSpPr>
        <p:spPr>
          <a:xfrm>
            <a:off x="4471461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noGrp="1"/>
          </p:cNvSpPr>
          <p:nvPr/>
        </p:nvSpPr>
        <p:spPr>
          <a:xfrm>
            <a:off x="4471460" y="4445670"/>
            <a:ext cx="3199339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889001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36592" y="-4586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43686" y="6841067"/>
            <a:ext cx="2019300" cy="2019300"/>
          </a:xfrm>
          <a:prstGeom prst="rect">
            <a:avLst/>
          </a:prstGeom>
        </p:spPr>
      </p:pic>
      <p:pic>
        <p:nvPicPr>
          <p:cNvPr id="27" name="Рисунок 12">
            <a:extLst>
              <a:ext uri="{FF2B5EF4-FFF2-40B4-BE49-F238E27FC236}">
                <a16:creationId xmlns:a16="http://schemas.microsoft.com/office/drawing/2014/main" id="{79935300-D2F6-4D1D-B899-98452AC88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76936" y="-3268599"/>
            <a:ext cx="2305050" cy="230505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3329" y="5919516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16397" y="-1584262"/>
            <a:ext cx="2412274" cy="2412274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2974552" y="4110554"/>
            <a:ext cx="5399570" cy="539957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2" name="Рисунок 8">
            <a:extLst>
              <a:ext uri="{FF2B5EF4-FFF2-40B4-BE49-F238E27FC236}">
                <a16:creationId xmlns:a16="http://schemas.microsoft.com/office/drawing/2014/main" id="{D56C395E-2B6A-4489-9AAB-57A1C96DB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6870" y="3902651"/>
            <a:ext cx="3677603" cy="1897362"/>
          </a:xfrm>
          <a:prstGeom prst="rect">
            <a:avLst/>
          </a:prstGeom>
        </p:spPr>
      </p:pic>
      <p:pic>
        <p:nvPicPr>
          <p:cNvPr id="43" name="Image 6">
            <a:extLst>
              <a:ext uri="{FF2B5EF4-FFF2-40B4-BE49-F238E27FC236}">
                <a16:creationId xmlns:a16="http://schemas.microsoft.com/office/drawing/2014/main" id="{0467CF4B-7A28-4857-83A9-FBFACB9AD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6717" y="4064670"/>
            <a:ext cx="266700" cy="266700"/>
          </a:xfrm>
          <a:prstGeom prst="rect">
            <a:avLst/>
          </a:prstGeom>
        </p:spPr>
      </p:pic>
      <p:sp>
        <p:nvSpPr>
          <p:cNvPr id="44" name="CARD_4_TITLE">
            <a:extLst>
              <a:ext uri="{FF2B5EF4-FFF2-40B4-BE49-F238E27FC236}">
                <a16:creationId xmlns:a16="http://schemas.microsoft.com/office/drawing/2014/main" id="{2D7EA242-88EE-43DE-86CF-B63C3D3516F2}"/>
              </a:ext>
            </a:extLst>
          </p:cNvPr>
          <p:cNvSpPr>
            <a:spLocks noGrp="1"/>
          </p:cNvSpPr>
          <p:nvPr/>
        </p:nvSpPr>
        <p:spPr>
          <a:xfrm>
            <a:off x="8272138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45" name="CARD_4_BODY">
            <a:extLst>
              <a:ext uri="{FF2B5EF4-FFF2-40B4-BE49-F238E27FC236}">
                <a16:creationId xmlns:a16="http://schemas.microsoft.com/office/drawing/2014/main" id="{12560078-3336-4E0F-A0F4-5694FF02267B}"/>
              </a:ext>
            </a:extLst>
          </p:cNvPr>
          <p:cNvSpPr>
            <a:spLocks noGrp="1"/>
          </p:cNvSpPr>
          <p:nvPr/>
        </p:nvSpPr>
        <p:spPr>
          <a:xfrm>
            <a:off x="8286207" y="4445670"/>
            <a:ext cx="3172720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A4F7BE-F904-4383-B902-DCD03BB0F091}"/>
              </a:ext>
            </a:extLst>
          </p:cNvPr>
          <p:cNvSpPr/>
          <p:nvPr/>
        </p:nvSpPr>
        <p:spPr>
          <a:xfrm>
            <a:off x="12192000" y="4580885"/>
            <a:ext cx="373406" cy="595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575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8">
            <a:extLst>
              <a:ext uri="{FF2B5EF4-FFF2-40B4-BE49-F238E27FC236}">
                <a16:creationId xmlns:a16="http://schemas.microsoft.com/office/drawing/2014/main" id="{0004D1BD-34A9-4686-94C7-78ED5C30F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3902651"/>
            <a:ext cx="3677603" cy="1897362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693BD533-DD69-41A0-97E3-DC0EB703E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9837" y="1755977"/>
            <a:ext cx="3677603" cy="1897362"/>
          </a:xfrm>
          <a:prstGeom prst="rect">
            <a:avLst/>
          </a:prstGeom>
        </p:spPr>
      </p:pic>
      <p:pic>
        <p:nvPicPr>
          <p:cNvPr id="38" name="Рисунок 8">
            <a:extLst>
              <a:ext uri="{FF2B5EF4-FFF2-40B4-BE49-F238E27FC236}">
                <a16:creationId xmlns:a16="http://schemas.microsoft.com/office/drawing/2014/main" id="{2E8A0FE2-BCFF-40E2-9BBE-4A00F074C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1737249"/>
            <a:ext cx="3677603" cy="1897362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3302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8" name="INTRO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33854" y="841002"/>
            <a:ext cx="6321521" cy="73011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noGrp="1"/>
          </p:cNvSpPr>
          <p:nvPr/>
        </p:nvSpPr>
        <p:spPr>
          <a:xfrm>
            <a:off x="4424876" y="1942446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noGrp="1"/>
          </p:cNvSpPr>
          <p:nvPr/>
        </p:nvSpPr>
        <p:spPr>
          <a:xfrm>
            <a:off x="4424876" y="2323446"/>
            <a:ext cx="3169134" cy="110555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2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226" y="1941243"/>
            <a:ext cx="266700" cy="266700"/>
          </a:xfrm>
          <a:prstGeom prst="rect">
            <a:avLst/>
          </a:prstGeom>
        </p:spPr>
      </p:pic>
      <p:sp>
        <p:nvSpPr>
          <p:cNvPr id="25" name="CARD_2_TITLE">
            <a:extLst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noGrp="1"/>
          </p:cNvSpPr>
          <p:nvPr/>
        </p:nvSpPr>
        <p:spPr>
          <a:xfrm>
            <a:off x="8292123" y="1941243"/>
            <a:ext cx="3166803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 dirty="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noGrp="1"/>
          </p:cNvSpPr>
          <p:nvPr/>
        </p:nvSpPr>
        <p:spPr>
          <a:xfrm>
            <a:off x="8292123" y="2322243"/>
            <a:ext cx="3166803" cy="110675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5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284" y="4064670"/>
            <a:ext cx="266700" cy="266700"/>
          </a:xfrm>
          <a:prstGeom prst="rect">
            <a:avLst/>
          </a:prstGeom>
        </p:spPr>
      </p:pic>
      <p:sp>
        <p:nvSpPr>
          <p:cNvPr id="34" name="CARD_3_TITLE">
            <a:extLst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noGrp="1"/>
          </p:cNvSpPr>
          <p:nvPr/>
        </p:nvSpPr>
        <p:spPr>
          <a:xfrm>
            <a:off x="4471461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noGrp="1"/>
          </p:cNvSpPr>
          <p:nvPr/>
        </p:nvSpPr>
        <p:spPr>
          <a:xfrm>
            <a:off x="4471460" y="4445670"/>
            <a:ext cx="3199339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889001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86400" y="5848350"/>
            <a:ext cx="2019300" cy="2019300"/>
          </a:xfrm>
          <a:prstGeom prst="rect">
            <a:avLst/>
          </a:prstGeom>
        </p:spPr>
      </p:pic>
      <p:pic>
        <p:nvPicPr>
          <p:cNvPr id="27" name="Рисунок 12">
            <a:extLst>
              <a:ext uri="{FF2B5EF4-FFF2-40B4-BE49-F238E27FC236}">
                <a16:creationId xmlns:a16="http://schemas.microsoft.com/office/drawing/2014/main" id="{79935300-D2F6-4D1D-B899-98452AC88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70800" y="-1643183"/>
            <a:ext cx="2305050" cy="230505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2" name="Рисунок 8">
            <a:extLst>
              <a:ext uri="{FF2B5EF4-FFF2-40B4-BE49-F238E27FC236}">
                <a16:creationId xmlns:a16="http://schemas.microsoft.com/office/drawing/2014/main" id="{D56C395E-2B6A-4489-9AAB-57A1C96DB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6870" y="3902651"/>
            <a:ext cx="3677603" cy="1897362"/>
          </a:xfrm>
          <a:prstGeom prst="rect">
            <a:avLst/>
          </a:prstGeom>
        </p:spPr>
      </p:pic>
      <p:pic>
        <p:nvPicPr>
          <p:cNvPr id="43" name="Image 6">
            <a:extLst>
              <a:ext uri="{FF2B5EF4-FFF2-40B4-BE49-F238E27FC236}">
                <a16:creationId xmlns:a16="http://schemas.microsoft.com/office/drawing/2014/main" id="{0467CF4B-7A28-4857-83A9-FBFACB9AD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6717" y="4064670"/>
            <a:ext cx="266700" cy="266700"/>
          </a:xfrm>
          <a:prstGeom prst="rect">
            <a:avLst/>
          </a:prstGeom>
        </p:spPr>
      </p:pic>
      <p:sp>
        <p:nvSpPr>
          <p:cNvPr id="44" name="CARD_4_TITLE">
            <a:extLst>
              <a:ext uri="{FF2B5EF4-FFF2-40B4-BE49-F238E27FC236}">
                <a16:creationId xmlns:a16="http://schemas.microsoft.com/office/drawing/2014/main" id="{2D7EA242-88EE-43DE-86CF-B63C3D3516F2}"/>
              </a:ext>
            </a:extLst>
          </p:cNvPr>
          <p:cNvSpPr>
            <a:spLocks noGrp="1"/>
          </p:cNvSpPr>
          <p:nvPr/>
        </p:nvSpPr>
        <p:spPr>
          <a:xfrm>
            <a:off x="8272138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45" name="CARD_4_BODY">
            <a:extLst>
              <a:ext uri="{FF2B5EF4-FFF2-40B4-BE49-F238E27FC236}">
                <a16:creationId xmlns:a16="http://schemas.microsoft.com/office/drawing/2014/main" id="{12560078-3336-4E0F-A0F4-5694FF02267B}"/>
              </a:ext>
            </a:extLst>
          </p:cNvPr>
          <p:cNvSpPr>
            <a:spLocks noGrp="1"/>
          </p:cNvSpPr>
          <p:nvPr/>
        </p:nvSpPr>
        <p:spPr>
          <a:xfrm>
            <a:off x="8286207" y="4445670"/>
            <a:ext cx="3172720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A4F7BE-F904-4383-B902-DCD03BB0F091}"/>
              </a:ext>
            </a:extLst>
          </p:cNvPr>
          <p:cNvSpPr/>
          <p:nvPr/>
        </p:nvSpPr>
        <p:spPr>
          <a:xfrm>
            <a:off x="12192000" y="4580885"/>
            <a:ext cx="373406" cy="595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6" name="Рисунок 8">
            <a:extLst>
              <a:ext uri="{FF2B5EF4-FFF2-40B4-BE49-F238E27FC236}">
                <a16:creationId xmlns:a16="http://schemas.microsoft.com/office/drawing/2014/main" id="{E5D486CD-B0C4-4EDF-BA3A-7C718659E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454" y="3921379"/>
            <a:ext cx="3677603" cy="1897362"/>
          </a:xfrm>
          <a:prstGeom prst="rect">
            <a:avLst/>
          </a:prstGeom>
        </p:spPr>
      </p:pic>
      <p:pic>
        <p:nvPicPr>
          <p:cNvPr id="47" name="Рисунок 8">
            <a:extLst>
              <a:ext uri="{FF2B5EF4-FFF2-40B4-BE49-F238E27FC236}">
                <a16:creationId xmlns:a16="http://schemas.microsoft.com/office/drawing/2014/main" id="{08D1DC5D-86D3-4161-8BAE-B06C0CB9B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454" y="1755977"/>
            <a:ext cx="3677603" cy="1897362"/>
          </a:xfrm>
          <a:prstGeom prst="rect">
            <a:avLst/>
          </a:prstGeom>
        </p:spPr>
      </p:pic>
      <p:sp>
        <p:nvSpPr>
          <p:cNvPr id="48" name="CARD_5_TITLE">
            <a:extLst>
              <a:ext uri="{FF2B5EF4-FFF2-40B4-BE49-F238E27FC236}">
                <a16:creationId xmlns:a16="http://schemas.microsoft.com/office/drawing/2014/main" id="{FF0DB1F4-DE57-498C-80D4-9EA47E9E5203}"/>
              </a:ext>
            </a:extLst>
          </p:cNvPr>
          <p:cNvSpPr>
            <a:spLocks noGrp="1"/>
          </p:cNvSpPr>
          <p:nvPr/>
        </p:nvSpPr>
        <p:spPr>
          <a:xfrm>
            <a:off x="665893" y="1961174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49" name="CARD_5_BODY">
            <a:extLst>
              <a:ext uri="{FF2B5EF4-FFF2-40B4-BE49-F238E27FC236}">
                <a16:creationId xmlns:a16="http://schemas.microsoft.com/office/drawing/2014/main" id="{FE9FA756-A9ED-4411-97C3-B64661C358FC}"/>
              </a:ext>
            </a:extLst>
          </p:cNvPr>
          <p:cNvSpPr>
            <a:spLocks noGrp="1"/>
          </p:cNvSpPr>
          <p:nvPr/>
        </p:nvSpPr>
        <p:spPr>
          <a:xfrm>
            <a:off x="665893" y="2342174"/>
            <a:ext cx="3169134" cy="110555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50" name="Image 6">
            <a:extLst>
              <a:ext uri="{FF2B5EF4-FFF2-40B4-BE49-F238E27FC236}">
                <a16:creationId xmlns:a16="http://schemas.microsoft.com/office/drawing/2014/main" id="{FCC9A088-346F-4D4A-A37D-A4EE4671D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01" y="4083398"/>
            <a:ext cx="266700" cy="266700"/>
          </a:xfrm>
          <a:prstGeom prst="rect">
            <a:avLst/>
          </a:prstGeom>
        </p:spPr>
      </p:pic>
      <p:sp>
        <p:nvSpPr>
          <p:cNvPr id="51" name="CARD_6_TITLE">
            <a:extLst>
              <a:ext uri="{FF2B5EF4-FFF2-40B4-BE49-F238E27FC236}">
                <a16:creationId xmlns:a16="http://schemas.microsoft.com/office/drawing/2014/main" id="{C4B44AD1-D22A-4F3E-97AE-AB9B20303B3E}"/>
              </a:ext>
            </a:extLst>
          </p:cNvPr>
          <p:cNvSpPr>
            <a:spLocks noGrp="1"/>
          </p:cNvSpPr>
          <p:nvPr/>
        </p:nvSpPr>
        <p:spPr>
          <a:xfrm>
            <a:off x="712478" y="4083398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52" name="CARD_6_BODY">
            <a:extLst>
              <a:ext uri="{FF2B5EF4-FFF2-40B4-BE49-F238E27FC236}">
                <a16:creationId xmlns:a16="http://schemas.microsoft.com/office/drawing/2014/main" id="{795776DB-57BB-4194-82A7-E1EC709A3A0C}"/>
              </a:ext>
            </a:extLst>
          </p:cNvPr>
          <p:cNvSpPr>
            <a:spLocks noGrp="1"/>
          </p:cNvSpPr>
          <p:nvPr/>
        </p:nvSpPr>
        <p:spPr>
          <a:xfrm>
            <a:off x="712477" y="4464398"/>
            <a:ext cx="3199339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7216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0">
            <a:extLst>
              <a:ext uri="{FF2B5EF4-FFF2-40B4-BE49-F238E27FC236}">
                <a16:creationId xmlns:a16="http://schemas.microsoft.com/office/drawing/2014/main" id="{50BA0075-81DC-4511-B1A0-56F705B73DF3}"/>
              </a:ext>
            </a:extLst>
          </p:cNvPr>
          <p:cNvSpPr>
            <a:spLocks noGrp="1"/>
          </p:cNvSpPr>
          <p:nvPr/>
        </p:nvSpPr>
        <p:spPr>
          <a:xfrm flipH="1">
            <a:off x="4921118" y="5102760"/>
            <a:ext cx="1041" cy="358787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3302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ОПОЗДАНИЯ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8" name="INTRO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33854" y="841002"/>
            <a:ext cx="6321521" cy="73011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889001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0" y="8128166"/>
            <a:ext cx="2019300" cy="201930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sp>
        <p:nvSpPr>
          <p:cNvPr id="81" name="Freeform 5">
            <a:extLst>
              <a:ext uri="{FF2B5EF4-FFF2-40B4-BE49-F238E27FC236}">
                <a16:creationId xmlns:a16="http://schemas.microsoft.com/office/drawing/2014/main" id="{E30ADEC7-B8A3-4ADD-A1C7-198C31611078}"/>
              </a:ext>
            </a:extLst>
          </p:cNvPr>
          <p:cNvSpPr>
            <a:spLocks/>
          </p:cNvSpPr>
          <p:nvPr/>
        </p:nvSpPr>
        <p:spPr bwMode="auto">
          <a:xfrm>
            <a:off x="6999335" y="2472909"/>
            <a:ext cx="2730880" cy="2729237"/>
          </a:xfrm>
          <a:custGeom>
            <a:avLst/>
            <a:gdLst>
              <a:gd name="T0" fmla="*/ 1485 w 1485"/>
              <a:gd name="T1" fmla="*/ 800 h 1483"/>
              <a:gd name="T2" fmla="*/ 1371 w 1485"/>
              <a:gd name="T3" fmla="*/ 741 h 1483"/>
              <a:gd name="T4" fmla="*/ 1477 w 1485"/>
              <a:gd name="T5" fmla="*/ 635 h 1483"/>
              <a:gd name="T6" fmla="*/ 1339 w 1485"/>
              <a:gd name="T7" fmla="*/ 541 h 1483"/>
              <a:gd name="T8" fmla="*/ 1396 w 1485"/>
              <a:gd name="T9" fmla="*/ 391 h 1483"/>
              <a:gd name="T10" fmla="*/ 1234 w 1485"/>
              <a:gd name="T11" fmla="*/ 349 h 1483"/>
              <a:gd name="T12" fmla="*/ 1237 w 1485"/>
              <a:gd name="T13" fmla="*/ 188 h 1483"/>
              <a:gd name="T14" fmla="*/ 1070 w 1485"/>
              <a:gd name="T15" fmla="*/ 205 h 1483"/>
              <a:gd name="T16" fmla="*/ 1018 w 1485"/>
              <a:gd name="T17" fmla="*/ 53 h 1483"/>
              <a:gd name="T18" fmla="*/ 867 w 1485"/>
              <a:gd name="T19" fmla="*/ 125 h 1483"/>
              <a:gd name="T20" fmla="*/ 766 w 1485"/>
              <a:gd name="T21" fmla="*/ 0 h 1483"/>
              <a:gd name="T22" fmla="*/ 648 w 1485"/>
              <a:gd name="T23" fmla="*/ 120 h 1483"/>
              <a:gd name="T24" fmla="*/ 511 w 1485"/>
              <a:gd name="T25" fmla="*/ 37 h 1483"/>
              <a:gd name="T26" fmla="*/ 441 w 1485"/>
              <a:gd name="T27" fmla="*/ 190 h 1483"/>
              <a:gd name="T28" fmla="*/ 284 w 1485"/>
              <a:gd name="T29" fmla="*/ 159 h 1483"/>
              <a:gd name="T30" fmla="*/ 271 w 1485"/>
              <a:gd name="T31" fmla="*/ 326 h 1483"/>
              <a:gd name="T32" fmla="*/ 112 w 1485"/>
              <a:gd name="T33" fmla="*/ 351 h 1483"/>
              <a:gd name="T34" fmla="*/ 157 w 1485"/>
              <a:gd name="T35" fmla="*/ 512 h 1483"/>
              <a:gd name="T36" fmla="*/ 16 w 1485"/>
              <a:gd name="T37" fmla="*/ 590 h 1483"/>
              <a:gd name="T38" fmla="*/ 114 w 1485"/>
              <a:gd name="T39" fmla="*/ 726 h 1483"/>
              <a:gd name="T40" fmla="*/ 117 w 1485"/>
              <a:gd name="T41" fmla="*/ 806 h 1483"/>
              <a:gd name="T42" fmla="*/ 25 w 1485"/>
              <a:gd name="T43" fmla="*/ 940 h 1483"/>
              <a:gd name="T44" fmla="*/ 177 w 1485"/>
              <a:gd name="T45" fmla="*/ 1016 h 1483"/>
              <a:gd name="T46" fmla="*/ 136 w 1485"/>
              <a:gd name="T47" fmla="*/ 1174 h 1483"/>
              <a:gd name="T48" fmla="*/ 305 w 1485"/>
              <a:gd name="T49" fmla="*/ 1193 h 1483"/>
              <a:gd name="T50" fmla="*/ 320 w 1485"/>
              <a:gd name="T51" fmla="*/ 1355 h 1483"/>
              <a:gd name="T52" fmla="*/ 486 w 1485"/>
              <a:gd name="T53" fmla="*/ 1315 h 1483"/>
              <a:gd name="T54" fmla="*/ 556 w 1485"/>
              <a:gd name="T55" fmla="*/ 1462 h 1483"/>
              <a:gd name="T56" fmla="*/ 697 w 1485"/>
              <a:gd name="T57" fmla="*/ 1369 h 1483"/>
              <a:gd name="T58" fmla="*/ 814 w 1485"/>
              <a:gd name="T59" fmla="*/ 1483 h 1483"/>
              <a:gd name="T60" fmla="*/ 915 w 1485"/>
              <a:gd name="T61" fmla="*/ 1346 h 1483"/>
              <a:gd name="T62" fmla="*/ 1063 w 1485"/>
              <a:gd name="T63" fmla="*/ 1414 h 1483"/>
              <a:gd name="T64" fmla="*/ 1111 w 1485"/>
              <a:gd name="T65" fmla="*/ 1251 h 1483"/>
              <a:gd name="T66" fmla="*/ 1274 w 1485"/>
              <a:gd name="T67" fmla="*/ 1264 h 1483"/>
              <a:gd name="T68" fmla="*/ 1263 w 1485"/>
              <a:gd name="T69" fmla="*/ 1094 h 1483"/>
              <a:gd name="T70" fmla="*/ 1420 w 1485"/>
              <a:gd name="T71" fmla="*/ 1051 h 1483"/>
              <a:gd name="T72" fmla="*/ 1352 w 1485"/>
              <a:gd name="T73" fmla="*/ 895 h 1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5" h="1483">
                <a:moveTo>
                  <a:pt x="1469" y="893"/>
                </a:moveTo>
                <a:cubicBezTo>
                  <a:pt x="1485" y="800"/>
                  <a:pt x="1485" y="800"/>
                  <a:pt x="1485" y="800"/>
                </a:cubicBezTo>
                <a:cubicBezTo>
                  <a:pt x="1371" y="757"/>
                  <a:pt x="1371" y="757"/>
                  <a:pt x="1371" y="757"/>
                </a:cubicBezTo>
                <a:cubicBezTo>
                  <a:pt x="1371" y="752"/>
                  <a:pt x="1371" y="747"/>
                  <a:pt x="1371" y="741"/>
                </a:cubicBezTo>
                <a:cubicBezTo>
                  <a:pt x="1371" y="720"/>
                  <a:pt x="1370" y="698"/>
                  <a:pt x="1368" y="677"/>
                </a:cubicBezTo>
                <a:cubicBezTo>
                  <a:pt x="1477" y="635"/>
                  <a:pt x="1477" y="635"/>
                  <a:pt x="1477" y="635"/>
                </a:cubicBezTo>
                <a:cubicBezTo>
                  <a:pt x="1461" y="543"/>
                  <a:pt x="1461" y="543"/>
                  <a:pt x="1461" y="543"/>
                </a:cubicBezTo>
                <a:cubicBezTo>
                  <a:pt x="1339" y="541"/>
                  <a:pt x="1339" y="541"/>
                  <a:pt x="1339" y="541"/>
                </a:cubicBezTo>
                <a:cubicBezTo>
                  <a:pt x="1330" y="515"/>
                  <a:pt x="1320" y="491"/>
                  <a:pt x="1309" y="467"/>
                </a:cubicBezTo>
                <a:cubicBezTo>
                  <a:pt x="1396" y="391"/>
                  <a:pt x="1396" y="391"/>
                  <a:pt x="1396" y="391"/>
                </a:cubicBezTo>
                <a:cubicBezTo>
                  <a:pt x="1349" y="309"/>
                  <a:pt x="1349" y="309"/>
                  <a:pt x="1349" y="309"/>
                </a:cubicBezTo>
                <a:cubicBezTo>
                  <a:pt x="1234" y="349"/>
                  <a:pt x="1234" y="349"/>
                  <a:pt x="1234" y="349"/>
                </a:cubicBezTo>
                <a:cubicBezTo>
                  <a:pt x="1217" y="328"/>
                  <a:pt x="1199" y="309"/>
                  <a:pt x="1180" y="290"/>
                </a:cubicBezTo>
                <a:cubicBezTo>
                  <a:pt x="1237" y="188"/>
                  <a:pt x="1237" y="188"/>
                  <a:pt x="1237" y="188"/>
                </a:cubicBezTo>
                <a:cubicBezTo>
                  <a:pt x="1165" y="128"/>
                  <a:pt x="1165" y="128"/>
                  <a:pt x="1165" y="128"/>
                </a:cubicBezTo>
                <a:cubicBezTo>
                  <a:pt x="1070" y="205"/>
                  <a:pt x="1070" y="205"/>
                  <a:pt x="1070" y="205"/>
                </a:cubicBezTo>
                <a:cubicBezTo>
                  <a:pt x="1047" y="191"/>
                  <a:pt x="1024" y="179"/>
                  <a:pt x="1000" y="168"/>
                </a:cubicBezTo>
                <a:cubicBezTo>
                  <a:pt x="1018" y="53"/>
                  <a:pt x="1018" y="53"/>
                  <a:pt x="1018" y="53"/>
                </a:cubicBezTo>
                <a:cubicBezTo>
                  <a:pt x="930" y="20"/>
                  <a:pt x="930" y="20"/>
                  <a:pt x="930" y="20"/>
                </a:cubicBezTo>
                <a:cubicBezTo>
                  <a:pt x="867" y="125"/>
                  <a:pt x="867" y="125"/>
                  <a:pt x="867" y="125"/>
                </a:cubicBezTo>
                <a:cubicBezTo>
                  <a:pt x="841" y="120"/>
                  <a:pt x="815" y="116"/>
                  <a:pt x="788" y="114"/>
                </a:cubicBezTo>
                <a:cubicBezTo>
                  <a:pt x="766" y="0"/>
                  <a:pt x="766" y="0"/>
                  <a:pt x="766" y="0"/>
                </a:cubicBezTo>
                <a:cubicBezTo>
                  <a:pt x="672" y="0"/>
                  <a:pt x="672" y="0"/>
                  <a:pt x="672" y="0"/>
                </a:cubicBezTo>
                <a:cubicBezTo>
                  <a:pt x="648" y="120"/>
                  <a:pt x="648" y="120"/>
                  <a:pt x="648" y="120"/>
                </a:cubicBezTo>
                <a:cubicBezTo>
                  <a:pt x="622" y="124"/>
                  <a:pt x="596" y="129"/>
                  <a:pt x="571" y="137"/>
                </a:cubicBezTo>
                <a:cubicBezTo>
                  <a:pt x="511" y="37"/>
                  <a:pt x="511" y="37"/>
                  <a:pt x="511" y="37"/>
                </a:cubicBezTo>
                <a:cubicBezTo>
                  <a:pt x="422" y="69"/>
                  <a:pt x="422" y="69"/>
                  <a:pt x="422" y="69"/>
                </a:cubicBezTo>
                <a:cubicBezTo>
                  <a:pt x="441" y="190"/>
                  <a:pt x="441" y="190"/>
                  <a:pt x="441" y="190"/>
                </a:cubicBezTo>
                <a:cubicBezTo>
                  <a:pt x="418" y="202"/>
                  <a:pt x="396" y="216"/>
                  <a:pt x="374" y="232"/>
                </a:cubicBezTo>
                <a:cubicBezTo>
                  <a:pt x="284" y="159"/>
                  <a:pt x="284" y="159"/>
                  <a:pt x="284" y="159"/>
                </a:cubicBezTo>
                <a:cubicBezTo>
                  <a:pt x="212" y="219"/>
                  <a:pt x="212" y="219"/>
                  <a:pt x="212" y="219"/>
                </a:cubicBezTo>
                <a:cubicBezTo>
                  <a:pt x="271" y="326"/>
                  <a:pt x="271" y="326"/>
                  <a:pt x="271" y="326"/>
                </a:cubicBezTo>
                <a:cubicBezTo>
                  <a:pt x="253" y="346"/>
                  <a:pt x="237" y="367"/>
                  <a:pt x="222" y="389"/>
                </a:cubicBezTo>
                <a:cubicBezTo>
                  <a:pt x="112" y="351"/>
                  <a:pt x="112" y="351"/>
                  <a:pt x="112" y="351"/>
                </a:cubicBezTo>
                <a:cubicBezTo>
                  <a:pt x="65" y="432"/>
                  <a:pt x="65" y="432"/>
                  <a:pt x="65" y="432"/>
                </a:cubicBezTo>
                <a:cubicBezTo>
                  <a:pt x="157" y="512"/>
                  <a:pt x="157" y="512"/>
                  <a:pt x="157" y="512"/>
                </a:cubicBezTo>
                <a:cubicBezTo>
                  <a:pt x="147" y="537"/>
                  <a:pt x="139" y="562"/>
                  <a:pt x="133" y="588"/>
                </a:cubicBezTo>
                <a:cubicBezTo>
                  <a:pt x="16" y="590"/>
                  <a:pt x="16" y="590"/>
                  <a:pt x="16" y="590"/>
                </a:cubicBezTo>
                <a:cubicBezTo>
                  <a:pt x="0" y="683"/>
                  <a:pt x="0" y="683"/>
                  <a:pt x="0" y="683"/>
                </a:cubicBezTo>
                <a:cubicBezTo>
                  <a:pt x="114" y="726"/>
                  <a:pt x="114" y="726"/>
                  <a:pt x="114" y="726"/>
                </a:cubicBezTo>
                <a:cubicBezTo>
                  <a:pt x="114" y="731"/>
                  <a:pt x="114" y="736"/>
                  <a:pt x="114" y="741"/>
                </a:cubicBezTo>
                <a:cubicBezTo>
                  <a:pt x="114" y="763"/>
                  <a:pt x="115" y="785"/>
                  <a:pt x="117" y="806"/>
                </a:cubicBezTo>
                <a:cubicBezTo>
                  <a:pt x="8" y="848"/>
                  <a:pt x="8" y="848"/>
                  <a:pt x="8" y="848"/>
                </a:cubicBezTo>
                <a:cubicBezTo>
                  <a:pt x="25" y="940"/>
                  <a:pt x="25" y="940"/>
                  <a:pt x="25" y="940"/>
                </a:cubicBezTo>
                <a:cubicBezTo>
                  <a:pt x="147" y="942"/>
                  <a:pt x="147" y="942"/>
                  <a:pt x="147" y="942"/>
                </a:cubicBezTo>
                <a:cubicBezTo>
                  <a:pt x="155" y="968"/>
                  <a:pt x="165" y="992"/>
                  <a:pt x="177" y="1016"/>
                </a:cubicBezTo>
                <a:cubicBezTo>
                  <a:pt x="89" y="1092"/>
                  <a:pt x="89" y="1092"/>
                  <a:pt x="89" y="1092"/>
                </a:cubicBezTo>
                <a:cubicBezTo>
                  <a:pt x="136" y="1174"/>
                  <a:pt x="136" y="1174"/>
                  <a:pt x="136" y="1174"/>
                </a:cubicBezTo>
                <a:cubicBezTo>
                  <a:pt x="252" y="1134"/>
                  <a:pt x="252" y="1134"/>
                  <a:pt x="252" y="1134"/>
                </a:cubicBezTo>
                <a:cubicBezTo>
                  <a:pt x="268" y="1155"/>
                  <a:pt x="286" y="1174"/>
                  <a:pt x="305" y="1193"/>
                </a:cubicBezTo>
                <a:cubicBezTo>
                  <a:pt x="248" y="1295"/>
                  <a:pt x="248" y="1295"/>
                  <a:pt x="248" y="1295"/>
                </a:cubicBezTo>
                <a:cubicBezTo>
                  <a:pt x="320" y="1355"/>
                  <a:pt x="320" y="1355"/>
                  <a:pt x="320" y="1355"/>
                </a:cubicBezTo>
                <a:cubicBezTo>
                  <a:pt x="415" y="1278"/>
                  <a:pt x="415" y="1278"/>
                  <a:pt x="415" y="1278"/>
                </a:cubicBezTo>
                <a:cubicBezTo>
                  <a:pt x="438" y="1292"/>
                  <a:pt x="461" y="1304"/>
                  <a:pt x="486" y="1315"/>
                </a:cubicBezTo>
                <a:cubicBezTo>
                  <a:pt x="467" y="1430"/>
                  <a:pt x="467" y="1430"/>
                  <a:pt x="467" y="1430"/>
                </a:cubicBezTo>
                <a:cubicBezTo>
                  <a:pt x="556" y="1462"/>
                  <a:pt x="556" y="1462"/>
                  <a:pt x="556" y="1462"/>
                </a:cubicBezTo>
                <a:cubicBezTo>
                  <a:pt x="619" y="1358"/>
                  <a:pt x="619" y="1358"/>
                  <a:pt x="619" y="1358"/>
                </a:cubicBezTo>
                <a:cubicBezTo>
                  <a:pt x="644" y="1363"/>
                  <a:pt x="671" y="1367"/>
                  <a:pt x="697" y="1369"/>
                </a:cubicBezTo>
                <a:cubicBezTo>
                  <a:pt x="720" y="1483"/>
                  <a:pt x="720" y="1483"/>
                  <a:pt x="720" y="1483"/>
                </a:cubicBezTo>
                <a:cubicBezTo>
                  <a:pt x="814" y="1483"/>
                  <a:pt x="814" y="1483"/>
                  <a:pt x="814" y="1483"/>
                </a:cubicBezTo>
                <a:cubicBezTo>
                  <a:pt x="837" y="1363"/>
                  <a:pt x="837" y="1363"/>
                  <a:pt x="837" y="1363"/>
                </a:cubicBezTo>
                <a:cubicBezTo>
                  <a:pt x="863" y="1359"/>
                  <a:pt x="889" y="1354"/>
                  <a:pt x="915" y="1346"/>
                </a:cubicBezTo>
                <a:cubicBezTo>
                  <a:pt x="975" y="1446"/>
                  <a:pt x="975" y="1446"/>
                  <a:pt x="975" y="1446"/>
                </a:cubicBezTo>
                <a:cubicBezTo>
                  <a:pt x="1063" y="1414"/>
                  <a:pt x="1063" y="1414"/>
                  <a:pt x="1063" y="1414"/>
                </a:cubicBezTo>
                <a:cubicBezTo>
                  <a:pt x="1044" y="1293"/>
                  <a:pt x="1044" y="1293"/>
                  <a:pt x="1044" y="1293"/>
                </a:cubicBezTo>
                <a:cubicBezTo>
                  <a:pt x="1067" y="1281"/>
                  <a:pt x="1090" y="1266"/>
                  <a:pt x="1111" y="1251"/>
                </a:cubicBezTo>
                <a:cubicBezTo>
                  <a:pt x="1202" y="1324"/>
                  <a:pt x="1202" y="1324"/>
                  <a:pt x="1202" y="1324"/>
                </a:cubicBezTo>
                <a:cubicBezTo>
                  <a:pt x="1274" y="1264"/>
                  <a:pt x="1274" y="1264"/>
                  <a:pt x="1274" y="1264"/>
                </a:cubicBezTo>
                <a:cubicBezTo>
                  <a:pt x="1214" y="1157"/>
                  <a:pt x="1214" y="1157"/>
                  <a:pt x="1214" y="1157"/>
                </a:cubicBezTo>
                <a:cubicBezTo>
                  <a:pt x="1232" y="1137"/>
                  <a:pt x="1248" y="1116"/>
                  <a:pt x="1263" y="1094"/>
                </a:cubicBezTo>
                <a:cubicBezTo>
                  <a:pt x="1373" y="1132"/>
                  <a:pt x="1373" y="1132"/>
                  <a:pt x="1373" y="1132"/>
                </a:cubicBezTo>
                <a:cubicBezTo>
                  <a:pt x="1420" y="1051"/>
                  <a:pt x="1420" y="1051"/>
                  <a:pt x="1420" y="1051"/>
                </a:cubicBezTo>
                <a:cubicBezTo>
                  <a:pt x="1328" y="971"/>
                  <a:pt x="1328" y="971"/>
                  <a:pt x="1328" y="971"/>
                </a:cubicBezTo>
                <a:cubicBezTo>
                  <a:pt x="1338" y="946"/>
                  <a:pt x="1346" y="921"/>
                  <a:pt x="1352" y="895"/>
                </a:cubicBezTo>
                <a:lnTo>
                  <a:pt x="1469" y="893"/>
                </a:lnTo>
                <a:close/>
              </a:path>
            </a:pathLst>
          </a:custGeom>
          <a:solidFill>
            <a:srgbClr val="232323">
              <a:lumMod val="50000"/>
              <a:lumOff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val 6">
            <a:extLst>
              <a:ext uri="{FF2B5EF4-FFF2-40B4-BE49-F238E27FC236}">
                <a16:creationId xmlns:a16="http://schemas.microsoft.com/office/drawing/2014/main" id="{853815FB-473C-439B-8CAA-E5730873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880" y="2858813"/>
            <a:ext cx="1954147" cy="1957431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Freeform 7">
            <a:extLst>
              <a:ext uri="{FF2B5EF4-FFF2-40B4-BE49-F238E27FC236}">
                <a16:creationId xmlns:a16="http://schemas.microsoft.com/office/drawing/2014/main" id="{59BE6F65-D62F-4869-AE0F-FC199999D000}"/>
              </a:ext>
            </a:extLst>
          </p:cNvPr>
          <p:cNvSpPr>
            <a:spLocks/>
          </p:cNvSpPr>
          <p:nvPr/>
        </p:nvSpPr>
        <p:spPr bwMode="auto">
          <a:xfrm>
            <a:off x="3031721" y="2693876"/>
            <a:ext cx="1563317" cy="1566602"/>
          </a:xfrm>
          <a:custGeom>
            <a:avLst/>
            <a:gdLst>
              <a:gd name="T0" fmla="*/ 778 w 850"/>
              <a:gd name="T1" fmla="*/ 400 h 851"/>
              <a:gd name="T2" fmla="*/ 778 w 850"/>
              <a:gd name="T3" fmla="*/ 391 h 851"/>
              <a:gd name="T4" fmla="*/ 849 w 850"/>
              <a:gd name="T5" fmla="*/ 340 h 851"/>
              <a:gd name="T6" fmla="*/ 829 w 850"/>
              <a:gd name="T7" fmla="*/ 275 h 851"/>
              <a:gd name="T8" fmla="*/ 746 w 850"/>
              <a:gd name="T9" fmla="*/ 274 h 851"/>
              <a:gd name="T10" fmla="*/ 713 w 850"/>
              <a:gd name="T11" fmla="*/ 219 h 851"/>
              <a:gd name="T12" fmla="*/ 749 w 850"/>
              <a:gd name="T13" fmla="*/ 140 h 851"/>
              <a:gd name="T14" fmla="*/ 700 w 850"/>
              <a:gd name="T15" fmla="*/ 93 h 851"/>
              <a:gd name="T16" fmla="*/ 627 w 850"/>
              <a:gd name="T17" fmla="*/ 134 h 851"/>
              <a:gd name="T18" fmla="*/ 572 w 850"/>
              <a:gd name="T19" fmla="*/ 103 h 851"/>
              <a:gd name="T20" fmla="*/ 563 w 850"/>
              <a:gd name="T21" fmla="*/ 16 h 851"/>
              <a:gd name="T22" fmla="*/ 497 w 850"/>
              <a:gd name="T23" fmla="*/ 0 h 851"/>
              <a:gd name="T24" fmla="*/ 455 w 850"/>
              <a:gd name="T25" fmla="*/ 72 h 851"/>
              <a:gd name="T26" fmla="*/ 399 w 850"/>
              <a:gd name="T27" fmla="*/ 72 h 851"/>
              <a:gd name="T28" fmla="*/ 391 w 850"/>
              <a:gd name="T29" fmla="*/ 73 h 851"/>
              <a:gd name="T30" fmla="*/ 340 w 850"/>
              <a:gd name="T31" fmla="*/ 1 h 851"/>
              <a:gd name="T32" fmla="*/ 274 w 850"/>
              <a:gd name="T33" fmla="*/ 21 h 851"/>
              <a:gd name="T34" fmla="*/ 274 w 850"/>
              <a:gd name="T35" fmla="*/ 105 h 851"/>
              <a:gd name="T36" fmla="*/ 219 w 850"/>
              <a:gd name="T37" fmla="*/ 137 h 851"/>
              <a:gd name="T38" fmla="*/ 140 w 850"/>
              <a:gd name="T39" fmla="*/ 101 h 851"/>
              <a:gd name="T40" fmla="*/ 92 w 850"/>
              <a:gd name="T41" fmla="*/ 150 h 851"/>
              <a:gd name="T42" fmla="*/ 134 w 850"/>
              <a:gd name="T43" fmla="*/ 223 h 851"/>
              <a:gd name="T44" fmla="*/ 103 w 850"/>
              <a:gd name="T45" fmla="*/ 278 h 851"/>
              <a:gd name="T46" fmla="*/ 16 w 850"/>
              <a:gd name="T47" fmla="*/ 287 h 851"/>
              <a:gd name="T48" fmla="*/ 0 w 850"/>
              <a:gd name="T49" fmla="*/ 353 h 851"/>
              <a:gd name="T50" fmla="*/ 72 w 850"/>
              <a:gd name="T51" fmla="*/ 395 h 851"/>
              <a:gd name="T52" fmla="*/ 72 w 850"/>
              <a:gd name="T53" fmla="*/ 451 h 851"/>
              <a:gd name="T54" fmla="*/ 72 w 850"/>
              <a:gd name="T55" fmla="*/ 459 h 851"/>
              <a:gd name="T56" fmla="*/ 1 w 850"/>
              <a:gd name="T57" fmla="*/ 510 h 851"/>
              <a:gd name="T58" fmla="*/ 21 w 850"/>
              <a:gd name="T59" fmla="*/ 576 h 851"/>
              <a:gd name="T60" fmla="*/ 104 w 850"/>
              <a:gd name="T61" fmla="*/ 576 h 851"/>
              <a:gd name="T62" fmla="*/ 137 w 850"/>
              <a:gd name="T63" fmla="*/ 631 h 851"/>
              <a:gd name="T64" fmla="*/ 101 w 850"/>
              <a:gd name="T65" fmla="*/ 710 h 851"/>
              <a:gd name="T66" fmla="*/ 150 w 850"/>
              <a:gd name="T67" fmla="*/ 758 h 851"/>
              <a:gd name="T68" fmla="*/ 223 w 850"/>
              <a:gd name="T69" fmla="*/ 716 h 851"/>
              <a:gd name="T70" fmla="*/ 278 w 850"/>
              <a:gd name="T71" fmla="*/ 747 h 851"/>
              <a:gd name="T72" fmla="*/ 287 w 850"/>
              <a:gd name="T73" fmla="*/ 834 h 851"/>
              <a:gd name="T74" fmla="*/ 353 w 850"/>
              <a:gd name="T75" fmla="*/ 851 h 851"/>
              <a:gd name="T76" fmla="*/ 395 w 850"/>
              <a:gd name="T77" fmla="*/ 778 h 851"/>
              <a:gd name="T78" fmla="*/ 451 w 850"/>
              <a:gd name="T79" fmla="*/ 778 h 851"/>
              <a:gd name="T80" fmla="*/ 459 w 850"/>
              <a:gd name="T81" fmla="*/ 778 h 851"/>
              <a:gd name="T82" fmla="*/ 510 w 850"/>
              <a:gd name="T83" fmla="*/ 849 h 851"/>
              <a:gd name="T84" fmla="*/ 576 w 850"/>
              <a:gd name="T85" fmla="*/ 829 h 851"/>
              <a:gd name="T86" fmla="*/ 576 w 850"/>
              <a:gd name="T87" fmla="*/ 746 h 851"/>
              <a:gd name="T88" fmla="*/ 631 w 850"/>
              <a:gd name="T89" fmla="*/ 713 h 851"/>
              <a:gd name="T90" fmla="*/ 710 w 850"/>
              <a:gd name="T91" fmla="*/ 750 h 851"/>
              <a:gd name="T92" fmla="*/ 758 w 850"/>
              <a:gd name="T93" fmla="*/ 700 h 851"/>
              <a:gd name="T94" fmla="*/ 716 w 850"/>
              <a:gd name="T95" fmla="*/ 627 h 851"/>
              <a:gd name="T96" fmla="*/ 747 w 850"/>
              <a:gd name="T97" fmla="*/ 572 h 851"/>
              <a:gd name="T98" fmla="*/ 834 w 850"/>
              <a:gd name="T99" fmla="*/ 563 h 851"/>
              <a:gd name="T100" fmla="*/ 850 w 850"/>
              <a:gd name="T101" fmla="*/ 497 h 851"/>
              <a:gd name="T102" fmla="*/ 778 w 850"/>
              <a:gd name="T103" fmla="*/ 455 h 851"/>
              <a:gd name="T104" fmla="*/ 778 w 850"/>
              <a:gd name="T105" fmla="*/ 400 h 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50" h="851">
                <a:moveTo>
                  <a:pt x="778" y="400"/>
                </a:moveTo>
                <a:cubicBezTo>
                  <a:pt x="778" y="397"/>
                  <a:pt x="778" y="394"/>
                  <a:pt x="778" y="391"/>
                </a:cubicBezTo>
                <a:cubicBezTo>
                  <a:pt x="849" y="340"/>
                  <a:pt x="849" y="340"/>
                  <a:pt x="849" y="340"/>
                </a:cubicBezTo>
                <a:cubicBezTo>
                  <a:pt x="829" y="275"/>
                  <a:pt x="829" y="275"/>
                  <a:pt x="829" y="275"/>
                </a:cubicBezTo>
                <a:cubicBezTo>
                  <a:pt x="746" y="274"/>
                  <a:pt x="746" y="274"/>
                  <a:pt x="746" y="274"/>
                </a:cubicBezTo>
                <a:cubicBezTo>
                  <a:pt x="736" y="255"/>
                  <a:pt x="726" y="237"/>
                  <a:pt x="713" y="219"/>
                </a:cubicBezTo>
                <a:cubicBezTo>
                  <a:pt x="749" y="140"/>
                  <a:pt x="749" y="140"/>
                  <a:pt x="749" y="140"/>
                </a:cubicBezTo>
                <a:cubicBezTo>
                  <a:pt x="700" y="93"/>
                  <a:pt x="700" y="93"/>
                  <a:pt x="700" y="93"/>
                </a:cubicBezTo>
                <a:cubicBezTo>
                  <a:pt x="627" y="134"/>
                  <a:pt x="627" y="134"/>
                  <a:pt x="627" y="134"/>
                </a:cubicBezTo>
                <a:cubicBezTo>
                  <a:pt x="610" y="122"/>
                  <a:pt x="591" y="112"/>
                  <a:pt x="572" y="103"/>
                </a:cubicBezTo>
                <a:cubicBezTo>
                  <a:pt x="563" y="16"/>
                  <a:pt x="563" y="16"/>
                  <a:pt x="563" y="16"/>
                </a:cubicBezTo>
                <a:cubicBezTo>
                  <a:pt x="497" y="0"/>
                  <a:pt x="497" y="0"/>
                  <a:pt x="497" y="0"/>
                </a:cubicBezTo>
                <a:cubicBezTo>
                  <a:pt x="455" y="72"/>
                  <a:pt x="455" y="72"/>
                  <a:pt x="455" y="72"/>
                </a:cubicBezTo>
                <a:cubicBezTo>
                  <a:pt x="437" y="71"/>
                  <a:pt x="418" y="71"/>
                  <a:pt x="399" y="72"/>
                </a:cubicBezTo>
                <a:cubicBezTo>
                  <a:pt x="397" y="72"/>
                  <a:pt x="394" y="72"/>
                  <a:pt x="391" y="73"/>
                </a:cubicBezTo>
                <a:cubicBezTo>
                  <a:pt x="340" y="1"/>
                  <a:pt x="340" y="1"/>
                  <a:pt x="340" y="1"/>
                </a:cubicBezTo>
                <a:cubicBezTo>
                  <a:pt x="274" y="21"/>
                  <a:pt x="274" y="21"/>
                  <a:pt x="274" y="21"/>
                </a:cubicBezTo>
                <a:cubicBezTo>
                  <a:pt x="274" y="105"/>
                  <a:pt x="274" y="105"/>
                  <a:pt x="274" y="105"/>
                </a:cubicBezTo>
                <a:cubicBezTo>
                  <a:pt x="255" y="114"/>
                  <a:pt x="236" y="124"/>
                  <a:pt x="219" y="137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92" y="150"/>
                  <a:pt x="92" y="150"/>
                  <a:pt x="92" y="150"/>
                </a:cubicBezTo>
                <a:cubicBezTo>
                  <a:pt x="134" y="223"/>
                  <a:pt x="134" y="223"/>
                  <a:pt x="134" y="223"/>
                </a:cubicBezTo>
                <a:cubicBezTo>
                  <a:pt x="122" y="240"/>
                  <a:pt x="112" y="259"/>
                  <a:pt x="103" y="278"/>
                </a:cubicBezTo>
                <a:cubicBezTo>
                  <a:pt x="16" y="287"/>
                  <a:pt x="16" y="287"/>
                  <a:pt x="16" y="287"/>
                </a:cubicBezTo>
                <a:cubicBezTo>
                  <a:pt x="0" y="353"/>
                  <a:pt x="0" y="353"/>
                  <a:pt x="0" y="353"/>
                </a:cubicBezTo>
                <a:cubicBezTo>
                  <a:pt x="72" y="395"/>
                  <a:pt x="72" y="395"/>
                  <a:pt x="72" y="395"/>
                </a:cubicBezTo>
                <a:cubicBezTo>
                  <a:pt x="71" y="414"/>
                  <a:pt x="70" y="432"/>
                  <a:pt x="72" y="451"/>
                </a:cubicBezTo>
                <a:cubicBezTo>
                  <a:pt x="72" y="454"/>
                  <a:pt x="72" y="456"/>
                  <a:pt x="72" y="459"/>
                </a:cubicBezTo>
                <a:cubicBezTo>
                  <a:pt x="1" y="510"/>
                  <a:pt x="1" y="510"/>
                  <a:pt x="1" y="510"/>
                </a:cubicBezTo>
                <a:cubicBezTo>
                  <a:pt x="21" y="576"/>
                  <a:pt x="21" y="576"/>
                  <a:pt x="21" y="576"/>
                </a:cubicBezTo>
                <a:cubicBezTo>
                  <a:pt x="104" y="576"/>
                  <a:pt x="104" y="576"/>
                  <a:pt x="104" y="576"/>
                </a:cubicBezTo>
                <a:cubicBezTo>
                  <a:pt x="114" y="595"/>
                  <a:pt x="124" y="614"/>
                  <a:pt x="137" y="631"/>
                </a:cubicBezTo>
                <a:cubicBezTo>
                  <a:pt x="101" y="710"/>
                  <a:pt x="101" y="710"/>
                  <a:pt x="101" y="710"/>
                </a:cubicBezTo>
                <a:cubicBezTo>
                  <a:pt x="150" y="758"/>
                  <a:pt x="150" y="758"/>
                  <a:pt x="150" y="758"/>
                </a:cubicBezTo>
                <a:cubicBezTo>
                  <a:pt x="223" y="716"/>
                  <a:pt x="223" y="716"/>
                  <a:pt x="223" y="716"/>
                </a:cubicBezTo>
                <a:cubicBezTo>
                  <a:pt x="240" y="728"/>
                  <a:pt x="259" y="739"/>
                  <a:pt x="278" y="747"/>
                </a:cubicBezTo>
                <a:cubicBezTo>
                  <a:pt x="287" y="834"/>
                  <a:pt x="287" y="834"/>
                  <a:pt x="287" y="834"/>
                </a:cubicBezTo>
                <a:cubicBezTo>
                  <a:pt x="353" y="851"/>
                  <a:pt x="353" y="851"/>
                  <a:pt x="353" y="851"/>
                </a:cubicBezTo>
                <a:cubicBezTo>
                  <a:pt x="395" y="778"/>
                  <a:pt x="395" y="778"/>
                  <a:pt x="395" y="778"/>
                </a:cubicBezTo>
                <a:cubicBezTo>
                  <a:pt x="413" y="780"/>
                  <a:pt x="432" y="780"/>
                  <a:pt x="451" y="778"/>
                </a:cubicBezTo>
                <a:cubicBezTo>
                  <a:pt x="453" y="778"/>
                  <a:pt x="456" y="778"/>
                  <a:pt x="459" y="778"/>
                </a:cubicBezTo>
                <a:cubicBezTo>
                  <a:pt x="510" y="849"/>
                  <a:pt x="510" y="849"/>
                  <a:pt x="510" y="849"/>
                </a:cubicBezTo>
                <a:cubicBezTo>
                  <a:pt x="576" y="829"/>
                  <a:pt x="576" y="829"/>
                  <a:pt x="576" y="829"/>
                </a:cubicBezTo>
                <a:cubicBezTo>
                  <a:pt x="576" y="746"/>
                  <a:pt x="576" y="746"/>
                  <a:pt x="576" y="746"/>
                </a:cubicBezTo>
                <a:cubicBezTo>
                  <a:pt x="595" y="737"/>
                  <a:pt x="614" y="726"/>
                  <a:pt x="631" y="713"/>
                </a:cubicBezTo>
                <a:cubicBezTo>
                  <a:pt x="710" y="750"/>
                  <a:pt x="710" y="750"/>
                  <a:pt x="710" y="750"/>
                </a:cubicBezTo>
                <a:cubicBezTo>
                  <a:pt x="758" y="700"/>
                  <a:pt x="758" y="700"/>
                  <a:pt x="758" y="700"/>
                </a:cubicBezTo>
                <a:cubicBezTo>
                  <a:pt x="716" y="627"/>
                  <a:pt x="716" y="627"/>
                  <a:pt x="716" y="627"/>
                </a:cubicBezTo>
                <a:cubicBezTo>
                  <a:pt x="728" y="610"/>
                  <a:pt x="739" y="591"/>
                  <a:pt x="747" y="572"/>
                </a:cubicBezTo>
                <a:cubicBezTo>
                  <a:pt x="834" y="563"/>
                  <a:pt x="834" y="563"/>
                  <a:pt x="834" y="563"/>
                </a:cubicBezTo>
                <a:cubicBezTo>
                  <a:pt x="850" y="497"/>
                  <a:pt x="850" y="497"/>
                  <a:pt x="850" y="497"/>
                </a:cubicBezTo>
                <a:cubicBezTo>
                  <a:pt x="778" y="455"/>
                  <a:pt x="778" y="455"/>
                  <a:pt x="778" y="455"/>
                </a:cubicBezTo>
                <a:cubicBezTo>
                  <a:pt x="779" y="437"/>
                  <a:pt x="780" y="418"/>
                  <a:pt x="778" y="400"/>
                </a:cubicBezTo>
                <a:close/>
              </a:path>
            </a:pathLst>
          </a:custGeom>
          <a:solidFill>
            <a:srgbClr val="FDB91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Freeform 9">
            <a:extLst>
              <a:ext uri="{FF2B5EF4-FFF2-40B4-BE49-F238E27FC236}">
                <a16:creationId xmlns:a16="http://schemas.microsoft.com/office/drawing/2014/main" id="{289A3CA1-5F67-448D-B82E-71A759E16F4D}"/>
              </a:ext>
            </a:extLst>
          </p:cNvPr>
          <p:cNvSpPr>
            <a:spLocks/>
          </p:cNvSpPr>
          <p:nvPr/>
        </p:nvSpPr>
        <p:spPr bwMode="auto">
          <a:xfrm>
            <a:off x="4101224" y="3707584"/>
            <a:ext cx="1576454" cy="1579739"/>
          </a:xfrm>
          <a:custGeom>
            <a:avLst/>
            <a:gdLst>
              <a:gd name="T0" fmla="*/ 857 w 857"/>
              <a:gd name="T1" fmla="*/ 430 h 858"/>
              <a:gd name="T2" fmla="*/ 857 w 857"/>
              <a:gd name="T3" fmla="*/ 363 h 858"/>
              <a:gd name="T4" fmla="*/ 772 w 857"/>
              <a:gd name="T5" fmla="*/ 340 h 858"/>
              <a:gd name="T6" fmla="*/ 752 w 857"/>
              <a:gd name="T7" fmla="*/ 282 h 858"/>
              <a:gd name="T8" fmla="*/ 801 w 857"/>
              <a:gd name="T9" fmla="*/ 216 h 858"/>
              <a:gd name="T10" fmla="*/ 767 w 857"/>
              <a:gd name="T11" fmla="*/ 157 h 858"/>
              <a:gd name="T12" fmla="*/ 681 w 857"/>
              <a:gd name="T13" fmla="*/ 180 h 858"/>
              <a:gd name="T14" fmla="*/ 635 w 857"/>
              <a:gd name="T15" fmla="*/ 140 h 858"/>
              <a:gd name="T16" fmla="*/ 644 w 857"/>
              <a:gd name="T17" fmla="*/ 58 h 858"/>
              <a:gd name="T18" fmla="*/ 586 w 857"/>
              <a:gd name="T19" fmla="*/ 25 h 858"/>
              <a:gd name="T20" fmla="*/ 523 w 857"/>
              <a:gd name="T21" fmla="*/ 87 h 858"/>
              <a:gd name="T22" fmla="*/ 463 w 857"/>
              <a:gd name="T23" fmla="*/ 76 h 858"/>
              <a:gd name="T24" fmla="*/ 430 w 857"/>
              <a:gd name="T25" fmla="*/ 0 h 858"/>
              <a:gd name="T26" fmla="*/ 362 w 857"/>
              <a:gd name="T27" fmla="*/ 0 h 858"/>
              <a:gd name="T28" fmla="*/ 339 w 857"/>
              <a:gd name="T29" fmla="*/ 86 h 858"/>
              <a:gd name="T30" fmla="*/ 282 w 857"/>
              <a:gd name="T31" fmla="*/ 106 h 858"/>
              <a:gd name="T32" fmla="*/ 216 w 857"/>
              <a:gd name="T33" fmla="*/ 57 h 858"/>
              <a:gd name="T34" fmla="*/ 157 w 857"/>
              <a:gd name="T35" fmla="*/ 91 h 858"/>
              <a:gd name="T36" fmla="*/ 180 w 857"/>
              <a:gd name="T37" fmla="*/ 176 h 858"/>
              <a:gd name="T38" fmla="*/ 140 w 857"/>
              <a:gd name="T39" fmla="*/ 223 h 858"/>
              <a:gd name="T40" fmla="*/ 58 w 857"/>
              <a:gd name="T41" fmla="*/ 213 h 858"/>
              <a:gd name="T42" fmla="*/ 24 w 857"/>
              <a:gd name="T43" fmla="*/ 272 h 858"/>
              <a:gd name="T44" fmla="*/ 87 w 857"/>
              <a:gd name="T45" fmla="*/ 335 h 858"/>
              <a:gd name="T46" fmla="*/ 76 w 857"/>
              <a:gd name="T47" fmla="*/ 395 h 858"/>
              <a:gd name="T48" fmla="*/ 0 w 857"/>
              <a:gd name="T49" fmla="*/ 428 h 858"/>
              <a:gd name="T50" fmla="*/ 0 w 857"/>
              <a:gd name="T51" fmla="*/ 495 h 858"/>
              <a:gd name="T52" fmla="*/ 85 w 857"/>
              <a:gd name="T53" fmla="*/ 518 h 858"/>
              <a:gd name="T54" fmla="*/ 106 w 857"/>
              <a:gd name="T55" fmla="*/ 576 h 858"/>
              <a:gd name="T56" fmla="*/ 57 w 857"/>
              <a:gd name="T57" fmla="*/ 642 h 858"/>
              <a:gd name="T58" fmla="*/ 91 w 857"/>
              <a:gd name="T59" fmla="*/ 701 h 858"/>
              <a:gd name="T60" fmla="*/ 176 w 857"/>
              <a:gd name="T61" fmla="*/ 678 h 858"/>
              <a:gd name="T62" fmla="*/ 222 w 857"/>
              <a:gd name="T63" fmla="*/ 718 h 858"/>
              <a:gd name="T64" fmla="*/ 213 w 857"/>
              <a:gd name="T65" fmla="*/ 799 h 858"/>
              <a:gd name="T66" fmla="*/ 272 w 857"/>
              <a:gd name="T67" fmla="*/ 833 h 858"/>
              <a:gd name="T68" fmla="*/ 334 w 857"/>
              <a:gd name="T69" fmla="*/ 771 h 858"/>
              <a:gd name="T70" fmla="*/ 394 w 857"/>
              <a:gd name="T71" fmla="*/ 782 h 858"/>
              <a:gd name="T72" fmla="*/ 427 w 857"/>
              <a:gd name="T73" fmla="*/ 858 h 858"/>
              <a:gd name="T74" fmla="*/ 495 w 857"/>
              <a:gd name="T75" fmla="*/ 858 h 858"/>
              <a:gd name="T76" fmla="*/ 518 w 857"/>
              <a:gd name="T77" fmla="*/ 772 h 858"/>
              <a:gd name="T78" fmla="*/ 576 w 857"/>
              <a:gd name="T79" fmla="*/ 752 h 858"/>
              <a:gd name="T80" fmla="*/ 642 w 857"/>
              <a:gd name="T81" fmla="*/ 801 h 858"/>
              <a:gd name="T82" fmla="*/ 700 w 857"/>
              <a:gd name="T83" fmla="*/ 767 h 858"/>
              <a:gd name="T84" fmla="*/ 678 w 857"/>
              <a:gd name="T85" fmla="*/ 682 h 858"/>
              <a:gd name="T86" fmla="*/ 717 w 857"/>
              <a:gd name="T87" fmla="*/ 635 h 858"/>
              <a:gd name="T88" fmla="*/ 799 w 857"/>
              <a:gd name="T89" fmla="*/ 645 h 858"/>
              <a:gd name="T90" fmla="*/ 833 w 857"/>
              <a:gd name="T91" fmla="*/ 586 h 858"/>
              <a:gd name="T92" fmla="*/ 771 w 857"/>
              <a:gd name="T93" fmla="*/ 523 h 858"/>
              <a:gd name="T94" fmla="*/ 782 w 857"/>
              <a:gd name="T95" fmla="*/ 463 h 858"/>
              <a:gd name="T96" fmla="*/ 857 w 857"/>
              <a:gd name="T97" fmla="*/ 430 h 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7" h="858">
                <a:moveTo>
                  <a:pt x="857" y="430"/>
                </a:moveTo>
                <a:cubicBezTo>
                  <a:pt x="857" y="363"/>
                  <a:pt x="857" y="363"/>
                  <a:pt x="857" y="363"/>
                </a:cubicBezTo>
                <a:cubicBezTo>
                  <a:pt x="772" y="340"/>
                  <a:pt x="772" y="340"/>
                  <a:pt x="772" y="340"/>
                </a:cubicBezTo>
                <a:cubicBezTo>
                  <a:pt x="767" y="320"/>
                  <a:pt x="760" y="300"/>
                  <a:pt x="752" y="282"/>
                </a:cubicBezTo>
                <a:cubicBezTo>
                  <a:pt x="801" y="216"/>
                  <a:pt x="801" y="216"/>
                  <a:pt x="801" y="216"/>
                </a:cubicBezTo>
                <a:cubicBezTo>
                  <a:pt x="767" y="157"/>
                  <a:pt x="767" y="157"/>
                  <a:pt x="767" y="157"/>
                </a:cubicBezTo>
                <a:cubicBezTo>
                  <a:pt x="681" y="180"/>
                  <a:pt x="681" y="180"/>
                  <a:pt x="681" y="180"/>
                </a:cubicBezTo>
                <a:cubicBezTo>
                  <a:pt x="667" y="165"/>
                  <a:pt x="651" y="152"/>
                  <a:pt x="635" y="140"/>
                </a:cubicBezTo>
                <a:cubicBezTo>
                  <a:pt x="644" y="58"/>
                  <a:pt x="644" y="58"/>
                  <a:pt x="644" y="58"/>
                </a:cubicBezTo>
                <a:cubicBezTo>
                  <a:pt x="586" y="25"/>
                  <a:pt x="586" y="25"/>
                  <a:pt x="586" y="25"/>
                </a:cubicBezTo>
                <a:cubicBezTo>
                  <a:pt x="523" y="87"/>
                  <a:pt x="523" y="87"/>
                  <a:pt x="523" y="87"/>
                </a:cubicBezTo>
                <a:cubicBezTo>
                  <a:pt x="504" y="82"/>
                  <a:pt x="484" y="78"/>
                  <a:pt x="463" y="76"/>
                </a:cubicBezTo>
                <a:cubicBezTo>
                  <a:pt x="430" y="0"/>
                  <a:pt x="430" y="0"/>
                  <a:pt x="430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339" y="86"/>
                  <a:pt x="339" y="86"/>
                  <a:pt x="339" y="86"/>
                </a:cubicBezTo>
                <a:cubicBezTo>
                  <a:pt x="319" y="91"/>
                  <a:pt x="300" y="98"/>
                  <a:pt x="282" y="106"/>
                </a:cubicBezTo>
                <a:cubicBezTo>
                  <a:pt x="216" y="57"/>
                  <a:pt x="216" y="57"/>
                  <a:pt x="216" y="57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80" y="176"/>
                  <a:pt x="180" y="176"/>
                  <a:pt x="180" y="176"/>
                </a:cubicBezTo>
                <a:cubicBezTo>
                  <a:pt x="165" y="191"/>
                  <a:pt x="152" y="206"/>
                  <a:pt x="140" y="223"/>
                </a:cubicBezTo>
                <a:cubicBezTo>
                  <a:pt x="58" y="213"/>
                  <a:pt x="58" y="213"/>
                  <a:pt x="58" y="213"/>
                </a:cubicBezTo>
                <a:cubicBezTo>
                  <a:pt x="24" y="272"/>
                  <a:pt x="24" y="272"/>
                  <a:pt x="24" y="272"/>
                </a:cubicBezTo>
                <a:cubicBezTo>
                  <a:pt x="87" y="335"/>
                  <a:pt x="87" y="335"/>
                  <a:pt x="87" y="335"/>
                </a:cubicBezTo>
                <a:cubicBezTo>
                  <a:pt x="81" y="354"/>
                  <a:pt x="78" y="374"/>
                  <a:pt x="76" y="395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95"/>
                  <a:pt x="0" y="495"/>
                  <a:pt x="0" y="495"/>
                </a:cubicBezTo>
                <a:cubicBezTo>
                  <a:pt x="85" y="518"/>
                  <a:pt x="85" y="518"/>
                  <a:pt x="85" y="518"/>
                </a:cubicBezTo>
                <a:cubicBezTo>
                  <a:pt x="90" y="538"/>
                  <a:pt x="97" y="557"/>
                  <a:pt x="106" y="576"/>
                </a:cubicBezTo>
                <a:cubicBezTo>
                  <a:pt x="57" y="642"/>
                  <a:pt x="57" y="642"/>
                  <a:pt x="57" y="642"/>
                </a:cubicBezTo>
                <a:cubicBezTo>
                  <a:pt x="91" y="701"/>
                  <a:pt x="91" y="701"/>
                  <a:pt x="91" y="701"/>
                </a:cubicBezTo>
                <a:cubicBezTo>
                  <a:pt x="176" y="678"/>
                  <a:pt x="176" y="678"/>
                  <a:pt x="176" y="678"/>
                </a:cubicBezTo>
                <a:cubicBezTo>
                  <a:pt x="190" y="692"/>
                  <a:pt x="206" y="706"/>
                  <a:pt x="222" y="718"/>
                </a:cubicBezTo>
                <a:cubicBezTo>
                  <a:pt x="213" y="799"/>
                  <a:pt x="213" y="799"/>
                  <a:pt x="213" y="799"/>
                </a:cubicBezTo>
                <a:cubicBezTo>
                  <a:pt x="272" y="833"/>
                  <a:pt x="272" y="833"/>
                  <a:pt x="272" y="833"/>
                </a:cubicBezTo>
                <a:cubicBezTo>
                  <a:pt x="334" y="771"/>
                  <a:pt x="334" y="771"/>
                  <a:pt x="334" y="771"/>
                </a:cubicBezTo>
                <a:cubicBezTo>
                  <a:pt x="354" y="776"/>
                  <a:pt x="374" y="780"/>
                  <a:pt x="394" y="782"/>
                </a:cubicBezTo>
                <a:cubicBezTo>
                  <a:pt x="427" y="858"/>
                  <a:pt x="427" y="858"/>
                  <a:pt x="427" y="858"/>
                </a:cubicBezTo>
                <a:cubicBezTo>
                  <a:pt x="495" y="858"/>
                  <a:pt x="495" y="858"/>
                  <a:pt x="495" y="858"/>
                </a:cubicBezTo>
                <a:cubicBezTo>
                  <a:pt x="518" y="772"/>
                  <a:pt x="518" y="772"/>
                  <a:pt x="518" y="772"/>
                </a:cubicBezTo>
                <a:cubicBezTo>
                  <a:pt x="538" y="767"/>
                  <a:pt x="557" y="760"/>
                  <a:pt x="576" y="752"/>
                </a:cubicBezTo>
                <a:cubicBezTo>
                  <a:pt x="642" y="801"/>
                  <a:pt x="642" y="801"/>
                  <a:pt x="642" y="801"/>
                </a:cubicBezTo>
                <a:cubicBezTo>
                  <a:pt x="700" y="767"/>
                  <a:pt x="700" y="767"/>
                  <a:pt x="700" y="767"/>
                </a:cubicBezTo>
                <a:cubicBezTo>
                  <a:pt x="678" y="682"/>
                  <a:pt x="678" y="682"/>
                  <a:pt x="678" y="682"/>
                </a:cubicBezTo>
                <a:cubicBezTo>
                  <a:pt x="692" y="667"/>
                  <a:pt x="705" y="652"/>
                  <a:pt x="717" y="635"/>
                </a:cubicBezTo>
                <a:cubicBezTo>
                  <a:pt x="799" y="645"/>
                  <a:pt x="799" y="645"/>
                  <a:pt x="799" y="645"/>
                </a:cubicBezTo>
                <a:cubicBezTo>
                  <a:pt x="833" y="586"/>
                  <a:pt x="833" y="586"/>
                  <a:pt x="833" y="586"/>
                </a:cubicBezTo>
                <a:cubicBezTo>
                  <a:pt x="771" y="523"/>
                  <a:pt x="771" y="523"/>
                  <a:pt x="771" y="523"/>
                </a:cubicBezTo>
                <a:cubicBezTo>
                  <a:pt x="776" y="504"/>
                  <a:pt x="780" y="484"/>
                  <a:pt x="782" y="463"/>
                </a:cubicBezTo>
                <a:lnTo>
                  <a:pt x="857" y="430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val 10">
            <a:extLst>
              <a:ext uri="{FF2B5EF4-FFF2-40B4-BE49-F238E27FC236}">
                <a16:creationId xmlns:a16="http://schemas.microsoft.com/office/drawing/2014/main" id="{7859EBD2-284F-4F56-A3AE-21A82D925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2409" y="4021233"/>
            <a:ext cx="954084" cy="952442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Freeform 11">
            <a:extLst>
              <a:ext uri="{FF2B5EF4-FFF2-40B4-BE49-F238E27FC236}">
                <a16:creationId xmlns:a16="http://schemas.microsoft.com/office/drawing/2014/main" id="{ED335327-56A6-4B02-A912-8CA735CF5908}"/>
              </a:ext>
            </a:extLst>
          </p:cNvPr>
          <p:cNvSpPr>
            <a:spLocks/>
          </p:cNvSpPr>
          <p:nvPr/>
        </p:nvSpPr>
        <p:spPr bwMode="auto">
          <a:xfrm>
            <a:off x="5572954" y="3708787"/>
            <a:ext cx="1561676" cy="1564960"/>
          </a:xfrm>
          <a:custGeom>
            <a:avLst/>
            <a:gdLst>
              <a:gd name="T0" fmla="*/ 850 w 850"/>
              <a:gd name="T1" fmla="*/ 369 h 850"/>
              <a:gd name="T2" fmla="*/ 841 w 850"/>
              <a:gd name="T3" fmla="*/ 302 h 850"/>
              <a:gd name="T4" fmla="*/ 753 w 850"/>
              <a:gd name="T5" fmla="*/ 290 h 850"/>
              <a:gd name="T6" fmla="*/ 725 w 850"/>
              <a:gd name="T7" fmla="*/ 236 h 850"/>
              <a:gd name="T8" fmla="*/ 765 w 850"/>
              <a:gd name="T9" fmla="*/ 164 h 850"/>
              <a:gd name="T10" fmla="*/ 724 w 850"/>
              <a:gd name="T11" fmla="*/ 110 h 850"/>
              <a:gd name="T12" fmla="*/ 642 w 850"/>
              <a:gd name="T13" fmla="*/ 144 h 850"/>
              <a:gd name="T14" fmla="*/ 591 w 850"/>
              <a:gd name="T15" fmla="*/ 111 h 850"/>
              <a:gd name="T16" fmla="*/ 589 w 850"/>
              <a:gd name="T17" fmla="*/ 29 h 850"/>
              <a:gd name="T18" fmla="*/ 526 w 850"/>
              <a:gd name="T19" fmla="*/ 3 h 850"/>
              <a:gd name="T20" fmla="*/ 473 w 850"/>
              <a:gd name="T21" fmla="*/ 73 h 850"/>
              <a:gd name="T22" fmla="*/ 412 w 850"/>
              <a:gd name="T23" fmla="*/ 71 h 850"/>
              <a:gd name="T24" fmla="*/ 369 w 850"/>
              <a:gd name="T25" fmla="*/ 0 h 850"/>
              <a:gd name="T26" fmla="*/ 302 w 850"/>
              <a:gd name="T27" fmla="*/ 9 h 850"/>
              <a:gd name="T28" fmla="*/ 291 w 850"/>
              <a:gd name="T29" fmla="*/ 97 h 850"/>
              <a:gd name="T30" fmla="*/ 236 w 850"/>
              <a:gd name="T31" fmla="*/ 125 h 850"/>
              <a:gd name="T32" fmla="*/ 164 w 850"/>
              <a:gd name="T33" fmla="*/ 85 h 850"/>
              <a:gd name="T34" fmla="*/ 111 w 850"/>
              <a:gd name="T35" fmla="*/ 127 h 850"/>
              <a:gd name="T36" fmla="*/ 145 w 850"/>
              <a:gd name="T37" fmla="*/ 208 h 850"/>
              <a:gd name="T38" fmla="*/ 112 w 850"/>
              <a:gd name="T39" fmla="*/ 260 h 850"/>
              <a:gd name="T40" fmla="*/ 29 w 850"/>
              <a:gd name="T41" fmla="*/ 261 h 850"/>
              <a:gd name="T42" fmla="*/ 3 w 850"/>
              <a:gd name="T43" fmla="*/ 324 h 850"/>
              <a:gd name="T44" fmla="*/ 74 w 850"/>
              <a:gd name="T45" fmla="*/ 378 h 850"/>
              <a:gd name="T46" fmla="*/ 71 w 850"/>
              <a:gd name="T47" fmla="*/ 439 h 850"/>
              <a:gd name="T48" fmla="*/ 0 w 850"/>
              <a:gd name="T49" fmla="*/ 481 h 850"/>
              <a:gd name="T50" fmla="*/ 9 w 850"/>
              <a:gd name="T51" fmla="*/ 548 h 850"/>
              <a:gd name="T52" fmla="*/ 97 w 850"/>
              <a:gd name="T53" fmla="*/ 560 h 850"/>
              <a:gd name="T54" fmla="*/ 125 w 850"/>
              <a:gd name="T55" fmla="*/ 614 h 850"/>
              <a:gd name="T56" fmla="*/ 85 w 850"/>
              <a:gd name="T57" fmla="*/ 686 h 850"/>
              <a:gd name="T58" fmla="*/ 127 w 850"/>
              <a:gd name="T59" fmla="*/ 740 h 850"/>
              <a:gd name="T60" fmla="*/ 209 w 850"/>
              <a:gd name="T61" fmla="*/ 706 h 850"/>
              <a:gd name="T62" fmla="*/ 260 w 850"/>
              <a:gd name="T63" fmla="*/ 739 h 850"/>
              <a:gd name="T64" fmla="*/ 262 w 850"/>
              <a:gd name="T65" fmla="*/ 821 h 850"/>
              <a:gd name="T66" fmla="*/ 324 w 850"/>
              <a:gd name="T67" fmla="*/ 847 h 850"/>
              <a:gd name="T68" fmla="*/ 378 w 850"/>
              <a:gd name="T69" fmla="*/ 777 h 850"/>
              <a:gd name="T70" fmla="*/ 439 w 850"/>
              <a:gd name="T71" fmla="*/ 779 h 850"/>
              <a:gd name="T72" fmla="*/ 482 w 850"/>
              <a:gd name="T73" fmla="*/ 850 h 850"/>
              <a:gd name="T74" fmla="*/ 549 w 850"/>
              <a:gd name="T75" fmla="*/ 841 h 850"/>
              <a:gd name="T76" fmla="*/ 560 w 850"/>
              <a:gd name="T77" fmla="*/ 753 h 850"/>
              <a:gd name="T78" fmla="*/ 614 w 850"/>
              <a:gd name="T79" fmla="*/ 725 h 850"/>
              <a:gd name="T80" fmla="*/ 687 w 850"/>
              <a:gd name="T81" fmla="*/ 765 h 850"/>
              <a:gd name="T82" fmla="*/ 740 w 850"/>
              <a:gd name="T83" fmla="*/ 723 h 850"/>
              <a:gd name="T84" fmla="*/ 706 w 850"/>
              <a:gd name="T85" fmla="*/ 642 h 850"/>
              <a:gd name="T86" fmla="*/ 739 w 850"/>
              <a:gd name="T87" fmla="*/ 590 h 850"/>
              <a:gd name="T88" fmla="*/ 822 w 850"/>
              <a:gd name="T89" fmla="*/ 589 h 850"/>
              <a:gd name="T90" fmla="*/ 847 w 850"/>
              <a:gd name="T91" fmla="*/ 526 h 850"/>
              <a:gd name="T92" fmla="*/ 777 w 850"/>
              <a:gd name="T93" fmla="*/ 472 h 850"/>
              <a:gd name="T94" fmla="*/ 780 w 850"/>
              <a:gd name="T95" fmla="*/ 411 h 850"/>
              <a:gd name="T96" fmla="*/ 850 w 850"/>
              <a:gd name="T97" fmla="*/ 369 h 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0" h="850">
                <a:moveTo>
                  <a:pt x="850" y="369"/>
                </a:moveTo>
                <a:cubicBezTo>
                  <a:pt x="841" y="302"/>
                  <a:pt x="841" y="302"/>
                  <a:pt x="841" y="302"/>
                </a:cubicBezTo>
                <a:cubicBezTo>
                  <a:pt x="753" y="290"/>
                  <a:pt x="753" y="290"/>
                  <a:pt x="753" y="290"/>
                </a:cubicBezTo>
                <a:cubicBezTo>
                  <a:pt x="746" y="271"/>
                  <a:pt x="736" y="253"/>
                  <a:pt x="725" y="236"/>
                </a:cubicBezTo>
                <a:cubicBezTo>
                  <a:pt x="765" y="164"/>
                  <a:pt x="765" y="164"/>
                  <a:pt x="765" y="164"/>
                </a:cubicBezTo>
                <a:cubicBezTo>
                  <a:pt x="724" y="110"/>
                  <a:pt x="724" y="110"/>
                  <a:pt x="724" y="110"/>
                </a:cubicBezTo>
                <a:cubicBezTo>
                  <a:pt x="642" y="144"/>
                  <a:pt x="642" y="144"/>
                  <a:pt x="642" y="144"/>
                </a:cubicBezTo>
                <a:cubicBezTo>
                  <a:pt x="626" y="132"/>
                  <a:pt x="609" y="121"/>
                  <a:pt x="591" y="111"/>
                </a:cubicBezTo>
                <a:cubicBezTo>
                  <a:pt x="589" y="29"/>
                  <a:pt x="589" y="29"/>
                  <a:pt x="589" y="29"/>
                </a:cubicBezTo>
                <a:cubicBezTo>
                  <a:pt x="526" y="3"/>
                  <a:pt x="526" y="3"/>
                  <a:pt x="526" y="3"/>
                </a:cubicBezTo>
                <a:cubicBezTo>
                  <a:pt x="473" y="73"/>
                  <a:pt x="473" y="73"/>
                  <a:pt x="473" y="73"/>
                </a:cubicBezTo>
                <a:cubicBezTo>
                  <a:pt x="453" y="71"/>
                  <a:pt x="432" y="70"/>
                  <a:pt x="412" y="71"/>
                </a:cubicBezTo>
                <a:cubicBezTo>
                  <a:pt x="369" y="0"/>
                  <a:pt x="369" y="0"/>
                  <a:pt x="369" y="0"/>
                </a:cubicBezTo>
                <a:cubicBezTo>
                  <a:pt x="302" y="9"/>
                  <a:pt x="302" y="9"/>
                  <a:pt x="302" y="9"/>
                </a:cubicBezTo>
                <a:cubicBezTo>
                  <a:pt x="291" y="97"/>
                  <a:pt x="291" y="97"/>
                  <a:pt x="291" y="97"/>
                </a:cubicBezTo>
                <a:cubicBezTo>
                  <a:pt x="272" y="105"/>
                  <a:pt x="253" y="114"/>
                  <a:pt x="236" y="125"/>
                </a:cubicBezTo>
                <a:cubicBezTo>
                  <a:pt x="164" y="85"/>
                  <a:pt x="164" y="85"/>
                  <a:pt x="164" y="85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45" y="208"/>
                  <a:pt x="145" y="208"/>
                  <a:pt x="145" y="208"/>
                </a:cubicBezTo>
                <a:cubicBezTo>
                  <a:pt x="132" y="224"/>
                  <a:pt x="121" y="242"/>
                  <a:pt x="112" y="260"/>
                </a:cubicBezTo>
                <a:cubicBezTo>
                  <a:pt x="29" y="261"/>
                  <a:pt x="29" y="261"/>
                  <a:pt x="29" y="261"/>
                </a:cubicBezTo>
                <a:cubicBezTo>
                  <a:pt x="3" y="324"/>
                  <a:pt x="3" y="324"/>
                  <a:pt x="3" y="324"/>
                </a:cubicBezTo>
                <a:cubicBezTo>
                  <a:pt x="74" y="378"/>
                  <a:pt x="74" y="378"/>
                  <a:pt x="74" y="378"/>
                </a:cubicBezTo>
                <a:cubicBezTo>
                  <a:pt x="71" y="398"/>
                  <a:pt x="70" y="418"/>
                  <a:pt x="71" y="439"/>
                </a:cubicBezTo>
                <a:cubicBezTo>
                  <a:pt x="0" y="481"/>
                  <a:pt x="0" y="481"/>
                  <a:pt x="0" y="481"/>
                </a:cubicBezTo>
                <a:cubicBezTo>
                  <a:pt x="9" y="548"/>
                  <a:pt x="9" y="548"/>
                  <a:pt x="9" y="548"/>
                </a:cubicBezTo>
                <a:cubicBezTo>
                  <a:pt x="97" y="560"/>
                  <a:pt x="97" y="560"/>
                  <a:pt x="97" y="560"/>
                </a:cubicBezTo>
                <a:cubicBezTo>
                  <a:pt x="105" y="579"/>
                  <a:pt x="114" y="597"/>
                  <a:pt x="125" y="614"/>
                </a:cubicBezTo>
                <a:cubicBezTo>
                  <a:pt x="85" y="686"/>
                  <a:pt x="85" y="686"/>
                  <a:pt x="85" y="686"/>
                </a:cubicBezTo>
                <a:cubicBezTo>
                  <a:pt x="127" y="740"/>
                  <a:pt x="127" y="740"/>
                  <a:pt x="127" y="740"/>
                </a:cubicBezTo>
                <a:cubicBezTo>
                  <a:pt x="209" y="706"/>
                  <a:pt x="209" y="706"/>
                  <a:pt x="209" y="706"/>
                </a:cubicBezTo>
                <a:cubicBezTo>
                  <a:pt x="225" y="718"/>
                  <a:pt x="242" y="729"/>
                  <a:pt x="260" y="739"/>
                </a:cubicBezTo>
                <a:cubicBezTo>
                  <a:pt x="262" y="821"/>
                  <a:pt x="262" y="821"/>
                  <a:pt x="262" y="821"/>
                </a:cubicBezTo>
                <a:cubicBezTo>
                  <a:pt x="324" y="847"/>
                  <a:pt x="324" y="847"/>
                  <a:pt x="324" y="847"/>
                </a:cubicBezTo>
                <a:cubicBezTo>
                  <a:pt x="378" y="777"/>
                  <a:pt x="378" y="777"/>
                  <a:pt x="378" y="777"/>
                </a:cubicBezTo>
                <a:cubicBezTo>
                  <a:pt x="398" y="779"/>
                  <a:pt x="418" y="780"/>
                  <a:pt x="439" y="779"/>
                </a:cubicBezTo>
                <a:cubicBezTo>
                  <a:pt x="482" y="850"/>
                  <a:pt x="482" y="850"/>
                  <a:pt x="482" y="850"/>
                </a:cubicBezTo>
                <a:cubicBezTo>
                  <a:pt x="549" y="841"/>
                  <a:pt x="549" y="841"/>
                  <a:pt x="549" y="841"/>
                </a:cubicBezTo>
                <a:cubicBezTo>
                  <a:pt x="560" y="753"/>
                  <a:pt x="560" y="753"/>
                  <a:pt x="560" y="753"/>
                </a:cubicBezTo>
                <a:cubicBezTo>
                  <a:pt x="579" y="745"/>
                  <a:pt x="597" y="736"/>
                  <a:pt x="614" y="725"/>
                </a:cubicBezTo>
                <a:cubicBezTo>
                  <a:pt x="687" y="765"/>
                  <a:pt x="687" y="765"/>
                  <a:pt x="687" y="765"/>
                </a:cubicBezTo>
                <a:cubicBezTo>
                  <a:pt x="740" y="723"/>
                  <a:pt x="740" y="723"/>
                  <a:pt x="740" y="723"/>
                </a:cubicBezTo>
                <a:cubicBezTo>
                  <a:pt x="706" y="642"/>
                  <a:pt x="706" y="642"/>
                  <a:pt x="706" y="642"/>
                </a:cubicBezTo>
                <a:cubicBezTo>
                  <a:pt x="718" y="626"/>
                  <a:pt x="730" y="608"/>
                  <a:pt x="739" y="590"/>
                </a:cubicBezTo>
                <a:cubicBezTo>
                  <a:pt x="822" y="589"/>
                  <a:pt x="822" y="589"/>
                  <a:pt x="822" y="589"/>
                </a:cubicBezTo>
                <a:cubicBezTo>
                  <a:pt x="847" y="526"/>
                  <a:pt x="847" y="526"/>
                  <a:pt x="847" y="526"/>
                </a:cubicBezTo>
                <a:cubicBezTo>
                  <a:pt x="777" y="472"/>
                  <a:pt x="777" y="472"/>
                  <a:pt x="777" y="472"/>
                </a:cubicBezTo>
                <a:cubicBezTo>
                  <a:pt x="780" y="452"/>
                  <a:pt x="781" y="432"/>
                  <a:pt x="780" y="411"/>
                </a:cubicBezTo>
                <a:lnTo>
                  <a:pt x="850" y="369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Freeform 13">
            <a:extLst>
              <a:ext uri="{FF2B5EF4-FFF2-40B4-BE49-F238E27FC236}">
                <a16:creationId xmlns:a16="http://schemas.microsoft.com/office/drawing/2014/main" id="{A19BC2B5-B37A-41F4-AA79-2086EE54BF0D}"/>
              </a:ext>
            </a:extLst>
          </p:cNvPr>
          <p:cNvSpPr>
            <a:spLocks/>
          </p:cNvSpPr>
          <p:nvPr/>
        </p:nvSpPr>
        <p:spPr bwMode="auto">
          <a:xfrm>
            <a:off x="1882641" y="2843818"/>
            <a:ext cx="1211899" cy="1197121"/>
          </a:xfrm>
          <a:custGeom>
            <a:avLst/>
            <a:gdLst>
              <a:gd name="T0" fmla="*/ 648 w 659"/>
              <a:gd name="T1" fmla="*/ 396 h 650"/>
              <a:gd name="T2" fmla="*/ 659 w 659"/>
              <a:gd name="T3" fmla="*/ 323 h 650"/>
              <a:gd name="T4" fmla="*/ 599 w 659"/>
              <a:gd name="T5" fmla="*/ 304 h 650"/>
              <a:gd name="T6" fmla="*/ 587 w 659"/>
              <a:gd name="T7" fmla="*/ 243 h 650"/>
              <a:gd name="T8" fmla="*/ 629 w 659"/>
              <a:gd name="T9" fmla="*/ 195 h 650"/>
              <a:gd name="T10" fmla="*/ 595 w 659"/>
              <a:gd name="T11" fmla="*/ 130 h 650"/>
              <a:gd name="T12" fmla="*/ 535 w 659"/>
              <a:gd name="T13" fmla="*/ 149 h 650"/>
              <a:gd name="T14" fmla="*/ 490 w 659"/>
              <a:gd name="T15" fmla="*/ 107 h 650"/>
              <a:gd name="T16" fmla="*/ 495 w 659"/>
              <a:gd name="T17" fmla="*/ 44 h 650"/>
              <a:gd name="T18" fmla="*/ 430 w 659"/>
              <a:gd name="T19" fmla="*/ 11 h 650"/>
              <a:gd name="T20" fmla="*/ 393 w 659"/>
              <a:gd name="T21" fmla="*/ 62 h 650"/>
              <a:gd name="T22" fmla="*/ 331 w 659"/>
              <a:gd name="T23" fmla="*/ 54 h 650"/>
              <a:gd name="T24" fmla="*/ 298 w 659"/>
              <a:gd name="T25" fmla="*/ 0 h 650"/>
              <a:gd name="T26" fmla="*/ 226 w 659"/>
              <a:gd name="T27" fmla="*/ 12 h 650"/>
              <a:gd name="T28" fmla="*/ 226 w 659"/>
              <a:gd name="T29" fmla="*/ 75 h 650"/>
              <a:gd name="T30" fmla="*/ 172 w 659"/>
              <a:gd name="T31" fmla="*/ 105 h 650"/>
              <a:gd name="T32" fmla="*/ 113 w 659"/>
              <a:gd name="T33" fmla="*/ 81 h 650"/>
              <a:gd name="T34" fmla="*/ 62 w 659"/>
              <a:gd name="T35" fmla="*/ 132 h 650"/>
              <a:gd name="T36" fmla="*/ 99 w 659"/>
              <a:gd name="T37" fmla="*/ 184 h 650"/>
              <a:gd name="T38" fmla="*/ 73 w 659"/>
              <a:gd name="T39" fmla="*/ 240 h 650"/>
              <a:gd name="T40" fmla="*/ 11 w 659"/>
              <a:gd name="T41" fmla="*/ 254 h 650"/>
              <a:gd name="T42" fmla="*/ 0 w 659"/>
              <a:gd name="T43" fmla="*/ 327 h 650"/>
              <a:gd name="T44" fmla="*/ 60 w 659"/>
              <a:gd name="T45" fmla="*/ 346 h 650"/>
              <a:gd name="T46" fmla="*/ 72 w 659"/>
              <a:gd name="T47" fmla="*/ 407 h 650"/>
              <a:gd name="T48" fmla="*/ 30 w 659"/>
              <a:gd name="T49" fmla="*/ 455 h 650"/>
              <a:gd name="T50" fmla="*/ 64 w 659"/>
              <a:gd name="T51" fmla="*/ 520 h 650"/>
              <a:gd name="T52" fmla="*/ 124 w 659"/>
              <a:gd name="T53" fmla="*/ 501 h 650"/>
              <a:gd name="T54" fmla="*/ 169 w 659"/>
              <a:gd name="T55" fmla="*/ 543 h 650"/>
              <a:gd name="T56" fmla="*/ 164 w 659"/>
              <a:gd name="T57" fmla="*/ 606 h 650"/>
              <a:gd name="T58" fmla="*/ 229 w 659"/>
              <a:gd name="T59" fmla="*/ 639 h 650"/>
              <a:gd name="T60" fmla="*/ 266 w 659"/>
              <a:gd name="T61" fmla="*/ 588 h 650"/>
              <a:gd name="T62" fmla="*/ 328 w 659"/>
              <a:gd name="T63" fmla="*/ 595 h 650"/>
              <a:gd name="T64" fmla="*/ 361 w 659"/>
              <a:gd name="T65" fmla="*/ 650 h 650"/>
              <a:gd name="T66" fmla="*/ 433 w 659"/>
              <a:gd name="T67" fmla="*/ 638 h 650"/>
              <a:gd name="T68" fmla="*/ 433 w 659"/>
              <a:gd name="T69" fmla="*/ 575 h 650"/>
              <a:gd name="T70" fmla="*/ 487 w 659"/>
              <a:gd name="T71" fmla="*/ 545 h 650"/>
              <a:gd name="T72" fmla="*/ 546 w 659"/>
              <a:gd name="T73" fmla="*/ 569 h 650"/>
              <a:gd name="T74" fmla="*/ 597 w 659"/>
              <a:gd name="T75" fmla="*/ 517 h 650"/>
              <a:gd name="T76" fmla="*/ 560 w 659"/>
              <a:gd name="T77" fmla="*/ 466 h 650"/>
              <a:gd name="T78" fmla="*/ 586 w 659"/>
              <a:gd name="T79" fmla="*/ 410 h 650"/>
              <a:gd name="T80" fmla="*/ 648 w 659"/>
              <a:gd name="T81" fmla="*/ 396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59" h="650">
                <a:moveTo>
                  <a:pt x="648" y="396"/>
                </a:moveTo>
                <a:cubicBezTo>
                  <a:pt x="659" y="323"/>
                  <a:pt x="659" y="323"/>
                  <a:pt x="659" y="323"/>
                </a:cubicBezTo>
                <a:cubicBezTo>
                  <a:pt x="599" y="304"/>
                  <a:pt x="599" y="304"/>
                  <a:pt x="599" y="304"/>
                </a:cubicBezTo>
                <a:cubicBezTo>
                  <a:pt x="597" y="283"/>
                  <a:pt x="593" y="262"/>
                  <a:pt x="587" y="243"/>
                </a:cubicBezTo>
                <a:cubicBezTo>
                  <a:pt x="629" y="195"/>
                  <a:pt x="629" y="195"/>
                  <a:pt x="629" y="195"/>
                </a:cubicBezTo>
                <a:cubicBezTo>
                  <a:pt x="595" y="130"/>
                  <a:pt x="595" y="130"/>
                  <a:pt x="595" y="130"/>
                </a:cubicBezTo>
                <a:cubicBezTo>
                  <a:pt x="535" y="149"/>
                  <a:pt x="535" y="149"/>
                  <a:pt x="535" y="149"/>
                </a:cubicBezTo>
                <a:cubicBezTo>
                  <a:pt x="522" y="134"/>
                  <a:pt x="506" y="119"/>
                  <a:pt x="490" y="107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430" y="11"/>
                  <a:pt x="430" y="11"/>
                  <a:pt x="430" y="11"/>
                </a:cubicBezTo>
                <a:cubicBezTo>
                  <a:pt x="393" y="62"/>
                  <a:pt x="393" y="62"/>
                  <a:pt x="393" y="62"/>
                </a:cubicBezTo>
                <a:cubicBezTo>
                  <a:pt x="373" y="57"/>
                  <a:pt x="352" y="55"/>
                  <a:pt x="331" y="54"/>
                </a:cubicBezTo>
                <a:cubicBezTo>
                  <a:pt x="298" y="0"/>
                  <a:pt x="298" y="0"/>
                  <a:pt x="298" y="0"/>
                </a:cubicBezTo>
                <a:cubicBezTo>
                  <a:pt x="226" y="12"/>
                  <a:pt x="226" y="12"/>
                  <a:pt x="226" y="12"/>
                </a:cubicBezTo>
                <a:cubicBezTo>
                  <a:pt x="226" y="75"/>
                  <a:pt x="226" y="75"/>
                  <a:pt x="226" y="75"/>
                </a:cubicBezTo>
                <a:cubicBezTo>
                  <a:pt x="207" y="83"/>
                  <a:pt x="188" y="93"/>
                  <a:pt x="172" y="105"/>
                </a:cubicBezTo>
                <a:cubicBezTo>
                  <a:pt x="113" y="81"/>
                  <a:pt x="113" y="81"/>
                  <a:pt x="113" y="81"/>
                </a:cubicBezTo>
                <a:cubicBezTo>
                  <a:pt x="62" y="132"/>
                  <a:pt x="62" y="132"/>
                  <a:pt x="62" y="132"/>
                </a:cubicBezTo>
                <a:cubicBezTo>
                  <a:pt x="99" y="184"/>
                  <a:pt x="99" y="184"/>
                  <a:pt x="99" y="184"/>
                </a:cubicBezTo>
                <a:cubicBezTo>
                  <a:pt x="88" y="201"/>
                  <a:pt x="79" y="220"/>
                  <a:pt x="73" y="240"/>
                </a:cubicBezTo>
                <a:cubicBezTo>
                  <a:pt x="11" y="254"/>
                  <a:pt x="11" y="254"/>
                  <a:pt x="11" y="254"/>
                </a:cubicBezTo>
                <a:cubicBezTo>
                  <a:pt x="0" y="327"/>
                  <a:pt x="0" y="327"/>
                  <a:pt x="0" y="327"/>
                </a:cubicBezTo>
                <a:cubicBezTo>
                  <a:pt x="60" y="346"/>
                  <a:pt x="60" y="346"/>
                  <a:pt x="60" y="346"/>
                </a:cubicBezTo>
                <a:cubicBezTo>
                  <a:pt x="62" y="367"/>
                  <a:pt x="66" y="388"/>
                  <a:pt x="72" y="407"/>
                </a:cubicBezTo>
                <a:cubicBezTo>
                  <a:pt x="30" y="455"/>
                  <a:pt x="30" y="455"/>
                  <a:pt x="30" y="455"/>
                </a:cubicBezTo>
                <a:cubicBezTo>
                  <a:pt x="64" y="520"/>
                  <a:pt x="64" y="520"/>
                  <a:pt x="64" y="520"/>
                </a:cubicBezTo>
                <a:cubicBezTo>
                  <a:pt x="124" y="501"/>
                  <a:pt x="124" y="501"/>
                  <a:pt x="124" y="501"/>
                </a:cubicBezTo>
                <a:cubicBezTo>
                  <a:pt x="137" y="516"/>
                  <a:pt x="153" y="531"/>
                  <a:pt x="169" y="543"/>
                </a:cubicBezTo>
                <a:cubicBezTo>
                  <a:pt x="164" y="606"/>
                  <a:pt x="164" y="606"/>
                  <a:pt x="164" y="606"/>
                </a:cubicBezTo>
                <a:cubicBezTo>
                  <a:pt x="229" y="639"/>
                  <a:pt x="229" y="639"/>
                  <a:pt x="229" y="639"/>
                </a:cubicBezTo>
                <a:cubicBezTo>
                  <a:pt x="266" y="588"/>
                  <a:pt x="266" y="588"/>
                  <a:pt x="266" y="588"/>
                </a:cubicBezTo>
                <a:cubicBezTo>
                  <a:pt x="286" y="593"/>
                  <a:pt x="307" y="595"/>
                  <a:pt x="328" y="595"/>
                </a:cubicBezTo>
                <a:cubicBezTo>
                  <a:pt x="361" y="650"/>
                  <a:pt x="361" y="650"/>
                  <a:pt x="361" y="650"/>
                </a:cubicBezTo>
                <a:cubicBezTo>
                  <a:pt x="433" y="638"/>
                  <a:pt x="433" y="638"/>
                  <a:pt x="433" y="638"/>
                </a:cubicBezTo>
                <a:cubicBezTo>
                  <a:pt x="433" y="575"/>
                  <a:pt x="433" y="575"/>
                  <a:pt x="433" y="575"/>
                </a:cubicBezTo>
                <a:cubicBezTo>
                  <a:pt x="452" y="567"/>
                  <a:pt x="471" y="557"/>
                  <a:pt x="487" y="54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97" y="517"/>
                  <a:pt x="597" y="517"/>
                  <a:pt x="597" y="517"/>
                </a:cubicBezTo>
                <a:cubicBezTo>
                  <a:pt x="560" y="466"/>
                  <a:pt x="560" y="466"/>
                  <a:pt x="560" y="466"/>
                </a:cubicBezTo>
                <a:cubicBezTo>
                  <a:pt x="571" y="449"/>
                  <a:pt x="580" y="430"/>
                  <a:pt x="586" y="410"/>
                </a:cubicBezTo>
                <a:lnTo>
                  <a:pt x="648" y="396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8" name="Oval 14">
            <a:extLst>
              <a:ext uri="{FF2B5EF4-FFF2-40B4-BE49-F238E27FC236}">
                <a16:creationId xmlns:a16="http://schemas.microsoft.com/office/drawing/2014/main" id="{06536D3C-FE9E-4134-B91D-8EEDD4A38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38" y="4036524"/>
            <a:ext cx="853466" cy="894608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9" name="Freeform 15">
            <a:extLst>
              <a:ext uri="{FF2B5EF4-FFF2-40B4-BE49-F238E27FC236}">
                <a16:creationId xmlns:a16="http://schemas.microsoft.com/office/drawing/2014/main" id="{84D2993C-EEF4-4A4D-8A5A-1ED31E10D067}"/>
              </a:ext>
            </a:extLst>
          </p:cNvPr>
          <p:cNvSpPr>
            <a:spLocks/>
          </p:cNvSpPr>
          <p:nvPr/>
        </p:nvSpPr>
        <p:spPr bwMode="auto">
          <a:xfrm>
            <a:off x="403073" y="2853671"/>
            <a:ext cx="1571529" cy="1573170"/>
          </a:xfrm>
          <a:custGeom>
            <a:avLst/>
            <a:gdLst>
              <a:gd name="T0" fmla="*/ 855 w 855"/>
              <a:gd name="T1" fmla="*/ 419 h 855"/>
              <a:gd name="T2" fmla="*/ 853 w 855"/>
              <a:gd name="T3" fmla="*/ 347 h 855"/>
              <a:gd name="T4" fmla="*/ 763 w 855"/>
              <a:gd name="T5" fmla="*/ 326 h 855"/>
              <a:gd name="T6" fmla="*/ 743 w 855"/>
              <a:gd name="T7" fmla="*/ 276 h 855"/>
              <a:gd name="T8" fmla="*/ 794 w 855"/>
              <a:gd name="T9" fmla="*/ 207 h 855"/>
              <a:gd name="T10" fmla="*/ 756 w 855"/>
              <a:gd name="T11" fmla="*/ 145 h 855"/>
              <a:gd name="T12" fmla="*/ 667 w 855"/>
              <a:gd name="T13" fmla="*/ 172 h 855"/>
              <a:gd name="T14" fmla="*/ 625 w 855"/>
              <a:gd name="T15" fmla="*/ 139 h 855"/>
              <a:gd name="T16" fmla="*/ 634 w 855"/>
              <a:gd name="T17" fmla="*/ 53 h 855"/>
              <a:gd name="T18" fmla="*/ 571 w 855"/>
              <a:gd name="T19" fmla="*/ 18 h 855"/>
              <a:gd name="T20" fmla="*/ 508 w 855"/>
              <a:gd name="T21" fmla="*/ 86 h 855"/>
              <a:gd name="T22" fmla="*/ 454 w 855"/>
              <a:gd name="T23" fmla="*/ 78 h 855"/>
              <a:gd name="T24" fmla="*/ 419 w 855"/>
              <a:gd name="T25" fmla="*/ 0 h 855"/>
              <a:gd name="T26" fmla="*/ 347 w 855"/>
              <a:gd name="T27" fmla="*/ 1 h 855"/>
              <a:gd name="T28" fmla="*/ 326 w 855"/>
              <a:gd name="T29" fmla="*/ 92 h 855"/>
              <a:gd name="T30" fmla="*/ 276 w 855"/>
              <a:gd name="T31" fmla="*/ 111 h 855"/>
              <a:gd name="T32" fmla="*/ 207 w 855"/>
              <a:gd name="T33" fmla="*/ 61 h 855"/>
              <a:gd name="T34" fmla="*/ 145 w 855"/>
              <a:gd name="T35" fmla="*/ 99 h 855"/>
              <a:gd name="T36" fmla="*/ 172 w 855"/>
              <a:gd name="T37" fmla="*/ 187 h 855"/>
              <a:gd name="T38" fmla="*/ 139 w 855"/>
              <a:gd name="T39" fmla="*/ 229 h 855"/>
              <a:gd name="T40" fmla="*/ 53 w 855"/>
              <a:gd name="T41" fmla="*/ 220 h 855"/>
              <a:gd name="T42" fmla="*/ 18 w 855"/>
              <a:gd name="T43" fmla="*/ 284 h 855"/>
              <a:gd name="T44" fmla="*/ 86 w 855"/>
              <a:gd name="T45" fmla="*/ 347 h 855"/>
              <a:gd name="T46" fmla="*/ 78 w 855"/>
              <a:gd name="T47" fmla="*/ 400 h 855"/>
              <a:gd name="T48" fmla="*/ 0 w 855"/>
              <a:gd name="T49" fmla="*/ 435 h 855"/>
              <a:gd name="T50" fmla="*/ 1 w 855"/>
              <a:gd name="T51" fmla="*/ 508 h 855"/>
              <a:gd name="T52" fmla="*/ 92 w 855"/>
              <a:gd name="T53" fmla="*/ 528 h 855"/>
              <a:gd name="T54" fmla="*/ 111 w 855"/>
              <a:gd name="T55" fmla="*/ 578 h 855"/>
              <a:gd name="T56" fmla="*/ 61 w 855"/>
              <a:gd name="T57" fmla="*/ 648 h 855"/>
              <a:gd name="T58" fmla="*/ 99 w 855"/>
              <a:gd name="T59" fmla="*/ 710 h 855"/>
              <a:gd name="T60" fmla="*/ 187 w 855"/>
              <a:gd name="T61" fmla="*/ 682 h 855"/>
              <a:gd name="T62" fmla="*/ 229 w 855"/>
              <a:gd name="T63" fmla="*/ 716 h 855"/>
              <a:gd name="T64" fmla="*/ 220 w 855"/>
              <a:gd name="T65" fmla="*/ 802 h 855"/>
              <a:gd name="T66" fmla="*/ 284 w 855"/>
              <a:gd name="T67" fmla="*/ 836 h 855"/>
              <a:gd name="T68" fmla="*/ 347 w 855"/>
              <a:gd name="T69" fmla="*/ 768 h 855"/>
              <a:gd name="T70" fmla="*/ 400 w 855"/>
              <a:gd name="T71" fmla="*/ 776 h 855"/>
              <a:gd name="T72" fmla="*/ 435 w 855"/>
              <a:gd name="T73" fmla="*/ 855 h 855"/>
              <a:gd name="T74" fmla="*/ 508 w 855"/>
              <a:gd name="T75" fmla="*/ 853 h 855"/>
              <a:gd name="T76" fmla="*/ 528 w 855"/>
              <a:gd name="T77" fmla="*/ 763 h 855"/>
              <a:gd name="T78" fmla="*/ 578 w 855"/>
              <a:gd name="T79" fmla="*/ 743 h 855"/>
              <a:gd name="T80" fmla="*/ 648 w 855"/>
              <a:gd name="T81" fmla="*/ 794 h 855"/>
              <a:gd name="T82" fmla="*/ 710 w 855"/>
              <a:gd name="T83" fmla="*/ 756 h 855"/>
              <a:gd name="T84" fmla="*/ 682 w 855"/>
              <a:gd name="T85" fmla="*/ 667 h 855"/>
              <a:gd name="T86" fmla="*/ 716 w 855"/>
              <a:gd name="T87" fmla="*/ 625 h 855"/>
              <a:gd name="T88" fmla="*/ 802 w 855"/>
              <a:gd name="T89" fmla="*/ 634 h 855"/>
              <a:gd name="T90" fmla="*/ 836 w 855"/>
              <a:gd name="T91" fmla="*/ 571 h 855"/>
              <a:gd name="T92" fmla="*/ 768 w 855"/>
              <a:gd name="T93" fmla="*/ 508 h 855"/>
              <a:gd name="T94" fmla="*/ 776 w 855"/>
              <a:gd name="T95" fmla="*/ 454 h 855"/>
              <a:gd name="T96" fmla="*/ 855 w 855"/>
              <a:gd name="T97" fmla="*/ 419 h 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5" h="855">
                <a:moveTo>
                  <a:pt x="855" y="419"/>
                </a:moveTo>
                <a:cubicBezTo>
                  <a:pt x="853" y="347"/>
                  <a:pt x="853" y="347"/>
                  <a:pt x="853" y="347"/>
                </a:cubicBezTo>
                <a:cubicBezTo>
                  <a:pt x="763" y="326"/>
                  <a:pt x="763" y="326"/>
                  <a:pt x="763" y="326"/>
                </a:cubicBezTo>
                <a:cubicBezTo>
                  <a:pt x="757" y="309"/>
                  <a:pt x="751" y="292"/>
                  <a:pt x="743" y="276"/>
                </a:cubicBezTo>
                <a:cubicBezTo>
                  <a:pt x="794" y="207"/>
                  <a:pt x="794" y="207"/>
                  <a:pt x="794" y="207"/>
                </a:cubicBezTo>
                <a:cubicBezTo>
                  <a:pt x="756" y="145"/>
                  <a:pt x="756" y="145"/>
                  <a:pt x="756" y="145"/>
                </a:cubicBezTo>
                <a:cubicBezTo>
                  <a:pt x="667" y="172"/>
                  <a:pt x="667" y="172"/>
                  <a:pt x="667" y="172"/>
                </a:cubicBezTo>
                <a:cubicBezTo>
                  <a:pt x="654" y="160"/>
                  <a:pt x="640" y="149"/>
                  <a:pt x="625" y="139"/>
                </a:cubicBezTo>
                <a:cubicBezTo>
                  <a:pt x="634" y="53"/>
                  <a:pt x="634" y="53"/>
                  <a:pt x="634" y="53"/>
                </a:cubicBezTo>
                <a:cubicBezTo>
                  <a:pt x="571" y="18"/>
                  <a:pt x="571" y="18"/>
                  <a:pt x="571" y="18"/>
                </a:cubicBezTo>
                <a:cubicBezTo>
                  <a:pt x="508" y="86"/>
                  <a:pt x="508" y="86"/>
                  <a:pt x="508" y="86"/>
                </a:cubicBezTo>
                <a:cubicBezTo>
                  <a:pt x="490" y="82"/>
                  <a:pt x="473" y="80"/>
                  <a:pt x="454" y="78"/>
                </a:cubicBezTo>
                <a:cubicBezTo>
                  <a:pt x="419" y="0"/>
                  <a:pt x="419" y="0"/>
                  <a:pt x="419" y="0"/>
                </a:cubicBezTo>
                <a:cubicBezTo>
                  <a:pt x="347" y="1"/>
                  <a:pt x="347" y="1"/>
                  <a:pt x="347" y="1"/>
                </a:cubicBezTo>
                <a:cubicBezTo>
                  <a:pt x="326" y="92"/>
                  <a:pt x="326" y="92"/>
                  <a:pt x="326" y="92"/>
                </a:cubicBezTo>
                <a:cubicBezTo>
                  <a:pt x="309" y="97"/>
                  <a:pt x="292" y="104"/>
                  <a:pt x="276" y="111"/>
                </a:cubicBezTo>
                <a:cubicBezTo>
                  <a:pt x="207" y="61"/>
                  <a:pt x="207" y="61"/>
                  <a:pt x="207" y="61"/>
                </a:cubicBezTo>
                <a:cubicBezTo>
                  <a:pt x="145" y="99"/>
                  <a:pt x="145" y="99"/>
                  <a:pt x="145" y="99"/>
                </a:cubicBezTo>
                <a:cubicBezTo>
                  <a:pt x="172" y="187"/>
                  <a:pt x="172" y="187"/>
                  <a:pt x="172" y="187"/>
                </a:cubicBezTo>
                <a:cubicBezTo>
                  <a:pt x="160" y="200"/>
                  <a:pt x="149" y="214"/>
                  <a:pt x="139" y="229"/>
                </a:cubicBezTo>
                <a:cubicBezTo>
                  <a:pt x="53" y="220"/>
                  <a:pt x="53" y="220"/>
                  <a:pt x="53" y="220"/>
                </a:cubicBezTo>
                <a:cubicBezTo>
                  <a:pt x="18" y="284"/>
                  <a:pt x="18" y="284"/>
                  <a:pt x="18" y="284"/>
                </a:cubicBezTo>
                <a:cubicBezTo>
                  <a:pt x="86" y="347"/>
                  <a:pt x="86" y="347"/>
                  <a:pt x="86" y="347"/>
                </a:cubicBezTo>
                <a:cubicBezTo>
                  <a:pt x="82" y="364"/>
                  <a:pt x="80" y="382"/>
                  <a:pt x="78" y="400"/>
                </a:cubicBezTo>
                <a:cubicBezTo>
                  <a:pt x="0" y="435"/>
                  <a:pt x="0" y="435"/>
                  <a:pt x="0" y="435"/>
                </a:cubicBezTo>
                <a:cubicBezTo>
                  <a:pt x="1" y="508"/>
                  <a:pt x="1" y="508"/>
                  <a:pt x="1" y="508"/>
                </a:cubicBezTo>
                <a:cubicBezTo>
                  <a:pt x="92" y="528"/>
                  <a:pt x="92" y="528"/>
                  <a:pt x="92" y="528"/>
                </a:cubicBezTo>
                <a:cubicBezTo>
                  <a:pt x="97" y="545"/>
                  <a:pt x="104" y="562"/>
                  <a:pt x="111" y="578"/>
                </a:cubicBezTo>
                <a:cubicBezTo>
                  <a:pt x="61" y="648"/>
                  <a:pt x="61" y="648"/>
                  <a:pt x="61" y="648"/>
                </a:cubicBezTo>
                <a:cubicBezTo>
                  <a:pt x="99" y="710"/>
                  <a:pt x="99" y="710"/>
                  <a:pt x="99" y="710"/>
                </a:cubicBezTo>
                <a:cubicBezTo>
                  <a:pt x="187" y="682"/>
                  <a:pt x="187" y="682"/>
                  <a:pt x="187" y="682"/>
                </a:cubicBezTo>
                <a:cubicBezTo>
                  <a:pt x="200" y="694"/>
                  <a:pt x="214" y="706"/>
                  <a:pt x="229" y="716"/>
                </a:cubicBezTo>
                <a:cubicBezTo>
                  <a:pt x="220" y="802"/>
                  <a:pt x="220" y="802"/>
                  <a:pt x="220" y="802"/>
                </a:cubicBezTo>
                <a:cubicBezTo>
                  <a:pt x="284" y="836"/>
                  <a:pt x="284" y="836"/>
                  <a:pt x="284" y="836"/>
                </a:cubicBezTo>
                <a:cubicBezTo>
                  <a:pt x="347" y="768"/>
                  <a:pt x="347" y="768"/>
                  <a:pt x="347" y="768"/>
                </a:cubicBezTo>
                <a:cubicBezTo>
                  <a:pt x="364" y="772"/>
                  <a:pt x="382" y="775"/>
                  <a:pt x="400" y="776"/>
                </a:cubicBezTo>
                <a:cubicBezTo>
                  <a:pt x="435" y="855"/>
                  <a:pt x="435" y="855"/>
                  <a:pt x="435" y="855"/>
                </a:cubicBezTo>
                <a:cubicBezTo>
                  <a:pt x="508" y="853"/>
                  <a:pt x="508" y="853"/>
                  <a:pt x="508" y="853"/>
                </a:cubicBezTo>
                <a:cubicBezTo>
                  <a:pt x="528" y="763"/>
                  <a:pt x="528" y="763"/>
                  <a:pt x="528" y="763"/>
                </a:cubicBezTo>
                <a:cubicBezTo>
                  <a:pt x="545" y="757"/>
                  <a:pt x="562" y="751"/>
                  <a:pt x="578" y="743"/>
                </a:cubicBezTo>
                <a:cubicBezTo>
                  <a:pt x="648" y="794"/>
                  <a:pt x="648" y="794"/>
                  <a:pt x="648" y="794"/>
                </a:cubicBezTo>
                <a:cubicBezTo>
                  <a:pt x="710" y="756"/>
                  <a:pt x="710" y="756"/>
                  <a:pt x="710" y="756"/>
                </a:cubicBezTo>
                <a:cubicBezTo>
                  <a:pt x="682" y="667"/>
                  <a:pt x="682" y="667"/>
                  <a:pt x="682" y="667"/>
                </a:cubicBezTo>
                <a:cubicBezTo>
                  <a:pt x="694" y="654"/>
                  <a:pt x="706" y="640"/>
                  <a:pt x="716" y="625"/>
                </a:cubicBezTo>
                <a:cubicBezTo>
                  <a:pt x="802" y="634"/>
                  <a:pt x="802" y="634"/>
                  <a:pt x="802" y="634"/>
                </a:cubicBezTo>
                <a:cubicBezTo>
                  <a:pt x="836" y="571"/>
                  <a:pt x="836" y="571"/>
                  <a:pt x="836" y="571"/>
                </a:cubicBezTo>
                <a:cubicBezTo>
                  <a:pt x="768" y="508"/>
                  <a:pt x="768" y="508"/>
                  <a:pt x="768" y="508"/>
                </a:cubicBezTo>
                <a:cubicBezTo>
                  <a:pt x="772" y="490"/>
                  <a:pt x="775" y="473"/>
                  <a:pt x="776" y="454"/>
                </a:cubicBezTo>
                <a:lnTo>
                  <a:pt x="855" y="419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0" name="Freeform 16">
            <a:extLst>
              <a:ext uri="{FF2B5EF4-FFF2-40B4-BE49-F238E27FC236}">
                <a16:creationId xmlns:a16="http://schemas.microsoft.com/office/drawing/2014/main" id="{89A29284-CB31-4AE7-8CA5-E2BC3168434C}"/>
              </a:ext>
            </a:extLst>
          </p:cNvPr>
          <p:cNvSpPr>
            <a:spLocks/>
          </p:cNvSpPr>
          <p:nvPr/>
        </p:nvSpPr>
        <p:spPr bwMode="auto">
          <a:xfrm>
            <a:off x="699283" y="3143588"/>
            <a:ext cx="962294" cy="962294"/>
          </a:xfrm>
          <a:custGeom>
            <a:avLst/>
            <a:gdLst>
              <a:gd name="T0" fmla="*/ 519 w 523"/>
              <a:gd name="T1" fmla="*/ 255 h 523"/>
              <a:gd name="T2" fmla="*/ 268 w 523"/>
              <a:gd name="T3" fmla="*/ 519 h 523"/>
              <a:gd name="T4" fmla="*/ 4 w 523"/>
              <a:gd name="T5" fmla="*/ 268 h 523"/>
              <a:gd name="T6" fmla="*/ 255 w 523"/>
              <a:gd name="T7" fmla="*/ 4 h 523"/>
              <a:gd name="T8" fmla="*/ 519 w 523"/>
              <a:gd name="T9" fmla="*/ 255 h 5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3" h="523">
                <a:moveTo>
                  <a:pt x="519" y="255"/>
                </a:moveTo>
                <a:cubicBezTo>
                  <a:pt x="523" y="397"/>
                  <a:pt x="410" y="515"/>
                  <a:pt x="268" y="519"/>
                </a:cubicBezTo>
                <a:cubicBezTo>
                  <a:pt x="126" y="523"/>
                  <a:pt x="7" y="410"/>
                  <a:pt x="4" y="268"/>
                </a:cubicBezTo>
                <a:cubicBezTo>
                  <a:pt x="0" y="126"/>
                  <a:pt x="112" y="7"/>
                  <a:pt x="255" y="4"/>
                </a:cubicBezTo>
                <a:cubicBezTo>
                  <a:pt x="397" y="0"/>
                  <a:pt x="515" y="112"/>
                  <a:pt x="519" y="25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1" name="Freeform 17">
            <a:extLst>
              <a:ext uri="{FF2B5EF4-FFF2-40B4-BE49-F238E27FC236}">
                <a16:creationId xmlns:a16="http://schemas.microsoft.com/office/drawing/2014/main" id="{A491BA3A-F31D-49D5-AD51-98C9B6C91FDB}"/>
              </a:ext>
            </a:extLst>
          </p:cNvPr>
          <p:cNvSpPr>
            <a:spLocks/>
          </p:cNvSpPr>
          <p:nvPr/>
        </p:nvSpPr>
        <p:spPr bwMode="auto">
          <a:xfrm rot="18900000">
            <a:off x="9695124" y="2686172"/>
            <a:ext cx="1752164" cy="1747237"/>
          </a:xfrm>
          <a:custGeom>
            <a:avLst/>
            <a:gdLst>
              <a:gd name="T0" fmla="*/ 953 w 953"/>
              <a:gd name="T1" fmla="*/ 525 h 949"/>
              <a:gd name="T2" fmla="*/ 880 w 953"/>
              <a:gd name="T3" fmla="*/ 482 h 949"/>
              <a:gd name="T4" fmla="*/ 880 w 953"/>
              <a:gd name="T5" fmla="*/ 477 h 949"/>
              <a:gd name="T6" fmla="*/ 875 w 953"/>
              <a:gd name="T7" fmla="*/ 409 h 949"/>
              <a:gd name="T8" fmla="*/ 936 w 953"/>
              <a:gd name="T9" fmla="*/ 341 h 949"/>
              <a:gd name="T10" fmla="*/ 886 w 953"/>
              <a:gd name="T11" fmla="*/ 253 h 949"/>
              <a:gd name="T12" fmla="*/ 823 w 953"/>
              <a:gd name="T13" fmla="*/ 270 h 949"/>
              <a:gd name="T14" fmla="*/ 765 w 953"/>
              <a:gd name="T15" fmla="*/ 195 h 949"/>
              <a:gd name="T16" fmla="*/ 791 w 953"/>
              <a:gd name="T17" fmla="*/ 121 h 949"/>
              <a:gd name="T18" fmla="*/ 712 w 953"/>
              <a:gd name="T19" fmla="*/ 59 h 949"/>
              <a:gd name="T20" fmla="*/ 645 w 953"/>
              <a:gd name="T21" fmla="*/ 110 h 949"/>
              <a:gd name="T22" fmla="*/ 566 w 953"/>
              <a:gd name="T23" fmla="*/ 83 h 949"/>
              <a:gd name="T24" fmla="*/ 546 w 953"/>
              <a:gd name="T25" fmla="*/ 6 h 949"/>
              <a:gd name="T26" fmla="*/ 446 w 953"/>
              <a:gd name="T27" fmla="*/ 0 h 949"/>
              <a:gd name="T28" fmla="*/ 420 w 953"/>
              <a:gd name="T29" fmla="*/ 77 h 949"/>
              <a:gd name="T30" fmla="*/ 337 w 953"/>
              <a:gd name="T31" fmla="*/ 98 h 949"/>
              <a:gd name="T32" fmla="*/ 278 w 953"/>
              <a:gd name="T33" fmla="*/ 44 h 949"/>
              <a:gd name="T34" fmla="*/ 191 w 953"/>
              <a:gd name="T35" fmla="*/ 94 h 949"/>
              <a:gd name="T36" fmla="*/ 211 w 953"/>
              <a:gd name="T37" fmla="*/ 173 h 949"/>
              <a:gd name="T38" fmla="*/ 153 w 953"/>
              <a:gd name="T39" fmla="*/ 235 h 949"/>
              <a:gd name="T40" fmla="*/ 74 w 953"/>
              <a:gd name="T41" fmla="*/ 222 h 949"/>
              <a:gd name="T42" fmla="*/ 28 w 953"/>
              <a:gd name="T43" fmla="*/ 311 h 949"/>
              <a:gd name="T44" fmla="*/ 88 w 953"/>
              <a:gd name="T45" fmla="*/ 366 h 949"/>
              <a:gd name="T46" fmla="*/ 73 w 953"/>
              <a:gd name="T47" fmla="*/ 450 h 949"/>
              <a:gd name="T48" fmla="*/ 0 w 953"/>
              <a:gd name="T49" fmla="*/ 483 h 949"/>
              <a:gd name="T50" fmla="*/ 9 w 953"/>
              <a:gd name="T51" fmla="*/ 582 h 949"/>
              <a:gd name="T52" fmla="*/ 90 w 953"/>
              <a:gd name="T53" fmla="*/ 596 h 949"/>
              <a:gd name="T54" fmla="*/ 115 w 953"/>
              <a:gd name="T55" fmla="*/ 660 h 949"/>
              <a:gd name="T56" fmla="*/ 69 w 953"/>
              <a:gd name="T57" fmla="*/ 726 h 949"/>
              <a:gd name="T58" fmla="*/ 128 w 953"/>
              <a:gd name="T59" fmla="*/ 807 h 949"/>
              <a:gd name="T60" fmla="*/ 205 w 953"/>
              <a:gd name="T61" fmla="*/ 777 h 949"/>
              <a:gd name="T62" fmla="*/ 269 w 953"/>
              <a:gd name="T63" fmla="*/ 825 h 949"/>
              <a:gd name="T64" fmla="*/ 266 w 953"/>
              <a:gd name="T65" fmla="*/ 903 h 949"/>
              <a:gd name="T66" fmla="*/ 360 w 953"/>
              <a:gd name="T67" fmla="*/ 939 h 949"/>
              <a:gd name="T68" fmla="*/ 406 w 953"/>
              <a:gd name="T69" fmla="*/ 875 h 949"/>
              <a:gd name="T70" fmla="*/ 476 w 953"/>
              <a:gd name="T71" fmla="*/ 882 h 949"/>
              <a:gd name="T72" fmla="*/ 494 w 953"/>
              <a:gd name="T73" fmla="*/ 881 h 949"/>
              <a:gd name="T74" fmla="*/ 533 w 953"/>
              <a:gd name="T75" fmla="*/ 949 h 949"/>
              <a:gd name="T76" fmla="*/ 631 w 953"/>
              <a:gd name="T77" fmla="*/ 929 h 949"/>
              <a:gd name="T78" fmla="*/ 636 w 953"/>
              <a:gd name="T79" fmla="*/ 849 h 949"/>
              <a:gd name="T80" fmla="*/ 853 w 953"/>
              <a:gd name="T81" fmla="*/ 625 h 949"/>
              <a:gd name="T82" fmla="*/ 926 w 953"/>
              <a:gd name="T83" fmla="*/ 621 h 949"/>
              <a:gd name="T84" fmla="*/ 953 w 953"/>
              <a:gd name="T85" fmla="*/ 525 h 9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53" h="949">
                <a:moveTo>
                  <a:pt x="953" y="525"/>
                </a:moveTo>
                <a:cubicBezTo>
                  <a:pt x="880" y="482"/>
                  <a:pt x="880" y="482"/>
                  <a:pt x="880" y="482"/>
                </a:cubicBezTo>
                <a:cubicBezTo>
                  <a:pt x="880" y="480"/>
                  <a:pt x="880" y="479"/>
                  <a:pt x="880" y="477"/>
                </a:cubicBezTo>
                <a:cubicBezTo>
                  <a:pt x="880" y="454"/>
                  <a:pt x="878" y="431"/>
                  <a:pt x="875" y="409"/>
                </a:cubicBezTo>
                <a:cubicBezTo>
                  <a:pt x="936" y="341"/>
                  <a:pt x="936" y="341"/>
                  <a:pt x="936" y="341"/>
                </a:cubicBezTo>
                <a:cubicBezTo>
                  <a:pt x="886" y="253"/>
                  <a:pt x="886" y="253"/>
                  <a:pt x="886" y="253"/>
                </a:cubicBezTo>
                <a:cubicBezTo>
                  <a:pt x="823" y="270"/>
                  <a:pt x="823" y="270"/>
                  <a:pt x="823" y="270"/>
                </a:cubicBezTo>
                <a:cubicBezTo>
                  <a:pt x="807" y="242"/>
                  <a:pt x="787" y="217"/>
                  <a:pt x="765" y="195"/>
                </a:cubicBezTo>
                <a:cubicBezTo>
                  <a:pt x="791" y="121"/>
                  <a:pt x="791" y="121"/>
                  <a:pt x="791" y="121"/>
                </a:cubicBezTo>
                <a:cubicBezTo>
                  <a:pt x="712" y="59"/>
                  <a:pt x="712" y="59"/>
                  <a:pt x="712" y="59"/>
                </a:cubicBezTo>
                <a:cubicBezTo>
                  <a:pt x="645" y="110"/>
                  <a:pt x="645" y="110"/>
                  <a:pt x="645" y="110"/>
                </a:cubicBezTo>
                <a:cubicBezTo>
                  <a:pt x="620" y="99"/>
                  <a:pt x="594" y="90"/>
                  <a:pt x="566" y="83"/>
                </a:cubicBezTo>
                <a:cubicBezTo>
                  <a:pt x="546" y="6"/>
                  <a:pt x="546" y="6"/>
                  <a:pt x="546" y="6"/>
                </a:cubicBezTo>
                <a:cubicBezTo>
                  <a:pt x="446" y="0"/>
                  <a:pt x="446" y="0"/>
                  <a:pt x="446" y="0"/>
                </a:cubicBezTo>
                <a:cubicBezTo>
                  <a:pt x="420" y="77"/>
                  <a:pt x="420" y="77"/>
                  <a:pt x="420" y="77"/>
                </a:cubicBezTo>
                <a:cubicBezTo>
                  <a:pt x="391" y="81"/>
                  <a:pt x="363" y="88"/>
                  <a:pt x="337" y="98"/>
                </a:cubicBezTo>
                <a:cubicBezTo>
                  <a:pt x="278" y="44"/>
                  <a:pt x="278" y="44"/>
                  <a:pt x="278" y="44"/>
                </a:cubicBezTo>
                <a:cubicBezTo>
                  <a:pt x="191" y="94"/>
                  <a:pt x="191" y="94"/>
                  <a:pt x="191" y="94"/>
                </a:cubicBezTo>
                <a:cubicBezTo>
                  <a:pt x="211" y="173"/>
                  <a:pt x="211" y="173"/>
                  <a:pt x="211" y="173"/>
                </a:cubicBezTo>
                <a:cubicBezTo>
                  <a:pt x="189" y="191"/>
                  <a:pt x="170" y="212"/>
                  <a:pt x="153" y="235"/>
                </a:cubicBezTo>
                <a:cubicBezTo>
                  <a:pt x="74" y="222"/>
                  <a:pt x="74" y="222"/>
                  <a:pt x="74" y="222"/>
                </a:cubicBezTo>
                <a:cubicBezTo>
                  <a:pt x="28" y="311"/>
                  <a:pt x="28" y="311"/>
                  <a:pt x="28" y="311"/>
                </a:cubicBezTo>
                <a:cubicBezTo>
                  <a:pt x="88" y="366"/>
                  <a:pt x="88" y="366"/>
                  <a:pt x="88" y="366"/>
                </a:cubicBezTo>
                <a:cubicBezTo>
                  <a:pt x="80" y="393"/>
                  <a:pt x="75" y="421"/>
                  <a:pt x="73" y="450"/>
                </a:cubicBezTo>
                <a:cubicBezTo>
                  <a:pt x="0" y="483"/>
                  <a:pt x="0" y="483"/>
                  <a:pt x="0" y="483"/>
                </a:cubicBezTo>
                <a:cubicBezTo>
                  <a:pt x="9" y="582"/>
                  <a:pt x="9" y="582"/>
                  <a:pt x="9" y="582"/>
                </a:cubicBezTo>
                <a:cubicBezTo>
                  <a:pt x="90" y="596"/>
                  <a:pt x="90" y="596"/>
                  <a:pt x="90" y="596"/>
                </a:cubicBezTo>
                <a:cubicBezTo>
                  <a:pt x="97" y="618"/>
                  <a:pt x="105" y="639"/>
                  <a:pt x="115" y="660"/>
                </a:cubicBezTo>
                <a:cubicBezTo>
                  <a:pt x="69" y="726"/>
                  <a:pt x="69" y="726"/>
                  <a:pt x="69" y="726"/>
                </a:cubicBezTo>
                <a:cubicBezTo>
                  <a:pt x="128" y="807"/>
                  <a:pt x="128" y="807"/>
                  <a:pt x="128" y="807"/>
                </a:cubicBezTo>
                <a:cubicBezTo>
                  <a:pt x="205" y="777"/>
                  <a:pt x="205" y="777"/>
                  <a:pt x="205" y="777"/>
                </a:cubicBezTo>
                <a:cubicBezTo>
                  <a:pt x="225" y="795"/>
                  <a:pt x="246" y="811"/>
                  <a:pt x="269" y="825"/>
                </a:cubicBezTo>
                <a:cubicBezTo>
                  <a:pt x="266" y="903"/>
                  <a:pt x="266" y="903"/>
                  <a:pt x="266" y="903"/>
                </a:cubicBezTo>
                <a:cubicBezTo>
                  <a:pt x="360" y="939"/>
                  <a:pt x="360" y="939"/>
                  <a:pt x="360" y="939"/>
                </a:cubicBezTo>
                <a:cubicBezTo>
                  <a:pt x="406" y="875"/>
                  <a:pt x="406" y="875"/>
                  <a:pt x="406" y="875"/>
                </a:cubicBezTo>
                <a:cubicBezTo>
                  <a:pt x="429" y="879"/>
                  <a:pt x="452" y="882"/>
                  <a:pt x="476" y="882"/>
                </a:cubicBezTo>
                <a:cubicBezTo>
                  <a:pt x="482" y="882"/>
                  <a:pt x="488" y="881"/>
                  <a:pt x="494" y="881"/>
                </a:cubicBezTo>
                <a:cubicBezTo>
                  <a:pt x="533" y="949"/>
                  <a:pt x="533" y="949"/>
                  <a:pt x="533" y="949"/>
                </a:cubicBezTo>
                <a:cubicBezTo>
                  <a:pt x="631" y="929"/>
                  <a:pt x="631" y="929"/>
                  <a:pt x="631" y="929"/>
                </a:cubicBezTo>
                <a:cubicBezTo>
                  <a:pt x="636" y="849"/>
                  <a:pt x="636" y="849"/>
                  <a:pt x="636" y="849"/>
                </a:cubicBezTo>
                <a:cubicBezTo>
                  <a:pt x="735" y="806"/>
                  <a:pt x="813" y="725"/>
                  <a:pt x="853" y="625"/>
                </a:cubicBezTo>
                <a:cubicBezTo>
                  <a:pt x="926" y="621"/>
                  <a:pt x="926" y="621"/>
                  <a:pt x="926" y="621"/>
                </a:cubicBezTo>
                <a:lnTo>
                  <a:pt x="953" y="525"/>
                </a:lnTo>
                <a:close/>
              </a:path>
            </a:pathLst>
          </a:custGeom>
          <a:solidFill>
            <a:srgbClr val="232323">
              <a:lumMod val="75000"/>
              <a:lumOff val="2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2" name="Freeform 19">
            <a:extLst>
              <a:ext uri="{FF2B5EF4-FFF2-40B4-BE49-F238E27FC236}">
                <a16:creationId xmlns:a16="http://schemas.microsoft.com/office/drawing/2014/main" id="{E651A522-C041-483D-AED7-16E237609CA8}"/>
              </a:ext>
            </a:extLst>
          </p:cNvPr>
          <p:cNvSpPr>
            <a:spLocks/>
          </p:cNvSpPr>
          <p:nvPr/>
        </p:nvSpPr>
        <p:spPr bwMode="auto">
          <a:xfrm>
            <a:off x="11329146" y="-1621199"/>
            <a:ext cx="1568245" cy="1546896"/>
          </a:xfrm>
          <a:custGeom>
            <a:avLst/>
            <a:gdLst>
              <a:gd name="T0" fmla="*/ 853 w 853"/>
              <a:gd name="T1" fmla="*/ 424 h 840"/>
              <a:gd name="T2" fmla="*/ 853 w 853"/>
              <a:gd name="T3" fmla="*/ 354 h 840"/>
              <a:gd name="T4" fmla="*/ 766 w 853"/>
              <a:gd name="T5" fmla="*/ 335 h 840"/>
              <a:gd name="T6" fmla="*/ 748 w 853"/>
              <a:gd name="T7" fmla="*/ 283 h 840"/>
              <a:gd name="T8" fmla="*/ 798 w 853"/>
              <a:gd name="T9" fmla="*/ 214 h 840"/>
              <a:gd name="T10" fmla="*/ 762 w 853"/>
              <a:gd name="T11" fmla="*/ 153 h 840"/>
              <a:gd name="T12" fmla="*/ 677 w 853"/>
              <a:gd name="T13" fmla="*/ 180 h 840"/>
              <a:gd name="T14" fmla="*/ 635 w 853"/>
              <a:gd name="T15" fmla="*/ 143 h 840"/>
              <a:gd name="T16" fmla="*/ 643 w 853"/>
              <a:gd name="T17" fmla="*/ 59 h 840"/>
              <a:gd name="T18" fmla="*/ 582 w 853"/>
              <a:gd name="T19" fmla="*/ 24 h 840"/>
              <a:gd name="T20" fmla="*/ 522 w 853"/>
              <a:gd name="T21" fmla="*/ 88 h 840"/>
              <a:gd name="T22" fmla="*/ 467 w 853"/>
              <a:gd name="T23" fmla="*/ 78 h 840"/>
              <a:gd name="T24" fmla="*/ 430 w 853"/>
              <a:gd name="T25" fmla="*/ 0 h 840"/>
              <a:gd name="T26" fmla="*/ 360 w 853"/>
              <a:gd name="T27" fmla="*/ 0 h 840"/>
              <a:gd name="T28" fmla="*/ 340 w 853"/>
              <a:gd name="T29" fmla="*/ 86 h 840"/>
              <a:gd name="T30" fmla="*/ 287 w 853"/>
              <a:gd name="T31" fmla="*/ 104 h 840"/>
              <a:gd name="T32" fmla="*/ 217 w 853"/>
              <a:gd name="T33" fmla="*/ 55 h 840"/>
              <a:gd name="T34" fmla="*/ 155 w 853"/>
              <a:gd name="T35" fmla="*/ 90 h 840"/>
              <a:gd name="T36" fmla="*/ 182 w 853"/>
              <a:gd name="T37" fmla="*/ 173 h 840"/>
              <a:gd name="T38" fmla="*/ 145 w 853"/>
              <a:gd name="T39" fmla="*/ 214 h 840"/>
              <a:gd name="T40" fmla="*/ 59 w 853"/>
              <a:gd name="T41" fmla="*/ 207 h 840"/>
              <a:gd name="T42" fmla="*/ 24 w 853"/>
              <a:gd name="T43" fmla="*/ 267 h 840"/>
              <a:gd name="T44" fmla="*/ 89 w 853"/>
              <a:gd name="T45" fmla="*/ 326 h 840"/>
              <a:gd name="T46" fmla="*/ 78 w 853"/>
              <a:gd name="T47" fmla="*/ 380 h 840"/>
              <a:gd name="T48" fmla="*/ 0 w 853"/>
              <a:gd name="T49" fmla="*/ 416 h 840"/>
              <a:gd name="T50" fmla="*/ 0 w 853"/>
              <a:gd name="T51" fmla="*/ 486 h 840"/>
              <a:gd name="T52" fmla="*/ 87 w 853"/>
              <a:gd name="T53" fmla="*/ 505 h 840"/>
              <a:gd name="T54" fmla="*/ 105 w 853"/>
              <a:gd name="T55" fmla="*/ 557 h 840"/>
              <a:gd name="T56" fmla="*/ 55 w 853"/>
              <a:gd name="T57" fmla="*/ 627 h 840"/>
              <a:gd name="T58" fmla="*/ 90 w 853"/>
              <a:gd name="T59" fmla="*/ 687 h 840"/>
              <a:gd name="T60" fmla="*/ 175 w 853"/>
              <a:gd name="T61" fmla="*/ 661 h 840"/>
              <a:gd name="T62" fmla="*/ 217 w 853"/>
              <a:gd name="T63" fmla="*/ 697 h 840"/>
              <a:gd name="T64" fmla="*/ 210 w 853"/>
              <a:gd name="T65" fmla="*/ 782 h 840"/>
              <a:gd name="T66" fmla="*/ 271 w 853"/>
              <a:gd name="T67" fmla="*/ 816 h 840"/>
              <a:gd name="T68" fmla="*/ 331 w 853"/>
              <a:gd name="T69" fmla="*/ 752 h 840"/>
              <a:gd name="T70" fmla="*/ 386 w 853"/>
              <a:gd name="T71" fmla="*/ 763 h 840"/>
              <a:gd name="T72" fmla="*/ 422 w 853"/>
              <a:gd name="T73" fmla="*/ 840 h 840"/>
              <a:gd name="T74" fmla="*/ 493 w 853"/>
              <a:gd name="T75" fmla="*/ 840 h 840"/>
              <a:gd name="T76" fmla="*/ 512 w 853"/>
              <a:gd name="T77" fmla="*/ 754 h 840"/>
              <a:gd name="T78" fmla="*/ 565 w 853"/>
              <a:gd name="T79" fmla="*/ 737 h 840"/>
              <a:gd name="T80" fmla="*/ 636 w 853"/>
              <a:gd name="T81" fmla="*/ 786 h 840"/>
              <a:gd name="T82" fmla="*/ 697 w 853"/>
              <a:gd name="T83" fmla="*/ 751 h 840"/>
              <a:gd name="T84" fmla="*/ 671 w 853"/>
              <a:gd name="T85" fmla="*/ 667 h 840"/>
              <a:gd name="T86" fmla="*/ 707 w 853"/>
              <a:gd name="T87" fmla="*/ 626 h 840"/>
              <a:gd name="T88" fmla="*/ 794 w 853"/>
              <a:gd name="T89" fmla="*/ 633 h 840"/>
              <a:gd name="T90" fmla="*/ 829 w 853"/>
              <a:gd name="T91" fmla="*/ 573 h 840"/>
              <a:gd name="T92" fmla="*/ 763 w 853"/>
              <a:gd name="T93" fmla="*/ 514 h 840"/>
              <a:gd name="T94" fmla="*/ 774 w 853"/>
              <a:gd name="T95" fmla="*/ 460 h 840"/>
              <a:gd name="T96" fmla="*/ 853 w 853"/>
              <a:gd name="T97" fmla="*/ 424 h 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3" h="840">
                <a:moveTo>
                  <a:pt x="853" y="424"/>
                </a:moveTo>
                <a:cubicBezTo>
                  <a:pt x="853" y="354"/>
                  <a:pt x="853" y="354"/>
                  <a:pt x="853" y="354"/>
                </a:cubicBezTo>
                <a:cubicBezTo>
                  <a:pt x="766" y="335"/>
                  <a:pt x="766" y="335"/>
                  <a:pt x="766" y="335"/>
                </a:cubicBezTo>
                <a:cubicBezTo>
                  <a:pt x="761" y="317"/>
                  <a:pt x="755" y="300"/>
                  <a:pt x="748" y="283"/>
                </a:cubicBezTo>
                <a:cubicBezTo>
                  <a:pt x="798" y="214"/>
                  <a:pt x="798" y="214"/>
                  <a:pt x="798" y="214"/>
                </a:cubicBezTo>
                <a:cubicBezTo>
                  <a:pt x="762" y="153"/>
                  <a:pt x="762" y="153"/>
                  <a:pt x="762" y="153"/>
                </a:cubicBezTo>
                <a:cubicBezTo>
                  <a:pt x="677" y="180"/>
                  <a:pt x="677" y="180"/>
                  <a:pt x="677" y="180"/>
                </a:cubicBezTo>
                <a:cubicBezTo>
                  <a:pt x="664" y="166"/>
                  <a:pt x="650" y="154"/>
                  <a:pt x="635" y="143"/>
                </a:cubicBezTo>
                <a:cubicBezTo>
                  <a:pt x="643" y="59"/>
                  <a:pt x="643" y="59"/>
                  <a:pt x="643" y="59"/>
                </a:cubicBezTo>
                <a:cubicBezTo>
                  <a:pt x="582" y="24"/>
                  <a:pt x="582" y="24"/>
                  <a:pt x="582" y="24"/>
                </a:cubicBezTo>
                <a:cubicBezTo>
                  <a:pt x="522" y="88"/>
                  <a:pt x="522" y="88"/>
                  <a:pt x="522" y="88"/>
                </a:cubicBezTo>
                <a:cubicBezTo>
                  <a:pt x="504" y="83"/>
                  <a:pt x="486" y="80"/>
                  <a:pt x="467" y="78"/>
                </a:cubicBezTo>
                <a:cubicBezTo>
                  <a:pt x="430" y="0"/>
                  <a:pt x="430" y="0"/>
                  <a:pt x="430" y="0"/>
                </a:cubicBezTo>
                <a:cubicBezTo>
                  <a:pt x="360" y="0"/>
                  <a:pt x="360" y="0"/>
                  <a:pt x="360" y="0"/>
                </a:cubicBezTo>
                <a:cubicBezTo>
                  <a:pt x="340" y="86"/>
                  <a:pt x="340" y="86"/>
                  <a:pt x="340" y="86"/>
                </a:cubicBezTo>
                <a:cubicBezTo>
                  <a:pt x="322" y="90"/>
                  <a:pt x="304" y="96"/>
                  <a:pt x="287" y="104"/>
                </a:cubicBezTo>
                <a:cubicBezTo>
                  <a:pt x="217" y="55"/>
                  <a:pt x="217" y="55"/>
                  <a:pt x="217" y="55"/>
                </a:cubicBezTo>
                <a:cubicBezTo>
                  <a:pt x="155" y="90"/>
                  <a:pt x="155" y="90"/>
                  <a:pt x="155" y="90"/>
                </a:cubicBezTo>
                <a:cubicBezTo>
                  <a:pt x="182" y="173"/>
                  <a:pt x="182" y="173"/>
                  <a:pt x="182" y="173"/>
                </a:cubicBezTo>
                <a:cubicBezTo>
                  <a:pt x="169" y="186"/>
                  <a:pt x="156" y="200"/>
                  <a:pt x="145" y="214"/>
                </a:cubicBezTo>
                <a:cubicBezTo>
                  <a:pt x="59" y="207"/>
                  <a:pt x="59" y="207"/>
                  <a:pt x="59" y="207"/>
                </a:cubicBezTo>
                <a:cubicBezTo>
                  <a:pt x="24" y="267"/>
                  <a:pt x="24" y="267"/>
                  <a:pt x="24" y="267"/>
                </a:cubicBezTo>
                <a:cubicBezTo>
                  <a:pt x="89" y="326"/>
                  <a:pt x="89" y="326"/>
                  <a:pt x="89" y="326"/>
                </a:cubicBezTo>
                <a:cubicBezTo>
                  <a:pt x="84" y="344"/>
                  <a:pt x="81" y="362"/>
                  <a:pt x="78" y="380"/>
                </a:cubicBezTo>
                <a:cubicBezTo>
                  <a:pt x="0" y="416"/>
                  <a:pt x="0" y="416"/>
                  <a:pt x="0" y="416"/>
                </a:cubicBezTo>
                <a:cubicBezTo>
                  <a:pt x="0" y="486"/>
                  <a:pt x="0" y="486"/>
                  <a:pt x="0" y="486"/>
                </a:cubicBezTo>
                <a:cubicBezTo>
                  <a:pt x="87" y="505"/>
                  <a:pt x="87" y="505"/>
                  <a:pt x="87" y="505"/>
                </a:cubicBezTo>
                <a:cubicBezTo>
                  <a:pt x="91" y="523"/>
                  <a:pt x="97" y="540"/>
                  <a:pt x="105" y="557"/>
                </a:cubicBezTo>
                <a:cubicBezTo>
                  <a:pt x="55" y="627"/>
                  <a:pt x="55" y="627"/>
                  <a:pt x="55" y="627"/>
                </a:cubicBezTo>
                <a:cubicBezTo>
                  <a:pt x="90" y="687"/>
                  <a:pt x="90" y="687"/>
                  <a:pt x="90" y="687"/>
                </a:cubicBezTo>
                <a:cubicBezTo>
                  <a:pt x="175" y="661"/>
                  <a:pt x="175" y="661"/>
                  <a:pt x="175" y="661"/>
                </a:cubicBezTo>
                <a:cubicBezTo>
                  <a:pt x="188" y="674"/>
                  <a:pt x="202" y="686"/>
                  <a:pt x="217" y="697"/>
                </a:cubicBezTo>
                <a:cubicBezTo>
                  <a:pt x="210" y="782"/>
                  <a:pt x="210" y="782"/>
                  <a:pt x="210" y="782"/>
                </a:cubicBezTo>
                <a:cubicBezTo>
                  <a:pt x="271" y="816"/>
                  <a:pt x="271" y="816"/>
                  <a:pt x="271" y="816"/>
                </a:cubicBezTo>
                <a:cubicBezTo>
                  <a:pt x="331" y="752"/>
                  <a:pt x="331" y="752"/>
                  <a:pt x="331" y="752"/>
                </a:cubicBezTo>
                <a:cubicBezTo>
                  <a:pt x="349" y="757"/>
                  <a:pt x="367" y="760"/>
                  <a:pt x="386" y="763"/>
                </a:cubicBezTo>
                <a:cubicBezTo>
                  <a:pt x="422" y="840"/>
                  <a:pt x="422" y="840"/>
                  <a:pt x="422" y="840"/>
                </a:cubicBezTo>
                <a:cubicBezTo>
                  <a:pt x="493" y="840"/>
                  <a:pt x="493" y="840"/>
                  <a:pt x="493" y="840"/>
                </a:cubicBezTo>
                <a:cubicBezTo>
                  <a:pt x="512" y="754"/>
                  <a:pt x="512" y="754"/>
                  <a:pt x="512" y="754"/>
                </a:cubicBezTo>
                <a:cubicBezTo>
                  <a:pt x="531" y="750"/>
                  <a:pt x="548" y="744"/>
                  <a:pt x="565" y="737"/>
                </a:cubicBezTo>
                <a:cubicBezTo>
                  <a:pt x="636" y="786"/>
                  <a:pt x="636" y="786"/>
                  <a:pt x="636" y="786"/>
                </a:cubicBezTo>
                <a:cubicBezTo>
                  <a:pt x="697" y="751"/>
                  <a:pt x="697" y="751"/>
                  <a:pt x="697" y="751"/>
                </a:cubicBezTo>
                <a:cubicBezTo>
                  <a:pt x="671" y="667"/>
                  <a:pt x="671" y="667"/>
                  <a:pt x="671" y="667"/>
                </a:cubicBezTo>
                <a:cubicBezTo>
                  <a:pt x="684" y="654"/>
                  <a:pt x="696" y="641"/>
                  <a:pt x="707" y="626"/>
                </a:cubicBezTo>
                <a:cubicBezTo>
                  <a:pt x="794" y="633"/>
                  <a:pt x="794" y="633"/>
                  <a:pt x="794" y="633"/>
                </a:cubicBezTo>
                <a:cubicBezTo>
                  <a:pt x="829" y="573"/>
                  <a:pt x="829" y="573"/>
                  <a:pt x="829" y="573"/>
                </a:cubicBezTo>
                <a:cubicBezTo>
                  <a:pt x="763" y="514"/>
                  <a:pt x="763" y="514"/>
                  <a:pt x="763" y="514"/>
                </a:cubicBezTo>
                <a:cubicBezTo>
                  <a:pt x="768" y="496"/>
                  <a:pt x="772" y="478"/>
                  <a:pt x="774" y="460"/>
                </a:cubicBezTo>
                <a:lnTo>
                  <a:pt x="853" y="424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3" name="Oval 20">
            <a:extLst>
              <a:ext uri="{FF2B5EF4-FFF2-40B4-BE49-F238E27FC236}">
                <a16:creationId xmlns:a16="http://schemas.microsoft.com/office/drawing/2014/main" id="{42E35609-26E2-43C9-975A-E481C9624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104" y="3080798"/>
            <a:ext cx="954084" cy="955726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4" name="Freeform 29">
            <a:extLst>
              <a:ext uri="{FF2B5EF4-FFF2-40B4-BE49-F238E27FC236}">
                <a16:creationId xmlns:a16="http://schemas.microsoft.com/office/drawing/2014/main" id="{FDA22F51-21F7-404F-9711-A23CEE095319}"/>
              </a:ext>
            </a:extLst>
          </p:cNvPr>
          <p:cNvSpPr>
            <a:spLocks noEditPoints="1"/>
          </p:cNvSpPr>
          <p:nvPr/>
        </p:nvSpPr>
        <p:spPr bwMode="auto">
          <a:xfrm>
            <a:off x="6113691" y="4265919"/>
            <a:ext cx="427337" cy="430997"/>
          </a:xfrm>
          <a:custGeom>
            <a:avLst/>
            <a:gdLst>
              <a:gd name="T0" fmla="*/ 25 w 341"/>
              <a:gd name="T1" fmla="*/ 224 h 328"/>
              <a:gd name="T2" fmla="*/ 37 w 341"/>
              <a:gd name="T3" fmla="*/ 183 h 328"/>
              <a:gd name="T4" fmla="*/ 60 w 341"/>
              <a:gd name="T5" fmla="*/ 177 h 328"/>
              <a:gd name="T6" fmla="*/ 54 w 341"/>
              <a:gd name="T7" fmla="*/ 93 h 328"/>
              <a:gd name="T8" fmla="*/ 31 w 341"/>
              <a:gd name="T9" fmla="*/ 67 h 328"/>
              <a:gd name="T10" fmla="*/ 9 w 341"/>
              <a:gd name="T11" fmla="*/ 93 h 328"/>
              <a:gd name="T12" fmla="*/ 3 w 341"/>
              <a:gd name="T13" fmla="*/ 177 h 328"/>
              <a:gd name="T14" fmla="*/ 14 w 341"/>
              <a:gd name="T15" fmla="*/ 105 h 328"/>
              <a:gd name="T16" fmla="*/ 14 w 341"/>
              <a:gd name="T17" fmla="*/ 171 h 328"/>
              <a:gd name="T18" fmla="*/ 91 w 341"/>
              <a:gd name="T19" fmla="*/ 106 h 328"/>
              <a:gd name="T20" fmla="*/ 103 w 341"/>
              <a:gd name="T21" fmla="*/ 124 h 328"/>
              <a:gd name="T22" fmla="*/ 123 w 341"/>
              <a:gd name="T23" fmla="*/ 104 h 328"/>
              <a:gd name="T24" fmla="*/ 123 w 341"/>
              <a:gd name="T25" fmla="*/ 38 h 328"/>
              <a:gd name="T26" fmla="*/ 103 w 341"/>
              <a:gd name="T27" fmla="*/ 18 h 328"/>
              <a:gd name="T28" fmla="*/ 91 w 341"/>
              <a:gd name="T29" fmla="*/ 36 h 328"/>
              <a:gd name="T30" fmla="*/ 69 w 341"/>
              <a:gd name="T31" fmla="*/ 42 h 328"/>
              <a:gd name="T32" fmla="*/ 75 w 341"/>
              <a:gd name="T33" fmla="*/ 106 h 328"/>
              <a:gd name="T34" fmla="*/ 113 w 341"/>
              <a:gd name="T35" fmla="*/ 94 h 328"/>
              <a:gd name="T36" fmla="*/ 209 w 341"/>
              <a:gd name="T37" fmla="*/ 260 h 328"/>
              <a:gd name="T38" fmla="*/ 231 w 341"/>
              <a:gd name="T39" fmla="*/ 285 h 328"/>
              <a:gd name="T40" fmla="*/ 253 w 341"/>
              <a:gd name="T41" fmla="*/ 260 h 328"/>
              <a:gd name="T42" fmla="*/ 259 w 341"/>
              <a:gd name="T43" fmla="*/ 199 h 328"/>
              <a:gd name="T44" fmla="*/ 237 w 341"/>
              <a:gd name="T45" fmla="*/ 193 h 328"/>
              <a:gd name="T46" fmla="*/ 225 w 341"/>
              <a:gd name="T47" fmla="*/ 142 h 328"/>
              <a:gd name="T48" fmla="*/ 205 w 341"/>
              <a:gd name="T49" fmla="*/ 195 h 328"/>
              <a:gd name="T50" fmla="*/ 205 w 341"/>
              <a:gd name="T51" fmla="*/ 258 h 328"/>
              <a:gd name="T52" fmla="*/ 247 w 341"/>
              <a:gd name="T53" fmla="*/ 205 h 328"/>
              <a:gd name="T54" fmla="*/ 215 w 341"/>
              <a:gd name="T55" fmla="*/ 205 h 328"/>
              <a:gd name="T56" fmla="*/ 158 w 341"/>
              <a:gd name="T57" fmla="*/ 224 h 328"/>
              <a:gd name="T58" fmla="*/ 170 w 341"/>
              <a:gd name="T59" fmla="*/ 205 h 328"/>
              <a:gd name="T60" fmla="*/ 191 w 341"/>
              <a:gd name="T61" fmla="*/ 199 h 328"/>
              <a:gd name="T62" fmla="*/ 185 w 341"/>
              <a:gd name="T63" fmla="*/ 36 h 328"/>
              <a:gd name="T64" fmla="*/ 164 w 341"/>
              <a:gd name="T65" fmla="*/ 0 h 328"/>
              <a:gd name="T66" fmla="*/ 141 w 341"/>
              <a:gd name="T67" fmla="*/ 36 h 328"/>
              <a:gd name="T68" fmla="*/ 135 w 341"/>
              <a:gd name="T69" fmla="*/ 199 h 328"/>
              <a:gd name="T70" fmla="*/ 147 w 341"/>
              <a:gd name="T71" fmla="*/ 48 h 328"/>
              <a:gd name="T72" fmla="*/ 147 w 341"/>
              <a:gd name="T73" fmla="*/ 193 h 328"/>
              <a:gd name="T74" fmla="*/ 292 w 341"/>
              <a:gd name="T75" fmla="*/ 261 h 328"/>
              <a:gd name="T76" fmla="*/ 304 w 341"/>
              <a:gd name="T77" fmla="*/ 269 h 328"/>
              <a:gd name="T78" fmla="*/ 323 w 341"/>
              <a:gd name="T79" fmla="*/ 259 h 328"/>
              <a:gd name="T80" fmla="*/ 323 w 341"/>
              <a:gd name="T81" fmla="*/ 72 h 328"/>
              <a:gd name="T82" fmla="*/ 304 w 341"/>
              <a:gd name="T83" fmla="*/ 39 h 328"/>
              <a:gd name="T84" fmla="*/ 291 w 341"/>
              <a:gd name="T85" fmla="*/ 70 h 328"/>
              <a:gd name="T86" fmla="*/ 269 w 341"/>
              <a:gd name="T87" fmla="*/ 76 h 328"/>
              <a:gd name="T88" fmla="*/ 275 w 341"/>
              <a:gd name="T89" fmla="*/ 261 h 328"/>
              <a:gd name="T90" fmla="*/ 313 w 341"/>
              <a:gd name="T91" fmla="*/ 249 h 328"/>
              <a:gd name="T92" fmla="*/ 170 w 341"/>
              <a:gd name="T93" fmla="*/ 295 h 328"/>
              <a:gd name="T94" fmla="*/ 40 w 341"/>
              <a:gd name="T95" fmla="*/ 260 h 328"/>
              <a:gd name="T96" fmla="*/ 9 w 341"/>
              <a:gd name="T97" fmla="*/ 272 h 328"/>
              <a:gd name="T98" fmla="*/ 101 w 341"/>
              <a:gd name="T99" fmla="*/ 255 h 328"/>
              <a:gd name="T100" fmla="*/ 236 w 341"/>
              <a:gd name="T101" fmla="*/ 307 h 328"/>
              <a:gd name="T102" fmla="*/ 335 w 341"/>
              <a:gd name="T103" fmla="*/ 279 h 328"/>
              <a:gd name="T104" fmla="*/ 170 w 341"/>
              <a:gd name="T105" fmla="*/ 295 h 328"/>
              <a:gd name="T106" fmla="*/ 0 w 341"/>
              <a:gd name="T107" fmla="*/ 322 h 328"/>
              <a:gd name="T108" fmla="*/ 341 w 341"/>
              <a:gd name="T109" fmla="*/ 322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41" h="328">
                <a:moveTo>
                  <a:pt x="9" y="183"/>
                </a:moveTo>
                <a:cubicBezTo>
                  <a:pt x="25" y="183"/>
                  <a:pt x="25" y="183"/>
                  <a:pt x="25" y="183"/>
                </a:cubicBezTo>
                <a:cubicBezTo>
                  <a:pt x="25" y="224"/>
                  <a:pt x="25" y="224"/>
                  <a:pt x="25" y="224"/>
                </a:cubicBezTo>
                <a:cubicBezTo>
                  <a:pt x="25" y="227"/>
                  <a:pt x="27" y="230"/>
                  <a:pt x="31" y="230"/>
                </a:cubicBezTo>
                <a:cubicBezTo>
                  <a:pt x="34" y="230"/>
                  <a:pt x="37" y="227"/>
                  <a:pt x="37" y="224"/>
                </a:cubicBezTo>
                <a:cubicBezTo>
                  <a:pt x="37" y="183"/>
                  <a:pt x="37" y="183"/>
                  <a:pt x="37" y="183"/>
                </a:cubicBezTo>
                <a:cubicBezTo>
                  <a:pt x="54" y="183"/>
                  <a:pt x="54" y="183"/>
                  <a:pt x="54" y="183"/>
                </a:cubicBezTo>
                <a:cubicBezTo>
                  <a:pt x="55" y="183"/>
                  <a:pt x="57" y="182"/>
                  <a:pt x="58" y="181"/>
                </a:cubicBezTo>
                <a:cubicBezTo>
                  <a:pt x="59" y="180"/>
                  <a:pt x="60" y="179"/>
                  <a:pt x="60" y="177"/>
                </a:cubicBezTo>
                <a:cubicBezTo>
                  <a:pt x="60" y="99"/>
                  <a:pt x="60" y="99"/>
                  <a:pt x="60" y="99"/>
                </a:cubicBezTo>
                <a:cubicBezTo>
                  <a:pt x="60" y="97"/>
                  <a:pt x="59" y="96"/>
                  <a:pt x="58" y="95"/>
                </a:cubicBezTo>
                <a:cubicBezTo>
                  <a:pt x="57" y="94"/>
                  <a:pt x="55" y="93"/>
                  <a:pt x="54" y="93"/>
                </a:cubicBezTo>
                <a:cubicBezTo>
                  <a:pt x="37" y="93"/>
                  <a:pt x="37" y="93"/>
                  <a:pt x="37" y="93"/>
                </a:cubicBezTo>
                <a:cubicBezTo>
                  <a:pt x="37" y="73"/>
                  <a:pt x="37" y="73"/>
                  <a:pt x="37" y="73"/>
                </a:cubicBezTo>
                <a:cubicBezTo>
                  <a:pt x="37" y="70"/>
                  <a:pt x="34" y="67"/>
                  <a:pt x="31" y="67"/>
                </a:cubicBezTo>
                <a:cubicBezTo>
                  <a:pt x="27" y="67"/>
                  <a:pt x="25" y="70"/>
                  <a:pt x="25" y="73"/>
                </a:cubicBezTo>
                <a:cubicBezTo>
                  <a:pt x="25" y="93"/>
                  <a:pt x="25" y="93"/>
                  <a:pt x="25" y="93"/>
                </a:cubicBezTo>
                <a:cubicBezTo>
                  <a:pt x="9" y="93"/>
                  <a:pt x="9" y="93"/>
                  <a:pt x="9" y="93"/>
                </a:cubicBezTo>
                <a:cubicBezTo>
                  <a:pt x="7" y="93"/>
                  <a:pt x="5" y="94"/>
                  <a:pt x="4" y="95"/>
                </a:cubicBezTo>
                <a:cubicBezTo>
                  <a:pt x="3" y="96"/>
                  <a:pt x="3" y="97"/>
                  <a:pt x="3" y="99"/>
                </a:cubicBezTo>
                <a:cubicBezTo>
                  <a:pt x="3" y="177"/>
                  <a:pt x="3" y="177"/>
                  <a:pt x="3" y="177"/>
                </a:cubicBezTo>
                <a:cubicBezTo>
                  <a:pt x="3" y="179"/>
                  <a:pt x="3" y="180"/>
                  <a:pt x="4" y="181"/>
                </a:cubicBezTo>
                <a:cubicBezTo>
                  <a:pt x="5" y="182"/>
                  <a:pt x="7" y="183"/>
                  <a:pt x="9" y="183"/>
                </a:cubicBezTo>
                <a:close/>
                <a:moveTo>
                  <a:pt x="14" y="105"/>
                </a:moveTo>
                <a:cubicBezTo>
                  <a:pt x="47" y="105"/>
                  <a:pt x="47" y="105"/>
                  <a:pt x="47" y="105"/>
                </a:cubicBezTo>
                <a:cubicBezTo>
                  <a:pt x="47" y="171"/>
                  <a:pt x="47" y="171"/>
                  <a:pt x="47" y="171"/>
                </a:cubicBezTo>
                <a:cubicBezTo>
                  <a:pt x="14" y="171"/>
                  <a:pt x="14" y="171"/>
                  <a:pt x="14" y="171"/>
                </a:cubicBezTo>
                <a:lnTo>
                  <a:pt x="14" y="105"/>
                </a:lnTo>
                <a:close/>
                <a:moveTo>
                  <a:pt x="75" y="106"/>
                </a:moveTo>
                <a:cubicBezTo>
                  <a:pt x="91" y="106"/>
                  <a:pt x="91" y="106"/>
                  <a:pt x="91" y="106"/>
                </a:cubicBezTo>
                <a:cubicBezTo>
                  <a:pt x="91" y="124"/>
                  <a:pt x="91" y="124"/>
                  <a:pt x="91" y="124"/>
                </a:cubicBezTo>
                <a:cubicBezTo>
                  <a:pt x="91" y="127"/>
                  <a:pt x="94" y="130"/>
                  <a:pt x="97" y="130"/>
                </a:cubicBezTo>
                <a:cubicBezTo>
                  <a:pt x="100" y="130"/>
                  <a:pt x="103" y="127"/>
                  <a:pt x="103" y="124"/>
                </a:cubicBezTo>
                <a:cubicBezTo>
                  <a:pt x="103" y="106"/>
                  <a:pt x="103" y="106"/>
                  <a:pt x="103" y="106"/>
                </a:cubicBezTo>
                <a:cubicBezTo>
                  <a:pt x="119" y="106"/>
                  <a:pt x="119" y="106"/>
                  <a:pt x="119" y="106"/>
                </a:cubicBezTo>
                <a:cubicBezTo>
                  <a:pt x="121" y="106"/>
                  <a:pt x="122" y="105"/>
                  <a:pt x="123" y="104"/>
                </a:cubicBezTo>
                <a:cubicBezTo>
                  <a:pt x="125" y="103"/>
                  <a:pt x="125" y="102"/>
                  <a:pt x="125" y="100"/>
                </a:cubicBezTo>
                <a:cubicBezTo>
                  <a:pt x="125" y="42"/>
                  <a:pt x="125" y="42"/>
                  <a:pt x="125" y="42"/>
                </a:cubicBezTo>
                <a:cubicBezTo>
                  <a:pt x="125" y="41"/>
                  <a:pt x="125" y="39"/>
                  <a:pt x="123" y="38"/>
                </a:cubicBezTo>
                <a:cubicBezTo>
                  <a:pt x="122" y="37"/>
                  <a:pt x="121" y="36"/>
                  <a:pt x="119" y="36"/>
                </a:cubicBezTo>
                <a:cubicBezTo>
                  <a:pt x="103" y="36"/>
                  <a:pt x="103" y="36"/>
                  <a:pt x="103" y="36"/>
                </a:cubicBezTo>
                <a:cubicBezTo>
                  <a:pt x="103" y="18"/>
                  <a:pt x="103" y="18"/>
                  <a:pt x="103" y="18"/>
                </a:cubicBezTo>
                <a:cubicBezTo>
                  <a:pt x="103" y="15"/>
                  <a:pt x="100" y="12"/>
                  <a:pt x="97" y="12"/>
                </a:cubicBezTo>
                <a:cubicBezTo>
                  <a:pt x="94" y="12"/>
                  <a:pt x="91" y="15"/>
                  <a:pt x="91" y="18"/>
                </a:cubicBezTo>
                <a:cubicBezTo>
                  <a:pt x="91" y="36"/>
                  <a:pt x="91" y="36"/>
                  <a:pt x="91" y="36"/>
                </a:cubicBezTo>
                <a:cubicBezTo>
                  <a:pt x="75" y="36"/>
                  <a:pt x="75" y="36"/>
                  <a:pt x="75" y="36"/>
                </a:cubicBezTo>
                <a:cubicBezTo>
                  <a:pt x="74" y="36"/>
                  <a:pt x="72" y="37"/>
                  <a:pt x="71" y="38"/>
                </a:cubicBezTo>
                <a:cubicBezTo>
                  <a:pt x="70" y="39"/>
                  <a:pt x="69" y="41"/>
                  <a:pt x="69" y="42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69" y="102"/>
                  <a:pt x="70" y="103"/>
                  <a:pt x="71" y="104"/>
                </a:cubicBezTo>
                <a:cubicBezTo>
                  <a:pt x="72" y="105"/>
                  <a:pt x="74" y="106"/>
                  <a:pt x="75" y="106"/>
                </a:cubicBezTo>
                <a:close/>
                <a:moveTo>
                  <a:pt x="81" y="48"/>
                </a:moveTo>
                <a:cubicBezTo>
                  <a:pt x="113" y="48"/>
                  <a:pt x="113" y="48"/>
                  <a:pt x="113" y="48"/>
                </a:cubicBezTo>
                <a:cubicBezTo>
                  <a:pt x="113" y="94"/>
                  <a:pt x="113" y="94"/>
                  <a:pt x="113" y="94"/>
                </a:cubicBezTo>
                <a:cubicBezTo>
                  <a:pt x="81" y="94"/>
                  <a:pt x="81" y="94"/>
                  <a:pt x="81" y="94"/>
                </a:cubicBezTo>
                <a:lnTo>
                  <a:pt x="81" y="48"/>
                </a:lnTo>
                <a:close/>
                <a:moveTo>
                  <a:pt x="209" y="260"/>
                </a:moveTo>
                <a:cubicBezTo>
                  <a:pt x="225" y="260"/>
                  <a:pt x="225" y="260"/>
                  <a:pt x="225" y="260"/>
                </a:cubicBezTo>
                <a:cubicBezTo>
                  <a:pt x="225" y="279"/>
                  <a:pt x="225" y="279"/>
                  <a:pt x="225" y="279"/>
                </a:cubicBezTo>
                <a:cubicBezTo>
                  <a:pt x="225" y="282"/>
                  <a:pt x="228" y="285"/>
                  <a:pt x="231" y="285"/>
                </a:cubicBezTo>
                <a:cubicBezTo>
                  <a:pt x="234" y="285"/>
                  <a:pt x="237" y="282"/>
                  <a:pt x="237" y="279"/>
                </a:cubicBezTo>
                <a:cubicBezTo>
                  <a:pt x="237" y="260"/>
                  <a:pt x="237" y="260"/>
                  <a:pt x="237" y="260"/>
                </a:cubicBezTo>
                <a:cubicBezTo>
                  <a:pt x="253" y="260"/>
                  <a:pt x="253" y="260"/>
                  <a:pt x="253" y="260"/>
                </a:cubicBezTo>
                <a:cubicBezTo>
                  <a:pt x="255" y="260"/>
                  <a:pt x="256" y="260"/>
                  <a:pt x="257" y="258"/>
                </a:cubicBezTo>
                <a:cubicBezTo>
                  <a:pt x="259" y="257"/>
                  <a:pt x="259" y="256"/>
                  <a:pt x="259" y="254"/>
                </a:cubicBezTo>
                <a:cubicBezTo>
                  <a:pt x="259" y="199"/>
                  <a:pt x="259" y="199"/>
                  <a:pt x="259" y="199"/>
                </a:cubicBezTo>
                <a:cubicBezTo>
                  <a:pt x="259" y="198"/>
                  <a:pt x="259" y="196"/>
                  <a:pt x="257" y="195"/>
                </a:cubicBezTo>
                <a:cubicBezTo>
                  <a:pt x="256" y="194"/>
                  <a:pt x="255" y="193"/>
                  <a:pt x="253" y="193"/>
                </a:cubicBezTo>
                <a:cubicBezTo>
                  <a:pt x="237" y="193"/>
                  <a:pt x="237" y="193"/>
                  <a:pt x="237" y="193"/>
                </a:cubicBezTo>
                <a:cubicBezTo>
                  <a:pt x="237" y="142"/>
                  <a:pt x="237" y="142"/>
                  <a:pt x="237" y="142"/>
                </a:cubicBezTo>
                <a:cubicBezTo>
                  <a:pt x="237" y="138"/>
                  <a:pt x="234" y="136"/>
                  <a:pt x="231" y="136"/>
                </a:cubicBezTo>
                <a:cubicBezTo>
                  <a:pt x="227" y="136"/>
                  <a:pt x="225" y="138"/>
                  <a:pt x="225" y="142"/>
                </a:cubicBezTo>
                <a:cubicBezTo>
                  <a:pt x="225" y="193"/>
                  <a:pt x="225" y="193"/>
                  <a:pt x="225" y="193"/>
                </a:cubicBezTo>
                <a:cubicBezTo>
                  <a:pt x="209" y="193"/>
                  <a:pt x="209" y="193"/>
                  <a:pt x="209" y="193"/>
                </a:cubicBezTo>
                <a:cubicBezTo>
                  <a:pt x="208" y="193"/>
                  <a:pt x="206" y="194"/>
                  <a:pt x="205" y="195"/>
                </a:cubicBezTo>
                <a:cubicBezTo>
                  <a:pt x="204" y="196"/>
                  <a:pt x="203" y="198"/>
                  <a:pt x="203" y="199"/>
                </a:cubicBezTo>
                <a:cubicBezTo>
                  <a:pt x="203" y="254"/>
                  <a:pt x="203" y="254"/>
                  <a:pt x="203" y="254"/>
                </a:cubicBezTo>
                <a:cubicBezTo>
                  <a:pt x="203" y="256"/>
                  <a:pt x="204" y="257"/>
                  <a:pt x="205" y="258"/>
                </a:cubicBezTo>
                <a:cubicBezTo>
                  <a:pt x="206" y="260"/>
                  <a:pt x="208" y="260"/>
                  <a:pt x="209" y="260"/>
                </a:cubicBezTo>
                <a:close/>
                <a:moveTo>
                  <a:pt x="215" y="205"/>
                </a:moveTo>
                <a:cubicBezTo>
                  <a:pt x="247" y="205"/>
                  <a:pt x="247" y="205"/>
                  <a:pt x="247" y="205"/>
                </a:cubicBezTo>
                <a:cubicBezTo>
                  <a:pt x="247" y="248"/>
                  <a:pt x="247" y="248"/>
                  <a:pt x="247" y="248"/>
                </a:cubicBezTo>
                <a:cubicBezTo>
                  <a:pt x="215" y="248"/>
                  <a:pt x="215" y="248"/>
                  <a:pt x="215" y="248"/>
                </a:cubicBezTo>
                <a:lnTo>
                  <a:pt x="215" y="205"/>
                </a:lnTo>
                <a:close/>
                <a:moveTo>
                  <a:pt x="141" y="205"/>
                </a:moveTo>
                <a:cubicBezTo>
                  <a:pt x="158" y="205"/>
                  <a:pt x="158" y="205"/>
                  <a:pt x="158" y="205"/>
                </a:cubicBezTo>
                <a:cubicBezTo>
                  <a:pt x="158" y="224"/>
                  <a:pt x="158" y="224"/>
                  <a:pt x="158" y="224"/>
                </a:cubicBezTo>
                <a:cubicBezTo>
                  <a:pt x="158" y="227"/>
                  <a:pt x="161" y="230"/>
                  <a:pt x="164" y="230"/>
                </a:cubicBezTo>
                <a:cubicBezTo>
                  <a:pt x="168" y="230"/>
                  <a:pt x="170" y="227"/>
                  <a:pt x="170" y="224"/>
                </a:cubicBezTo>
                <a:cubicBezTo>
                  <a:pt x="170" y="205"/>
                  <a:pt x="170" y="205"/>
                  <a:pt x="170" y="205"/>
                </a:cubicBezTo>
                <a:cubicBezTo>
                  <a:pt x="185" y="205"/>
                  <a:pt x="185" y="205"/>
                  <a:pt x="185" y="205"/>
                </a:cubicBezTo>
                <a:cubicBezTo>
                  <a:pt x="187" y="205"/>
                  <a:pt x="188" y="204"/>
                  <a:pt x="189" y="203"/>
                </a:cubicBezTo>
                <a:cubicBezTo>
                  <a:pt x="190" y="202"/>
                  <a:pt x="191" y="200"/>
                  <a:pt x="191" y="199"/>
                </a:cubicBezTo>
                <a:cubicBezTo>
                  <a:pt x="191" y="42"/>
                  <a:pt x="191" y="42"/>
                  <a:pt x="191" y="42"/>
                </a:cubicBezTo>
                <a:cubicBezTo>
                  <a:pt x="191" y="41"/>
                  <a:pt x="190" y="39"/>
                  <a:pt x="189" y="38"/>
                </a:cubicBezTo>
                <a:cubicBezTo>
                  <a:pt x="188" y="37"/>
                  <a:pt x="187" y="36"/>
                  <a:pt x="185" y="36"/>
                </a:cubicBezTo>
                <a:cubicBezTo>
                  <a:pt x="170" y="36"/>
                  <a:pt x="170" y="36"/>
                  <a:pt x="170" y="36"/>
                </a:cubicBezTo>
                <a:cubicBezTo>
                  <a:pt x="170" y="6"/>
                  <a:pt x="170" y="6"/>
                  <a:pt x="170" y="6"/>
                </a:cubicBezTo>
                <a:cubicBezTo>
                  <a:pt x="170" y="3"/>
                  <a:pt x="168" y="0"/>
                  <a:pt x="164" y="0"/>
                </a:cubicBezTo>
                <a:cubicBezTo>
                  <a:pt x="161" y="0"/>
                  <a:pt x="158" y="3"/>
                  <a:pt x="158" y="6"/>
                </a:cubicBezTo>
                <a:cubicBezTo>
                  <a:pt x="158" y="36"/>
                  <a:pt x="158" y="36"/>
                  <a:pt x="158" y="36"/>
                </a:cubicBezTo>
                <a:cubicBezTo>
                  <a:pt x="141" y="36"/>
                  <a:pt x="141" y="36"/>
                  <a:pt x="141" y="36"/>
                </a:cubicBezTo>
                <a:cubicBezTo>
                  <a:pt x="139" y="36"/>
                  <a:pt x="138" y="37"/>
                  <a:pt x="137" y="38"/>
                </a:cubicBezTo>
                <a:cubicBezTo>
                  <a:pt x="136" y="39"/>
                  <a:pt x="135" y="41"/>
                  <a:pt x="135" y="42"/>
                </a:cubicBezTo>
                <a:cubicBezTo>
                  <a:pt x="135" y="199"/>
                  <a:pt x="135" y="199"/>
                  <a:pt x="135" y="199"/>
                </a:cubicBezTo>
                <a:cubicBezTo>
                  <a:pt x="135" y="200"/>
                  <a:pt x="136" y="202"/>
                  <a:pt x="137" y="203"/>
                </a:cubicBezTo>
                <a:cubicBezTo>
                  <a:pt x="138" y="204"/>
                  <a:pt x="139" y="205"/>
                  <a:pt x="141" y="205"/>
                </a:cubicBezTo>
                <a:close/>
                <a:moveTo>
                  <a:pt x="147" y="48"/>
                </a:moveTo>
                <a:cubicBezTo>
                  <a:pt x="179" y="48"/>
                  <a:pt x="179" y="48"/>
                  <a:pt x="179" y="48"/>
                </a:cubicBezTo>
                <a:cubicBezTo>
                  <a:pt x="179" y="193"/>
                  <a:pt x="179" y="193"/>
                  <a:pt x="179" y="193"/>
                </a:cubicBezTo>
                <a:cubicBezTo>
                  <a:pt x="147" y="193"/>
                  <a:pt x="147" y="193"/>
                  <a:pt x="147" y="193"/>
                </a:cubicBezTo>
                <a:lnTo>
                  <a:pt x="147" y="48"/>
                </a:lnTo>
                <a:close/>
                <a:moveTo>
                  <a:pt x="275" y="261"/>
                </a:moveTo>
                <a:cubicBezTo>
                  <a:pt x="292" y="261"/>
                  <a:pt x="292" y="261"/>
                  <a:pt x="292" y="261"/>
                </a:cubicBezTo>
                <a:cubicBezTo>
                  <a:pt x="292" y="269"/>
                  <a:pt x="292" y="269"/>
                  <a:pt x="292" y="269"/>
                </a:cubicBezTo>
                <a:cubicBezTo>
                  <a:pt x="292" y="272"/>
                  <a:pt x="295" y="275"/>
                  <a:pt x="298" y="275"/>
                </a:cubicBezTo>
                <a:cubicBezTo>
                  <a:pt x="302" y="275"/>
                  <a:pt x="304" y="272"/>
                  <a:pt x="304" y="269"/>
                </a:cubicBezTo>
                <a:cubicBezTo>
                  <a:pt x="304" y="261"/>
                  <a:pt x="304" y="261"/>
                  <a:pt x="304" y="261"/>
                </a:cubicBezTo>
                <a:cubicBezTo>
                  <a:pt x="319" y="261"/>
                  <a:pt x="319" y="261"/>
                  <a:pt x="319" y="261"/>
                </a:cubicBezTo>
                <a:cubicBezTo>
                  <a:pt x="321" y="261"/>
                  <a:pt x="322" y="261"/>
                  <a:pt x="323" y="259"/>
                </a:cubicBezTo>
                <a:cubicBezTo>
                  <a:pt x="324" y="258"/>
                  <a:pt x="325" y="257"/>
                  <a:pt x="325" y="255"/>
                </a:cubicBezTo>
                <a:cubicBezTo>
                  <a:pt x="325" y="76"/>
                  <a:pt x="325" y="76"/>
                  <a:pt x="325" y="76"/>
                </a:cubicBezTo>
                <a:cubicBezTo>
                  <a:pt x="325" y="74"/>
                  <a:pt x="324" y="73"/>
                  <a:pt x="323" y="72"/>
                </a:cubicBezTo>
                <a:cubicBezTo>
                  <a:pt x="322" y="70"/>
                  <a:pt x="321" y="70"/>
                  <a:pt x="319" y="70"/>
                </a:cubicBezTo>
                <a:cubicBezTo>
                  <a:pt x="304" y="70"/>
                  <a:pt x="304" y="70"/>
                  <a:pt x="304" y="70"/>
                </a:cubicBezTo>
                <a:cubicBezTo>
                  <a:pt x="304" y="39"/>
                  <a:pt x="304" y="39"/>
                  <a:pt x="304" y="39"/>
                </a:cubicBezTo>
                <a:cubicBezTo>
                  <a:pt x="304" y="36"/>
                  <a:pt x="301" y="33"/>
                  <a:pt x="298" y="33"/>
                </a:cubicBezTo>
                <a:cubicBezTo>
                  <a:pt x="294" y="33"/>
                  <a:pt x="291" y="36"/>
                  <a:pt x="291" y="39"/>
                </a:cubicBezTo>
                <a:cubicBezTo>
                  <a:pt x="291" y="70"/>
                  <a:pt x="291" y="70"/>
                  <a:pt x="291" y="70"/>
                </a:cubicBezTo>
                <a:cubicBezTo>
                  <a:pt x="275" y="70"/>
                  <a:pt x="275" y="70"/>
                  <a:pt x="275" y="70"/>
                </a:cubicBezTo>
                <a:cubicBezTo>
                  <a:pt x="273" y="70"/>
                  <a:pt x="272" y="71"/>
                  <a:pt x="271" y="72"/>
                </a:cubicBezTo>
                <a:cubicBezTo>
                  <a:pt x="270" y="73"/>
                  <a:pt x="269" y="74"/>
                  <a:pt x="269" y="76"/>
                </a:cubicBezTo>
                <a:cubicBezTo>
                  <a:pt x="269" y="255"/>
                  <a:pt x="269" y="255"/>
                  <a:pt x="269" y="255"/>
                </a:cubicBezTo>
                <a:cubicBezTo>
                  <a:pt x="269" y="257"/>
                  <a:pt x="270" y="258"/>
                  <a:pt x="271" y="259"/>
                </a:cubicBezTo>
                <a:cubicBezTo>
                  <a:pt x="272" y="261"/>
                  <a:pt x="273" y="261"/>
                  <a:pt x="275" y="261"/>
                </a:cubicBezTo>
                <a:close/>
                <a:moveTo>
                  <a:pt x="281" y="82"/>
                </a:moveTo>
                <a:cubicBezTo>
                  <a:pt x="313" y="82"/>
                  <a:pt x="313" y="82"/>
                  <a:pt x="313" y="82"/>
                </a:cubicBezTo>
                <a:cubicBezTo>
                  <a:pt x="313" y="249"/>
                  <a:pt x="313" y="249"/>
                  <a:pt x="313" y="249"/>
                </a:cubicBezTo>
                <a:cubicBezTo>
                  <a:pt x="281" y="249"/>
                  <a:pt x="281" y="249"/>
                  <a:pt x="281" y="249"/>
                </a:cubicBezTo>
                <a:lnTo>
                  <a:pt x="281" y="82"/>
                </a:lnTo>
                <a:close/>
                <a:moveTo>
                  <a:pt x="170" y="295"/>
                </a:moveTo>
                <a:cubicBezTo>
                  <a:pt x="106" y="244"/>
                  <a:pt x="106" y="244"/>
                  <a:pt x="106" y="244"/>
                </a:cubicBezTo>
                <a:cubicBezTo>
                  <a:pt x="105" y="243"/>
                  <a:pt x="103" y="242"/>
                  <a:pt x="101" y="243"/>
                </a:cubicBezTo>
                <a:cubicBezTo>
                  <a:pt x="40" y="260"/>
                  <a:pt x="40" y="260"/>
                  <a:pt x="40" y="260"/>
                </a:cubicBezTo>
                <a:cubicBezTo>
                  <a:pt x="9" y="260"/>
                  <a:pt x="9" y="260"/>
                  <a:pt x="9" y="260"/>
                </a:cubicBezTo>
                <a:cubicBezTo>
                  <a:pt x="6" y="260"/>
                  <a:pt x="3" y="263"/>
                  <a:pt x="3" y="266"/>
                </a:cubicBezTo>
                <a:cubicBezTo>
                  <a:pt x="3" y="269"/>
                  <a:pt x="6" y="272"/>
                  <a:pt x="9" y="272"/>
                </a:cubicBezTo>
                <a:cubicBezTo>
                  <a:pt x="41" y="272"/>
                  <a:pt x="41" y="272"/>
                  <a:pt x="41" y="272"/>
                </a:cubicBezTo>
                <a:cubicBezTo>
                  <a:pt x="43" y="272"/>
                  <a:pt x="43" y="272"/>
                  <a:pt x="43" y="272"/>
                </a:cubicBezTo>
                <a:cubicBezTo>
                  <a:pt x="101" y="255"/>
                  <a:pt x="101" y="255"/>
                  <a:pt x="101" y="255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66" y="307"/>
                  <a:pt x="167" y="307"/>
                  <a:pt x="168" y="307"/>
                </a:cubicBezTo>
                <a:cubicBezTo>
                  <a:pt x="236" y="307"/>
                  <a:pt x="236" y="307"/>
                  <a:pt x="236" y="307"/>
                </a:cubicBezTo>
                <a:cubicBezTo>
                  <a:pt x="238" y="307"/>
                  <a:pt x="238" y="307"/>
                  <a:pt x="238" y="307"/>
                </a:cubicBezTo>
                <a:cubicBezTo>
                  <a:pt x="330" y="286"/>
                  <a:pt x="330" y="286"/>
                  <a:pt x="330" y="286"/>
                </a:cubicBezTo>
                <a:cubicBezTo>
                  <a:pt x="334" y="285"/>
                  <a:pt x="336" y="282"/>
                  <a:pt x="335" y="279"/>
                </a:cubicBezTo>
                <a:cubicBezTo>
                  <a:pt x="334" y="275"/>
                  <a:pt x="331" y="273"/>
                  <a:pt x="328" y="274"/>
                </a:cubicBezTo>
                <a:cubicBezTo>
                  <a:pt x="236" y="295"/>
                  <a:pt x="236" y="295"/>
                  <a:pt x="236" y="295"/>
                </a:cubicBezTo>
                <a:lnTo>
                  <a:pt x="170" y="295"/>
                </a:lnTo>
                <a:close/>
                <a:moveTo>
                  <a:pt x="335" y="316"/>
                </a:moveTo>
                <a:cubicBezTo>
                  <a:pt x="6" y="316"/>
                  <a:pt x="6" y="316"/>
                  <a:pt x="6" y="316"/>
                </a:cubicBezTo>
                <a:cubicBezTo>
                  <a:pt x="3" y="316"/>
                  <a:pt x="0" y="319"/>
                  <a:pt x="0" y="322"/>
                </a:cubicBezTo>
                <a:cubicBezTo>
                  <a:pt x="0" y="325"/>
                  <a:pt x="3" y="328"/>
                  <a:pt x="6" y="328"/>
                </a:cubicBezTo>
                <a:cubicBezTo>
                  <a:pt x="335" y="328"/>
                  <a:pt x="335" y="328"/>
                  <a:pt x="335" y="328"/>
                </a:cubicBezTo>
                <a:cubicBezTo>
                  <a:pt x="338" y="328"/>
                  <a:pt x="341" y="325"/>
                  <a:pt x="341" y="322"/>
                </a:cubicBezTo>
                <a:cubicBezTo>
                  <a:pt x="341" y="319"/>
                  <a:pt x="338" y="316"/>
                  <a:pt x="335" y="316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5" name="Freeform 57">
            <a:extLst>
              <a:ext uri="{FF2B5EF4-FFF2-40B4-BE49-F238E27FC236}">
                <a16:creationId xmlns:a16="http://schemas.microsoft.com/office/drawing/2014/main" id="{FC6857F3-9C59-4A4E-BB30-C700CE75DECE}"/>
              </a:ext>
            </a:extLst>
          </p:cNvPr>
          <p:cNvSpPr>
            <a:spLocks noEditPoints="1"/>
          </p:cNvSpPr>
          <p:nvPr/>
        </p:nvSpPr>
        <p:spPr bwMode="auto">
          <a:xfrm>
            <a:off x="4663911" y="4308943"/>
            <a:ext cx="451080" cy="377023"/>
          </a:xfrm>
          <a:custGeom>
            <a:avLst/>
            <a:gdLst>
              <a:gd name="T0" fmla="*/ 0 w 335"/>
              <a:gd name="T1" fmla="*/ 18 h 280"/>
              <a:gd name="T2" fmla="*/ 317 w 335"/>
              <a:gd name="T3" fmla="*/ 280 h 280"/>
              <a:gd name="T4" fmla="*/ 317 w 335"/>
              <a:gd name="T5" fmla="*/ 0 h 280"/>
              <a:gd name="T6" fmla="*/ 18 w 335"/>
              <a:gd name="T7" fmla="*/ 268 h 280"/>
              <a:gd name="T8" fmla="*/ 323 w 335"/>
              <a:gd name="T9" fmla="*/ 57 h 280"/>
              <a:gd name="T10" fmla="*/ 12 w 335"/>
              <a:gd name="T11" fmla="*/ 45 h 280"/>
              <a:gd name="T12" fmla="*/ 317 w 335"/>
              <a:gd name="T13" fmla="*/ 12 h 280"/>
              <a:gd name="T14" fmla="*/ 29 w 335"/>
              <a:gd name="T15" fmla="*/ 26 h 280"/>
              <a:gd name="T16" fmla="*/ 34 w 335"/>
              <a:gd name="T17" fmla="*/ 30 h 280"/>
              <a:gd name="T18" fmla="*/ 48 w 335"/>
              <a:gd name="T19" fmla="*/ 30 h 280"/>
              <a:gd name="T20" fmla="*/ 52 w 335"/>
              <a:gd name="T21" fmla="*/ 26 h 280"/>
              <a:gd name="T22" fmla="*/ 73 w 335"/>
              <a:gd name="T23" fmla="*/ 35 h 280"/>
              <a:gd name="T24" fmla="*/ 25 w 335"/>
              <a:gd name="T25" fmla="*/ 91 h 280"/>
              <a:gd name="T26" fmla="*/ 101 w 335"/>
              <a:gd name="T27" fmla="*/ 79 h 280"/>
              <a:gd name="T28" fmla="*/ 25 w 335"/>
              <a:gd name="T29" fmla="*/ 91 h 280"/>
              <a:gd name="T30" fmla="*/ 83 w 335"/>
              <a:gd name="T31" fmla="*/ 107 h 280"/>
              <a:gd name="T32" fmla="*/ 19 w 335"/>
              <a:gd name="T33" fmla="*/ 107 h 280"/>
              <a:gd name="T34" fmla="*/ 147 w 335"/>
              <a:gd name="T35" fmla="*/ 223 h 280"/>
              <a:gd name="T36" fmla="*/ 135 w 335"/>
              <a:gd name="T37" fmla="*/ 191 h 280"/>
              <a:gd name="T38" fmla="*/ 169 w 335"/>
              <a:gd name="T39" fmla="*/ 223 h 280"/>
              <a:gd name="T40" fmla="*/ 157 w 335"/>
              <a:gd name="T41" fmla="*/ 171 h 280"/>
              <a:gd name="T42" fmla="*/ 169 w 335"/>
              <a:gd name="T43" fmla="*/ 223 h 280"/>
              <a:gd name="T44" fmla="*/ 185 w 335"/>
              <a:gd name="T45" fmla="*/ 165 h 280"/>
              <a:gd name="T46" fmla="*/ 185 w 335"/>
              <a:gd name="T47" fmla="*/ 229 h 280"/>
              <a:gd name="T48" fmla="*/ 213 w 335"/>
              <a:gd name="T49" fmla="*/ 184 h 280"/>
              <a:gd name="T50" fmla="*/ 201 w 335"/>
              <a:gd name="T51" fmla="*/ 223 h 280"/>
              <a:gd name="T52" fmla="*/ 235 w 335"/>
              <a:gd name="T53" fmla="*/ 223 h 280"/>
              <a:gd name="T54" fmla="*/ 223 w 335"/>
              <a:gd name="T55" fmla="*/ 171 h 280"/>
              <a:gd name="T56" fmla="*/ 235 w 335"/>
              <a:gd name="T57" fmla="*/ 223 h 280"/>
              <a:gd name="T58" fmla="*/ 251 w 335"/>
              <a:gd name="T59" fmla="*/ 121 h 280"/>
              <a:gd name="T60" fmla="*/ 251 w 335"/>
              <a:gd name="T61" fmla="*/ 229 h 280"/>
              <a:gd name="T62" fmla="*/ 279 w 335"/>
              <a:gd name="T63" fmla="*/ 135 h 280"/>
              <a:gd name="T64" fmla="*/ 267 w 335"/>
              <a:gd name="T65" fmla="*/ 223 h 280"/>
              <a:gd name="T66" fmla="*/ 303 w 335"/>
              <a:gd name="T67" fmla="*/ 223 h 280"/>
              <a:gd name="T68" fmla="*/ 291 w 335"/>
              <a:gd name="T69" fmla="*/ 146 h 280"/>
              <a:gd name="T70" fmla="*/ 303 w 335"/>
              <a:gd name="T71" fmla="*/ 223 h 280"/>
              <a:gd name="T72" fmla="*/ 130 w 335"/>
              <a:gd name="T73" fmla="*/ 241 h 280"/>
              <a:gd name="T74" fmla="*/ 308 w 335"/>
              <a:gd name="T75" fmla="*/ 241 h 280"/>
              <a:gd name="T76" fmla="*/ 22 w 335"/>
              <a:gd name="T77" fmla="*/ 191 h 280"/>
              <a:gd name="T78" fmla="*/ 68 w 335"/>
              <a:gd name="T79" fmla="*/ 145 h 280"/>
              <a:gd name="T80" fmla="*/ 68 w 335"/>
              <a:gd name="T81" fmla="*/ 157 h 280"/>
              <a:gd name="T82" fmla="*/ 124 w 335"/>
              <a:gd name="T83" fmla="*/ 184 h 280"/>
              <a:gd name="T84" fmla="*/ 167 w 335"/>
              <a:gd name="T85" fmla="*/ 144 h 280"/>
              <a:gd name="T86" fmla="*/ 253 w 335"/>
              <a:gd name="T87" fmla="*/ 101 h 280"/>
              <a:gd name="T88" fmla="*/ 314 w 335"/>
              <a:gd name="T89" fmla="*/ 109 h 280"/>
              <a:gd name="T90" fmla="*/ 290 w 335"/>
              <a:gd name="T91" fmla="*/ 116 h 280"/>
              <a:gd name="T92" fmla="*/ 246 w 335"/>
              <a:gd name="T93" fmla="*/ 89 h 280"/>
              <a:gd name="T94" fmla="*/ 162 w 335"/>
              <a:gd name="T95" fmla="*/ 132 h 280"/>
              <a:gd name="T96" fmla="*/ 124 w 335"/>
              <a:gd name="T97" fmla="*/ 184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35" h="280">
                <a:moveTo>
                  <a:pt x="317" y="0"/>
                </a:moveTo>
                <a:cubicBezTo>
                  <a:pt x="18" y="0"/>
                  <a:pt x="18" y="0"/>
                  <a:pt x="18" y="0"/>
                </a:cubicBezTo>
                <a:cubicBezTo>
                  <a:pt x="8" y="0"/>
                  <a:pt x="0" y="8"/>
                  <a:pt x="0" y="18"/>
                </a:cubicBezTo>
                <a:cubicBezTo>
                  <a:pt x="0" y="262"/>
                  <a:pt x="0" y="262"/>
                  <a:pt x="0" y="262"/>
                </a:cubicBezTo>
                <a:cubicBezTo>
                  <a:pt x="0" y="272"/>
                  <a:pt x="8" y="280"/>
                  <a:pt x="18" y="280"/>
                </a:cubicBezTo>
                <a:cubicBezTo>
                  <a:pt x="317" y="280"/>
                  <a:pt x="317" y="280"/>
                  <a:pt x="317" y="280"/>
                </a:cubicBezTo>
                <a:cubicBezTo>
                  <a:pt x="327" y="280"/>
                  <a:pt x="335" y="272"/>
                  <a:pt x="335" y="262"/>
                </a:cubicBezTo>
                <a:cubicBezTo>
                  <a:pt x="335" y="18"/>
                  <a:pt x="335" y="18"/>
                  <a:pt x="335" y="18"/>
                </a:cubicBezTo>
                <a:cubicBezTo>
                  <a:pt x="335" y="8"/>
                  <a:pt x="327" y="0"/>
                  <a:pt x="317" y="0"/>
                </a:cubicBezTo>
                <a:close/>
                <a:moveTo>
                  <a:pt x="323" y="262"/>
                </a:moveTo>
                <a:cubicBezTo>
                  <a:pt x="323" y="265"/>
                  <a:pt x="320" y="268"/>
                  <a:pt x="317" y="268"/>
                </a:cubicBezTo>
                <a:cubicBezTo>
                  <a:pt x="18" y="268"/>
                  <a:pt x="18" y="268"/>
                  <a:pt x="18" y="268"/>
                </a:cubicBezTo>
                <a:cubicBezTo>
                  <a:pt x="15" y="268"/>
                  <a:pt x="12" y="265"/>
                  <a:pt x="12" y="262"/>
                </a:cubicBezTo>
                <a:cubicBezTo>
                  <a:pt x="12" y="57"/>
                  <a:pt x="12" y="57"/>
                  <a:pt x="12" y="57"/>
                </a:cubicBezTo>
                <a:cubicBezTo>
                  <a:pt x="323" y="57"/>
                  <a:pt x="323" y="57"/>
                  <a:pt x="323" y="57"/>
                </a:cubicBezTo>
                <a:lnTo>
                  <a:pt x="323" y="262"/>
                </a:lnTo>
                <a:close/>
                <a:moveTo>
                  <a:pt x="323" y="45"/>
                </a:moveTo>
                <a:cubicBezTo>
                  <a:pt x="12" y="45"/>
                  <a:pt x="12" y="45"/>
                  <a:pt x="12" y="45"/>
                </a:cubicBezTo>
                <a:cubicBezTo>
                  <a:pt x="12" y="18"/>
                  <a:pt x="12" y="18"/>
                  <a:pt x="12" y="18"/>
                </a:cubicBezTo>
                <a:cubicBezTo>
                  <a:pt x="12" y="15"/>
                  <a:pt x="15" y="12"/>
                  <a:pt x="18" y="12"/>
                </a:cubicBezTo>
                <a:cubicBezTo>
                  <a:pt x="317" y="12"/>
                  <a:pt x="317" y="12"/>
                  <a:pt x="317" y="12"/>
                </a:cubicBezTo>
                <a:cubicBezTo>
                  <a:pt x="320" y="12"/>
                  <a:pt x="323" y="15"/>
                  <a:pt x="323" y="18"/>
                </a:cubicBezTo>
                <a:lnTo>
                  <a:pt x="323" y="45"/>
                </a:lnTo>
                <a:close/>
                <a:moveTo>
                  <a:pt x="29" y="26"/>
                </a:moveTo>
                <a:cubicBezTo>
                  <a:pt x="26" y="26"/>
                  <a:pt x="24" y="28"/>
                  <a:pt x="24" y="30"/>
                </a:cubicBezTo>
                <a:cubicBezTo>
                  <a:pt x="24" y="33"/>
                  <a:pt x="26" y="35"/>
                  <a:pt x="29" y="35"/>
                </a:cubicBezTo>
                <a:cubicBezTo>
                  <a:pt x="31" y="35"/>
                  <a:pt x="34" y="33"/>
                  <a:pt x="34" y="30"/>
                </a:cubicBezTo>
                <a:cubicBezTo>
                  <a:pt x="34" y="28"/>
                  <a:pt x="31" y="26"/>
                  <a:pt x="29" y="26"/>
                </a:cubicBezTo>
                <a:close/>
                <a:moveTo>
                  <a:pt x="52" y="26"/>
                </a:moveTo>
                <a:cubicBezTo>
                  <a:pt x="50" y="26"/>
                  <a:pt x="48" y="28"/>
                  <a:pt x="48" y="30"/>
                </a:cubicBezTo>
                <a:cubicBezTo>
                  <a:pt x="48" y="33"/>
                  <a:pt x="50" y="35"/>
                  <a:pt x="52" y="35"/>
                </a:cubicBezTo>
                <a:cubicBezTo>
                  <a:pt x="55" y="35"/>
                  <a:pt x="57" y="33"/>
                  <a:pt x="57" y="30"/>
                </a:cubicBezTo>
                <a:cubicBezTo>
                  <a:pt x="57" y="28"/>
                  <a:pt x="55" y="26"/>
                  <a:pt x="52" y="26"/>
                </a:cubicBezTo>
                <a:close/>
                <a:moveTo>
                  <a:pt x="73" y="26"/>
                </a:moveTo>
                <a:cubicBezTo>
                  <a:pt x="70" y="26"/>
                  <a:pt x="68" y="28"/>
                  <a:pt x="68" y="30"/>
                </a:cubicBezTo>
                <a:cubicBezTo>
                  <a:pt x="68" y="33"/>
                  <a:pt x="70" y="35"/>
                  <a:pt x="73" y="35"/>
                </a:cubicBezTo>
                <a:cubicBezTo>
                  <a:pt x="76" y="35"/>
                  <a:pt x="78" y="33"/>
                  <a:pt x="78" y="30"/>
                </a:cubicBezTo>
                <a:cubicBezTo>
                  <a:pt x="78" y="28"/>
                  <a:pt x="76" y="26"/>
                  <a:pt x="73" y="26"/>
                </a:cubicBezTo>
                <a:close/>
                <a:moveTo>
                  <a:pt x="25" y="91"/>
                </a:moveTo>
                <a:cubicBezTo>
                  <a:pt x="101" y="91"/>
                  <a:pt x="101" y="91"/>
                  <a:pt x="101" y="91"/>
                </a:cubicBezTo>
                <a:cubicBezTo>
                  <a:pt x="104" y="91"/>
                  <a:pt x="106" y="88"/>
                  <a:pt x="106" y="85"/>
                </a:cubicBezTo>
                <a:cubicBezTo>
                  <a:pt x="106" y="81"/>
                  <a:pt x="104" y="79"/>
                  <a:pt x="101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21" y="79"/>
                  <a:pt x="19" y="81"/>
                  <a:pt x="19" y="85"/>
                </a:cubicBezTo>
                <a:cubicBezTo>
                  <a:pt x="19" y="88"/>
                  <a:pt x="21" y="91"/>
                  <a:pt x="25" y="91"/>
                </a:cubicBezTo>
                <a:close/>
                <a:moveTo>
                  <a:pt x="25" y="113"/>
                </a:moveTo>
                <a:cubicBezTo>
                  <a:pt x="77" y="113"/>
                  <a:pt x="77" y="113"/>
                  <a:pt x="77" y="113"/>
                </a:cubicBezTo>
                <a:cubicBezTo>
                  <a:pt x="81" y="113"/>
                  <a:pt x="83" y="111"/>
                  <a:pt x="83" y="107"/>
                </a:cubicBezTo>
                <a:cubicBezTo>
                  <a:pt x="83" y="104"/>
                  <a:pt x="81" y="101"/>
                  <a:pt x="77" y="101"/>
                </a:cubicBezTo>
                <a:cubicBezTo>
                  <a:pt x="25" y="101"/>
                  <a:pt x="25" y="101"/>
                  <a:pt x="25" y="101"/>
                </a:cubicBezTo>
                <a:cubicBezTo>
                  <a:pt x="21" y="101"/>
                  <a:pt x="19" y="104"/>
                  <a:pt x="19" y="107"/>
                </a:cubicBezTo>
                <a:cubicBezTo>
                  <a:pt x="19" y="111"/>
                  <a:pt x="21" y="113"/>
                  <a:pt x="25" y="113"/>
                </a:cubicBezTo>
                <a:close/>
                <a:moveTo>
                  <a:pt x="141" y="229"/>
                </a:moveTo>
                <a:cubicBezTo>
                  <a:pt x="144" y="229"/>
                  <a:pt x="147" y="226"/>
                  <a:pt x="147" y="223"/>
                </a:cubicBezTo>
                <a:cubicBezTo>
                  <a:pt x="147" y="191"/>
                  <a:pt x="147" y="191"/>
                  <a:pt x="147" y="191"/>
                </a:cubicBezTo>
                <a:cubicBezTo>
                  <a:pt x="147" y="187"/>
                  <a:pt x="144" y="185"/>
                  <a:pt x="141" y="185"/>
                </a:cubicBezTo>
                <a:cubicBezTo>
                  <a:pt x="138" y="185"/>
                  <a:pt x="135" y="187"/>
                  <a:pt x="135" y="191"/>
                </a:cubicBezTo>
                <a:cubicBezTo>
                  <a:pt x="135" y="223"/>
                  <a:pt x="135" y="223"/>
                  <a:pt x="135" y="223"/>
                </a:cubicBezTo>
                <a:cubicBezTo>
                  <a:pt x="135" y="226"/>
                  <a:pt x="138" y="229"/>
                  <a:pt x="141" y="229"/>
                </a:cubicBezTo>
                <a:close/>
                <a:moveTo>
                  <a:pt x="169" y="223"/>
                </a:moveTo>
                <a:cubicBezTo>
                  <a:pt x="169" y="171"/>
                  <a:pt x="169" y="171"/>
                  <a:pt x="169" y="171"/>
                </a:cubicBezTo>
                <a:cubicBezTo>
                  <a:pt x="169" y="167"/>
                  <a:pt x="166" y="165"/>
                  <a:pt x="163" y="165"/>
                </a:cubicBezTo>
                <a:cubicBezTo>
                  <a:pt x="159" y="165"/>
                  <a:pt x="157" y="167"/>
                  <a:pt x="157" y="171"/>
                </a:cubicBezTo>
                <a:cubicBezTo>
                  <a:pt x="157" y="223"/>
                  <a:pt x="157" y="223"/>
                  <a:pt x="157" y="223"/>
                </a:cubicBezTo>
                <a:cubicBezTo>
                  <a:pt x="157" y="226"/>
                  <a:pt x="159" y="229"/>
                  <a:pt x="163" y="229"/>
                </a:cubicBezTo>
                <a:cubicBezTo>
                  <a:pt x="166" y="229"/>
                  <a:pt x="169" y="226"/>
                  <a:pt x="169" y="223"/>
                </a:cubicBezTo>
                <a:close/>
                <a:moveTo>
                  <a:pt x="191" y="223"/>
                </a:moveTo>
                <a:cubicBezTo>
                  <a:pt x="191" y="171"/>
                  <a:pt x="191" y="171"/>
                  <a:pt x="191" y="171"/>
                </a:cubicBezTo>
                <a:cubicBezTo>
                  <a:pt x="191" y="167"/>
                  <a:pt x="188" y="165"/>
                  <a:pt x="185" y="165"/>
                </a:cubicBezTo>
                <a:cubicBezTo>
                  <a:pt x="182" y="165"/>
                  <a:pt x="179" y="167"/>
                  <a:pt x="179" y="171"/>
                </a:cubicBezTo>
                <a:cubicBezTo>
                  <a:pt x="179" y="223"/>
                  <a:pt x="179" y="223"/>
                  <a:pt x="179" y="223"/>
                </a:cubicBezTo>
                <a:cubicBezTo>
                  <a:pt x="179" y="226"/>
                  <a:pt x="182" y="229"/>
                  <a:pt x="185" y="229"/>
                </a:cubicBezTo>
                <a:cubicBezTo>
                  <a:pt x="188" y="229"/>
                  <a:pt x="191" y="226"/>
                  <a:pt x="191" y="223"/>
                </a:cubicBezTo>
                <a:close/>
                <a:moveTo>
                  <a:pt x="213" y="223"/>
                </a:moveTo>
                <a:cubicBezTo>
                  <a:pt x="213" y="184"/>
                  <a:pt x="213" y="184"/>
                  <a:pt x="213" y="184"/>
                </a:cubicBezTo>
                <a:cubicBezTo>
                  <a:pt x="213" y="180"/>
                  <a:pt x="211" y="178"/>
                  <a:pt x="207" y="178"/>
                </a:cubicBezTo>
                <a:cubicBezTo>
                  <a:pt x="204" y="178"/>
                  <a:pt x="201" y="180"/>
                  <a:pt x="201" y="184"/>
                </a:cubicBezTo>
                <a:cubicBezTo>
                  <a:pt x="201" y="223"/>
                  <a:pt x="201" y="223"/>
                  <a:pt x="201" y="223"/>
                </a:cubicBezTo>
                <a:cubicBezTo>
                  <a:pt x="201" y="226"/>
                  <a:pt x="204" y="229"/>
                  <a:pt x="207" y="229"/>
                </a:cubicBezTo>
                <a:cubicBezTo>
                  <a:pt x="211" y="229"/>
                  <a:pt x="213" y="226"/>
                  <a:pt x="213" y="223"/>
                </a:cubicBezTo>
                <a:close/>
                <a:moveTo>
                  <a:pt x="235" y="223"/>
                </a:moveTo>
                <a:cubicBezTo>
                  <a:pt x="235" y="171"/>
                  <a:pt x="235" y="171"/>
                  <a:pt x="235" y="171"/>
                </a:cubicBezTo>
                <a:cubicBezTo>
                  <a:pt x="235" y="167"/>
                  <a:pt x="232" y="165"/>
                  <a:pt x="229" y="165"/>
                </a:cubicBezTo>
                <a:cubicBezTo>
                  <a:pt x="226" y="165"/>
                  <a:pt x="223" y="167"/>
                  <a:pt x="223" y="171"/>
                </a:cubicBezTo>
                <a:cubicBezTo>
                  <a:pt x="223" y="223"/>
                  <a:pt x="223" y="223"/>
                  <a:pt x="223" y="223"/>
                </a:cubicBezTo>
                <a:cubicBezTo>
                  <a:pt x="223" y="226"/>
                  <a:pt x="226" y="229"/>
                  <a:pt x="229" y="229"/>
                </a:cubicBezTo>
                <a:cubicBezTo>
                  <a:pt x="232" y="229"/>
                  <a:pt x="235" y="226"/>
                  <a:pt x="235" y="223"/>
                </a:cubicBezTo>
                <a:close/>
                <a:moveTo>
                  <a:pt x="257" y="223"/>
                </a:moveTo>
                <a:cubicBezTo>
                  <a:pt x="257" y="127"/>
                  <a:pt x="257" y="127"/>
                  <a:pt x="257" y="127"/>
                </a:cubicBezTo>
                <a:cubicBezTo>
                  <a:pt x="257" y="123"/>
                  <a:pt x="255" y="121"/>
                  <a:pt x="251" y="121"/>
                </a:cubicBezTo>
                <a:cubicBezTo>
                  <a:pt x="248" y="121"/>
                  <a:pt x="245" y="123"/>
                  <a:pt x="245" y="127"/>
                </a:cubicBezTo>
                <a:cubicBezTo>
                  <a:pt x="245" y="223"/>
                  <a:pt x="245" y="223"/>
                  <a:pt x="245" y="223"/>
                </a:cubicBezTo>
                <a:cubicBezTo>
                  <a:pt x="245" y="226"/>
                  <a:pt x="248" y="229"/>
                  <a:pt x="251" y="229"/>
                </a:cubicBezTo>
                <a:cubicBezTo>
                  <a:pt x="255" y="229"/>
                  <a:pt x="257" y="226"/>
                  <a:pt x="257" y="223"/>
                </a:cubicBezTo>
                <a:close/>
                <a:moveTo>
                  <a:pt x="279" y="223"/>
                </a:moveTo>
                <a:cubicBezTo>
                  <a:pt x="279" y="135"/>
                  <a:pt x="279" y="135"/>
                  <a:pt x="279" y="135"/>
                </a:cubicBezTo>
                <a:cubicBezTo>
                  <a:pt x="279" y="132"/>
                  <a:pt x="276" y="129"/>
                  <a:pt x="273" y="129"/>
                </a:cubicBezTo>
                <a:cubicBezTo>
                  <a:pt x="270" y="129"/>
                  <a:pt x="267" y="132"/>
                  <a:pt x="267" y="135"/>
                </a:cubicBezTo>
                <a:cubicBezTo>
                  <a:pt x="267" y="223"/>
                  <a:pt x="267" y="223"/>
                  <a:pt x="267" y="223"/>
                </a:cubicBezTo>
                <a:cubicBezTo>
                  <a:pt x="267" y="226"/>
                  <a:pt x="270" y="229"/>
                  <a:pt x="273" y="229"/>
                </a:cubicBezTo>
                <a:cubicBezTo>
                  <a:pt x="276" y="229"/>
                  <a:pt x="279" y="226"/>
                  <a:pt x="279" y="223"/>
                </a:cubicBezTo>
                <a:close/>
                <a:moveTo>
                  <a:pt x="303" y="223"/>
                </a:moveTo>
                <a:cubicBezTo>
                  <a:pt x="303" y="146"/>
                  <a:pt x="303" y="146"/>
                  <a:pt x="303" y="146"/>
                </a:cubicBezTo>
                <a:cubicBezTo>
                  <a:pt x="303" y="143"/>
                  <a:pt x="300" y="140"/>
                  <a:pt x="297" y="140"/>
                </a:cubicBezTo>
                <a:cubicBezTo>
                  <a:pt x="294" y="140"/>
                  <a:pt x="291" y="143"/>
                  <a:pt x="291" y="146"/>
                </a:cubicBezTo>
                <a:cubicBezTo>
                  <a:pt x="291" y="223"/>
                  <a:pt x="291" y="223"/>
                  <a:pt x="291" y="223"/>
                </a:cubicBezTo>
                <a:cubicBezTo>
                  <a:pt x="291" y="226"/>
                  <a:pt x="294" y="229"/>
                  <a:pt x="297" y="229"/>
                </a:cubicBezTo>
                <a:cubicBezTo>
                  <a:pt x="300" y="229"/>
                  <a:pt x="303" y="226"/>
                  <a:pt x="303" y="223"/>
                </a:cubicBezTo>
                <a:close/>
                <a:moveTo>
                  <a:pt x="302" y="235"/>
                </a:moveTo>
                <a:cubicBezTo>
                  <a:pt x="136" y="235"/>
                  <a:pt x="136" y="235"/>
                  <a:pt x="136" y="235"/>
                </a:cubicBezTo>
                <a:cubicBezTo>
                  <a:pt x="133" y="235"/>
                  <a:pt x="130" y="238"/>
                  <a:pt x="130" y="241"/>
                </a:cubicBezTo>
                <a:cubicBezTo>
                  <a:pt x="130" y="244"/>
                  <a:pt x="133" y="247"/>
                  <a:pt x="136" y="247"/>
                </a:cubicBezTo>
                <a:cubicBezTo>
                  <a:pt x="302" y="247"/>
                  <a:pt x="302" y="247"/>
                  <a:pt x="302" y="247"/>
                </a:cubicBezTo>
                <a:cubicBezTo>
                  <a:pt x="305" y="247"/>
                  <a:pt x="308" y="244"/>
                  <a:pt x="308" y="241"/>
                </a:cubicBezTo>
                <a:cubicBezTo>
                  <a:pt x="308" y="238"/>
                  <a:pt x="305" y="235"/>
                  <a:pt x="302" y="235"/>
                </a:cubicBezTo>
                <a:close/>
                <a:moveTo>
                  <a:pt x="68" y="145"/>
                </a:moveTo>
                <a:cubicBezTo>
                  <a:pt x="42" y="145"/>
                  <a:pt x="22" y="166"/>
                  <a:pt x="22" y="191"/>
                </a:cubicBezTo>
                <a:cubicBezTo>
                  <a:pt x="22" y="216"/>
                  <a:pt x="42" y="236"/>
                  <a:pt x="68" y="236"/>
                </a:cubicBezTo>
                <a:cubicBezTo>
                  <a:pt x="93" y="236"/>
                  <a:pt x="113" y="216"/>
                  <a:pt x="113" y="191"/>
                </a:cubicBezTo>
                <a:cubicBezTo>
                  <a:pt x="113" y="166"/>
                  <a:pt x="93" y="145"/>
                  <a:pt x="68" y="145"/>
                </a:cubicBezTo>
                <a:close/>
                <a:moveTo>
                  <a:pt x="68" y="224"/>
                </a:moveTo>
                <a:cubicBezTo>
                  <a:pt x="49" y="224"/>
                  <a:pt x="34" y="209"/>
                  <a:pt x="34" y="191"/>
                </a:cubicBezTo>
                <a:cubicBezTo>
                  <a:pt x="34" y="172"/>
                  <a:pt x="49" y="157"/>
                  <a:pt x="68" y="157"/>
                </a:cubicBezTo>
                <a:cubicBezTo>
                  <a:pt x="86" y="157"/>
                  <a:pt x="101" y="172"/>
                  <a:pt x="101" y="191"/>
                </a:cubicBezTo>
                <a:cubicBezTo>
                  <a:pt x="101" y="209"/>
                  <a:pt x="86" y="224"/>
                  <a:pt x="68" y="224"/>
                </a:cubicBezTo>
                <a:close/>
                <a:moveTo>
                  <a:pt x="124" y="184"/>
                </a:moveTo>
                <a:cubicBezTo>
                  <a:pt x="126" y="184"/>
                  <a:pt x="128" y="184"/>
                  <a:pt x="129" y="183"/>
                </a:cubicBezTo>
                <a:cubicBezTo>
                  <a:pt x="129" y="183"/>
                  <a:pt x="129" y="183"/>
                  <a:pt x="129" y="183"/>
                </a:cubicBezTo>
                <a:cubicBezTo>
                  <a:pt x="167" y="144"/>
                  <a:pt x="167" y="144"/>
                  <a:pt x="167" y="144"/>
                </a:cubicBezTo>
                <a:cubicBezTo>
                  <a:pt x="212" y="162"/>
                  <a:pt x="212" y="162"/>
                  <a:pt x="212" y="162"/>
                </a:cubicBezTo>
                <a:cubicBezTo>
                  <a:pt x="214" y="164"/>
                  <a:pt x="218" y="163"/>
                  <a:pt x="219" y="160"/>
                </a:cubicBezTo>
                <a:cubicBezTo>
                  <a:pt x="253" y="101"/>
                  <a:pt x="253" y="101"/>
                  <a:pt x="253" y="101"/>
                </a:cubicBezTo>
                <a:cubicBezTo>
                  <a:pt x="287" y="129"/>
                  <a:pt x="287" y="129"/>
                  <a:pt x="287" y="129"/>
                </a:cubicBezTo>
                <a:cubicBezTo>
                  <a:pt x="289" y="131"/>
                  <a:pt x="293" y="131"/>
                  <a:pt x="295" y="129"/>
                </a:cubicBezTo>
                <a:cubicBezTo>
                  <a:pt x="314" y="109"/>
                  <a:pt x="314" y="109"/>
                  <a:pt x="314" y="109"/>
                </a:cubicBezTo>
                <a:cubicBezTo>
                  <a:pt x="316" y="107"/>
                  <a:pt x="316" y="103"/>
                  <a:pt x="314" y="101"/>
                </a:cubicBezTo>
                <a:cubicBezTo>
                  <a:pt x="311" y="98"/>
                  <a:pt x="308" y="98"/>
                  <a:pt x="305" y="101"/>
                </a:cubicBezTo>
                <a:cubicBezTo>
                  <a:pt x="290" y="116"/>
                  <a:pt x="290" y="116"/>
                  <a:pt x="290" y="116"/>
                </a:cubicBezTo>
                <a:cubicBezTo>
                  <a:pt x="255" y="87"/>
                  <a:pt x="255" y="87"/>
                  <a:pt x="255" y="87"/>
                </a:cubicBezTo>
                <a:cubicBezTo>
                  <a:pt x="253" y="86"/>
                  <a:pt x="252" y="86"/>
                  <a:pt x="250" y="86"/>
                </a:cubicBezTo>
                <a:cubicBezTo>
                  <a:pt x="248" y="86"/>
                  <a:pt x="247" y="87"/>
                  <a:pt x="246" y="89"/>
                </a:cubicBezTo>
                <a:cubicBezTo>
                  <a:pt x="211" y="149"/>
                  <a:pt x="211" y="149"/>
                  <a:pt x="211" y="149"/>
                </a:cubicBezTo>
                <a:cubicBezTo>
                  <a:pt x="168" y="131"/>
                  <a:pt x="168" y="131"/>
                  <a:pt x="168" y="131"/>
                </a:cubicBezTo>
                <a:cubicBezTo>
                  <a:pt x="166" y="130"/>
                  <a:pt x="163" y="130"/>
                  <a:pt x="162" y="132"/>
                </a:cubicBezTo>
                <a:cubicBezTo>
                  <a:pt x="120" y="174"/>
                  <a:pt x="120" y="174"/>
                  <a:pt x="120" y="174"/>
                </a:cubicBezTo>
                <a:cubicBezTo>
                  <a:pt x="118" y="177"/>
                  <a:pt x="118" y="180"/>
                  <a:pt x="120" y="183"/>
                </a:cubicBezTo>
                <a:cubicBezTo>
                  <a:pt x="121" y="184"/>
                  <a:pt x="123" y="184"/>
                  <a:pt x="124" y="184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6" name="Freeform 16">
            <a:extLst>
              <a:ext uri="{FF2B5EF4-FFF2-40B4-BE49-F238E27FC236}">
                <a16:creationId xmlns:a16="http://schemas.microsoft.com/office/drawing/2014/main" id="{135331BB-367B-4D80-85A5-076095DBA678}"/>
              </a:ext>
            </a:extLst>
          </p:cNvPr>
          <p:cNvSpPr>
            <a:spLocks noEditPoints="1"/>
          </p:cNvSpPr>
          <p:nvPr/>
        </p:nvSpPr>
        <p:spPr bwMode="auto">
          <a:xfrm>
            <a:off x="883975" y="3437202"/>
            <a:ext cx="611366" cy="406110"/>
          </a:xfrm>
          <a:custGeom>
            <a:avLst/>
            <a:gdLst>
              <a:gd name="T0" fmla="*/ 112 w 336"/>
              <a:gd name="T1" fmla="*/ 0 h 223"/>
              <a:gd name="T2" fmla="*/ 112 w 336"/>
              <a:gd name="T3" fmla="*/ 223 h 223"/>
              <a:gd name="T4" fmla="*/ 112 w 336"/>
              <a:gd name="T5" fmla="*/ 211 h 223"/>
              <a:gd name="T6" fmla="*/ 112 w 336"/>
              <a:gd name="T7" fmla="*/ 12 h 223"/>
              <a:gd name="T8" fmla="*/ 112 w 336"/>
              <a:gd name="T9" fmla="*/ 211 h 223"/>
              <a:gd name="T10" fmla="*/ 145 w 336"/>
              <a:gd name="T11" fmla="*/ 41 h 223"/>
              <a:gd name="T12" fmla="*/ 148 w 336"/>
              <a:gd name="T13" fmla="*/ 50 h 223"/>
              <a:gd name="T14" fmla="*/ 118 w 336"/>
              <a:gd name="T15" fmla="*/ 183 h 223"/>
              <a:gd name="T16" fmla="*/ 119 w 336"/>
              <a:gd name="T17" fmla="*/ 195 h 223"/>
              <a:gd name="T18" fmla="*/ 195 w 336"/>
              <a:gd name="T19" fmla="*/ 112 h 223"/>
              <a:gd name="T20" fmla="*/ 79 w 336"/>
              <a:gd name="T21" fmla="*/ 175 h 223"/>
              <a:gd name="T22" fmla="*/ 40 w 336"/>
              <a:gd name="T23" fmla="*/ 112 h 223"/>
              <a:gd name="T24" fmla="*/ 110 w 336"/>
              <a:gd name="T25" fmla="*/ 34 h 223"/>
              <a:gd name="T26" fmla="*/ 28 w 336"/>
              <a:gd name="T27" fmla="*/ 112 h 223"/>
              <a:gd name="T28" fmla="*/ 76 w 336"/>
              <a:gd name="T29" fmla="*/ 187 h 223"/>
              <a:gd name="T30" fmla="*/ 79 w 336"/>
              <a:gd name="T31" fmla="*/ 175 h 223"/>
              <a:gd name="T32" fmla="*/ 185 w 336"/>
              <a:gd name="T33" fmla="*/ 8 h 223"/>
              <a:gd name="T34" fmla="*/ 189 w 336"/>
              <a:gd name="T35" fmla="*/ 19 h 223"/>
              <a:gd name="T36" fmla="*/ 225 w 336"/>
              <a:gd name="T37" fmla="*/ 12 h 223"/>
              <a:gd name="T38" fmla="*/ 225 w 336"/>
              <a:gd name="T39" fmla="*/ 211 h 223"/>
              <a:gd name="T40" fmla="*/ 180 w 336"/>
              <a:gd name="T41" fmla="*/ 207 h 223"/>
              <a:gd name="T42" fmla="*/ 225 w 336"/>
              <a:gd name="T43" fmla="*/ 223 h 223"/>
              <a:gd name="T44" fmla="*/ 225 w 336"/>
              <a:gd name="T45" fmla="*/ 0 h 223"/>
              <a:gd name="T46" fmla="*/ 212 w 336"/>
              <a:gd name="T47" fmla="*/ 182 h 223"/>
              <a:gd name="T48" fmla="*/ 210 w 336"/>
              <a:gd name="T49" fmla="*/ 194 h 223"/>
              <a:gd name="T50" fmla="*/ 309 w 336"/>
              <a:gd name="T51" fmla="*/ 112 h 223"/>
              <a:gd name="T52" fmla="*/ 208 w 336"/>
              <a:gd name="T53" fmla="*/ 30 h 223"/>
              <a:gd name="T54" fmla="*/ 211 w 336"/>
              <a:gd name="T55" fmla="*/ 41 h 223"/>
              <a:gd name="T56" fmla="*/ 297 w 336"/>
              <a:gd name="T57" fmla="*/ 112 h 223"/>
              <a:gd name="T58" fmla="*/ 157 w 336"/>
              <a:gd name="T59" fmla="*/ 88 h 223"/>
              <a:gd name="T60" fmla="*/ 108 w 336"/>
              <a:gd name="T61" fmla="*/ 154 h 223"/>
              <a:gd name="T62" fmla="*/ 112 w 336"/>
              <a:gd name="T63" fmla="*/ 125 h 223"/>
              <a:gd name="T64" fmla="*/ 83 w 336"/>
              <a:gd name="T65" fmla="*/ 123 h 223"/>
              <a:gd name="T66" fmla="*/ 112 w 336"/>
              <a:gd name="T67" fmla="*/ 99 h 223"/>
              <a:gd name="T68" fmla="*/ 123 w 336"/>
              <a:gd name="T69" fmla="*/ 101 h 223"/>
              <a:gd name="T70" fmla="*/ 133 w 336"/>
              <a:gd name="T71" fmla="*/ 43 h 223"/>
              <a:gd name="T72" fmla="*/ 122 w 336"/>
              <a:gd name="T73" fmla="*/ 39 h 223"/>
              <a:gd name="T74" fmla="*/ 67 w 336"/>
              <a:gd name="T75" fmla="*/ 132 h 223"/>
              <a:gd name="T76" fmla="*/ 100 w 336"/>
              <a:gd name="T77" fmla="*/ 135 h 223"/>
              <a:gd name="T78" fmla="*/ 93 w 336"/>
              <a:gd name="T79" fmla="*/ 191 h 223"/>
              <a:gd name="T80" fmla="*/ 100 w 336"/>
              <a:gd name="T81" fmla="*/ 188 h 223"/>
              <a:gd name="T82" fmla="*/ 157 w 336"/>
              <a:gd name="T83" fmla="*/ 88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36" h="223">
                <a:moveTo>
                  <a:pt x="223" y="112"/>
                </a:moveTo>
                <a:cubicBezTo>
                  <a:pt x="223" y="50"/>
                  <a:pt x="173" y="0"/>
                  <a:pt x="112" y="0"/>
                </a:cubicBezTo>
                <a:cubicBezTo>
                  <a:pt x="50" y="0"/>
                  <a:pt x="1" y="50"/>
                  <a:pt x="0" y="112"/>
                </a:cubicBezTo>
                <a:cubicBezTo>
                  <a:pt x="1" y="173"/>
                  <a:pt x="50" y="223"/>
                  <a:pt x="112" y="223"/>
                </a:cubicBezTo>
                <a:cubicBezTo>
                  <a:pt x="173" y="223"/>
                  <a:pt x="223" y="173"/>
                  <a:pt x="223" y="112"/>
                </a:cubicBezTo>
                <a:close/>
                <a:moveTo>
                  <a:pt x="112" y="211"/>
                </a:moveTo>
                <a:cubicBezTo>
                  <a:pt x="57" y="211"/>
                  <a:pt x="13" y="166"/>
                  <a:pt x="12" y="112"/>
                </a:cubicBezTo>
                <a:cubicBezTo>
                  <a:pt x="13" y="57"/>
                  <a:pt x="57" y="12"/>
                  <a:pt x="112" y="12"/>
                </a:cubicBezTo>
                <a:cubicBezTo>
                  <a:pt x="166" y="12"/>
                  <a:pt x="211" y="57"/>
                  <a:pt x="211" y="112"/>
                </a:cubicBezTo>
                <a:cubicBezTo>
                  <a:pt x="211" y="166"/>
                  <a:pt x="166" y="211"/>
                  <a:pt x="112" y="211"/>
                </a:cubicBezTo>
                <a:close/>
                <a:moveTo>
                  <a:pt x="154" y="39"/>
                </a:moveTo>
                <a:cubicBezTo>
                  <a:pt x="151" y="37"/>
                  <a:pt x="147" y="38"/>
                  <a:pt x="145" y="41"/>
                </a:cubicBezTo>
                <a:cubicBezTo>
                  <a:pt x="144" y="44"/>
                  <a:pt x="145" y="48"/>
                  <a:pt x="148" y="50"/>
                </a:cubicBezTo>
                <a:cubicBezTo>
                  <a:pt x="148" y="50"/>
                  <a:pt x="148" y="50"/>
                  <a:pt x="148" y="50"/>
                </a:cubicBezTo>
                <a:cubicBezTo>
                  <a:pt x="169" y="62"/>
                  <a:pt x="183" y="85"/>
                  <a:pt x="183" y="112"/>
                </a:cubicBezTo>
                <a:cubicBezTo>
                  <a:pt x="183" y="149"/>
                  <a:pt x="155" y="180"/>
                  <a:pt x="118" y="183"/>
                </a:cubicBezTo>
                <a:cubicBezTo>
                  <a:pt x="115" y="183"/>
                  <a:pt x="112" y="186"/>
                  <a:pt x="113" y="189"/>
                </a:cubicBezTo>
                <a:cubicBezTo>
                  <a:pt x="113" y="193"/>
                  <a:pt x="115" y="195"/>
                  <a:pt x="119" y="195"/>
                </a:cubicBezTo>
                <a:cubicBezTo>
                  <a:pt x="119" y="195"/>
                  <a:pt x="119" y="195"/>
                  <a:pt x="119" y="195"/>
                </a:cubicBezTo>
                <a:cubicBezTo>
                  <a:pt x="162" y="191"/>
                  <a:pt x="195" y="155"/>
                  <a:pt x="195" y="112"/>
                </a:cubicBezTo>
                <a:cubicBezTo>
                  <a:pt x="195" y="81"/>
                  <a:pt x="179" y="54"/>
                  <a:pt x="154" y="39"/>
                </a:cubicBezTo>
                <a:close/>
                <a:moveTo>
                  <a:pt x="79" y="175"/>
                </a:moveTo>
                <a:cubicBezTo>
                  <a:pt x="79" y="175"/>
                  <a:pt x="79" y="175"/>
                  <a:pt x="79" y="175"/>
                </a:cubicBezTo>
                <a:cubicBezTo>
                  <a:pt x="56" y="163"/>
                  <a:pt x="40" y="139"/>
                  <a:pt x="40" y="112"/>
                </a:cubicBezTo>
                <a:cubicBezTo>
                  <a:pt x="40" y="74"/>
                  <a:pt x="68" y="44"/>
                  <a:pt x="104" y="40"/>
                </a:cubicBezTo>
                <a:cubicBezTo>
                  <a:pt x="108" y="40"/>
                  <a:pt x="110" y="37"/>
                  <a:pt x="110" y="34"/>
                </a:cubicBezTo>
                <a:cubicBezTo>
                  <a:pt x="109" y="30"/>
                  <a:pt x="106" y="28"/>
                  <a:pt x="103" y="28"/>
                </a:cubicBezTo>
                <a:cubicBezTo>
                  <a:pt x="61" y="33"/>
                  <a:pt x="28" y="68"/>
                  <a:pt x="28" y="112"/>
                </a:cubicBezTo>
                <a:cubicBezTo>
                  <a:pt x="28" y="144"/>
                  <a:pt x="46" y="172"/>
                  <a:pt x="74" y="186"/>
                </a:cubicBezTo>
                <a:cubicBezTo>
                  <a:pt x="74" y="186"/>
                  <a:pt x="75" y="187"/>
                  <a:pt x="76" y="187"/>
                </a:cubicBezTo>
                <a:cubicBezTo>
                  <a:pt x="78" y="187"/>
                  <a:pt x="81" y="185"/>
                  <a:pt x="82" y="183"/>
                </a:cubicBezTo>
                <a:cubicBezTo>
                  <a:pt x="83" y="180"/>
                  <a:pt x="82" y="177"/>
                  <a:pt x="79" y="175"/>
                </a:cubicBezTo>
                <a:close/>
                <a:moveTo>
                  <a:pt x="225" y="0"/>
                </a:moveTo>
                <a:cubicBezTo>
                  <a:pt x="211" y="0"/>
                  <a:pt x="197" y="3"/>
                  <a:pt x="185" y="8"/>
                </a:cubicBezTo>
                <a:cubicBezTo>
                  <a:pt x="182" y="9"/>
                  <a:pt x="180" y="13"/>
                  <a:pt x="181" y="16"/>
                </a:cubicBezTo>
                <a:cubicBezTo>
                  <a:pt x="182" y="19"/>
                  <a:pt x="186" y="20"/>
                  <a:pt x="189" y="19"/>
                </a:cubicBezTo>
                <a:cubicBezTo>
                  <a:pt x="189" y="19"/>
                  <a:pt x="189" y="19"/>
                  <a:pt x="189" y="19"/>
                </a:cubicBezTo>
                <a:cubicBezTo>
                  <a:pt x="200" y="15"/>
                  <a:pt x="212" y="12"/>
                  <a:pt x="225" y="12"/>
                </a:cubicBezTo>
                <a:cubicBezTo>
                  <a:pt x="280" y="12"/>
                  <a:pt x="324" y="57"/>
                  <a:pt x="324" y="112"/>
                </a:cubicBezTo>
                <a:cubicBezTo>
                  <a:pt x="324" y="166"/>
                  <a:pt x="280" y="211"/>
                  <a:pt x="225" y="211"/>
                </a:cubicBezTo>
                <a:cubicBezTo>
                  <a:pt x="212" y="211"/>
                  <a:pt x="199" y="208"/>
                  <a:pt x="188" y="203"/>
                </a:cubicBezTo>
                <a:cubicBezTo>
                  <a:pt x="185" y="202"/>
                  <a:pt x="181" y="204"/>
                  <a:pt x="180" y="207"/>
                </a:cubicBezTo>
                <a:cubicBezTo>
                  <a:pt x="179" y="210"/>
                  <a:pt x="180" y="213"/>
                  <a:pt x="183" y="214"/>
                </a:cubicBezTo>
                <a:cubicBezTo>
                  <a:pt x="196" y="220"/>
                  <a:pt x="210" y="223"/>
                  <a:pt x="225" y="223"/>
                </a:cubicBezTo>
                <a:cubicBezTo>
                  <a:pt x="287" y="223"/>
                  <a:pt x="336" y="173"/>
                  <a:pt x="336" y="112"/>
                </a:cubicBezTo>
                <a:cubicBezTo>
                  <a:pt x="336" y="50"/>
                  <a:pt x="287" y="0"/>
                  <a:pt x="225" y="0"/>
                </a:cubicBezTo>
                <a:close/>
                <a:moveTo>
                  <a:pt x="225" y="183"/>
                </a:moveTo>
                <a:cubicBezTo>
                  <a:pt x="221" y="183"/>
                  <a:pt x="216" y="183"/>
                  <a:pt x="212" y="182"/>
                </a:cubicBezTo>
                <a:cubicBezTo>
                  <a:pt x="209" y="181"/>
                  <a:pt x="206" y="184"/>
                  <a:pt x="205" y="187"/>
                </a:cubicBezTo>
                <a:cubicBezTo>
                  <a:pt x="205" y="190"/>
                  <a:pt x="207" y="193"/>
                  <a:pt x="210" y="194"/>
                </a:cubicBezTo>
                <a:cubicBezTo>
                  <a:pt x="215" y="195"/>
                  <a:pt x="220" y="195"/>
                  <a:pt x="225" y="195"/>
                </a:cubicBezTo>
                <a:cubicBezTo>
                  <a:pt x="271" y="195"/>
                  <a:pt x="309" y="158"/>
                  <a:pt x="309" y="112"/>
                </a:cubicBezTo>
                <a:cubicBezTo>
                  <a:pt x="309" y="65"/>
                  <a:pt x="271" y="28"/>
                  <a:pt x="225" y="28"/>
                </a:cubicBezTo>
                <a:cubicBezTo>
                  <a:pt x="219" y="28"/>
                  <a:pt x="214" y="28"/>
                  <a:pt x="208" y="30"/>
                </a:cubicBezTo>
                <a:cubicBezTo>
                  <a:pt x="205" y="30"/>
                  <a:pt x="203" y="33"/>
                  <a:pt x="204" y="37"/>
                </a:cubicBezTo>
                <a:cubicBezTo>
                  <a:pt x="204" y="40"/>
                  <a:pt x="207" y="42"/>
                  <a:pt x="211" y="41"/>
                </a:cubicBezTo>
                <a:cubicBezTo>
                  <a:pt x="215" y="40"/>
                  <a:pt x="220" y="40"/>
                  <a:pt x="225" y="40"/>
                </a:cubicBezTo>
                <a:cubicBezTo>
                  <a:pt x="265" y="40"/>
                  <a:pt x="297" y="72"/>
                  <a:pt x="297" y="112"/>
                </a:cubicBezTo>
                <a:cubicBezTo>
                  <a:pt x="297" y="151"/>
                  <a:pt x="265" y="183"/>
                  <a:pt x="225" y="183"/>
                </a:cubicBezTo>
                <a:close/>
                <a:moveTo>
                  <a:pt x="157" y="88"/>
                </a:moveTo>
                <a:cubicBezTo>
                  <a:pt x="154" y="86"/>
                  <a:pt x="150" y="87"/>
                  <a:pt x="148" y="90"/>
                </a:cubicBezTo>
                <a:cubicBezTo>
                  <a:pt x="108" y="154"/>
                  <a:pt x="108" y="154"/>
                  <a:pt x="108" y="154"/>
                </a:cubicBezTo>
                <a:cubicBezTo>
                  <a:pt x="113" y="130"/>
                  <a:pt x="113" y="130"/>
                  <a:pt x="113" y="130"/>
                </a:cubicBezTo>
                <a:cubicBezTo>
                  <a:pt x="113" y="129"/>
                  <a:pt x="113" y="127"/>
                  <a:pt x="112" y="125"/>
                </a:cubicBezTo>
                <a:cubicBezTo>
                  <a:pt x="111" y="124"/>
                  <a:pt x="109" y="123"/>
                  <a:pt x="107" y="123"/>
                </a:cubicBezTo>
                <a:cubicBezTo>
                  <a:pt x="83" y="123"/>
                  <a:pt x="83" y="123"/>
                  <a:pt x="83" y="123"/>
                </a:cubicBezTo>
                <a:cubicBezTo>
                  <a:pt x="117" y="71"/>
                  <a:pt x="117" y="71"/>
                  <a:pt x="117" y="71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1" y="102"/>
                  <a:pt x="113" y="106"/>
                  <a:pt x="116" y="106"/>
                </a:cubicBezTo>
                <a:cubicBezTo>
                  <a:pt x="120" y="107"/>
                  <a:pt x="123" y="104"/>
                  <a:pt x="123" y="101"/>
                </a:cubicBezTo>
                <a:cubicBezTo>
                  <a:pt x="123" y="101"/>
                  <a:pt x="123" y="101"/>
                  <a:pt x="123" y="101"/>
                </a:cubicBezTo>
                <a:cubicBezTo>
                  <a:pt x="133" y="43"/>
                  <a:pt x="133" y="43"/>
                  <a:pt x="133" y="43"/>
                </a:cubicBezTo>
                <a:cubicBezTo>
                  <a:pt x="134" y="40"/>
                  <a:pt x="132" y="38"/>
                  <a:pt x="130" y="37"/>
                </a:cubicBezTo>
                <a:cubicBezTo>
                  <a:pt x="127" y="36"/>
                  <a:pt x="124" y="37"/>
                  <a:pt x="122" y="39"/>
                </a:cubicBezTo>
                <a:cubicBezTo>
                  <a:pt x="67" y="126"/>
                  <a:pt x="67" y="126"/>
                  <a:pt x="67" y="126"/>
                </a:cubicBezTo>
                <a:cubicBezTo>
                  <a:pt x="66" y="128"/>
                  <a:pt x="66" y="130"/>
                  <a:pt x="67" y="132"/>
                </a:cubicBezTo>
                <a:cubicBezTo>
                  <a:pt x="68" y="134"/>
                  <a:pt x="70" y="135"/>
                  <a:pt x="72" y="135"/>
                </a:cubicBezTo>
                <a:cubicBezTo>
                  <a:pt x="100" y="135"/>
                  <a:pt x="100" y="135"/>
                  <a:pt x="100" y="135"/>
                </a:cubicBezTo>
                <a:cubicBezTo>
                  <a:pt x="89" y="184"/>
                  <a:pt x="89" y="184"/>
                  <a:pt x="89" y="184"/>
                </a:cubicBezTo>
                <a:cubicBezTo>
                  <a:pt x="89" y="187"/>
                  <a:pt x="90" y="190"/>
                  <a:pt x="93" y="191"/>
                </a:cubicBezTo>
                <a:cubicBezTo>
                  <a:pt x="93" y="191"/>
                  <a:pt x="94" y="191"/>
                  <a:pt x="95" y="191"/>
                </a:cubicBezTo>
                <a:cubicBezTo>
                  <a:pt x="97" y="191"/>
                  <a:pt x="99" y="190"/>
                  <a:pt x="100" y="188"/>
                </a:cubicBezTo>
                <a:cubicBezTo>
                  <a:pt x="159" y="96"/>
                  <a:pt x="159" y="96"/>
                  <a:pt x="159" y="96"/>
                </a:cubicBezTo>
                <a:cubicBezTo>
                  <a:pt x="160" y="94"/>
                  <a:pt x="160" y="90"/>
                  <a:pt x="157" y="88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7" name="Freeform 6">
            <a:extLst>
              <a:ext uri="{FF2B5EF4-FFF2-40B4-BE49-F238E27FC236}">
                <a16:creationId xmlns:a16="http://schemas.microsoft.com/office/drawing/2014/main" id="{02E06164-D35D-4574-8221-2CA68057E6AB}"/>
              </a:ext>
            </a:extLst>
          </p:cNvPr>
          <p:cNvSpPr>
            <a:spLocks noEditPoints="1"/>
          </p:cNvSpPr>
          <p:nvPr/>
        </p:nvSpPr>
        <p:spPr bwMode="auto">
          <a:xfrm>
            <a:off x="7854367" y="3330196"/>
            <a:ext cx="1019172" cy="1014664"/>
          </a:xfrm>
          <a:custGeom>
            <a:avLst/>
            <a:gdLst>
              <a:gd name="T0" fmla="*/ 53 w 340"/>
              <a:gd name="T1" fmla="*/ 150 h 337"/>
              <a:gd name="T2" fmla="*/ 53 w 340"/>
              <a:gd name="T3" fmla="*/ 132 h 337"/>
              <a:gd name="T4" fmla="*/ 113 w 340"/>
              <a:gd name="T5" fmla="*/ 144 h 337"/>
              <a:gd name="T6" fmla="*/ 125 w 340"/>
              <a:gd name="T7" fmla="*/ 91 h 337"/>
              <a:gd name="T8" fmla="*/ 179 w 340"/>
              <a:gd name="T9" fmla="*/ 125 h 337"/>
              <a:gd name="T10" fmla="*/ 191 w 340"/>
              <a:gd name="T11" fmla="*/ 144 h 337"/>
              <a:gd name="T12" fmla="*/ 179 w 340"/>
              <a:gd name="T13" fmla="*/ 125 h 337"/>
              <a:gd name="T14" fmla="*/ 251 w 340"/>
              <a:gd name="T15" fmla="*/ 150 h 337"/>
              <a:gd name="T16" fmla="*/ 251 w 340"/>
              <a:gd name="T17" fmla="*/ 96 h 337"/>
              <a:gd name="T18" fmla="*/ 313 w 340"/>
              <a:gd name="T19" fmla="*/ 144 h 337"/>
              <a:gd name="T20" fmla="*/ 325 w 340"/>
              <a:gd name="T21" fmla="*/ 46 h 337"/>
              <a:gd name="T22" fmla="*/ 334 w 340"/>
              <a:gd name="T23" fmla="*/ 155 h 337"/>
              <a:gd name="T24" fmla="*/ 48 w 340"/>
              <a:gd name="T25" fmla="*/ 167 h 337"/>
              <a:gd name="T26" fmla="*/ 334 w 340"/>
              <a:gd name="T27" fmla="*/ 155 h 337"/>
              <a:gd name="T28" fmla="*/ 173 w 340"/>
              <a:gd name="T29" fmla="*/ 83 h 337"/>
              <a:gd name="T30" fmla="*/ 118 w 340"/>
              <a:gd name="T31" fmla="*/ 45 h 337"/>
              <a:gd name="T32" fmla="*/ 62 w 340"/>
              <a:gd name="T33" fmla="*/ 93 h 337"/>
              <a:gd name="T34" fmla="*/ 52 w 340"/>
              <a:gd name="T35" fmla="*/ 126 h 337"/>
              <a:gd name="T36" fmla="*/ 108 w 340"/>
              <a:gd name="T37" fmla="*/ 77 h 337"/>
              <a:gd name="T38" fmla="*/ 168 w 340"/>
              <a:gd name="T39" fmla="*/ 93 h 337"/>
              <a:gd name="T40" fmla="*/ 204 w 340"/>
              <a:gd name="T41" fmla="*/ 97 h 337"/>
              <a:gd name="T42" fmla="*/ 269 w 340"/>
              <a:gd name="T43" fmla="*/ 73 h 337"/>
              <a:gd name="T44" fmla="*/ 318 w 340"/>
              <a:gd name="T45" fmla="*/ 36 h 337"/>
              <a:gd name="T46" fmla="*/ 300 w 340"/>
              <a:gd name="T47" fmla="*/ 18 h 337"/>
              <a:gd name="T48" fmla="*/ 251 w 340"/>
              <a:gd name="T49" fmla="*/ 55 h 337"/>
              <a:gd name="T50" fmla="*/ 52 w 340"/>
              <a:gd name="T51" fmla="*/ 114 h 337"/>
              <a:gd name="T52" fmla="*/ 58 w 340"/>
              <a:gd name="T53" fmla="*/ 108 h 337"/>
              <a:gd name="T54" fmla="*/ 112 w 340"/>
              <a:gd name="T55" fmla="*/ 63 h 337"/>
              <a:gd name="T56" fmla="*/ 118 w 340"/>
              <a:gd name="T57" fmla="*/ 69 h 337"/>
              <a:gd name="T58" fmla="*/ 186 w 340"/>
              <a:gd name="T59" fmla="*/ 90 h 337"/>
              <a:gd name="T60" fmla="*/ 318 w 340"/>
              <a:gd name="T61" fmla="*/ 12 h 337"/>
              <a:gd name="T62" fmla="*/ 312 w 340"/>
              <a:gd name="T63" fmla="*/ 18 h 337"/>
              <a:gd name="T64" fmla="*/ 257 w 340"/>
              <a:gd name="T65" fmla="*/ 73 h 337"/>
              <a:gd name="T66" fmla="*/ 251 w 340"/>
              <a:gd name="T67" fmla="*/ 67 h 337"/>
              <a:gd name="T68" fmla="*/ 131 w 340"/>
              <a:gd name="T69" fmla="*/ 228 h 337"/>
              <a:gd name="T70" fmla="*/ 133 w 340"/>
              <a:gd name="T71" fmla="*/ 240 h 337"/>
              <a:gd name="T72" fmla="*/ 219 w 340"/>
              <a:gd name="T73" fmla="*/ 180 h 337"/>
              <a:gd name="T74" fmla="*/ 282 w 340"/>
              <a:gd name="T75" fmla="*/ 244 h 337"/>
              <a:gd name="T76" fmla="*/ 256 w 340"/>
              <a:gd name="T77" fmla="*/ 246 h 337"/>
              <a:gd name="T78" fmla="*/ 256 w 340"/>
              <a:gd name="T79" fmla="*/ 177 h 337"/>
              <a:gd name="T80" fmla="*/ 12 w 340"/>
              <a:gd name="T81" fmla="*/ 135 h 337"/>
              <a:gd name="T82" fmla="*/ 233 w 340"/>
              <a:gd name="T83" fmla="*/ 53 h 337"/>
              <a:gd name="T84" fmla="*/ 0 w 340"/>
              <a:gd name="T85" fmla="*/ 135 h 337"/>
              <a:gd name="T86" fmla="*/ 248 w 340"/>
              <a:gd name="T87" fmla="*/ 255 h 337"/>
              <a:gd name="T88" fmla="*/ 245 w 340"/>
              <a:gd name="T89" fmla="*/ 281 h 337"/>
              <a:gd name="T90" fmla="*/ 307 w 340"/>
              <a:gd name="T91" fmla="*/ 337 h 337"/>
              <a:gd name="T92" fmla="*/ 321 w 340"/>
              <a:gd name="T93" fmla="*/ 331 h 337"/>
              <a:gd name="T94" fmla="*/ 334 w 340"/>
              <a:gd name="T95" fmla="*/ 295 h 337"/>
              <a:gd name="T96" fmla="*/ 313 w 340"/>
              <a:gd name="T97" fmla="*/ 322 h 337"/>
              <a:gd name="T98" fmla="*/ 253 w 340"/>
              <a:gd name="T99" fmla="*/ 272 h 337"/>
              <a:gd name="T100" fmla="*/ 265 w 340"/>
              <a:gd name="T101" fmla="*/ 254 h 337"/>
              <a:gd name="T102" fmla="*/ 274 w 340"/>
              <a:gd name="T103" fmla="*/ 252 h 337"/>
              <a:gd name="T104" fmla="*/ 323 w 340"/>
              <a:gd name="T105" fmla="*/ 312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40" h="337">
                <a:moveTo>
                  <a:pt x="46" y="138"/>
                </a:moveTo>
                <a:cubicBezTo>
                  <a:pt x="46" y="144"/>
                  <a:pt x="46" y="144"/>
                  <a:pt x="46" y="144"/>
                </a:cubicBezTo>
                <a:cubicBezTo>
                  <a:pt x="46" y="148"/>
                  <a:pt x="49" y="150"/>
                  <a:pt x="53" y="150"/>
                </a:cubicBezTo>
                <a:cubicBezTo>
                  <a:pt x="56" y="150"/>
                  <a:pt x="59" y="148"/>
                  <a:pt x="59" y="144"/>
                </a:cubicBezTo>
                <a:cubicBezTo>
                  <a:pt x="59" y="138"/>
                  <a:pt x="59" y="138"/>
                  <a:pt x="59" y="138"/>
                </a:cubicBezTo>
                <a:cubicBezTo>
                  <a:pt x="59" y="134"/>
                  <a:pt x="56" y="132"/>
                  <a:pt x="53" y="132"/>
                </a:cubicBezTo>
                <a:cubicBezTo>
                  <a:pt x="49" y="132"/>
                  <a:pt x="46" y="134"/>
                  <a:pt x="46" y="138"/>
                </a:cubicBezTo>
                <a:close/>
                <a:moveTo>
                  <a:pt x="113" y="91"/>
                </a:moveTo>
                <a:cubicBezTo>
                  <a:pt x="113" y="144"/>
                  <a:pt x="113" y="144"/>
                  <a:pt x="113" y="144"/>
                </a:cubicBezTo>
                <a:cubicBezTo>
                  <a:pt x="113" y="148"/>
                  <a:pt x="116" y="150"/>
                  <a:pt x="119" y="150"/>
                </a:cubicBezTo>
                <a:cubicBezTo>
                  <a:pt x="122" y="150"/>
                  <a:pt x="125" y="148"/>
                  <a:pt x="125" y="144"/>
                </a:cubicBezTo>
                <a:cubicBezTo>
                  <a:pt x="125" y="91"/>
                  <a:pt x="125" y="91"/>
                  <a:pt x="125" y="91"/>
                </a:cubicBezTo>
                <a:cubicBezTo>
                  <a:pt x="125" y="88"/>
                  <a:pt x="122" y="85"/>
                  <a:pt x="119" y="85"/>
                </a:cubicBezTo>
                <a:cubicBezTo>
                  <a:pt x="116" y="85"/>
                  <a:pt x="113" y="88"/>
                  <a:pt x="113" y="91"/>
                </a:cubicBezTo>
                <a:close/>
                <a:moveTo>
                  <a:pt x="179" y="125"/>
                </a:moveTo>
                <a:cubicBezTo>
                  <a:pt x="179" y="144"/>
                  <a:pt x="179" y="144"/>
                  <a:pt x="179" y="144"/>
                </a:cubicBezTo>
                <a:cubicBezTo>
                  <a:pt x="179" y="148"/>
                  <a:pt x="182" y="150"/>
                  <a:pt x="185" y="150"/>
                </a:cubicBezTo>
                <a:cubicBezTo>
                  <a:pt x="188" y="150"/>
                  <a:pt x="191" y="148"/>
                  <a:pt x="191" y="144"/>
                </a:cubicBezTo>
                <a:cubicBezTo>
                  <a:pt x="191" y="125"/>
                  <a:pt x="191" y="125"/>
                  <a:pt x="191" y="125"/>
                </a:cubicBezTo>
                <a:cubicBezTo>
                  <a:pt x="191" y="121"/>
                  <a:pt x="188" y="119"/>
                  <a:pt x="185" y="119"/>
                </a:cubicBezTo>
                <a:cubicBezTo>
                  <a:pt x="182" y="119"/>
                  <a:pt x="179" y="121"/>
                  <a:pt x="179" y="125"/>
                </a:cubicBezTo>
                <a:close/>
                <a:moveTo>
                  <a:pt x="245" y="102"/>
                </a:moveTo>
                <a:cubicBezTo>
                  <a:pt x="245" y="144"/>
                  <a:pt x="245" y="144"/>
                  <a:pt x="245" y="144"/>
                </a:cubicBezTo>
                <a:cubicBezTo>
                  <a:pt x="245" y="148"/>
                  <a:pt x="248" y="150"/>
                  <a:pt x="251" y="150"/>
                </a:cubicBezTo>
                <a:cubicBezTo>
                  <a:pt x="254" y="150"/>
                  <a:pt x="257" y="148"/>
                  <a:pt x="257" y="144"/>
                </a:cubicBezTo>
                <a:cubicBezTo>
                  <a:pt x="257" y="102"/>
                  <a:pt x="257" y="102"/>
                  <a:pt x="257" y="102"/>
                </a:cubicBezTo>
                <a:cubicBezTo>
                  <a:pt x="257" y="98"/>
                  <a:pt x="254" y="96"/>
                  <a:pt x="251" y="96"/>
                </a:cubicBezTo>
                <a:cubicBezTo>
                  <a:pt x="248" y="96"/>
                  <a:pt x="245" y="98"/>
                  <a:pt x="245" y="102"/>
                </a:cubicBezTo>
                <a:close/>
                <a:moveTo>
                  <a:pt x="313" y="46"/>
                </a:moveTo>
                <a:cubicBezTo>
                  <a:pt x="313" y="144"/>
                  <a:pt x="313" y="144"/>
                  <a:pt x="313" y="144"/>
                </a:cubicBezTo>
                <a:cubicBezTo>
                  <a:pt x="313" y="148"/>
                  <a:pt x="316" y="150"/>
                  <a:pt x="319" y="150"/>
                </a:cubicBezTo>
                <a:cubicBezTo>
                  <a:pt x="322" y="150"/>
                  <a:pt x="325" y="148"/>
                  <a:pt x="325" y="144"/>
                </a:cubicBezTo>
                <a:cubicBezTo>
                  <a:pt x="325" y="46"/>
                  <a:pt x="325" y="46"/>
                  <a:pt x="325" y="46"/>
                </a:cubicBezTo>
                <a:cubicBezTo>
                  <a:pt x="325" y="43"/>
                  <a:pt x="322" y="40"/>
                  <a:pt x="319" y="40"/>
                </a:cubicBezTo>
                <a:cubicBezTo>
                  <a:pt x="316" y="40"/>
                  <a:pt x="313" y="43"/>
                  <a:pt x="313" y="46"/>
                </a:cubicBezTo>
                <a:close/>
                <a:moveTo>
                  <a:pt x="334" y="155"/>
                </a:moveTo>
                <a:cubicBezTo>
                  <a:pt x="48" y="155"/>
                  <a:pt x="48" y="155"/>
                  <a:pt x="48" y="155"/>
                </a:cubicBezTo>
                <a:cubicBezTo>
                  <a:pt x="44" y="155"/>
                  <a:pt x="42" y="158"/>
                  <a:pt x="42" y="161"/>
                </a:cubicBezTo>
                <a:cubicBezTo>
                  <a:pt x="42" y="164"/>
                  <a:pt x="44" y="167"/>
                  <a:pt x="48" y="167"/>
                </a:cubicBezTo>
                <a:cubicBezTo>
                  <a:pt x="334" y="167"/>
                  <a:pt x="334" y="167"/>
                  <a:pt x="334" y="167"/>
                </a:cubicBezTo>
                <a:cubicBezTo>
                  <a:pt x="338" y="167"/>
                  <a:pt x="340" y="164"/>
                  <a:pt x="340" y="161"/>
                </a:cubicBezTo>
                <a:cubicBezTo>
                  <a:pt x="340" y="158"/>
                  <a:pt x="338" y="155"/>
                  <a:pt x="334" y="155"/>
                </a:cubicBezTo>
                <a:close/>
                <a:moveTo>
                  <a:pt x="200" y="85"/>
                </a:moveTo>
                <a:cubicBezTo>
                  <a:pt x="197" y="81"/>
                  <a:pt x="192" y="78"/>
                  <a:pt x="186" y="78"/>
                </a:cubicBezTo>
                <a:cubicBezTo>
                  <a:pt x="181" y="78"/>
                  <a:pt x="177" y="80"/>
                  <a:pt x="173" y="83"/>
                </a:cubicBezTo>
                <a:cubicBezTo>
                  <a:pt x="136" y="64"/>
                  <a:pt x="136" y="64"/>
                  <a:pt x="136" y="64"/>
                </a:cubicBezTo>
                <a:cubicBezTo>
                  <a:pt x="136" y="63"/>
                  <a:pt x="136" y="63"/>
                  <a:pt x="136" y="63"/>
                </a:cubicBezTo>
                <a:cubicBezTo>
                  <a:pt x="136" y="53"/>
                  <a:pt x="128" y="45"/>
                  <a:pt x="118" y="45"/>
                </a:cubicBezTo>
                <a:cubicBezTo>
                  <a:pt x="108" y="45"/>
                  <a:pt x="100" y="53"/>
                  <a:pt x="100" y="63"/>
                </a:cubicBezTo>
                <a:cubicBezTo>
                  <a:pt x="100" y="64"/>
                  <a:pt x="101" y="66"/>
                  <a:pt x="101" y="67"/>
                </a:cubicBezTo>
                <a:cubicBezTo>
                  <a:pt x="62" y="93"/>
                  <a:pt x="62" y="93"/>
                  <a:pt x="62" y="93"/>
                </a:cubicBezTo>
                <a:cubicBezTo>
                  <a:pt x="59" y="91"/>
                  <a:pt x="56" y="90"/>
                  <a:pt x="52" y="90"/>
                </a:cubicBezTo>
                <a:cubicBezTo>
                  <a:pt x="42" y="90"/>
                  <a:pt x="34" y="98"/>
                  <a:pt x="34" y="108"/>
                </a:cubicBezTo>
                <a:cubicBezTo>
                  <a:pt x="34" y="118"/>
                  <a:pt x="42" y="126"/>
                  <a:pt x="52" y="126"/>
                </a:cubicBezTo>
                <a:cubicBezTo>
                  <a:pt x="62" y="126"/>
                  <a:pt x="70" y="118"/>
                  <a:pt x="70" y="108"/>
                </a:cubicBezTo>
                <a:cubicBezTo>
                  <a:pt x="70" y="106"/>
                  <a:pt x="70" y="105"/>
                  <a:pt x="69" y="103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11" y="79"/>
                  <a:pt x="114" y="81"/>
                  <a:pt x="118" y="81"/>
                </a:cubicBezTo>
                <a:cubicBezTo>
                  <a:pt x="124" y="81"/>
                  <a:pt x="128" y="78"/>
                  <a:pt x="132" y="75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68" y="94"/>
                  <a:pt x="168" y="95"/>
                  <a:pt x="168" y="96"/>
                </a:cubicBezTo>
                <a:cubicBezTo>
                  <a:pt x="168" y="106"/>
                  <a:pt x="176" y="114"/>
                  <a:pt x="186" y="114"/>
                </a:cubicBezTo>
                <a:cubicBezTo>
                  <a:pt x="195" y="114"/>
                  <a:pt x="203" y="106"/>
                  <a:pt x="204" y="97"/>
                </a:cubicBezTo>
                <a:cubicBezTo>
                  <a:pt x="237" y="84"/>
                  <a:pt x="237" y="84"/>
                  <a:pt x="237" y="84"/>
                </a:cubicBezTo>
                <a:cubicBezTo>
                  <a:pt x="240" y="88"/>
                  <a:pt x="245" y="91"/>
                  <a:pt x="251" y="91"/>
                </a:cubicBezTo>
                <a:cubicBezTo>
                  <a:pt x="261" y="91"/>
                  <a:pt x="269" y="83"/>
                  <a:pt x="269" y="73"/>
                </a:cubicBezTo>
                <a:cubicBezTo>
                  <a:pt x="269" y="71"/>
                  <a:pt x="269" y="69"/>
                  <a:pt x="268" y="67"/>
                </a:cubicBezTo>
                <a:cubicBezTo>
                  <a:pt x="310" y="34"/>
                  <a:pt x="310" y="34"/>
                  <a:pt x="310" y="34"/>
                </a:cubicBezTo>
                <a:cubicBezTo>
                  <a:pt x="313" y="35"/>
                  <a:pt x="315" y="36"/>
                  <a:pt x="318" y="36"/>
                </a:cubicBezTo>
                <a:cubicBezTo>
                  <a:pt x="328" y="36"/>
                  <a:pt x="336" y="28"/>
                  <a:pt x="336" y="18"/>
                </a:cubicBezTo>
                <a:cubicBezTo>
                  <a:pt x="336" y="8"/>
                  <a:pt x="328" y="0"/>
                  <a:pt x="318" y="0"/>
                </a:cubicBezTo>
                <a:cubicBezTo>
                  <a:pt x="308" y="0"/>
                  <a:pt x="300" y="8"/>
                  <a:pt x="300" y="18"/>
                </a:cubicBezTo>
                <a:cubicBezTo>
                  <a:pt x="300" y="21"/>
                  <a:pt x="301" y="23"/>
                  <a:pt x="302" y="25"/>
                </a:cubicBezTo>
                <a:cubicBezTo>
                  <a:pt x="260" y="58"/>
                  <a:pt x="260" y="58"/>
                  <a:pt x="260" y="58"/>
                </a:cubicBezTo>
                <a:cubicBezTo>
                  <a:pt x="258" y="56"/>
                  <a:pt x="255" y="55"/>
                  <a:pt x="251" y="55"/>
                </a:cubicBezTo>
                <a:cubicBezTo>
                  <a:pt x="242" y="55"/>
                  <a:pt x="234" y="63"/>
                  <a:pt x="233" y="73"/>
                </a:cubicBezTo>
                <a:lnTo>
                  <a:pt x="200" y="85"/>
                </a:lnTo>
                <a:close/>
                <a:moveTo>
                  <a:pt x="52" y="114"/>
                </a:moveTo>
                <a:cubicBezTo>
                  <a:pt x="48" y="114"/>
                  <a:pt x="46" y="111"/>
                  <a:pt x="46" y="108"/>
                </a:cubicBezTo>
                <a:cubicBezTo>
                  <a:pt x="46" y="104"/>
                  <a:pt x="48" y="102"/>
                  <a:pt x="52" y="102"/>
                </a:cubicBezTo>
                <a:cubicBezTo>
                  <a:pt x="55" y="102"/>
                  <a:pt x="58" y="104"/>
                  <a:pt x="58" y="108"/>
                </a:cubicBezTo>
                <a:cubicBezTo>
                  <a:pt x="58" y="111"/>
                  <a:pt x="55" y="114"/>
                  <a:pt x="52" y="114"/>
                </a:cubicBezTo>
                <a:close/>
                <a:moveTo>
                  <a:pt x="118" y="69"/>
                </a:moveTo>
                <a:cubicBezTo>
                  <a:pt x="115" y="69"/>
                  <a:pt x="112" y="66"/>
                  <a:pt x="112" y="63"/>
                </a:cubicBezTo>
                <a:cubicBezTo>
                  <a:pt x="112" y="59"/>
                  <a:pt x="115" y="57"/>
                  <a:pt x="118" y="57"/>
                </a:cubicBezTo>
                <a:cubicBezTo>
                  <a:pt x="122" y="57"/>
                  <a:pt x="124" y="59"/>
                  <a:pt x="124" y="63"/>
                </a:cubicBezTo>
                <a:cubicBezTo>
                  <a:pt x="124" y="66"/>
                  <a:pt x="122" y="69"/>
                  <a:pt x="118" y="69"/>
                </a:cubicBezTo>
                <a:close/>
                <a:moveTo>
                  <a:pt x="186" y="102"/>
                </a:moveTo>
                <a:cubicBezTo>
                  <a:pt x="182" y="102"/>
                  <a:pt x="180" y="99"/>
                  <a:pt x="180" y="96"/>
                </a:cubicBezTo>
                <a:cubicBezTo>
                  <a:pt x="180" y="92"/>
                  <a:pt x="182" y="90"/>
                  <a:pt x="186" y="90"/>
                </a:cubicBezTo>
                <a:cubicBezTo>
                  <a:pt x="189" y="90"/>
                  <a:pt x="192" y="92"/>
                  <a:pt x="192" y="96"/>
                </a:cubicBezTo>
                <a:cubicBezTo>
                  <a:pt x="192" y="99"/>
                  <a:pt x="189" y="102"/>
                  <a:pt x="186" y="102"/>
                </a:cubicBezTo>
                <a:close/>
                <a:moveTo>
                  <a:pt x="318" y="12"/>
                </a:moveTo>
                <a:cubicBezTo>
                  <a:pt x="322" y="12"/>
                  <a:pt x="324" y="15"/>
                  <a:pt x="324" y="18"/>
                </a:cubicBezTo>
                <a:cubicBezTo>
                  <a:pt x="324" y="21"/>
                  <a:pt x="322" y="24"/>
                  <a:pt x="318" y="24"/>
                </a:cubicBezTo>
                <a:cubicBezTo>
                  <a:pt x="315" y="24"/>
                  <a:pt x="312" y="21"/>
                  <a:pt x="312" y="18"/>
                </a:cubicBezTo>
                <a:cubicBezTo>
                  <a:pt x="312" y="15"/>
                  <a:pt x="315" y="12"/>
                  <a:pt x="318" y="12"/>
                </a:cubicBezTo>
                <a:close/>
                <a:moveTo>
                  <a:pt x="251" y="67"/>
                </a:moveTo>
                <a:cubicBezTo>
                  <a:pt x="255" y="67"/>
                  <a:pt x="257" y="70"/>
                  <a:pt x="257" y="73"/>
                </a:cubicBezTo>
                <a:cubicBezTo>
                  <a:pt x="257" y="77"/>
                  <a:pt x="255" y="79"/>
                  <a:pt x="251" y="79"/>
                </a:cubicBezTo>
                <a:cubicBezTo>
                  <a:pt x="248" y="79"/>
                  <a:pt x="245" y="77"/>
                  <a:pt x="245" y="73"/>
                </a:cubicBezTo>
                <a:cubicBezTo>
                  <a:pt x="245" y="70"/>
                  <a:pt x="248" y="67"/>
                  <a:pt x="251" y="67"/>
                </a:cubicBezTo>
                <a:close/>
                <a:moveTo>
                  <a:pt x="218" y="182"/>
                </a:moveTo>
                <a:cubicBezTo>
                  <a:pt x="212" y="191"/>
                  <a:pt x="186" y="228"/>
                  <a:pt x="133" y="228"/>
                </a:cubicBezTo>
                <a:cubicBezTo>
                  <a:pt x="132" y="228"/>
                  <a:pt x="132" y="228"/>
                  <a:pt x="131" y="228"/>
                </a:cubicBezTo>
                <a:cubicBezTo>
                  <a:pt x="128" y="228"/>
                  <a:pt x="125" y="231"/>
                  <a:pt x="125" y="234"/>
                </a:cubicBezTo>
                <a:cubicBezTo>
                  <a:pt x="125" y="238"/>
                  <a:pt x="128" y="240"/>
                  <a:pt x="131" y="240"/>
                </a:cubicBezTo>
                <a:cubicBezTo>
                  <a:pt x="133" y="240"/>
                  <a:pt x="133" y="240"/>
                  <a:pt x="133" y="240"/>
                </a:cubicBezTo>
                <a:cubicBezTo>
                  <a:pt x="201" y="240"/>
                  <a:pt x="229" y="186"/>
                  <a:pt x="229" y="185"/>
                </a:cubicBezTo>
                <a:cubicBezTo>
                  <a:pt x="231" y="182"/>
                  <a:pt x="230" y="179"/>
                  <a:pt x="227" y="177"/>
                </a:cubicBezTo>
                <a:cubicBezTo>
                  <a:pt x="224" y="176"/>
                  <a:pt x="220" y="177"/>
                  <a:pt x="219" y="180"/>
                </a:cubicBezTo>
                <a:cubicBezTo>
                  <a:pt x="219" y="180"/>
                  <a:pt x="219" y="180"/>
                  <a:pt x="219" y="180"/>
                </a:cubicBezTo>
                <a:cubicBezTo>
                  <a:pt x="219" y="180"/>
                  <a:pt x="218" y="180"/>
                  <a:pt x="218" y="182"/>
                </a:cubicBezTo>
                <a:close/>
                <a:moveTo>
                  <a:pt x="282" y="244"/>
                </a:moveTo>
                <a:cubicBezTo>
                  <a:pt x="279" y="241"/>
                  <a:pt x="275" y="239"/>
                  <a:pt x="271" y="239"/>
                </a:cubicBezTo>
                <a:cubicBezTo>
                  <a:pt x="266" y="239"/>
                  <a:pt x="261" y="241"/>
                  <a:pt x="257" y="245"/>
                </a:cubicBezTo>
                <a:cubicBezTo>
                  <a:pt x="256" y="246"/>
                  <a:pt x="256" y="246"/>
                  <a:pt x="256" y="246"/>
                </a:cubicBezTo>
                <a:cubicBezTo>
                  <a:pt x="234" y="224"/>
                  <a:pt x="234" y="224"/>
                  <a:pt x="234" y="224"/>
                </a:cubicBezTo>
                <a:cubicBezTo>
                  <a:pt x="245" y="213"/>
                  <a:pt x="253" y="200"/>
                  <a:pt x="259" y="185"/>
                </a:cubicBezTo>
                <a:cubicBezTo>
                  <a:pt x="260" y="182"/>
                  <a:pt x="259" y="178"/>
                  <a:pt x="256" y="177"/>
                </a:cubicBezTo>
                <a:cubicBezTo>
                  <a:pt x="252" y="176"/>
                  <a:pt x="249" y="177"/>
                  <a:pt x="248" y="181"/>
                </a:cubicBezTo>
                <a:cubicBezTo>
                  <a:pt x="230" y="225"/>
                  <a:pt x="186" y="257"/>
                  <a:pt x="134" y="257"/>
                </a:cubicBezTo>
                <a:cubicBezTo>
                  <a:pt x="67" y="257"/>
                  <a:pt x="13" y="202"/>
                  <a:pt x="12" y="135"/>
                </a:cubicBezTo>
                <a:cubicBezTo>
                  <a:pt x="13" y="68"/>
                  <a:pt x="67" y="13"/>
                  <a:pt x="134" y="13"/>
                </a:cubicBezTo>
                <a:cubicBezTo>
                  <a:pt x="170" y="13"/>
                  <a:pt x="202" y="28"/>
                  <a:pt x="225" y="53"/>
                </a:cubicBezTo>
                <a:cubicBezTo>
                  <a:pt x="227" y="55"/>
                  <a:pt x="231" y="55"/>
                  <a:pt x="233" y="53"/>
                </a:cubicBezTo>
                <a:cubicBezTo>
                  <a:pt x="235" y="51"/>
                  <a:pt x="236" y="47"/>
                  <a:pt x="233" y="45"/>
                </a:cubicBezTo>
                <a:cubicBezTo>
                  <a:pt x="209" y="18"/>
                  <a:pt x="174" y="1"/>
                  <a:pt x="134" y="1"/>
                </a:cubicBezTo>
                <a:cubicBezTo>
                  <a:pt x="60" y="1"/>
                  <a:pt x="1" y="61"/>
                  <a:pt x="0" y="135"/>
                </a:cubicBezTo>
                <a:cubicBezTo>
                  <a:pt x="1" y="209"/>
                  <a:pt x="60" y="269"/>
                  <a:pt x="134" y="269"/>
                </a:cubicBezTo>
                <a:cubicBezTo>
                  <a:pt x="170" y="269"/>
                  <a:pt x="202" y="255"/>
                  <a:pt x="226" y="233"/>
                </a:cubicBezTo>
                <a:cubicBezTo>
                  <a:pt x="248" y="255"/>
                  <a:pt x="248" y="255"/>
                  <a:pt x="248" y="255"/>
                </a:cubicBezTo>
                <a:cubicBezTo>
                  <a:pt x="247" y="256"/>
                  <a:pt x="247" y="256"/>
                  <a:pt x="247" y="256"/>
                </a:cubicBezTo>
                <a:cubicBezTo>
                  <a:pt x="243" y="260"/>
                  <a:pt x="240" y="265"/>
                  <a:pt x="240" y="270"/>
                </a:cubicBezTo>
                <a:cubicBezTo>
                  <a:pt x="240" y="274"/>
                  <a:pt x="242" y="278"/>
                  <a:pt x="245" y="281"/>
                </a:cubicBezTo>
                <a:cubicBezTo>
                  <a:pt x="296" y="333"/>
                  <a:pt x="296" y="333"/>
                  <a:pt x="296" y="333"/>
                </a:cubicBezTo>
                <a:cubicBezTo>
                  <a:pt x="299" y="336"/>
                  <a:pt x="303" y="337"/>
                  <a:pt x="307" y="337"/>
                </a:cubicBezTo>
                <a:cubicBezTo>
                  <a:pt x="307" y="337"/>
                  <a:pt x="307" y="337"/>
                  <a:pt x="307" y="337"/>
                </a:cubicBezTo>
                <a:cubicBezTo>
                  <a:pt x="312" y="337"/>
                  <a:pt x="317" y="335"/>
                  <a:pt x="321" y="331"/>
                </a:cubicBezTo>
                <a:cubicBezTo>
                  <a:pt x="317" y="327"/>
                  <a:pt x="317" y="327"/>
                  <a:pt x="317" y="327"/>
                </a:cubicBezTo>
                <a:cubicBezTo>
                  <a:pt x="321" y="331"/>
                  <a:pt x="321" y="331"/>
                  <a:pt x="321" y="331"/>
                </a:cubicBezTo>
                <a:cubicBezTo>
                  <a:pt x="332" y="320"/>
                  <a:pt x="332" y="320"/>
                  <a:pt x="332" y="320"/>
                </a:cubicBezTo>
                <a:cubicBezTo>
                  <a:pt x="336" y="316"/>
                  <a:pt x="338" y="311"/>
                  <a:pt x="338" y="306"/>
                </a:cubicBezTo>
                <a:cubicBezTo>
                  <a:pt x="338" y="302"/>
                  <a:pt x="337" y="298"/>
                  <a:pt x="334" y="295"/>
                </a:cubicBezTo>
                <a:lnTo>
                  <a:pt x="282" y="244"/>
                </a:lnTo>
                <a:close/>
                <a:moveTo>
                  <a:pt x="323" y="312"/>
                </a:moveTo>
                <a:cubicBezTo>
                  <a:pt x="313" y="322"/>
                  <a:pt x="313" y="322"/>
                  <a:pt x="313" y="322"/>
                </a:cubicBezTo>
                <a:cubicBezTo>
                  <a:pt x="311" y="324"/>
                  <a:pt x="309" y="325"/>
                  <a:pt x="307" y="325"/>
                </a:cubicBezTo>
                <a:cubicBezTo>
                  <a:pt x="306" y="325"/>
                  <a:pt x="305" y="325"/>
                  <a:pt x="305" y="324"/>
                </a:cubicBezTo>
                <a:cubicBezTo>
                  <a:pt x="253" y="272"/>
                  <a:pt x="253" y="272"/>
                  <a:pt x="253" y="272"/>
                </a:cubicBezTo>
                <a:cubicBezTo>
                  <a:pt x="253" y="272"/>
                  <a:pt x="252" y="271"/>
                  <a:pt x="252" y="270"/>
                </a:cubicBezTo>
                <a:cubicBezTo>
                  <a:pt x="252" y="269"/>
                  <a:pt x="253" y="266"/>
                  <a:pt x="255" y="264"/>
                </a:cubicBezTo>
                <a:cubicBezTo>
                  <a:pt x="265" y="254"/>
                  <a:pt x="265" y="254"/>
                  <a:pt x="265" y="254"/>
                </a:cubicBezTo>
                <a:cubicBezTo>
                  <a:pt x="267" y="252"/>
                  <a:pt x="270" y="251"/>
                  <a:pt x="271" y="251"/>
                </a:cubicBezTo>
                <a:cubicBezTo>
                  <a:pt x="271" y="251"/>
                  <a:pt x="271" y="251"/>
                  <a:pt x="271" y="251"/>
                </a:cubicBezTo>
                <a:cubicBezTo>
                  <a:pt x="272" y="251"/>
                  <a:pt x="273" y="252"/>
                  <a:pt x="274" y="252"/>
                </a:cubicBezTo>
                <a:cubicBezTo>
                  <a:pt x="325" y="304"/>
                  <a:pt x="325" y="304"/>
                  <a:pt x="325" y="304"/>
                </a:cubicBezTo>
                <a:cubicBezTo>
                  <a:pt x="326" y="304"/>
                  <a:pt x="326" y="305"/>
                  <a:pt x="326" y="306"/>
                </a:cubicBezTo>
                <a:cubicBezTo>
                  <a:pt x="326" y="308"/>
                  <a:pt x="325" y="310"/>
                  <a:pt x="323" y="312"/>
                </a:cubicBez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9" name="STAGE_1_TEXT">
            <a:extLst>
              <a:ext uri="{FF2B5EF4-FFF2-40B4-BE49-F238E27FC236}">
                <a16:creationId xmlns:a16="http://schemas.microsoft.com/office/drawing/2014/main" id="{BAF537C0-9E17-4C45-887F-FD2885B59249}"/>
              </a:ext>
            </a:extLst>
          </p:cNvPr>
          <p:cNvSpPr txBox="1"/>
          <p:nvPr/>
        </p:nvSpPr>
        <p:spPr>
          <a:xfrm>
            <a:off x="377772" y="5207137"/>
            <a:ext cx="2955766" cy="1566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srgbClr val="676C74"/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Сначала</a:t>
            </a:r>
            <a:r>
              <a:rPr lang="ru-RU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один рабочий регулярно опаздывал на десять минут.</a:t>
            </a: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4" name="STAGE_2_TEXT">
            <a:extLst>
              <a:ext uri="{FF2B5EF4-FFF2-40B4-BE49-F238E27FC236}">
                <a16:creationId xmlns:a16="http://schemas.microsoft.com/office/drawing/2014/main" id="{83684C90-455E-4FD3-897C-402C21D0F30F}"/>
              </a:ext>
            </a:extLst>
          </p:cNvPr>
          <p:cNvSpPr txBox="1"/>
          <p:nvPr/>
        </p:nvSpPr>
        <p:spPr>
          <a:xfrm>
            <a:off x="3585788" y="5436798"/>
            <a:ext cx="2955766" cy="1250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Мастер 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считал это мелочью и ничего не говорил. 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7" name="STAGE_3_TEXT">
            <a:extLst>
              <a:ext uri="{FF2B5EF4-FFF2-40B4-BE49-F238E27FC236}">
                <a16:creationId xmlns:a16="http://schemas.microsoft.com/office/drawing/2014/main" id="{63A0AEBD-453D-4B0C-8EC0-8A4531276103}"/>
              </a:ext>
            </a:extLst>
          </p:cNvPr>
          <p:cNvSpPr txBox="1"/>
          <p:nvPr/>
        </p:nvSpPr>
        <p:spPr>
          <a:xfrm>
            <a:off x="4604910" y="1382017"/>
            <a:ext cx="2563280" cy="15666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Через месяц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опаздывали уже пятеро. 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8" name="Shape 10">
            <a:extLst>
              <a:ext uri="{FF2B5EF4-FFF2-40B4-BE49-F238E27FC236}">
                <a16:creationId xmlns:a16="http://schemas.microsoft.com/office/drawing/2014/main" id="{21B7096A-B472-4B13-8D27-D3E63B0AF9CE}"/>
              </a:ext>
            </a:extLst>
          </p:cNvPr>
          <p:cNvSpPr>
            <a:spLocks noGrp="1"/>
          </p:cNvSpPr>
          <p:nvPr/>
        </p:nvSpPr>
        <p:spPr>
          <a:xfrm>
            <a:off x="1259048" y="4411646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09" name="Shape 6">
            <a:extLst>
              <a:ext uri="{FF2B5EF4-FFF2-40B4-BE49-F238E27FC236}">
                <a16:creationId xmlns:a16="http://schemas.microsoft.com/office/drawing/2014/main" id="{504E37AC-69AD-42F5-BD2A-44D901CC2E39}"/>
              </a:ext>
            </a:extLst>
          </p:cNvPr>
          <p:cNvSpPr>
            <a:spLocks noGrp="1"/>
          </p:cNvSpPr>
          <p:nvPr/>
        </p:nvSpPr>
        <p:spPr>
          <a:xfrm>
            <a:off x="1208756" y="4919494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1" name="Shape 6">
            <a:extLst>
              <a:ext uri="{FF2B5EF4-FFF2-40B4-BE49-F238E27FC236}">
                <a16:creationId xmlns:a16="http://schemas.microsoft.com/office/drawing/2014/main" id="{65BB2B94-D739-4BA5-A626-0B1EBE8F511C}"/>
              </a:ext>
            </a:extLst>
          </p:cNvPr>
          <p:cNvSpPr>
            <a:spLocks noGrp="1"/>
          </p:cNvSpPr>
          <p:nvPr/>
        </p:nvSpPr>
        <p:spPr>
          <a:xfrm>
            <a:off x="4873949" y="5416408"/>
            <a:ext cx="96420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2" name="Shape 10">
            <a:extLst>
              <a:ext uri="{FF2B5EF4-FFF2-40B4-BE49-F238E27FC236}">
                <a16:creationId xmlns:a16="http://schemas.microsoft.com/office/drawing/2014/main" id="{4FD9D574-D12E-4232-AA8C-CE977A8442D1}"/>
              </a:ext>
            </a:extLst>
          </p:cNvPr>
          <p:cNvSpPr>
            <a:spLocks noGrp="1"/>
          </p:cNvSpPr>
          <p:nvPr/>
        </p:nvSpPr>
        <p:spPr>
          <a:xfrm>
            <a:off x="6003509" y="2838053"/>
            <a:ext cx="0" cy="1075674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13" name="Shape 6">
            <a:extLst>
              <a:ext uri="{FF2B5EF4-FFF2-40B4-BE49-F238E27FC236}">
                <a16:creationId xmlns:a16="http://schemas.microsoft.com/office/drawing/2014/main" id="{DB2F5B8E-8BE3-4EB5-A8A7-AF561E2CB8FD}"/>
              </a:ext>
            </a:extLst>
          </p:cNvPr>
          <p:cNvSpPr>
            <a:spLocks noGrp="1"/>
          </p:cNvSpPr>
          <p:nvPr/>
        </p:nvSpPr>
        <p:spPr>
          <a:xfrm>
            <a:off x="5947208" y="2738789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4" name="OUTCOME_TEXT">
            <a:extLst>
              <a:ext uri="{FF2B5EF4-FFF2-40B4-BE49-F238E27FC236}">
                <a16:creationId xmlns:a16="http://schemas.microsoft.com/office/drawing/2014/main" id="{7F046482-D77C-4C37-B8EB-3B231FCE2326}"/>
              </a:ext>
            </a:extLst>
          </p:cNvPr>
          <p:cNvSpPr txBox="1"/>
          <p:nvPr/>
        </p:nvSpPr>
        <p:spPr>
          <a:xfrm>
            <a:off x="7519470" y="5287323"/>
            <a:ext cx="3941725" cy="141363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Первые сорок минут смены участок работал </a:t>
            </a: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НЕПОЛНЫМ СОСТАВОМ.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C3EDF751-CEEB-4D4E-B3D4-63330962D373}"/>
              </a:ext>
            </a:extLst>
          </p:cNvPr>
          <p:cNvSpPr>
            <a:spLocks noGrp="1"/>
          </p:cNvSpPr>
          <p:nvPr/>
        </p:nvSpPr>
        <p:spPr>
          <a:xfrm flipH="1">
            <a:off x="8820486" y="5120404"/>
            <a:ext cx="1041" cy="358787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F5E86CE1-3F36-4889-81C9-6B73A95C147C}"/>
              </a:ext>
            </a:extLst>
          </p:cNvPr>
          <p:cNvSpPr>
            <a:spLocks noGrp="1"/>
          </p:cNvSpPr>
          <p:nvPr/>
        </p:nvSpPr>
        <p:spPr>
          <a:xfrm>
            <a:off x="8773317" y="5434052"/>
            <a:ext cx="96420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47" name="STAGE_4_TEXT">
            <a:extLst>
              <a:ext uri="{FF2B5EF4-FFF2-40B4-BE49-F238E27FC236}">
                <a16:creationId xmlns:a16="http://schemas.microsoft.com/office/drawing/2014/main" id="{8DA0312E-00C7-4A87-A25F-91CDD2D83159}"/>
              </a:ext>
            </a:extLst>
          </p:cNvPr>
          <p:cNvSpPr txBox="1"/>
          <p:nvPr/>
        </p:nvSpPr>
        <p:spPr>
          <a:xfrm>
            <a:off x="8486907" y="412955"/>
            <a:ext cx="2974287" cy="189824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Через месяц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опаздывали уже пятеро. 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CECA98E6-F65A-4931-98E3-1D65C16ABB82}"/>
              </a:ext>
            </a:extLst>
          </p:cNvPr>
          <p:cNvSpPr>
            <a:spLocks noGrp="1"/>
          </p:cNvSpPr>
          <p:nvPr/>
        </p:nvSpPr>
        <p:spPr>
          <a:xfrm>
            <a:off x="9885507" y="2200638"/>
            <a:ext cx="0" cy="1075674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0F6274AF-EA92-4720-A4CC-179F090FD015}"/>
              </a:ext>
            </a:extLst>
          </p:cNvPr>
          <p:cNvSpPr>
            <a:spLocks noGrp="1"/>
          </p:cNvSpPr>
          <p:nvPr/>
        </p:nvSpPr>
        <p:spPr>
          <a:xfrm>
            <a:off x="9829206" y="2101374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03457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58C1DDA-D75C-4563-BDC3-E9B9B2EA06FE}"/>
              </a:ext>
            </a:extLst>
          </p:cNvPr>
          <p:cNvSpPr>
            <a:spLocks noGrp="1"/>
          </p:cNvSpPr>
          <p:nvPr/>
        </p:nvSpPr>
        <p:spPr>
          <a:xfrm>
            <a:off x="939800" y="1506085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ПОРЯДОК СБОРКИ УЗЛА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4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0" name="STEP_1_TITLE">
            <a:extLst>
              <a:ext uri="{FF2B5EF4-FFF2-40B4-BE49-F238E27FC236}">
                <a16:creationId xmlns:a16="http://schemas.microsoft.com/office/drawing/2014/main" id="{9296E90F-4DDF-4EB0-9B8A-CC5A1FFE8E56}"/>
              </a:ext>
            </a:extLst>
          </p:cNvPr>
          <p:cNvSpPr>
            <a:spLocks noGrp="1"/>
          </p:cNvSpPr>
          <p:nvPr/>
        </p:nvSpPr>
        <p:spPr>
          <a:xfrm>
            <a:off x="86360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ПОДГОТОВКА</a:t>
            </a:r>
            <a:endParaRPr sz="160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DBC17E0A-33DE-47AA-9A2C-8F427E664029}"/>
              </a:ext>
            </a:extLst>
          </p:cNvPr>
          <p:cNvSpPr>
            <a:spLocks noGrp="1"/>
          </p:cNvSpPr>
          <p:nvPr/>
        </p:nvSpPr>
        <p:spPr>
          <a:xfrm rot="5400000">
            <a:off x="140335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12" name="STEP_1_NUMBER">
            <a:extLst>
              <a:ext uri="{FF2B5EF4-FFF2-40B4-BE49-F238E27FC236}">
                <a16:creationId xmlns:a16="http://schemas.microsoft.com/office/drawing/2014/main" id="{EDC32843-1ACE-4975-8635-3950C3B948D6}"/>
              </a:ext>
            </a:extLst>
          </p:cNvPr>
          <p:cNvSpPr>
            <a:spLocks noGrp="1"/>
          </p:cNvSpPr>
          <p:nvPr/>
        </p:nvSpPr>
        <p:spPr>
          <a:xfrm>
            <a:off x="140335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  <a:endParaRPr sz="2800"/>
          </a:p>
        </p:txBody>
      </p:sp>
      <p:sp>
        <p:nvSpPr>
          <p:cNvPr id="13" name="STEP_1_BODY">
            <a:extLst>
              <a:ext uri="{FF2B5EF4-FFF2-40B4-BE49-F238E27FC236}">
                <a16:creationId xmlns:a16="http://schemas.microsoft.com/office/drawing/2014/main" id="{5DE6DDE5-A5E3-4CB1-932F-28C20CBE6834}"/>
              </a:ext>
            </a:extLst>
          </p:cNvPr>
          <p:cNvSpPr>
            <a:spLocks noGrp="1"/>
          </p:cNvSpPr>
          <p:nvPr/>
        </p:nvSpPr>
        <p:spPr>
          <a:xfrm>
            <a:off x="800803" y="3936999"/>
            <a:ext cx="2138942" cy="258117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</a:pP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комплект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разложите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крепёж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операциям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lang="ru-RU" sz="1400" dirty="0"/>
          </a:p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lang="ru-RU" sz="1400" dirty="0"/>
          </a:p>
          <a:p>
            <a:pPr marL="0" indent="0" algn="ctr">
              <a:lnSpc>
                <a:spcPct val="120000"/>
              </a:lnSpc>
              <a:buNone/>
            </a:pPr>
            <a:endParaRPr sz="1400" dirty="0"/>
          </a:p>
        </p:txBody>
      </p:sp>
      <p:pic>
        <p:nvPicPr>
          <p:cNvPr id="50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130" y="2933699"/>
            <a:ext cx="697090" cy="844551"/>
          </a:xfrm>
          <a:prstGeom prst="rect">
            <a:avLst/>
          </a:prstGeom>
        </p:spPr>
      </p:pic>
      <p:sp>
        <p:nvSpPr>
          <p:cNvPr id="15" name="STEP_2_TITLE">
            <a:extLst>
              <a:ext uri="{FF2B5EF4-FFF2-40B4-BE49-F238E27FC236}">
                <a16:creationId xmlns:a16="http://schemas.microsoft.com/office/drawing/2014/main" id="{C7D02B77-0E44-4299-BA22-FF57E49D8FA8}"/>
              </a:ext>
            </a:extLst>
          </p:cNvPr>
          <p:cNvSpPr>
            <a:spLocks noGrp="1"/>
          </p:cNvSpPr>
          <p:nvPr/>
        </p:nvSpPr>
        <p:spPr>
          <a:xfrm>
            <a:off x="371475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СБОРКА</a:t>
            </a:r>
            <a:endParaRPr sz="160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E48C419C-A3B8-41D7-AA99-06AD26B8A2D0}"/>
              </a:ext>
            </a:extLst>
          </p:cNvPr>
          <p:cNvSpPr>
            <a:spLocks noGrp="1"/>
          </p:cNvSpPr>
          <p:nvPr/>
        </p:nvSpPr>
        <p:spPr>
          <a:xfrm rot="5400000">
            <a:off x="425450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17" name="STEP_2_NUMBER">
            <a:extLst>
              <a:ext uri="{FF2B5EF4-FFF2-40B4-BE49-F238E27FC236}">
                <a16:creationId xmlns:a16="http://schemas.microsoft.com/office/drawing/2014/main" id="{779CE33D-10BA-4EC6-B748-8752B2F13689}"/>
              </a:ext>
            </a:extLst>
          </p:cNvPr>
          <p:cNvSpPr>
            <a:spLocks noGrp="1"/>
          </p:cNvSpPr>
          <p:nvPr/>
        </p:nvSpPr>
        <p:spPr>
          <a:xfrm>
            <a:off x="425450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  <a:endParaRPr sz="2800"/>
          </a:p>
        </p:txBody>
      </p:sp>
      <p:sp>
        <p:nvSpPr>
          <p:cNvPr id="18" name="STEP_2_BODY">
            <a:extLst>
              <a:ext uri="{FF2B5EF4-FFF2-40B4-BE49-F238E27FC236}">
                <a16:creationId xmlns:a16="http://schemas.microsoft.com/office/drawing/2014/main" id="{1A756284-C70F-41A2-BE7C-8A2FAE0A494E}"/>
              </a:ext>
            </a:extLst>
          </p:cNvPr>
          <p:cNvSpPr>
            <a:spLocks noGrp="1"/>
          </p:cNvSpPr>
          <p:nvPr/>
        </p:nvSpPr>
        <p:spPr>
          <a:xfrm>
            <a:off x="3651953" y="3936999"/>
            <a:ext cx="2138942" cy="258117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</a:pP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Соберите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узел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схеме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пропуска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промежуточных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затяжек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lang="ru-RU" sz="1400" dirty="0"/>
          </a:p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lang="ru-RU" sz="1400" dirty="0"/>
          </a:p>
          <a:p>
            <a:pPr marL="0" indent="0" algn="ctr">
              <a:lnSpc>
                <a:spcPct val="120000"/>
              </a:lnSpc>
              <a:buNone/>
            </a:pPr>
            <a:endParaRPr sz="1400" dirty="0"/>
          </a:p>
        </p:txBody>
      </p:sp>
      <p:pic>
        <p:nvPicPr>
          <p:cNvPr id="55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534" y="3015179"/>
            <a:ext cx="697090" cy="844551"/>
          </a:xfrm>
          <a:prstGeom prst="rect">
            <a:avLst/>
          </a:prstGeom>
        </p:spPr>
      </p:pic>
      <p:sp>
        <p:nvSpPr>
          <p:cNvPr id="20" name="STEP_3_TITLE">
            <a:extLst>
              <a:ext uri="{FF2B5EF4-FFF2-40B4-BE49-F238E27FC236}">
                <a16:creationId xmlns:a16="http://schemas.microsoft.com/office/drawing/2014/main" id="{C1DDC943-5330-405B-A07D-366AFFC6E45B}"/>
              </a:ext>
            </a:extLst>
          </p:cNvPr>
          <p:cNvSpPr>
            <a:spLocks noGrp="1"/>
          </p:cNvSpPr>
          <p:nvPr/>
        </p:nvSpPr>
        <p:spPr>
          <a:xfrm>
            <a:off x="656590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КОНТРОЛЬ</a:t>
            </a:r>
            <a:endParaRPr sz="160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0B5F68D5-8A1E-43F6-93F0-E6A51F2158F9}"/>
              </a:ext>
            </a:extLst>
          </p:cNvPr>
          <p:cNvSpPr>
            <a:spLocks noGrp="1"/>
          </p:cNvSpPr>
          <p:nvPr/>
        </p:nvSpPr>
        <p:spPr>
          <a:xfrm rot="5400000">
            <a:off x="710565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22" name="STEP_3_NUMBER">
            <a:extLst>
              <a:ext uri="{FF2B5EF4-FFF2-40B4-BE49-F238E27FC236}">
                <a16:creationId xmlns:a16="http://schemas.microsoft.com/office/drawing/2014/main" id="{5A4304A8-A7C2-4AF6-9B5D-0516A97BE8CF}"/>
              </a:ext>
            </a:extLst>
          </p:cNvPr>
          <p:cNvSpPr>
            <a:spLocks noGrp="1"/>
          </p:cNvSpPr>
          <p:nvPr/>
        </p:nvSpPr>
        <p:spPr>
          <a:xfrm>
            <a:off x="710565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  <a:endParaRPr sz="2800"/>
          </a:p>
        </p:txBody>
      </p:sp>
      <p:sp>
        <p:nvSpPr>
          <p:cNvPr id="23" name="STEP_3_BODY">
            <a:extLst>
              <a:ext uri="{FF2B5EF4-FFF2-40B4-BE49-F238E27FC236}">
                <a16:creationId xmlns:a16="http://schemas.microsoft.com/office/drawing/2014/main" id="{FF0A51B4-58E1-4F05-9305-8E9B2B2AC125}"/>
              </a:ext>
            </a:extLst>
          </p:cNvPr>
          <p:cNvSpPr>
            <a:spLocks noGrp="1"/>
          </p:cNvSpPr>
          <p:nvPr/>
        </p:nvSpPr>
        <p:spPr>
          <a:xfrm>
            <a:off x="6503103" y="3936999"/>
            <a:ext cx="2138942" cy="258117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</a:pP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соединения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зазоры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размеры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чертежу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lang="ru-RU" sz="1400" dirty="0"/>
          </a:p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lang="ru-RU" sz="1400" dirty="0"/>
          </a:p>
          <a:p>
            <a:pPr marL="0" indent="0" algn="ctr">
              <a:lnSpc>
                <a:spcPct val="120000"/>
              </a:lnSpc>
              <a:buNone/>
            </a:pPr>
            <a:endParaRPr sz="1400" dirty="0"/>
          </a:p>
        </p:txBody>
      </p:sp>
      <p:pic>
        <p:nvPicPr>
          <p:cNvPr id="60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682" y="3015179"/>
            <a:ext cx="636187" cy="770765"/>
          </a:xfrm>
          <a:prstGeom prst="rect">
            <a:avLst/>
          </a:prstGeom>
        </p:spPr>
      </p:pic>
      <p:sp>
        <p:nvSpPr>
          <p:cNvPr id="25" name="STEP_4_TITLE">
            <a:extLst>
              <a:ext uri="{FF2B5EF4-FFF2-40B4-BE49-F238E27FC236}">
                <a16:creationId xmlns:a16="http://schemas.microsoft.com/office/drawing/2014/main" id="{BBED1CB5-1228-48B1-A9C9-25512457237F}"/>
              </a:ext>
            </a:extLst>
          </p:cNvPr>
          <p:cNvSpPr>
            <a:spLocks noGrp="1"/>
          </p:cNvSpPr>
          <p:nvPr/>
        </p:nvSpPr>
        <p:spPr>
          <a:xfrm>
            <a:off x="941705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ЗАПУСК</a:t>
            </a:r>
            <a:endParaRPr sz="160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FBF43D3D-B816-4CA2-90D1-3CEB47B255D3}"/>
              </a:ext>
            </a:extLst>
          </p:cNvPr>
          <p:cNvSpPr>
            <a:spLocks noGrp="1"/>
          </p:cNvSpPr>
          <p:nvPr/>
        </p:nvSpPr>
        <p:spPr>
          <a:xfrm rot="5400000">
            <a:off x="995680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27" name="STEP_4_NUMBER">
            <a:extLst>
              <a:ext uri="{FF2B5EF4-FFF2-40B4-BE49-F238E27FC236}">
                <a16:creationId xmlns:a16="http://schemas.microsoft.com/office/drawing/2014/main" id="{6D6FEEDD-BF83-4D4A-AD32-6D3822CDAC86}"/>
              </a:ext>
            </a:extLst>
          </p:cNvPr>
          <p:cNvSpPr>
            <a:spLocks noGrp="1"/>
          </p:cNvSpPr>
          <p:nvPr/>
        </p:nvSpPr>
        <p:spPr>
          <a:xfrm>
            <a:off x="995680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04</a:t>
            </a:r>
            <a:endParaRPr sz="2800"/>
          </a:p>
        </p:txBody>
      </p:sp>
      <p:sp>
        <p:nvSpPr>
          <p:cNvPr id="28" name="STEP_4_BODY">
            <a:extLst>
              <a:ext uri="{FF2B5EF4-FFF2-40B4-BE49-F238E27FC236}">
                <a16:creationId xmlns:a16="http://schemas.microsoft.com/office/drawing/2014/main" id="{34FAF264-31D3-418B-8E88-4CAC077F3C85}"/>
              </a:ext>
            </a:extLst>
          </p:cNvPr>
          <p:cNvSpPr>
            <a:spLocks noGrp="1"/>
          </p:cNvSpPr>
          <p:nvPr/>
        </p:nvSpPr>
        <p:spPr>
          <a:xfrm>
            <a:off x="9354253" y="3936999"/>
            <a:ext cx="2138942" cy="258117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</a:pP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Настройте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параметры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запустите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узел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lang="ru-RU" sz="1400" dirty="0"/>
          </a:p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lang="ru-RU" sz="1400" dirty="0"/>
          </a:p>
          <a:p>
            <a:pPr marL="0" indent="0" algn="ctr">
              <a:lnSpc>
                <a:spcPct val="120000"/>
              </a:lnSpc>
              <a:buNone/>
            </a:pPr>
            <a:endParaRPr sz="140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56721271-EE88-41CC-BCA6-9A8D697E9FCF}"/>
              </a:ext>
            </a:extLst>
          </p:cNvPr>
          <p:cNvSpPr>
            <a:spLocks noGrp="1"/>
          </p:cNvSpPr>
          <p:nvPr/>
        </p:nvSpPr>
        <p:spPr>
          <a:xfrm>
            <a:off x="818687" y="-1"/>
            <a:ext cx="0" cy="1944303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0" name="Рисунок 2">
            <a:extLst>
              <a:ext uri="{FF2B5EF4-FFF2-40B4-BE49-F238E27FC236}">
                <a16:creationId xmlns:a16="http://schemas.microsoft.com/office/drawing/2014/main" id="{F7805BE5-DF17-4F61-8104-09372FAEAB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2682" y="8225190"/>
            <a:ext cx="1857375" cy="1857375"/>
          </a:xfrm>
          <a:prstGeom prst="rect">
            <a:avLst/>
          </a:prstGeom>
        </p:spPr>
      </p:pic>
      <p:pic>
        <p:nvPicPr>
          <p:cNvPr id="31" name="Рисунок 4">
            <a:extLst>
              <a:ext uri="{FF2B5EF4-FFF2-40B4-BE49-F238E27FC236}">
                <a16:creationId xmlns:a16="http://schemas.microsoft.com/office/drawing/2014/main" id="{52D90A6E-C3AB-4DBE-9A47-7911CF65F2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2" name="Рисунок 6">
            <a:extLst>
              <a:ext uri="{FF2B5EF4-FFF2-40B4-BE49-F238E27FC236}">
                <a16:creationId xmlns:a16="http://schemas.microsoft.com/office/drawing/2014/main" id="{11F99F44-709B-4D5F-A1A5-C09595E6D1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3" name="Рисунок 8">
            <a:extLst>
              <a:ext uri="{FF2B5EF4-FFF2-40B4-BE49-F238E27FC236}">
                <a16:creationId xmlns:a16="http://schemas.microsoft.com/office/drawing/2014/main" id="{F75D182A-504B-4414-AACD-3318D02B1B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63350" y="5709307"/>
            <a:ext cx="1257300" cy="1257300"/>
          </a:xfrm>
          <a:prstGeom prst="rect">
            <a:avLst/>
          </a:prstGeom>
        </p:spPr>
      </p:pic>
      <p:pic>
        <p:nvPicPr>
          <p:cNvPr id="34" name="Рисунок 10">
            <a:extLst>
              <a:ext uri="{FF2B5EF4-FFF2-40B4-BE49-F238E27FC236}">
                <a16:creationId xmlns:a16="http://schemas.microsoft.com/office/drawing/2014/main" id="{1BCDB6D6-609A-46FF-9A83-4F56ADD2F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88B7B125-CC0D-44F9-9156-138FC50C2E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36" name="Рисунок 14">
            <a:extLst>
              <a:ext uri="{FF2B5EF4-FFF2-40B4-BE49-F238E27FC236}">
                <a16:creationId xmlns:a16="http://schemas.microsoft.com/office/drawing/2014/main" id="{1DDFBAC3-A0B6-4167-A16F-48DB513A17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7" name="Рисунок 16">
            <a:extLst>
              <a:ext uri="{FF2B5EF4-FFF2-40B4-BE49-F238E27FC236}">
                <a16:creationId xmlns:a16="http://schemas.microsoft.com/office/drawing/2014/main" id="{2A2D7997-FF81-46F9-82DB-AD1A760FC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8" name="Рисунок 18">
            <a:extLst>
              <a:ext uri="{FF2B5EF4-FFF2-40B4-BE49-F238E27FC236}">
                <a16:creationId xmlns:a16="http://schemas.microsoft.com/office/drawing/2014/main" id="{3374F1D2-86F5-48D4-9AEB-65898420B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860647CA-1EDC-4CEB-B5C1-1BEA3E5DE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01884" y="-1238735"/>
            <a:ext cx="2019300" cy="2019300"/>
          </a:xfrm>
          <a:prstGeom prst="rect">
            <a:avLst/>
          </a:prstGeom>
        </p:spPr>
      </p:pic>
      <p:pic>
        <p:nvPicPr>
          <p:cNvPr id="46" name="Рисунок 22">
            <a:extLst>
              <a:ext uri="{FF2B5EF4-FFF2-40B4-BE49-F238E27FC236}">
                <a16:creationId xmlns:a16="http://schemas.microsoft.com/office/drawing/2014/main" id="{A8AD091D-B454-4504-B93B-3E0B29E4F7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7" name="Рисунок 24">
            <a:extLst>
              <a:ext uri="{FF2B5EF4-FFF2-40B4-BE49-F238E27FC236}">
                <a16:creationId xmlns:a16="http://schemas.microsoft.com/office/drawing/2014/main" id="{4976D778-F436-40FF-BE13-F3088BECDE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DF3C8D06-42CD-4E98-BCDA-7948A92BA6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4C0604B6-FDC4-4B1E-9A92-4AB9512D0A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719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AEFB64-E55C-4870-B6D4-12E6FB9CB97B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2915FD-DAD3-4B57-A264-31B71314AA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02920" cy="0"/>
          </a:xfrm>
          <a:prstGeom prst="line">
            <a:avLst/>
          </a:prstGeom>
          <a:noFill/>
          <a:ln w="7620">
            <a:solidFill>
              <a:srgbClr val="A4ABB5">
                <a:alpha val="75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791D90-3D9C-49EE-9468-19AE72D61BD1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164592" cy="164592"/>
          </a:xfrm>
          <a:prstGeom prst="line">
            <a:avLst/>
          </a:prstGeom>
          <a:noFill/>
          <a:ln w="7620">
            <a:solidFill>
              <a:srgbClr val="A4ABB5">
                <a:alpha val="75000"/>
              </a:srgbClr>
            </a:solidFill>
            <a:prstDash val="solid"/>
          </a:ln>
        </p:spPr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24E7482-90A5-41F8-A09E-07B4A8298721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99E719-6954-42FE-AB7E-9B7436451E94}"/>
              </a:ext>
            </a:extLst>
          </p:cNvPr>
          <p:cNvSpPr>
            <a:spLocks noGrp="1"/>
          </p:cNvSpPr>
          <p:nvPr/>
        </p:nvSpPr>
        <p:spPr>
          <a:xfrm>
            <a:off x="2542032" y="3401568"/>
            <a:ext cx="7104888" cy="0"/>
          </a:xfrm>
          <a:prstGeom prst="line">
            <a:avLst/>
          </a:prstGeom>
          <a:noFill/>
          <a:ln w="2540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255665-D540-4894-83FC-C15BC090E52C}"/>
              </a:ext>
            </a:extLst>
          </p:cNvPr>
          <p:cNvSpPr>
            <a:spLocks noGrp="1"/>
          </p:cNvSpPr>
          <p:nvPr/>
        </p:nvSpPr>
        <p:spPr>
          <a:xfrm>
            <a:off x="2542032" y="2843784"/>
            <a:ext cx="0" cy="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E7E44FE-D2F8-49C6-BC42-4BDCA45E57F4}"/>
              </a:ext>
            </a:extLst>
          </p:cNvPr>
          <p:cNvSpPr>
            <a:spLocks noGrp="1"/>
          </p:cNvSpPr>
          <p:nvPr/>
        </p:nvSpPr>
        <p:spPr>
          <a:xfrm>
            <a:off x="2491740" y="2244852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9" name="STEP_1_TITLE">
            <a:extLst>
              <a:ext uri="{FF2B5EF4-FFF2-40B4-BE49-F238E27FC236}">
                <a16:creationId xmlns:a16="http://schemas.microsoft.com/office/drawing/2014/main" id="{8CC76E77-CE8F-41F9-B3A7-9BBB86E0E38A}"/>
              </a:ext>
            </a:extLst>
          </p:cNvPr>
          <p:cNvSpPr>
            <a:spLocks noGrp="1"/>
          </p:cNvSpPr>
          <p:nvPr/>
        </p:nvSpPr>
        <p:spPr>
          <a:xfrm>
            <a:off x="1376172" y="733880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 dirty="0" err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</a:t>
            </a:r>
            <a:r>
              <a:rPr sz="25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 1</a:t>
            </a:r>
            <a:endParaRPr sz="2500" dirty="0">
              <a:solidFill>
                <a:srgbClr val="3F454F"/>
              </a:solidFill>
            </a:endParaRPr>
          </a:p>
        </p:txBody>
      </p:sp>
      <p:sp>
        <p:nvSpPr>
          <p:cNvPr id="10" name="STEP_1_BODY">
            <a:extLst>
              <a:ext uri="{FF2B5EF4-FFF2-40B4-BE49-F238E27FC236}">
                <a16:creationId xmlns:a16="http://schemas.microsoft.com/office/drawing/2014/main" id="{2C7BF40D-7889-4133-91ED-7B44DCF2EC5E}"/>
              </a:ext>
            </a:extLst>
          </p:cNvPr>
          <p:cNvSpPr>
            <a:spLocks noGrp="1"/>
          </p:cNvSpPr>
          <p:nvPr/>
        </p:nvSpPr>
        <p:spPr>
          <a:xfrm>
            <a:off x="921787" y="1078992"/>
            <a:ext cx="3121826" cy="1152144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Подготовьте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материалы</a:t>
            </a:r>
            <a:endParaRPr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</a:t>
            </a: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sz="1520" dirty="0">
              <a:solidFill>
                <a:srgbClr val="3F454F"/>
              </a:solidFill>
            </a:endParaRPr>
          </a:p>
        </p:txBody>
      </p:sp>
      <p:sp>
        <p:nvSpPr>
          <p:cNvPr id="11" name="STEP_1_NUMBER">
            <a:extLst>
              <a:ext uri="{FF2B5EF4-FFF2-40B4-BE49-F238E27FC236}">
                <a16:creationId xmlns:a16="http://schemas.microsoft.com/office/drawing/2014/main" id="{DA44079F-06A5-4A08-B86F-26FF21788233}"/>
              </a:ext>
            </a:extLst>
          </p:cNvPr>
          <p:cNvSpPr>
            <a:spLocks noGrp="1"/>
          </p:cNvSpPr>
          <p:nvPr/>
        </p:nvSpPr>
        <p:spPr>
          <a:xfrm>
            <a:off x="1983682" y="2871216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  <a:endParaRPr sz="28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F2FBCBB-9291-483D-9F67-13B8C78023DB}"/>
              </a:ext>
            </a:extLst>
          </p:cNvPr>
          <p:cNvSpPr>
            <a:spLocks noGrp="1"/>
          </p:cNvSpPr>
          <p:nvPr/>
        </p:nvSpPr>
        <p:spPr>
          <a:xfrm>
            <a:off x="4910328" y="3959352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0B396D4-B53C-4F26-BAD2-7696BE073381}"/>
              </a:ext>
            </a:extLst>
          </p:cNvPr>
          <p:cNvSpPr>
            <a:spLocks noGrp="1"/>
          </p:cNvSpPr>
          <p:nvPr/>
        </p:nvSpPr>
        <p:spPr>
          <a:xfrm>
            <a:off x="4860036" y="4457700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4" name="STEP_2_TITLE">
            <a:extLst>
              <a:ext uri="{FF2B5EF4-FFF2-40B4-BE49-F238E27FC236}">
                <a16:creationId xmlns:a16="http://schemas.microsoft.com/office/drawing/2014/main" id="{57A43835-5E11-4F49-AEF6-920A759CE13E}"/>
              </a:ext>
            </a:extLst>
          </p:cNvPr>
          <p:cNvSpPr>
            <a:spLocks noGrp="1"/>
          </p:cNvSpPr>
          <p:nvPr/>
        </p:nvSpPr>
        <p:spPr>
          <a:xfrm>
            <a:off x="3744468" y="462686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2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15" name="STEP_2_BODY">
            <a:extLst>
              <a:ext uri="{FF2B5EF4-FFF2-40B4-BE49-F238E27FC236}">
                <a16:creationId xmlns:a16="http://schemas.microsoft.com/office/drawing/2014/main" id="{469BFCF4-106B-4B58-8DFB-73CB9DC5C2F8}"/>
              </a:ext>
            </a:extLst>
          </p:cNvPr>
          <p:cNvSpPr>
            <a:spLocks noGrp="1"/>
          </p:cNvSpPr>
          <p:nvPr/>
        </p:nvSpPr>
        <p:spPr>
          <a:xfrm>
            <a:off x="3285363" y="5199789"/>
            <a:ext cx="3660882" cy="1474551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Соберите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узел</a:t>
            </a:r>
            <a:endParaRPr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схеме</a:t>
            </a: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sz="1520" dirty="0">
              <a:solidFill>
                <a:srgbClr val="3F454F"/>
              </a:solidFill>
            </a:endParaRPr>
          </a:p>
        </p:txBody>
      </p:sp>
      <p:sp>
        <p:nvSpPr>
          <p:cNvPr id="16" name="STEP_2_NUMBER">
            <a:extLst>
              <a:ext uri="{FF2B5EF4-FFF2-40B4-BE49-F238E27FC236}">
                <a16:creationId xmlns:a16="http://schemas.microsoft.com/office/drawing/2014/main" id="{D9F2FC10-D6E7-4E44-B27D-18B882C4A51C}"/>
              </a:ext>
            </a:extLst>
          </p:cNvPr>
          <p:cNvSpPr>
            <a:spLocks noGrp="1"/>
          </p:cNvSpPr>
          <p:nvPr/>
        </p:nvSpPr>
        <p:spPr>
          <a:xfrm>
            <a:off x="4352544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  <a:endParaRPr sz="28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0A22988-4D54-4BB7-B45D-460B57A360C0}"/>
              </a:ext>
            </a:extLst>
          </p:cNvPr>
          <p:cNvSpPr>
            <a:spLocks noGrp="1"/>
          </p:cNvSpPr>
          <p:nvPr/>
        </p:nvSpPr>
        <p:spPr>
          <a:xfrm>
            <a:off x="7278624" y="2843784"/>
            <a:ext cx="0" cy="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158C24E-B2CE-4BE4-AEC6-E0C367B2BBEB}"/>
              </a:ext>
            </a:extLst>
          </p:cNvPr>
          <p:cNvSpPr>
            <a:spLocks noGrp="1"/>
          </p:cNvSpPr>
          <p:nvPr/>
        </p:nvSpPr>
        <p:spPr>
          <a:xfrm>
            <a:off x="7228332" y="2244852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9" name="STEP_3_TITLE">
            <a:extLst>
              <a:ext uri="{FF2B5EF4-FFF2-40B4-BE49-F238E27FC236}">
                <a16:creationId xmlns:a16="http://schemas.microsoft.com/office/drawing/2014/main" id="{F8C58ADF-45AD-41E4-A5E8-D06D411EBF09}"/>
              </a:ext>
            </a:extLst>
          </p:cNvPr>
          <p:cNvSpPr>
            <a:spLocks noGrp="1"/>
          </p:cNvSpPr>
          <p:nvPr/>
        </p:nvSpPr>
        <p:spPr>
          <a:xfrm>
            <a:off x="6112764" y="733880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3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20" name="STEP_3_BODY">
            <a:extLst>
              <a:ext uri="{FF2B5EF4-FFF2-40B4-BE49-F238E27FC236}">
                <a16:creationId xmlns:a16="http://schemas.microsoft.com/office/drawing/2014/main" id="{54FA8F73-7223-4E76-8A24-3EF9AD144FB4}"/>
              </a:ext>
            </a:extLst>
          </p:cNvPr>
          <p:cNvSpPr>
            <a:spLocks noGrp="1"/>
          </p:cNvSpPr>
          <p:nvPr/>
        </p:nvSpPr>
        <p:spPr>
          <a:xfrm>
            <a:off x="5658379" y="1078992"/>
            <a:ext cx="3121826" cy="1152144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соединения</a:t>
            </a:r>
            <a:endParaRPr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размеры</a:t>
            </a: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sz="1520" dirty="0">
              <a:solidFill>
                <a:srgbClr val="3F454F"/>
              </a:solidFill>
            </a:endParaRPr>
          </a:p>
        </p:txBody>
      </p:sp>
      <p:sp>
        <p:nvSpPr>
          <p:cNvPr id="21" name="STEP_3_NUMBER">
            <a:extLst>
              <a:ext uri="{FF2B5EF4-FFF2-40B4-BE49-F238E27FC236}">
                <a16:creationId xmlns:a16="http://schemas.microsoft.com/office/drawing/2014/main" id="{17C3FF86-4E66-4411-9D4A-1A1B57095FE9}"/>
              </a:ext>
            </a:extLst>
          </p:cNvPr>
          <p:cNvSpPr>
            <a:spLocks noGrp="1"/>
          </p:cNvSpPr>
          <p:nvPr/>
        </p:nvSpPr>
        <p:spPr>
          <a:xfrm>
            <a:off x="6720840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  <a:endParaRPr sz="28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132FC10-B30A-46DD-A3EC-4623DD19EA53}"/>
              </a:ext>
            </a:extLst>
          </p:cNvPr>
          <p:cNvSpPr>
            <a:spLocks noGrp="1"/>
          </p:cNvSpPr>
          <p:nvPr/>
        </p:nvSpPr>
        <p:spPr>
          <a:xfrm>
            <a:off x="9646920" y="3959352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2346AE6-7378-4F5C-BEFA-DF24D81A8280}"/>
              </a:ext>
            </a:extLst>
          </p:cNvPr>
          <p:cNvSpPr>
            <a:spLocks noGrp="1"/>
          </p:cNvSpPr>
          <p:nvPr/>
        </p:nvSpPr>
        <p:spPr>
          <a:xfrm>
            <a:off x="9596628" y="4457700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24" name="STEP_4_TITLE">
            <a:extLst>
              <a:ext uri="{FF2B5EF4-FFF2-40B4-BE49-F238E27FC236}">
                <a16:creationId xmlns:a16="http://schemas.microsoft.com/office/drawing/2014/main" id="{E6DB1E76-46F0-44EC-86AF-EB19850C0D4B}"/>
              </a:ext>
            </a:extLst>
          </p:cNvPr>
          <p:cNvSpPr>
            <a:spLocks noGrp="1"/>
          </p:cNvSpPr>
          <p:nvPr/>
        </p:nvSpPr>
        <p:spPr>
          <a:xfrm>
            <a:off x="8481060" y="462686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4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25" name="STEP_4_BODY">
            <a:extLst>
              <a:ext uri="{FF2B5EF4-FFF2-40B4-BE49-F238E27FC236}">
                <a16:creationId xmlns:a16="http://schemas.microsoft.com/office/drawing/2014/main" id="{759DB544-9C65-4663-9969-A53C8983C85D}"/>
              </a:ext>
            </a:extLst>
          </p:cNvPr>
          <p:cNvSpPr>
            <a:spLocks noGrp="1"/>
          </p:cNvSpPr>
          <p:nvPr/>
        </p:nvSpPr>
        <p:spPr>
          <a:xfrm>
            <a:off x="7677678" y="5199789"/>
            <a:ext cx="3660882" cy="134653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Настройте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параметры</a:t>
            </a:r>
            <a:endParaRPr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запустите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sz="1520" dirty="0">
              <a:solidFill>
                <a:srgbClr val="3F454F"/>
              </a:solidFill>
            </a:endParaRPr>
          </a:p>
        </p:txBody>
      </p:sp>
      <p:sp>
        <p:nvSpPr>
          <p:cNvPr id="26" name="STEP_4_NUMBER">
            <a:extLst>
              <a:ext uri="{FF2B5EF4-FFF2-40B4-BE49-F238E27FC236}">
                <a16:creationId xmlns:a16="http://schemas.microsoft.com/office/drawing/2014/main" id="{83DB59B8-295B-4911-B218-AC6DA75B0760}"/>
              </a:ext>
            </a:extLst>
          </p:cNvPr>
          <p:cNvSpPr>
            <a:spLocks noGrp="1"/>
          </p:cNvSpPr>
          <p:nvPr/>
        </p:nvSpPr>
        <p:spPr>
          <a:xfrm>
            <a:off x="9089136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04</a:t>
            </a:r>
            <a:endParaRPr sz="28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F1A1062-418D-4154-93DF-5D19DFA4AB65}"/>
              </a:ext>
            </a:extLst>
          </p:cNvPr>
          <p:cNvSpPr>
            <a:spLocks noGrp="1"/>
          </p:cNvSpPr>
          <p:nvPr/>
        </p:nvSpPr>
        <p:spPr>
          <a:xfrm>
            <a:off x="91440" y="777240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E016F1E-38CD-483F-AEB7-4B362D8642FA}"/>
              </a:ext>
            </a:extLst>
          </p:cNvPr>
          <p:cNvSpPr>
            <a:spLocks noGrp="1"/>
          </p:cNvSpPr>
          <p:nvPr/>
        </p:nvSpPr>
        <p:spPr>
          <a:xfrm>
            <a:off x="91440" y="1435608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  <p:txBody>
          <a:bodyPr anchor="t" anchorCtr="0">
            <a:noAutofit/>
          </a:bodyPr>
          <a:lstStyle/>
          <a:p>
            <a:pPr algn="ctr"/>
            <a:endParaRPr lang="ru-RU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86E4DF3-6469-4C25-BFB2-FE52E91FDFB4}"/>
              </a:ext>
            </a:extLst>
          </p:cNvPr>
          <p:cNvSpPr>
            <a:spLocks noGrp="1"/>
          </p:cNvSpPr>
          <p:nvPr/>
        </p:nvSpPr>
        <p:spPr>
          <a:xfrm>
            <a:off x="91440" y="2093976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8818E3C-32D7-4B81-B261-A662AF9AF710}"/>
              </a:ext>
            </a:extLst>
          </p:cNvPr>
          <p:cNvSpPr>
            <a:spLocks noGrp="1"/>
          </p:cNvSpPr>
          <p:nvPr/>
        </p:nvSpPr>
        <p:spPr>
          <a:xfrm>
            <a:off x="2234301" y="3321699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4543191-2316-419A-BBD8-B5BB33E0FBBA}"/>
              </a:ext>
            </a:extLst>
          </p:cNvPr>
          <p:cNvSpPr>
            <a:spLocks noGrp="1"/>
          </p:cNvSpPr>
          <p:nvPr/>
        </p:nvSpPr>
        <p:spPr>
          <a:xfrm>
            <a:off x="-110861" y="3321699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B2BCE81-5177-4966-83C4-D508CD279D3F}"/>
              </a:ext>
            </a:extLst>
          </p:cNvPr>
          <p:cNvSpPr>
            <a:spLocks noGrp="1"/>
          </p:cNvSpPr>
          <p:nvPr/>
        </p:nvSpPr>
        <p:spPr>
          <a:xfrm>
            <a:off x="91440" y="4069080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164BCE5-3871-4C72-AD4E-137C31CA001E}"/>
              </a:ext>
            </a:extLst>
          </p:cNvPr>
          <p:cNvSpPr>
            <a:spLocks noGrp="1"/>
          </p:cNvSpPr>
          <p:nvPr/>
        </p:nvSpPr>
        <p:spPr>
          <a:xfrm>
            <a:off x="91440" y="4727448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8671947-66B1-4C9C-B5AD-5408DDA4DCBF}"/>
              </a:ext>
            </a:extLst>
          </p:cNvPr>
          <p:cNvSpPr>
            <a:spLocks noGrp="1"/>
          </p:cNvSpPr>
          <p:nvPr/>
        </p:nvSpPr>
        <p:spPr>
          <a:xfrm>
            <a:off x="2548587" y="2295144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8E87DF31-0CCE-4FEB-892E-C71EB7DA01C2}"/>
              </a:ext>
            </a:extLst>
          </p:cNvPr>
          <p:cNvSpPr>
            <a:spLocks noGrp="1"/>
          </p:cNvSpPr>
          <p:nvPr/>
        </p:nvSpPr>
        <p:spPr>
          <a:xfrm>
            <a:off x="7286312" y="2340419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pic>
        <p:nvPicPr>
          <p:cNvPr id="40" name="Рисунок 2">
            <a:extLst>
              <a:ext uri="{FF2B5EF4-FFF2-40B4-BE49-F238E27FC236}">
                <a16:creationId xmlns:a16="http://schemas.microsoft.com/office/drawing/2014/main" id="{EB580851-6D8D-49DB-8D6D-D208D6B98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3" name="Рисунок 4">
            <a:extLst>
              <a:ext uri="{FF2B5EF4-FFF2-40B4-BE49-F238E27FC236}">
                <a16:creationId xmlns:a16="http://schemas.microsoft.com/office/drawing/2014/main" id="{C4A74141-5162-4056-A966-13A2353FB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44" name="Рисунок 6">
            <a:extLst>
              <a:ext uri="{FF2B5EF4-FFF2-40B4-BE49-F238E27FC236}">
                <a16:creationId xmlns:a16="http://schemas.microsoft.com/office/drawing/2014/main" id="{7B25B6A4-69FE-4860-AAA1-ADA82DDCA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45" name="Рисунок 8">
            <a:extLst>
              <a:ext uri="{FF2B5EF4-FFF2-40B4-BE49-F238E27FC236}">
                <a16:creationId xmlns:a16="http://schemas.microsoft.com/office/drawing/2014/main" id="{B5A4E149-0A30-41E5-AC5B-B78991D0A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6" name="Рисунок 10">
            <a:extLst>
              <a:ext uri="{FF2B5EF4-FFF2-40B4-BE49-F238E27FC236}">
                <a16:creationId xmlns:a16="http://schemas.microsoft.com/office/drawing/2014/main" id="{34F94F62-9BC2-4929-A0E3-DCBD0B9B2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7" name="Рисунок 12">
            <a:extLst>
              <a:ext uri="{FF2B5EF4-FFF2-40B4-BE49-F238E27FC236}">
                <a16:creationId xmlns:a16="http://schemas.microsoft.com/office/drawing/2014/main" id="{9F27FFA8-69E0-417F-9063-5E23A5C7C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48" name="Рисунок 14">
            <a:extLst>
              <a:ext uri="{FF2B5EF4-FFF2-40B4-BE49-F238E27FC236}">
                <a16:creationId xmlns:a16="http://schemas.microsoft.com/office/drawing/2014/main" id="{7EDD5D99-CE6A-4549-9FDE-A9B6FA8E2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49" name="Рисунок 16">
            <a:extLst>
              <a:ext uri="{FF2B5EF4-FFF2-40B4-BE49-F238E27FC236}">
                <a16:creationId xmlns:a16="http://schemas.microsoft.com/office/drawing/2014/main" id="{A19F9FCA-7061-45AE-8BDD-CA3E45362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0" name="Рисунок 18">
            <a:extLst>
              <a:ext uri="{FF2B5EF4-FFF2-40B4-BE49-F238E27FC236}">
                <a16:creationId xmlns:a16="http://schemas.microsoft.com/office/drawing/2014/main" id="{40F253BA-FC8A-4CAE-8125-55C455681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51" name="Рисунок 20">
            <a:extLst>
              <a:ext uri="{FF2B5EF4-FFF2-40B4-BE49-F238E27FC236}">
                <a16:creationId xmlns:a16="http://schemas.microsoft.com/office/drawing/2014/main" id="{BBCFC224-5FF8-4DC9-A4E9-93B1A199A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1391677" y="5704441"/>
            <a:ext cx="2019300" cy="2019300"/>
          </a:xfrm>
          <a:prstGeom prst="rect">
            <a:avLst/>
          </a:prstGeom>
        </p:spPr>
      </p:pic>
      <p:pic>
        <p:nvPicPr>
          <p:cNvPr id="52" name="Рисунок 22">
            <a:extLst>
              <a:ext uri="{FF2B5EF4-FFF2-40B4-BE49-F238E27FC236}">
                <a16:creationId xmlns:a16="http://schemas.microsoft.com/office/drawing/2014/main" id="{5FE5AB7B-6F2A-463A-8A92-F4BDA144F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3" name="Рисунок 24">
            <a:extLst>
              <a:ext uri="{FF2B5EF4-FFF2-40B4-BE49-F238E27FC236}">
                <a16:creationId xmlns:a16="http://schemas.microsoft.com/office/drawing/2014/main" id="{112896A2-4CA1-46BE-8951-B301191FA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8C3B0C90-7A0B-40F1-8AD9-ED40D1245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87150827-EABC-412B-AE72-CAED65FC8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503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31">
            <a:extLst>
              <a:ext uri="{FF2B5EF4-FFF2-40B4-BE49-F238E27FC236}">
                <a16:creationId xmlns:a16="http://schemas.microsoft.com/office/drawing/2014/main" id="{66AF53A4-1EA0-4A66-8FB1-46BCC06B8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945" y="1577713"/>
            <a:ext cx="130725" cy="130725"/>
          </a:xfrm>
          <a:prstGeom prst="ellipse">
            <a:avLst/>
          </a:prstGeom>
          <a:solidFill>
            <a:srgbClr val="F5822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Oval 32">
            <a:extLst>
              <a:ext uri="{FF2B5EF4-FFF2-40B4-BE49-F238E27FC236}">
                <a16:creationId xmlns:a16="http://schemas.microsoft.com/office/drawing/2014/main" id="{FD47BF55-4E6B-4485-9F8A-21E07864B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6525" y="4068348"/>
            <a:ext cx="128774" cy="130725"/>
          </a:xfrm>
          <a:prstGeom prst="ellipse">
            <a:avLst/>
          </a:prstGeom>
          <a:solidFill>
            <a:srgbClr val="F5822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53171554-2810-4332-B1A5-8C3FF9D0876C}"/>
              </a:ext>
            </a:extLst>
          </p:cNvPr>
          <p:cNvSpPr>
            <a:spLocks/>
          </p:cNvSpPr>
          <p:nvPr/>
        </p:nvSpPr>
        <p:spPr bwMode="auto">
          <a:xfrm>
            <a:off x="9694857" y="1647194"/>
            <a:ext cx="1819192" cy="2486497"/>
          </a:xfrm>
          <a:custGeom>
            <a:avLst/>
            <a:gdLst>
              <a:gd name="T0" fmla="*/ 0 w 1347"/>
              <a:gd name="T1" fmla="*/ 0 h 1667"/>
              <a:gd name="T2" fmla="*/ 1347 w 1347"/>
              <a:gd name="T3" fmla="*/ 0 h 1667"/>
              <a:gd name="T4" fmla="*/ 1347 w 1347"/>
              <a:gd name="T5" fmla="*/ 1667 h 1667"/>
              <a:gd name="T6" fmla="*/ 9 w 1347"/>
              <a:gd name="T7" fmla="*/ 1667 h 1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47" h="1667">
                <a:moveTo>
                  <a:pt x="0" y="0"/>
                </a:moveTo>
                <a:lnTo>
                  <a:pt x="1347" y="0"/>
                </a:lnTo>
                <a:lnTo>
                  <a:pt x="1347" y="1667"/>
                </a:lnTo>
                <a:lnTo>
                  <a:pt x="9" y="1667"/>
                </a:lnTo>
              </a:path>
            </a:pathLst>
          </a:custGeom>
          <a:noFill/>
          <a:ln w="25400" cap="flat">
            <a:solidFill>
              <a:srgbClr val="F582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STEP_1_NUMBER">
            <a:extLst>
              <a:ext uri="{FF2B5EF4-FFF2-40B4-BE49-F238E27FC236}">
                <a16:creationId xmlns:a16="http://schemas.microsoft.com/office/drawing/2014/main" id="{2D116463-D202-4068-9466-A086D33E8E6C}"/>
              </a:ext>
            </a:extLst>
          </p:cNvPr>
          <p:cNvSpPr txBox="1"/>
          <p:nvPr/>
        </p:nvSpPr>
        <p:spPr>
          <a:xfrm>
            <a:off x="1267883" y="1223464"/>
            <a:ext cx="6575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01</a:t>
            </a:r>
          </a:p>
        </p:txBody>
      </p:sp>
      <p:sp>
        <p:nvSpPr>
          <p:cNvPr id="7" name="STEP_2_NUMBER">
            <a:extLst>
              <a:ext uri="{FF2B5EF4-FFF2-40B4-BE49-F238E27FC236}">
                <a16:creationId xmlns:a16="http://schemas.microsoft.com/office/drawing/2014/main" id="{1A0EF7DF-EEA6-4860-BBF2-CC9A359E22D2}"/>
              </a:ext>
            </a:extLst>
          </p:cNvPr>
          <p:cNvSpPr txBox="1"/>
          <p:nvPr/>
        </p:nvSpPr>
        <p:spPr>
          <a:xfrm>
            <a:off x="4705080" y="1223464"/>
            <a:ext cx="7489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02</a:t>
            </a:r>
          </a:p>
        </p:txBody>
      </p:sp>
      <p:sp>
        <p:nvSpPr>
          <p:cNvPr id="8" name="STEP_3_NUMBER">
            <a:extLst>
              <a:ext uri="{FF2B5EF4-FFF2-40B4-BE49-F238E27FC236}">
                <a16:creationId xmlns:a16="http://schemas.microsoft.com/office/drawing/2014/main" id="{08DCC8F8-E42B-456F-9835-AF04854395B0}"/>
              </a:ext>
            </a:extLst>
          </p:cNvPr>
          <p:cNvSpPr txBox="1"/>
          <p:nvPr/>
        </p:nvSpPr>
        <p:spPr>
          <a:xfrm>
            <a:off x="8126402" y="1223464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03</a:t>
            </a:r>
          </a:p>
        </p:txBody>
      </p:sp>
      <p:sp>
        <p:nvSpPr>
          <p:cNvPr id="9" name="STEP_4_NUMBER">
            <a:extLst>
              <a:ext uri="{FF2B5EF4-FFF2-40B4-BE49-F238E27FC236}">
                <a16:creationId xmlns:a16="http://schemas.microsoft.com/office/drawing/2014/main" id="{EC732058-375B-46E6-B8DB-BD8F874844F9}"/>
              </a:ext>
            </a:extLst>
          </p:cNvPr>
          <p:cNvSpPr txBox="1"/>
          <p:nvPr/>
        </p:nvSpPr>
        <p:spPr>
          <a:xfrm>
            <a:off x="8126402" y="3782776"/>
            <a:ext cx="771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04</a:t>
            </a:r>
          </a:p>
        </p:txBody>
      </p:sp>
      <p:sp>
        <p:nvSpPr>
          <p:cNvPr id="10" name="STEP_1_BODY">
            <a:extLst>
              <a:ext uri="{FF2B5EF4-FFF2-40B4-BE49-F238E27FC236}">
                <a16:creationId xmlns:a16="http://schemas.microsoft.com/office/drawing/2014/main" id="{3DFF2F18-82D8-46C1-BCA8-9416C397BC07}"/>
              </a:ext>
            </a:extLst>
          </p:cNvPr>
          <p:cNvSpPr txBox="1"/>
          <p:nvPr/>
        </p:nvSpPr>
        <p:spPr>
          <a:xfrm>
            <a:off x="1267883" y="241577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1" name="STEP_1_TITLE">
            <a:extLst>
              <a:ext uri="{FF2B5EF4-FFF2-40B4-BE49-F238E27FC236}">
                <a16:creationId xmlns:a16="http://schemas.microsoft.com/office/drawing/2014/main" id="{215EDA3B-9CC2-472D-903C-63224ADFAF6F}"/>
              </a:ext>
            </a:extLst>
          </p:cNvPr>
          <p:cNvSpPr txBox="1"/>
          <p:nvPr/>
        </p:nvSpPr>
        <p:spPr>
          <a:xfrm>
            <a:off x="1267883" y="2077218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ORIGINAL ARTICLES</a:t>
            </a:r>
          </a:p>
        </p:txBody>
      </p:sp>
      <p:sp>
        <p:nvSpPr>
          <p:cNvPr id="12" name="STEP_2_BODY">
            <a:extLst>
              <a:ext uri="{FF2B5EF4-FFF2-40B4-BE49-F238E27FC236}">
                <a16:creationId xmlns:a16="http://schemas.microsoft.com/office/drawing/2014/main" id="{681EE099-BDAA-4D05-B2EB-22E8C4CBF6D1}"/>
              </a:ext>
            </a:extLst>
          </p:cNvPr>
          <p:cNvSpPr txBox="1"/>
          <p:nvPr/>
        </p:nvSpPr>
        <p:spPr>
          <a:xfrm>
            <a:off x="4705080" y="241577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3" name="STEP_2_TITLE">
            <a:extLst>
              <a:ext uri="{FF2B5EF4-FFF2-40B4-BE49-F238E27FC236}">
                <a16:creationId xmlns:a16="http://schemas.microsoft.com/office/drawing/2014/main" id="{8D74CE6D-66FD-46C7-9275-E95703FCB512}"/>
              </a:ext>
            </a:extLst>
          </p:cNvPr>
          <p:cNvSpPr txBox="1"/>
          <p:nvPr/>
        </p:nvSpPr>
        <p:spPr>
          <a:xfrm>
            <a:off x="4705080" y="2077218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WORK ANALYSIS</a:t>
            </a:r>
          </a:p>
        </p:txBody>
      </p:sp>
      <p:sp>
        <p:nvSpPr>
          <p:cNvPr id="14" name="STEP_3_BODY">
            <a:extLst>
              <a:ext uri="{FF2B5EF4-FFF2-40B4-BE49-F238E27FC236}">
                <a16:creationId xmlns:a16="http://schemas.microsoft.com/office/drawing/2014/main" id="{EF0B4EB2-912B-4184-975D-93B7D1EBBA2B}"/>
              </a:ext>
            </a:extLst>
          </p:cNvPr>
          <p:cNvSpPr txBox="1"/>
          <p:nvPr/>
        </p:nvSpPr>
        <p:spPr>
          <a:xfrm>
            <a:off x="8126402" y="241577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5" name="STEP_3_TITLE">
            <a:extLst>
              <a:ext uri="{FF2B5EF4-FFF2-40B4-BE49-F238E27FC236}">
                <a16:creationId xmlns:a16="http://schemas.microsoft.com/office/drawing/2014/main" id="{CAAB2918-0634-4D03-A04C-36F2AFF5F1CA}"/>
              </a:ext>
            </a:extLst>
          </p:cNvPr>
          <p:cNvSpPr txBox="1"/>
          <p:nvPr/>
        </p:nvSpPr>
        <p:spPr>
          <a:xfrm>
            <a:off x="8126402" y="207721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WORK DESIGN</a:t>
            </a:r>
          </a:p>
        </p:txBody>
      </p:sp>
      <p:sp>
        <p:nvSpPr>
          <p:cNvPr id="16" name="STEP_4_BODY">
            <a:extLst>
              <a:ext uri="{FF2B5EF4-FFF2-40B4-BE49-F238E27FC236}">
                <a16:creationId xmlns:a16="http://schemas.microsoft.com/office/drawing/2014/main" id="{17A54F1D-594D-4D3E-9C21-53101226639F}"/>
              </a:ext>
            </a:extLst>
          </p:cNvPr>
          <p:cNvSpPr txBox="1"/>
          <p:nvPr/>
        </p:nvSpPr>
        <p:spPr>
          <a:xfrm>
            <a:off x="8126402" y="503990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7" name="STEP_4_TITLE">
            <a:extLst>
              <a:ext uri="{FF2B5EF4-FFF2-40B4-BE49-F238E27FC236}">
                <a16:creationId xmlns:a16="http://schemas.microsoft.com/office/drawing/2014/main" id="{DE257D91-2127-425C-BE2D-52D2309287DD}"/>
              </a:ext>
            </a:extLst>
          </p:cNvPr>
          <p:cNvSpPr txBox="1"/>
          <p:nvPr/>
        </p:nvSpPr>
        <p:spPr>
          <a:xfrm>
            <a:off x="8126402" y="4667356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TEXT ANALYSIS</a:t>
            </a:r>
          </a:p>
        </p:txBody>
      </p:sp>
      <p:sp>
        <p:nvSpPr>
          <p:cNvPr id="18" name="STEP_5_NUMBER">
            <a:extLst>
              <a:ext uri="{FF2B5EF4-FFF2-40B4-BE49-F238E27FC236}">
                <a16:creationId xmlns:a16="http://schemas.microsoft.com/office/drawing/2014/main" id="{B098BB9C-9E23-4C7F-A851-A527EF12F5D0}"/>
              </a:ext>
            </a:extLst>
          </p:cNvPr>
          <p:cNvSpPr txBox="1"/>
          <p:nvPr/>
        </p:nvSpPr>
        <p:spPr>
          <a:xfrm>
            <a:off x="4705080" y="3782776"/>
            <a:ext cx="753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05</a:t>
            </a:r>
          </a:p>
        </p:txBody>
      </p:sp>
      <p:sp>
        <p:nvSpPr>
          <p:cNvPr id="19" name="STEP_5_BODY">
            <a:extLst>
              <a:ext uri="{FF2B5EF4-FFF2-40B4-BE49-F238E27FC236}">
                <a16:creationId xmlns:a16="http://schemas.microsoft.com/office/drawing/2014/main" id="{DB14F42D-C37D-4601-9024-FFD31065F9AC}"/>
              </a:ext>
            </a:extLst>
          </p:cNvPr>
          <p:cNvSpPr txBox="1"/>
          <p:nvPr/>
        </p:nvSpPr>
        <p:spPr>
          <a:xfrm>
            <a:off x="4705080" y="503990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20" name="STEP_5_TITLE">
            <a:extLst>
              <a:ext uri="{FF2B5EF4-FFF2-40B4-BE49-F238E27FC236}">
                <a16:creationId xmlns:a16="http://schemas.microsoft.com/office/drawing/2014/main" id="{8A6A44C0-3F4C-4A75-8DB2-AFF087E48A4A}"/>
              </a:ext>
            </a:extLst>
          </p:cNvPr>
          <p:cNvSpPr txBox="1"/>
          <p:nvPr/>
        </p:nvSpPr>
        <p:spPr>
          <a:xfrm>
            <a:off x="4705080" y="4667356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MARKET INSIGHTS</a:t>
            </a:r>
          </a:p>
        </p:txBody>
      </p:sp>
      <p:sp>
        <p:nvSpPr>
          <p:cNvPr id="21" name="STEP_6_NUMBER">
            <a:extLst>
              <a:ext uri="{FF2B5EF4-FFF2-40B4-BE49-F238E27FC236}">
                <a16:creationId xmlns:a16="http://schemas.microsoft.com/office/drawing/2014/main" id="{3419555F-B732-4B29-B9E5-6029503D170B}"/>
              </a:ext>
            </a:extLst>
          </p:cNvPr>
          <p:cNvSpPr txBox="1"/>
          <p:nvPr/>
        </p:nvSpPr>
        <p:spPr>
          <a:xfrm>
            <a:off x="1267883" y="3782776"/>
            <a:ext cx="739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06</a:t>
            </a:r>
          </a:p>
        </p:txBody>
      </p:sp>
      <p:sp>
        <p:nvSpPr>
          <p:cNvPr id="22" name="STEP_6_BODY">
            <a:extLst>
              <a:ext uri="{FF2B5EF4-FFF2-40B4-BE49-F238E27FC236}">
                <a16:creationId xmlns:a16="http://schemas.microsoft.com/office/drawing/2014/main" id="{662A3080-CD31-4C54-8AC7-00F574B2B526}"/>
              </a:ext>
            </a:extLst>
          </p:cNvPr>
          <p:cNvSpPr txBox="1"/>
          <p:nvPr/>
        </p:nvSpPr>
        <p:spPr>
          <a:xfrm>
            <a:off x="1267883" y="503990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23" name="STEP_6_TITLE">
            <a:extLst>
              <a:ext uri="{FF2B5EF4-FFF2-40B4-BE49-F238E27FC236}">
                <a16:creationId xmlns:a16="http://schemas.microsoft.com/office/drawing/2014/main" id="{15DB206A-05BA-49E4-9C7D-F3DCFECDB0A4}"/>
              </a:ext>
            </a:extLst>
          </p:cNvPr>
          <p:cNvSpPr txBox="1"/>
          <p:nvPr/>
        </p:nvSpPr>
        <p:spPr>
          <a:xfrm>
            <a:off x="1267883" y="4667356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PRODUCTION</a:t>
            </a:r>
          </a:p>
        </p:txBody>
      </p:sp>
      <p:cxnSp>
        <p:nvCxnSpPr>
          <p:cNvPr id="24" name="Straight Arrow Connector 89">
            <a:extLst>
              <a:ext uri="{FF2B5EF4-FFF2-40B4-BE49-F238E27FC236}">
                <a16:creationId xmlns:a16="http://schemas.microsoft.com/office/drawing/2014/main" id="{E522119F-DA11-4283-98C6-4D67F5FA4613}"/>
              </a:ext>
            </a:extLst>
          </p:cNvPr>
          <p:cNvCxnSpPr>
            <a:cxnSpLocks/>
          </p:cNvCxnSpPr>
          <p:nvPr/>
        </p:nvCxnSpPr>
        <p:spPr>
          <a:xfrm>
            <a:off x="2509842" y="1647194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25" name="Straight Arrow Connector 90">
            <a:extLst>
              <a:ext uri="{FF2B5EF4-FFF2-40B4-BE49-F238E27FC236}">
                <a16:creationId xmlns:a16="http://schemas.microsoft.com/office/drawing/2014/main" id="{7AFF8048-2E11-4D7F-BF7A-77FB59A31AD0}"/>
              </a:ext>
            </a:extLst>
          </p:cNvPr>
          <p:cNvCxnSpPr>
            <a:cxnSpLocks/>
          </p:cNvCxnSpPr>
          <p:nvPr/>
        </p:nvCxnSpPr>
        <p:spPr>
          <a:xfrm>
            <a:off x="6207045" y="1647194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26" name="Straight Arrow Connector 91">
            <a:extLst>
              <a:ext uri="{FF2B5EF4-FFF2-40B4-BE49-F238E27FC236}">
                <a16:creationId xmlns:a16="http://schemas.microsoft.com/office/drawing/2014/main" id="{CEFD0645-FA45-4FBB-B473-2F90E3EC04C7}"/>
              </a:ext>
            </a:extLst>
          </p:cNvPr>
          <p:cNvCxnSpPr>
            <a:cxnSpLocks/>
          </p:cNvCxnSpPr>
          <p:nvPr/>
        </p:nvCxnSpPr>
        <p:spPr>
          <a:xfrm>
            <a:off x="2509842" y="4170419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27" name="Straight Arrow Connector 92">
            <a:extLst>
              <a:ext uri="{FF2B5EF4-FFF2-40B4-BE49-F238E27FC236}">
                <a16:creationId xmlns:a16="http://schemas.microsoft.com/office/drawing/2014/main" id="{006C067F-6DD5-4E7B-84B2-A246C13948C8}"/>
              </a:ext>
            </a:extLst>
          </p:cNvPr>
          <p:cNvCxnSpPr>
            <a:cxnSpLocks/>
          </p:cNvCxnSpPr>
          <p:nvPr/>
        </p:nvCxnSpPr>
        <p:spPr>
          <a:xfrm>
            <a:off x="6207045" y="4170419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28" name="Shape 0">
            <a:extLst>
              <a:ext uri="{FF2B5EF4-FFF2-40B4-BE49-F238E27FC236}">
                <a16:creationId xmlns:a16="http://schemas.microsoft.com/office/drawing/2014/main" id="{C660E5CE-E1A1-431D-8761-9420637289A9}"/>
              </a:ext>
            </a:extLst>
          </p:cNvPr>
          <p:cNvSpPr>
            <a:spLocks noGrp="1"/>
          </p:cNvSpPr>
          <p:nvPr/>
        </p:nvSpPr>
        <p:spPr>
          <a:xfrm>
            <a:off x="488270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84D5F45D-AF02-4F75-A96D-A0BAB0775B6A}"/>
              </a:ext>
            </a:extLst>
          </p:cNvPr>
          <p:cNvSpPr>
            <a:spLocks noGrp="1"/>
          </p:cNvSpPr>
          <p:nvPr/>
        </p:nvSpPr>
        <p:spPr>
          <a:xfrm>
            <a:off x="-97611" y="240350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781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E6463A7A-C524-4C6F-82BC-14A40D4D6262}"/>
              </a:ext>
            </a:extLst>
          </p:cNvPr>
          <p:cNvSpPr>
            <a:spLocks noGrp="1"/>
          </p:cNvSpPr>
          <p:nvPr/>
        </p:nvSpPr>
        <p:spPr>
          <a:xfrm>
            <a:off x="301457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84D8E00-E92E-42C2-B7BC-8CA648482E6A}"/>
              </a:ext>
            </a:extLst>
          </p:cNvPr>
          <p:cNvSpPr>
            <a:spLocks noGrp="1"/>
          </p:cNvSpPr>
          <p:nvPr/>
        </p:nvSpPr>
        <p:spPr>
          <a:xfrm>
            <a:off x="-282185" y="34747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6" name="CARD_1_TITLE">
            <a:extLst>
              <a:ext uri="{FF2B5EF4-FFF2-40B4-BE49-F238E27FC236}">
                <a16:creationId xmlns:a16="http://schemas.microsoft.com/office/drawing/2014/main" id="{DFB38A59-D07C-43F4-83F2-DF198D05F9FD}"/>
              </a:ext>
            </a:extLst>
          </p:cNvPr>
          <p:cNvSpPr txBox="1"/>
          <p:nvPr/>
        </p:nvSpPr>
        <p:spPr>
          <a:xfrm>
            <a:off x="2199376" y="4902994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STRATEGIC PLANS</a:t>
            </a:r>
          </a:p>
        </p:txBody>
      </p:sp>
      <p:sp>
        <p:nvSpPr>
          <p:cNvPr id="7" name="CARD_1_BODY">
            <a:extLst>
              <a:ext uri="{FF2B5EF4-FFF2-40B4-BE49-F238E27FC236}">
                <a16:creationId xmlns:a16="http://schemas.microsoft.com/office/drawing/2014/main" id="{34A49A8C-F912-419A-B339-C80285C8FED6}"/>
              </a:ext>
            </a:extLst>
          </p:cNvPr>
          <p:cNvSpPr txBox="1"/>
          <p:nvPr/>
        </p:nvSpPr>
        <p:spPr>
          <a:xfrm>
            <a:off x="1421921" y="5230660"/>
            <a:ext cx="3142207" cy="1474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</a:t>
            </a:r>
            <a:r>
              <a:rPr lang="en-US" sz="1400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text</a:t>
            </a:r>
            <a:r>
              <a:rPr lang="en-US" sz="1400" b="1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</a:t>
            </a: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  <a:p>
            <a:pPr algn="ctr">
              <a:lnSpc>
                <a:spcPts val="1800"/>
              </a:lnSpc>
            </a:pP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CARD_2_TITLE">
            <a:extLst>
              <a:ext uri="{FF2B5EF4-FFF2-40B4-BE49-F238E27FC236}">
                <a16:creationId xmlns:a16="http://schemas.microsoft.com/office/drawing/2014/main" id="{06488197-7E7E-4306-8B4D-D1FA2495B117}"/>
              </a:ext>
            </a:extLst>
          </p:cNvPr>
          <p:cNvSpPr txBox="1"/>
          <p:nvPr/>
        </p:nvSpPr>
        <p:spPr>
          <a:xfrm>
            <a:off x="4671190" y="495478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PAID SEARCH</a:t>
            </a:r>
          </a:p>
        </p:txBody>
      </p:sp>
      <p:sp>
        <p:nvSpPr>
          <p:cNvPr id="9" name="CARD_2_BODY">
            <a:extLst>
              <a:ext uri="{FF2B5EF4-FFF2-40B4-BE49-F238E27FC236}">
                <a16:creationId xmlns:a16="http://schemas.microsoft.com/office/drawing/2014/main" id="{5F816B6E-57F4-480D-875C-FF189141CEEA}"/>
              </a:ext>
            </a:extLst>
          </p:cNvPr>
          <p:cNvSpPr txBox="1"/>
          <p:nvPr/>
        </p:nvSpPr>
        <p:spPr>
          <a:xfrm>
            <a:off x="3682138" y="864810"/>
            <a:ext cx="3142207" cy="17246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</a:t>
            </a:r>
            <a:r>
              <a:rPr lang="en-US" sz="1400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text</a:t>
            </a:r>
            <a:r>
              <a:rPr lang="en-US" sz="1400" b="1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</a:t>
            </a: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  <a:p>
            <a:pPr algn="ctr">
              <a:lnSpc>
                <a:spcPts val="1800"/>
              </a:lnSpc>
            </a:pP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CARD_3_TITLE">
            <a:extLst>
              <a:ext uri="{FF2B5EF4-FFF2-40B4-BE49-F238E27FC236}">
                <a16:creationId xmlns:a16="http://schemas.microsoft.com/office/drawing/2014/main" id="{1A77B1C8-E1AF-46AF-9369-57954650E02D}"/>
              </a:ext>
            </a:extLst>
          </p:cNvPr>
          <p:cNvSpPr txBox="1"/>
          <p:nvPr/>
        </p:nvSpPr>
        <p:spPr>
          <a:xfrm>
            <a:off x="6783130" y="4902994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TACTICAL PLANS</a:t>
            </a:r>
          </a:p>
        </p:txBody>
      </p:sp>
      <p:sp>
        <p:nvSpPr>
          <p:cNvPr id="11" name="CARD_3_BODY">
            <a:extLst>
              <a:ext uri="{FF2B5EF4-FFF2-40B4-BE49-F238E27FC236}">
                <a16:creationId xmlns:a16="http://schemas.microsoft.com/office/drawing/2014/main" id="{E78CF450-9971-44CD-AFF6-ADA823FD60DD}"/>
              </a:ext>
            </a:extLst>
          </p:cNvPr>
          <p:cNvSpPr txBox="1"/>
          <p:nvPr/>
        </p:nvSpPr>
        <p:spPr>
          <a:xfrm>
            <a:off x="5942356" y="5230660"/>
            <a:ext cx="3142207" cy="1474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</a:t>
            </a:r>
            <a:r>
              <a:rPr lang="en-US" sz="1400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text</a:t>
            </a:r>
            <a:r>
              <a:rPr lang="en-US" sz="1400" b="1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</a:t>
            </a: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  <a:p>
            <a:pPr algn="ctr">
              <a:lnSpc>
                <a:spcPts val="1800"/>
              </a:lnSpc>
            </a:pP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3C62FD16-B66E-4B49-924C-676A2CE80DCD}"/>
              </a:ext>
            </a:extLst>
          </p:cNvPr>
          <p:cNvSpPr>
            <a:spLocks/>
          </p:cNvSpPr>
          <p:nvPr/>
        </p:nvSpPr>
        <p:spPr bwMode="auto">
          <a:xfrm>
            <a:off x="1863395" y="2582930"/>
            <a:ext cx="9039909" cy="2185727"/>
          </a:xfrm>
          <a:custGeom>
            <a:avLst/>
            <a:gdLst>
              <a:gd name="T0" fmla="*/ 0 w 2136"/>
              <a:gd name="T1" fmla="*/ 394 h 514"/>
              <a:gd name="T2" fmla="*/ 1 w 2136"/>
              <a:gd name="T3" fmla="*/ 195 h 514"/>
              <a:gd name="T4" fmla="*/ 49 w 2136"/>
              <a:gd name="T5" fmla="*/ 113 h 514"/>
              <a:gd name="T6" fmla="*/ 222 w 2136"/>
              <a:gd name="T7" fmla="*/ 15 h 514"/>
              <a:gd name="T8" fmla="*/ 317 w 2136"/>
              <a:gd name="T9" fmla="*/ 16 h 514"/>
              <a:gd name="T10" fmla="*/ 488 w 2136"/>
              <a:gd name="T11" fmla="*/ 116 h 514"/>
              <a:gd name="T12" fmla="*/ 535 w 2136"/>
              <a:gd name="T13" fmla="*/ 199 h 514"/>
              <a:gd name="T14" fmla="*/ 535 w 2136"/>
              <a:gd name="T15" fmla="*/ 295 h 514"/>
              <a:gd name="T16" fmla="*/ 535 w 2136"/>
              <a:gd name="T17" fmla="*/ 314 h 514"/>
              <a:gd name="T18" fmla="*/ 582 w 2136"/>
              <a:gd name="T19" fmla="*/ 398 h 514"/>
              <a:gd name="T20" fmla="*/ 753 w 2136"/>
              <a:gd name="T21" fmla="*/ 498 h 514"/>
              <a:gd name="T22" fmla="*/ 848 w 2136"/>
              <a:gd name="T23" fmla="*/ 499 h 514"/>
              <a:gd name="T24" fmla="*/ 1021 w 2136"/>
              <a:gd name="T25" fmla="*/ 401 h 514"/>
              <a:gd name="T26" fmla="*/ 1069 w 2136"/>
              <a:gd name="T27" fmla="*/ 310 h 514"/>
              <a:gd name="T28" fmla="*/ 1069 w 2136"/>
              <a:gd name="T29" fmla="*/ 195 h 514"/>
              <a:gd name="T30" fmla="*/ 1117 w 2136"/>
              <a:gd name="T31" fmla="*/ 113 h 514"/>
              <a:gd name="T32" fmla="*/ 1289 w 2136"/>
              <a:gd name="T33" fmla="*/ 15 h 514"/>
              <a:gd name="T34" fmla="*/ 1384 w 2136"/>
              <a:gd name="T35" fmla="*/ 16 h 514"/>
              <a:gd name="T36" fmla="*/ 1555 w 2136"/>
              <a:gd name="T37" fmla="*/ 116 h 514"/>
              <a:gd name="T38" fmla="*/ 1602 w 2136"/>
              <a:gd name="T39" fmla="*/ 199 h 514"/>
              <a:gd name="T40" fmla="*/ 1602 w 2136"/>
              <a:gd name="T41" fmla="*/ 295 h 514"/>
              <a:gd name="T42" fmla="*/ 1602 w 2136"/>
              <a:gd name="T43" fmla="*/ 314 h 514"/>
              <a:gd name="T44" fmla="*/ 1649 w 2136"/>
              <a:gd name="T45" fmla="*/ 398 h 514"/>
              <a:gd name="T46" fmla="*/ 1821 w 2136"/>
              <a:gd name="T47" fmla="*/ 498 h 514"/>
              <a:gd name="T48" fmla="*/ 1915 w 2136"/>
              <a:gd name="T49" fmla="*/ 499 h 514"/>
              <a:gd name="T50" fmla="*/ 2088 w 2136"/>
              <a:gd name="T51" fmla="*/ 401 h 514"/>
              <a:gd name="T52" fmla="*/ 2136 w 2136"/>
              <a:gd name="T53" fmla="*/ 319 h 514"/>
              <a:gd name="T54" fmla="*/ 2136 w 2136"/>
              <a:gd name="T55" fmla="*/ 140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36" h="514">
                <a:moveTo>
                  <a:pt x="0" y="394"/>
                </a:moveTo>
                <a:cubicBezTo>
                  <a:pt x="1" y="195"/>
                  <a:pt x="1" y="195"/>
                  <a:pt x="1" y="195"/>
                </a:cubicBezTo>
                <a:cubicBezTo>
                  <a:pt x="1" y="165"/>
                  <a:pt x="23" y="128"/>
                  <a:pt x="49" y="113"/>
                </a:cubicBezTo>
                <a:cubicBezTo>
                  <a:pt x="222" y="15"/>
                  <a:pt x="222" y="15"/>
                  <a:pt x="222" y="15"/>
                </a:cubicBezTo>
                <a:cubicBezTo>
                  <a:pt x="248" y="0"/>
                  <a:pt x="291" y="1"/>
                  <a:pt x="317" y="16"/>
                </a:cubicBezTo>
                <a:cubicBezTo>
                  <a:pt x="488" y="116"/>
                  <a:pt x="488" y="116"/>
                  <a:pt x="488" y="116"/>
                </a:cubicBezTo>
                <a:cubicBezTo>
                  <a:pt x="514" y="132"/>
                  <a:pt x="535" y="169"/>
                  <a:pt x="535" y="199"/>
                </a:cubicBezTo>
                <a:cubicBezTo>
                  <a:pt x="535" y="295"/>
                  <a:pt x="535" y="295"/>
                  <a:pt x="535" y="295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54"/>
                  <a:pt x="548" y="378"/>
                  <a:pt x="582" y="398"/>
                </a:cubicBezTo>
                <a:cubicBezTo>
                  <a:pt x="753" y="498"/>
                  <a:pt x="753" y="498"/>
                  <a:pt x="753" y="498"/>
                </a:cubicBezTo>
                <a:cubicBezTo>
                  <a:pt x="779" y="513"/>
                  <a:pt x="822" y="514"/>
                  <a:pt x="848" y="499"/>
                </a:cubicBezTo>
                <a:cubicBezTo>
                  <a:pt x="1021" y="401"/>
                  <a:pt x="1021" y="401"/>
                  <a:pt x="1021" y="401"/>
                </a:cubicBezTo>
                <a:cubicBezTo>
                  <a:pt x="1054" y="382"/>
                  <a:pt x="1069" y="344"/>
                  <a:pt x="1069" y="310"/>
                </a:cubicBezTo>
                <a:cubicBezTo>
                  <a:pt x="1069" y="299"/>
                  <a:pt x="1069" y="195"/>
                  <a:pt x="1069" y="195"/>
                </a:cubicBezTo>
                <a:cubicBezTo>
                  <a:pt x="1069" y="165"/>
                  <a:pt x="1090" y="128"/>
                  <a:pt x="1117" y="113"/>
                </a:cubicBezTo>
                <a:cubicBezTo>
                  <a:pt x="1289" y="15"/>
                  <a:pt x="1289" y="15"/>
                  <a:pt x="1289" y="15"/>
                </a:cubicBezTo>
                <a:cubicBezTo>
                  <a:pt x="1315" y="0"/>
                  <a:pt x="1358" y="1"/>
                  <a:pt x="1384" y="16"/>
                </a:cubicBezTo>
                <a:cubicBezTo>
                  <a:pt x="1555" y="116"/>
                  <a:pt x="1555" y="116"/>
                  <a:pt x="1555" y="116"/>
                </a:cubicBezTo>
                <a:cubicBezTo>
                  <a:pt x="1581" y="132"/>
                  <a:pt x="1602" y="169"/>
                  <a:pt x="1602" y="199"/>
                </a:cubicBezTo>
                <a:cubicBezTo>
                  <a:pt x="1602" y="295"/>
                  <a:pt x="1602" y="295"/>
                  <a:pt x="1602" y="295"/>
                </a:cubicBezTo>
                <a:cubicBezTo>
                  <a:pt x="1602" y="314"/>
                  <a:pt x="1602" y="314"/>
                  <a:pt x="1602" y="314"/>
                </a:cubicBezTo>
                <a:cubicBezTo>
                  <a:pt x="1602" y="354"/>
                  <a:pt x="1616" y="378"/>
                  <a:pt x="1649" y="398"/>
                </a:cubicBezTo>
                <a:cubicBezTo>
                  <a:pt x="1821" y="498"/>
                  <a:pt x="1821" y="498"/>
                  <a:pt x="1821" y="498"/>
                </a:cubicBezTo>
                <a:cubicBezTo>
                  <a:pt x="1846" y="513"/>
                  <a:pt x="1889" y="514"/>
                  <a:pt x="1915" y="499"/>
                </a:cubicBezTo>
                <a:cubicBezTo>
                  <a:pt x="2088" y="401"/>
                  <a:pt x="2088" y="401"/>
                  <a:pt x="2088" y="401"/>
                </a:cubicBezTo>
                <a:cubicBezTo>
                  <a:pt x="2114" y="386"/>
                  <a:pt x="2136" y="349"/>
                  <a:pt x="2136" y="319"/>
                </a:cubicBezTo>
                <a:cubicBezTo>
                  <a:pt x="2136" y="140"/>
                  <a:pt x="2136" y="140"/>
                  <a:pt x="2136" y="140"/>
                </a:cubicBezTo>
              </a:path>
            </a:pathLst>
          </a:custGeom>
          <a:noFill/>
          <a:ln w="3175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57781624-1826-43B1-B1EC-1673E3A0E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054" y="4277734"/>
            <a:ext cx="0" cy="0"/>
          </a:xfrm>
          <a:prstGeom prst="line">
            <a:avLst/>
          </a:prstGeom>
          <a:noFill/>
          <a:ln w="17463" cap="flat">
            <a:solidFill>
              <a:srgbClr val="231F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DEC12107-DEDF-47FC-A065-FB7CF7EB4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6788" y="3902873"/>
            <a:ext cx="0" cy="0"/>
          </a:xfrm>
          <a:prstGeom prst="line">
            <a:avLst/>
          </a:prstGeom>
          <a:noFill/>
          <a:ln w="17463" cap="flat">
            <a:solidFill>
              <a:srgbClr val="231F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7D281238-E6F0-48E9-9BB5-EF0665735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40849" y="4277734"/>
            <a:ext cx="0" cy="0"/>
          </a:xfrm>
          <a:prstGeom prst="line">
            <a:avLst/>
          </a:prstGeom>
          <a:noFill/>
          <a:ln w="17463" cap="flat">
            <a:solidFill>
              <a:srgbClr val="231F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D7CE5F6C-5DE8-40FF-93B5-E4F58DB18928}"/>
              </a:ext>
            </a:extLst>
          </p:cNvPr>
          <p:cNvSpPr>
            <a:spLocks/>
          </p:cNvSpPr>
          <p:nvPr/>
        </p:nvSpPr>
        <p:spPr bwMode="auto">
          <a:xfrm>
            <a:off x="2165446" y="2925352"/>
            <a:ext cx="1655154" cy="1836818"/>
          </a:xfrm>
          <a:custGeom>
            <a:avLst/>
            <a:gdLst>
              <a:gd name="T0" fmla="*/ 34 w 391"/>
              <a:gd name="T1" fmla="*/ 348 h 432"/>
              <a:gd name="T2" fmla="*/ 0 w 391"/>
              <a:gd name="T3" fmla="*/ 288 h 432"/>
              <a:gd name="T4" fmla="*/ 1 w 391"/>
              <a:gd name="T5" fmla="*/ 142 h 432"/>
              <a:gd name="T6" fmla="*/ 36 w 391"/>
              <a:gd name="T7" fmla="*/ 83 h 432"/>
              <a:gd name="T8" fmla="*/ 162 w 391"/>
              <a:gd name="T9" fmla="*/ 11 h 432"/>
              <a:gd name="T10" fmla="*/ 231 w 391"/>
              <a:gd name="T11" fmla="*/ 12 h 432"/>
              <a:gd name="T12" fmla="*/ 357 w 391"/>
              <a:gd name="T13" fmla="*/ 85 h 432"/>
              <a:gd name="T14" fmla="*/ 391 w 391"/>
              <a:gd name="T15" fmla="*/ 145 h 432"/>
              <a:gd name="T16" fmla="*/ 390 w 391"/>
              <a:gd name="T17" fmla="*/ 290 h 432"/>
              <a:gd name="T18" fmla="*/ 355 w 391"/>
              <a:gd name="T19" fmla="*/ 350 h 432"/>
              <a:gd name="T20" fmla="*/ 229 w 391"/>
              <a:gd name="T21" fmla="*/ 422 h 432"/>
              <a:gd name="T22" fmla="*/ 159 w 391"/>
              <a:gd name="T23" fmla="*/ 421 h 432"/>
              <a:gd name="T24" fmla="*/ 34 w 391"/>
              <a:gd name="T25" fmla="*/ 348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1" h="432">
                <a:moveTo>
                  <a:pt x="34" y="348"/>
                </a:moveTo>
                <a:cubicBezTo>
                  <a:pt x="15" y="337"/>
                  <a:pt x="0" y="310"/>
                  <a:pt x="0" y="288"/>
                </a:cubicBezTo>
                <a:cubicBezTo>
                  <a:pt x="1" y="142"/>
                  <a:pt x="1" y="142"/>
                  <a:pt x="1" y="142"/>
                </a:cubicBezTo>
                <a:cubicBezTo>
                  <a:pt x="1" y="120"/>
                  <a:pt x="17" y="94"/>
                  <a:pt x="36" y="83"/>
                </a:cubicBezTo>
                <a:cubicBezTo>
                  <a:pt x="162" y="11"/>
                  <a:pt x="162" y="11"/>
                  <a:pt x="162" y="11"/>
                </a:cubicBezTo>
                <a:cubicBezTo>
                  <a:pt x="181" y="0"/>
                  <a:pt x="212" y="0"/>
                  <a:pt x="231" y="12"/>
                </a:cubicBezTo>
                <a:cubicBezTo>
                  <a:pt x="357" y="85"/>
                  <a:pt x="357" y="85"/>
                  <a:pt x="357" y="85"/>
                </a:cubicBezTo>
                <a:cubicBezTo>
                  <a:pt x="375" y="96"/>
                  <a:pt x="391" y="123"/>
                  <a:pt x="391" y="145"/>
                </a:cubicBezTo>
                <a:cubicBezTo>
                  <a:pt x="390" y="290"/>
                  <a:pt x="390" y="290"/>
                  <a:pt x="390" y="290"/>
                </a:cubicBezTo>
                <a:cubicBezTo>
                  <a:pt x="390" y="312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09" y="432"/>
                  <a:pt x="178" y="432"/>
                  <a:pt x="159" y="421"/>
                </a:cubicBezTo>
                <a:lnTo>
                  <a:pt x="34" y="3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0" dir="2700000" algn="tl" rotWithShape="0">
              <a:prstClr val="black">
                <a:alpha val="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3326D9AF-0FA9-48C9-A54E-97E73CE9C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4933" y="3383704"/>
            <a:ext cx="916182" cy="920113"/>
          </a:xfrm>
          <a:prstGeom prst="ellipse">
            <a:avLst/>
          </a:prstGeom>
          <a:solidFill>
            <a:srgbClr val="FB4D4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31">
            <a:extLst>
              <a:ext uri="{FF2B5EF4-FFF2-40B4-BE49-F238E27FC236}">
                <a16:creationId xmlns:a16="http://schemas.microsoft.com/office/drawing/2014/main" id="{4E84D200-57B8-493A-A1F3-C6A57843F7AF}"/>
              </a:ext>
            </a:extLst>
          </p:cNvPr>
          <p:cNvGrpSpPr/>
          <p:nvPr/>
        </p:nvGrpSpPr>
        <p:grpSpPr>
          <a:xfrm>
            <a:off x="4425663" y="2589418"/>
            <a:ext cx="1655154" cy="1841144"/>
            <a:chOff x="3950188" y="2309669"/>
            <a:chExt cx="1756847" cy="1954264"/>
          </a:xfrm>
          <a:effectLst>
            <a:outerShdw blurRad="190500" dist="254000" dir="2700000" algn="tl" rotWithShape="0">
              <a:prstClr val="black">
                <a:alpha val="5000"/>
              </a:prstClr>
            </a:outerShdw>
          </a:effectLst>
        </p:grpSpPr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B1E1BC3-6372-4E64-B5B8-BD17C96F4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188" y="2309669"/>
              <a:ext cx="1756847" cy="1954264"/>
            </a:xfrm>
            <a:custGeom>
              <a:avLst/>
              <a:gdLst>
                <a:gd name="T0" fmla="*/ 357 w 391"/>
                <a:gd name="T1" fmla="*/ 85 h 433"/>
                <a:gd name="T2" fmla="*/ 391 w 391"/>
                <a:gd name="T3" fmla="*/ 145 h 433"/>
                <a:gd name="T4" fmla="*/ 390 w 391"/>
                <a:gd name="T5" fmla="*/ 291 h 433"/>
                <a:gd name="T6" fmla="*/ 355 w 391"/>
                <a:gd name="T7" fmla="*/ 350 h 433"/>
                <a:gd name="T8" fmla="*/ 229 w 391"/>
                <a:gd name="T9" fmla="*/ 422 h 433"/>
                <a:gd name="T10" fmla="*/ 159 w 391"/>
                <a:gd name="T11" fmla="*/ 421 h 433"/>
                <a:gd name="T12" fmla="*/ 34 w 391"/>
                <a:gd name="T13" fmla="*/ 348 h 433"/>
                <a:gd name="T14" fmla="*/ 0 w 391"/>
                <a:gd name="T15" fmla="*/ 288 h 433"/>
                <a:gd name="T16" fmla="*/ 1 w 391"/>
                <a:gd name="T17" fmla="*/ 143 h 433"/>
                <a:gd name="T18" fmla="*/ 36 w 391"/>
                <a:gd name="T19" fmla="*/ 83 h 433"/>
                <a:gd name="T20" fmla="*/ 162 w 391"/>
                <a:gd name="T21" fmla="*/ 11 h 433"/>
                <a:gd name="T22" fmla="*/ 232 w 391"/>
                <a:gd name="T23" fmla="*/ 12 h 433"/>
                <a:gd name="T24" fmla="*/ 357 w 391"/>
                <a:gd name="T25" fmla="*/ 85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1" h="433">
                  <a:moveTo>
                    <a:pt x="357" y="85"/>
                  </a:moveTo>
                  <a:cubicBezTo>
                    <a:pt x="376" y="96"/>
                    <a:pt x="391" y="123"/>
                    <a:pt x="391" y="145"/>
                  </a:cubicBezTo>
                  <a:cubicBezTo>
                    <a:pt x="390" y="291"/>
                    <a:pt x="390" y="291"/>
                    <a:pt x="390" y="291"/>
                  </a:cubicBezTo>
                  <a:cubicBezTo>
                    <a:pt x="390" y="313"/>
                    <a:pt x="374" y="339"/>
                    <a:pt x="355" y="350"/>
                  </a:cubicBezTo>
                  <a:cubicBezTo>
                    <a:pt x="229" y="422"/>
                    <a:pt x="229" y="422"/>
                    <a:pt x="229" y="422"/>
                  </a:cubicBezTo>
                  <a:cubicBezTo>
                    <a:pt x="210" y="433"/>
                    <a:pt x="178" y="433"/>
                    <a:pt x="159" y="421"/>
                  </a:cubicBezTo>
                  <a:cubicBezTo>
                    <a:pt x="34" y="348"/>
                    <a:pt x="34" y="348"/>
                    <a:pt x="34" y="348"/>
                  </a:cubicBezTo>
                  <a:cubicBezTo>
                    <a:pt x="15" y="337"/>
                    <a:pt x="0" y="310"/>
                    <a:pt x="0" y="288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21"/>
                    <a:pt x="17" y="94"/>
                    <a:pt x="36" y="83"/>
                  </a:cubicBezTo>
                  <a:cubicBezTo>
                    <a:pt x="162" y="11"/>
                    <a:pt x="162" y="11"/>
                    <a:pt x="162" y="11"/>
                  </a:cubicBezTo>
                  <a:cubicBezTo>
                    <a:pt x="181" y="0"/>
                    <a:pt x="213" y="1"/>
                    <a:pt x="232" y="12"/>
                  </a:cubicBezTo>
                  <a:lnTo>
                    <a:pt x="357" y="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63500" sx="102000" sy="102000" algn="ctr" rotWithShape="0">
                <a:schemeClr val="tx2">
                  <a:alpha val="5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11">
              <a:extLst>
                <a:ext uri="{FF2B5EF4-FFF2-40B4-BE49-F238E27FC236}">
                  <a16:creationId xmlns:a16="http://schemas.microsoft.com/office/drawing/2014/main" id="{AEEDFA97-F8F2-45E3-92F5-C26FE6CF4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072" y="2798478"/>
              <a:ext cx="971080" cy="9766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63500" sx="102000" sy="102000" algn="ctr" rotWithShape="0">
                <a:schemeClr val="tx2">
                  <a:alpha val="5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Freeform 13">
            <a:extLst>
              <a:ext uri="{FF2B5EF4-FFF2-40B4-BE49-F238E27FC236}">
                <a16:creationId xmlns:a16="http://schemas.microsoft.com/office/drawing/2014/main" id="{E6FCCEC3-2DFD-4CA3-9981-5BC6939FCB38}"/>
              </a:ext>
            </a:extLst>
          </p:cNvPr>
          <p:cNvSpPr>
            <a:spLocks/>
          </p:cNvSpPr>
          <p:nvPr/>
        </p:nvSpPr>
        <p:spPr bwMode="auto">
          <a:xfrm>
            <a:off x="6685881" y="2925352"/>
            <a:ext cx="1655154" cy="1836818"/>
          </a:xfrm>
          <a:custGeom>
            <a:avLst/>
            <a:gdLst>
              <a:gd name="T0" fmla="*/ 35 w 391"/>
              <a:gd name="T1" fmla="*/ 348 h 432"/>
              <a:gd name="T2" fmla="*/ 0 w 391"/>
              <a:gd name="T3" fmla="*/ 288 h 432"/>
              <a:gd name="T4" fmla="*/ 1 w 391"/>
              <a:gd name="T5" fmla="*/ 142 h 432"/>
              <a:gd name="T6" fmla="*/ 36 w 391"/>
              <a:gd name="T7" fmla="*/ 83 h 432"/>
              <a:gd name="T8" fmla="*/ 163 w 391"/>
              <a:gd name="T9" fmla="*/ 11 h 432"/>
              <a:gd name="T10" fmla="*/ 232 w 391"/>
              <a:gd name="T11" fmla="*/ 12 h 432"/>
              <a:gd name="T12" fmla="*/ 357 w 391"/>
              <a:gd name="T13" fmla="*/ 85 h 432"/>
              <a:gd name="T14" fmla="*/ 391 w 391"/>
              <a:gd name="T15" fmla="*/ 145 h 432"/>
              <a:gd name="T16" fmla="*/ 390 w 391"/>
              <a:gd name="T17" fmla="*/ 290 h 432"/>
              <a:gd name="T18" fmla="*/ 355 w 391"/>
              <a:gd name="T19" fmla="*/ 350 h 432"/>
              <a:gd name="T20" fmla="*/ 229 w 391"/>
              <a:gd name="T21" fmla="*/ 422 h 432"/>
              <a:gd name="T22" fmla="*/ 160 w 391"/>
              <a:gd name="T23" fmla="*/ 421 h 432"/>
              <a:gd name="T24" fmla="*/ 35 w 391"/>
              <a:gd name="T25" fmla="*/ 348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1" h="432">
                <a:moveTo>
                  <a:pt x="35" y="348"/>
                </a:moveTo>
                <a:cubicBezTo>
                  <a:pt x="16" y="337"/>
                  <a:pt x="0" y="310"/>
                  <a:pt x="0" y="288"/>
                </a:cubicBezTo>
                <a:cubicBezTo>
                  <a:pt x="1" y="142"/>
                  <a:pt x="1" y="142"/>
                  <a:pt x="1" y="142"/>
                </a:cubicBezTo>
                <a:cubicBezTo>
                  <a:pt x="1" y="120"/>
                  <a:pt x="17" y="94"/>
                  <a:pt x="36" y="83"/>
                </a:cubicBezTo>
                <a:cubicBezTo>
                  <a:pt x="163" y="11"/>
                  <a:pt x="163" y="11"/>
                  <a:pt x="163" y="11"/>
                </a:cubicBezTo>
                <a:cubicBezTo>
                  <a:pt x="182" y="0"/>
                  <a:pt x="213" y="0"/>
                  <a:pt x="232" y="12"/>
                </a:cubicBezTo>
                <a:cubicBezTo>
                  <a:pt x="357" y="85"/>
                  <a:pt x="357" y="85"/>
                  <a:pt x="357" y="85"/>
                </a:cubicBezTo>
                <a:cubicBezTo>
                  <a:pt x="376" y="96"/>
                  <a:pt x="391" y="123"/>
                  <a:pt x="391" y="145"/>
                </a:cubicBezTo>
                <a:cubicBezTo>
                  <a:pt x="390" y="290"/>
                  <a:pt x="390" y="290"/>
                  <a:pt x="390" y="290"/>
                </a:cubicBezTo>
                <a:cubicBezTo>
                  <a:pt x="390" y="312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10" y="432"/>
                  <a:pt x="179" y="432"/>
                  <a:pt x="160" y="421"/>
                </a:cubicBezTo>
                <a:lnTo>
                  <a:pt x="35" y="348"/>
                </a:lnTo>
                <a:close/>
              </a:path>
            </a:pathLst>
          </a:custGeom>
          <a:solidFill>
            <a:srgbClr val="1CAA2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Oval 14">
            <a:extLst>
              <a:ext uri="{FF2B5EF4-FFF2-40B4-BE49-F238E27FC236}">
                <a16:creationId xmlns:a16="http://schemas.microsoft.com/office/drawing/2014/main" id="{64511295-70BC-44CA-A7FB-BF9AA513C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023" y="3383704"/>
            <a:ext cx="914870" cy="9201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5">
            <a:extLst>
              <a:ext uri="{FF2B5EF4-FFF2-40B4-BE49-F238E27FC236}">
                <a16:creationId xmlns:a16="http://schemas.microsoft.com/office/drawing/2014/main" id="{120FEFC9-8FCC-43B4-A689-085CA72F067B}"/>
              </a:ext>
            </a:extLst>
          </p:cNvPr>
          <p:cNvSpPr>
            <a:spLocks/>
          </p:cNvSpPr>
          <p:nvPr/>
        </p:nvSpPr>
        <p:spPr bwMode="auto">
          <a:xfrm>
            <a:off x="8946099" y="2589418"/>
            <a:ext cx="1655154" cy="1841144"/>
          </a:xfrm>
          <a:custGeom>
            <a:avLst/>
            <a:gdLst>
              <a:gd name="T0" fmla="*/ 357 w 391"/>
              <a:gd name="T1" fmla="*/ 85 h 433"/>
              <a:gd name="T2" fmla="*/ 391 w 391"/>
              <a:gd name="T3" fmla="*/ 145 h 433"/>
              <a:gd name="T4" fmla="*/ 390 w 391"/>
              <a:gd name="T5" fmla="*/ 291 h 433"/>
              <a:gd name="T6" fmla="*/ 355 w 391"/>
              <a:gd name="T7" fmla="*/ 350 h 433"/>
              <a:gd name="T8" fmla="*/ 229 w 391"/>
              <a:gd name="T9" fmla="*/ 422 h 433"/>
              <a:gd name="T10" fmla="*/ 160 w 391"/>
              <a:gd name="T11" fmla="*/ 421 h 433"/>
              <a:gd name="T12" fmla="*/ 35 w 391"/>
              <a:gd name="T13" fmla="*/ 348 h 433"/>
              <a:gd name="T14" fmla="*/ 0 w 391"/>
              <a:gd name="T15" fmla="*/ 288 h 433"/>
              <a:gd name="T16" fmla="*/ 1 w 391"/>
              <a:gd name="T17" fmla="*/ 143 h 433"/>
              <a:gd name="T18" fmla="*/ 37 w 391"/>
              <a:gd name="T19" fmla="*/ 83 h 433"/>
              <a:gd name="T20" fmla="*/ 163 w 391"/>
              <a:gd name="T21" fmla="*/ 11 h 433"/>
              <a:gd name="T22" fmla="*/ 232 w 391"/>
              <a:gd name="T23" fmla="*/ 12 h 433"/>
              <a:gd name="T24" fmla="*/ 357 w 391"/>
              <a:gd name="T25" fmla="*/ 85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1" h="433">
                <a:moveTo>
                  <a:pt x="357" y="85"/>
                </a:moveTo>
                <a:cubicBezTo>
                  <a:pt x="376" y="96"/>
                  <a:pt x="391" y="123"/>
                  <a:pt x="391" y="145"/>
                </a:cubicBezTo>
                <a:cubicBezTo>
                  <a:pt x="390" y="291"/>
                  <a:pt x="390" y="291"/>
                  <a:pt x="390" y="291"/>
                </a:cubicBezTo>
                <a:cubicBezTo>
                  <a:pt x="390" y="313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10" y="433"/>
                  <a:pt x="179" y="433"/>
                  <a:pt x="160" y="421"/>
                </a:cubicBezTo>
                <a:cubicBezTo>
                  <a:pt x="35" y="348"/>
                  <a:pt x="35" y="348"/>
                  <a:pt x="35" y="348"/>
                </a:cubicBezTo>
                <a:cubicBezTo>
                  <a:pt x="16" y="337"/>
                  <a:pt x="0" y="310"/>
                  <a:pt x="0" y="288"/>
                </a:cubicBezTo>
                <a:cubicBezTo>
                  <a:pt x="1" y="143"/>
                  <a:pt x="1" y="143"/>
                  <a:pt x="1" y="143"/>
                </a:cubicBezTo>
                <a:cubicBezTo>
                  <a:pt x="2" y="121"/>
                  <a:pt x="17" y="94"/>
                  <a:pt x="37" y="83"/>
                </a:cubicBezTo>
                <a:cubicBezTo>
                  <a:pt x="163" y="11"/>
                  <a:pt x="163" y="11"/>
                  <a:pt x="163" y="11"/>
                </a:cubicBezTo>
                <a:cubicBezTo>
                  <a:pt x="182" y="0"/>
                  <a:pt x="213" y="1"/>
                  <a:pt x="232" y="12"/>
                </a:cubicBezTo>
                <a:lnTo>
                  <a:pt x="357" y="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0" dir="2700000" algn="tl" rotWithShape="0">
              <a:prstClr val="black">
                <a:alpha val="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Oval 16">
            <a:extLst>
              <a:ext uri="{FF2B5EF4-FFF2-40B4-BE49-F238E27FC236}">
                <a16:creationId xmlns:a16="http://schemas.microsoft.com/office/drawing/2014/main" id="{D20FFFBB-771A-4E2E-8ECC-52DD9E681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5585" y="3049934"/>
            <a:ext cx="916182" cy="920113"/>
          </a:xfrm>
          <a:prstGeom prst="ellipse">
            <a:avLst/>
          </a:prstGeom>
          <a:solidFill>
            <a:srgbClr val="6ADE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Oval 11">
            <a:extLst>
              <a:ext uri="{FF2B5EF4-FFF2-40B4-BE49-F238E27FC236}">
                <a16:creationId xmlns:a16="http://schemas.microsoft.com/office/drawing/2014/main" id="{3160E976-4C11-4786-9AD0-1690E833A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805" y="3043446"/>
            <a:ext cx="914870" cy="920113"/>
          </a:xfrm>
          <a:prstGeom prst="ellipse">
            <a:avLst/>
          </a:prstGeom>
          <a:solidFill>
            <a:srgbClr val="F97A0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CARD_4_TITLE">
            <a:extLst>
              <a:ext uri="{FF2B5EF4-FFF2-40B4-BE49-F238E27FC236}">
                <a16:creationId xmlns:a16="http://schemas.microsoft.com/office/drawing/2014/main" id="{0FDDCD04-4ED1-4C38-A650-739EF54466D7}"/>
              </a:ext>
            </a:extLst>
          </p:cNvPr>
          <p:cNvSpPr txBox="1"/>
          <p:nvPr/>
        </p:nvSpPr>
        <p:spPr>
          <a:xfrm>
            <a:off x="9048958" y="49547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LAND NURTURING</a:t>
            </a:r>
          </a:p>
        </p:txBody>
      </p:sp>
      <p:sp>
        <p:nvSpPr>
          <p:cNvPr id="27" name="CARD_4_BODY">
            <a:extLst>
              <a:ext uri="{FF2B5EF4-FFF2-40B4-BE49-F238E27FC236}">
                <a16:creationId xmlns:a16="http://schemas.microsoft.com/office/drawing/2014/main" id="{EBC5E543-4565-418A-B2C4-C1ECE29D0B72}"/>
              </a:ext>
            </a:extLst>
          </p:cNvPr>
          <p:cNvSpPr txBox="1"/>
          <p:nvPr/>
        </p:nvSpPr>
        <p:spPr>
          <a:xfrm>
            <a:off x="8202574" y="864810"/>
            <a:ext cx="3142207" cy="17246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  <a:r>
              <a:rPr lang="ru-RU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  <a:p>
            <a:pPr algn="ctr">
              <a:lnSpc>
                <a:spcPts val="1800"/>
              </a:lnSpc>
            </a:pP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Freeform 30">
            <a:extLst>
              <a:ext uri="{FF2B5EF4-FFF2-40B4-BE49-F238E27FC236}">
                <a16:creationId xmlns:a16="http://schemas.microsoft.com/office/drawing/2014/main" id="{B8C1C39B-FC6D-45EE-8335-2873FFF4055E}"/>
              </a:ext>
            </a:extLst>
          </p:cNvPr>
          <p:cNvSpPr>
            <a:spLocks noEditPoints="1"/>
          </p:cNvSpPr>
          <p:nvPr/>
        </p:nvSpPr>
        <p:spPr bwMode="auto">
          <a:xfrm>
            <a:off x="5033324" y="3284287"/>
            <a:ext cx="439832" cy="438431"/>
          </a:xfrm>
          <a:custGeom>
            <a:avLst/>
            <a:gdLst>
              <a:gd name="T0" fmla="*/ 246 w 336"/>
              <a:gd name="T1" fmla="*/ 155 h 335"/>
              <a:gd name="T2" fmla="*/ 245 w 336"/>
              <a:gd name="T3" fmla="*/ 335 h 335"/>
              <a:gd name="T4" fmla="*/ 310 w 336"/>
              <a:gd name="T5" fmla="*/ 182 h 335"/>
              <a:gd name="T6" fmla="*/ 304 w 336"/>
              <a:gd name="T7" fmla="*/ 193 h 335"/>
              <a:gd name="T8" fmla="*/ 262 w 336"/>
              <a:gd name="T9" fmla="*/ 169 h 335"/>
              <a:gd name="T10" fmla="*/ 255 w 336"/>
              <a:gd name="T11" fmla="*/ 208 h 335"/>
              <a:gd name="T12" fmla="*/ 204 w 336"/>
              <a:gd name="T13" fmla="*/ 240 h 335"/>
              <a:gd name="T14" fmla="*/ 217 w 336"/>
              <a:gd name="T15" fmla="*/ 287 h 335"/>
              <a:gd name="T16" fmla="*/ 245 w 336"/>
              <a:gd name="T17" fmla="*/ 169 h 335"/>
              <a:gd name="T18" fmla="*/ 227 w 336"/>
              <a:gd name="T19" fmla="*/ 188 h 335"/>
              <a:gd name="T20" fmla="*/ 212 w 336"/>
              <a:gd name="T21" fmla="*/ 187 h 335"/>
              <a:gd name="T22" fmla="*/ 200 w 336"/>
              <a:gd name="T23" fmla="*/ 195 h 335"/>
              <a:gd name="T24" fmla="*/ 181 w 336"/>
              <a:gd name="T25" fmla="*/ 240 h 335"/>
              <a:gd name="T26" fmla="*/ 205 w 336"/>
              <a:gd name="T27" fmla="*/ 291 h 335"/>
              <a:gd name="T28" fmla="*/ 212 w 336"/>
              <a:gd name="T29" fmla="*/ 301 h 335"/>
              <a:gd name="T30" fmla="*/ 244 w 336"/>
              <a:gd name="T31" fmla="*/ 320 h 335"/>
              <a:gd name="T32" fmla="*/ 262 w 336"/>
              <a:gd name="T33" fmla="*/ 301 h 335"/>
              <a:gd name="T34" fmla="*/ 294 w 336"/>
              <a:gd name="T35" fmla="*/ 306 h 335"/>
              <a:gd name="T36" fmla="*/ 295 w 336"/>
              <a:gd name="T37" fmla="*/ 252 h 335"/>
              <a:gd name="T38" fmla="*/ 71 w 336"/>
              <a:gd name="T39" fmla="*/ 322 h 335"/>
              <a:gd name="T40" fmla="*/ 34 w 336"/>
              <a:gd name="T41" fmla="*/ 287 h 335"/>
              <a:gd name="T42" fmla="*/ 17 w 336"/>
              <a:gd name="T43" fmla="*/ 233 h 335"/>
              <a:gd name="T44" fmla="*/ 45 w 336"/>
              <a:gd name="T45" fmla="*/ 235 h 335"/>
              <a:gd name="T46" fmla="*/ 55 w 336"/>
              <a:gd name="T47" fmla="*/ 265 h 335"/>
              <a:gd name="T48" fmla="*/ 78 w 336"/>
              <a:gd name="T49" fmla="*/ 236 h 335"/>
              <a:gd name="T50" fmla="*/ 1 w 336"/>
              <a:gd name="T51" fmla="*/ 236 h 335"/>
              <a:gd name="T52" fmla="*/ 22 w 336"/>
              <a:gd name="T53" fmla="*/ 288 h 335"/>
              <a:gd name="T54" fmla="*/ 71 w 336"/>
              <a:gd name="T55" fmla="*/ 334 h 335"/>
              <a:gd name="T56" fmla="*/ 190 w 336"/>
              <a:gd name="T57" fmla="*/ 12 h 335"/>
              <a:gd name="T58" fmla="*/ 299 w 336"/>
              <a:gd name="T59" fmla="*/ 46 h 335"/>
              <a:gd name="T60" fmla="*/ 306 w 336"/>
              <a:gd name="T61" fmla="*/ 101 h 335"/>
              <a:gd name="T62" fmla="*/ 284 w 336"/>
              <a:gd name="T63" fmla="*/ 101 h 335"/>
              <a:gd name="T64" fmla="*/ 284 w 336"/>
              <a:gd name="T65" fmla="*/ 63 h 335"/>
              <a:gd name="T66" fmla="*/ 255 w 336"/>
              <a:gd name="T67" fmla="*/ 92 h 335"/>
              <a:gd name="T68" fmla="*/ 295 w 336"/>
              <a:gd name="T69" fmla="*/ 156 h 335"/>
              <a:gd name="T70" fmla="*/ 327 w 336"/>
              <a:gd name="T71" fmla="*/ 89 h 335"/>
              <a:gd name="T72" fmla="*/ 303 w 336"/>
              <a:gd name="T73" fmla="*/ 24 h 335"/>
              <a:gd name="T74" fmla="*/ 184 w 336"/>
              <a:gd name="T75" fmla="*/ 6 h 335"/>
              <a:gd name="T76" fmla="*/ 284 w 336"/>
              <a:gd name="T77" fmla="*/ 47 h 335"/>
              <a:gd name="T78" fmla="*/ 46 w 336"/>
              <a:gd name="T79" fmla="*/ 284 h 335"/>
              <a:gd name="T80" fmla="*/ 19 w 336"/>
              <a:gd name="T81" fmla="*/ 135 h 335"/>
              <a:gd name="T82" fmla="*/ 90 w 336"/>
              <a:gd name="T83" fmla="*/ 13 h 335"/>
              <a:gd name="T84" fmla="*/ 163 w 336"/>
              <a:gd name="T85" fmla="*/ 137 h 335"/>
              <a:gd name="T86" fmla="*/ 1 w 336"/>
              <a:gd name="T87" fmla="*/ 91 h 335"/>
              <a:gd name="T88" fmla="*/ 111 w 336"/>
              <a:gd name="T89" fmla="*/ 117 h 335"/>
              <a:gd name="T90" fmla="*/ 111 w 336"/>
              <a:gd name="T91" fmla="*/ 111 h 335"/>
              <a:gd name="T92" fmla="*/ 63 w 336"/>
              <a:gd name="T93" fmla="*/ 52 h 335"/>
              <a:gd name="T94" fmla="*/ 24 w 336"/>
              <a:gd name="T95" fmla="*/ 143 h 335"/>
              <a:gd name="T96" fmla="*/ 88 w 336"/>
              <a:gd name="T97" fmla="*/ 179 h 335"/>
              <a:gd name="T98" fmla="*/ 88 w 336"/>
              <a:gd name="T99" fmla="*/ 167 h 335"/>
              <a:gd name="T100" fmla="*/ 80 w 336"/>
              <a:gd name="T101" fmla="*/ 117 h 335"/>
              <a:gd name="T102" fmla="*/ 112 w 336"/>
              <a:gd name="T103" fmla="*/ 79 h 335"/>
              <a:gd name="T104" fmla="*/ 102 w 336"/>
              <a:gd name="T105" fmla="*/ 125 h 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36" h="335">
                <a:moveTo>
                  <a:pt x="310" y="182"/>
                </a:moveTo>
                <a:cubicBezTo>
                  <a:pt x="310" y="182"/>
                  <a:pt x="310" y="182"/>
                  <a:pt x="309" y="182"/>
                </a:cubicBezTo>
                <a:cubicBezTo>
                  <a:pt x="309" y="181"/>
                  <a:pt x="308" y="181"/>
                  <a:pt x="308" y="180"/>
                </a:cubicBezTo>
                <a:cubicBezTo>
                  <a:pt x="291" y="165"/>
                  <a:pt x="270" y="156"/>
                  <a:pt x="246" y="155"/>
                </a:cubicBezTo>
                <a:cubicBezTo>
                  <a:pt x="246" y="155"/>
                  <a:pt x="246" y="155"/>
                  <a:pt x="246" y="155"/>
                </a:cubicBezTo>
                <a:cubicBezTo>
                  <a:pt x="246" y="155"/>
                  <a:pt x="246" y="155"/>
                  <a:pt x="245" y="155"/>
                </a:cubicBezTo>
                <a:cubicBezTo>
                  <a:pt x="196" y="155"/>
                  <a:pt x="155" y="196"/>
                  <a:pt x="155" y="245"/>
                </a:cubicBezTo>
                <a:cubicBezTo>
                  <a:pt x="155" y="295"/>
                  <a:pt x="196" y="335"/>
                  <a:pt x="245" y="335"/>
                </a:cubicBezTo>
                <a:cubicBezTo>
                  <a:pt x="270" y="335"/>
                  <a:pt x="291" y="326"/>
                  <a:pt x="308" y="310"/>
                </a:cubicBezTo>
                <a:cubicBezTo>
                  <a:pt x="308" y="310"/>
                  <a:pt x="308" y="310"/>
                  <a:pt x="309" y="309"/>
                </a:cubicBezTo>
                <a:cubicBezTo>
                  <a:pt x="325" y="293"/>
                  <a:pt x="336" y="270"/>
                  <a:pt x="336" y="245"/>
                </a:cubicBezTo>
                <a:cubicBezTo>
                  <a:pt x="336" y="221"/>
                  <a:pt x="326" y="198"/>
                  <a:pt x="310" y="182"/>
                </a:cubicBezTo>
                <a:close/>
                <a:moveTo>
                  <a:pt x="323" y="240"/>
                </a:moveTo>
                <a:cubicBezTo>
                  <a:pt x="295" y="240"/>
                  <a:pt x="295" y="240"/>
                  <a:pt x="295" y="240"/>
                </a:cubicBezTo>
                <a:cubicBezTo>
                  <a:pt x="295" y="228"/>
                  <a:pt x="292" y="216"/>
                  <a:pt x="286" y="203"/>
                </a:cubicBezTo>
                <a:cubicBezTo>
                  <a:pt x="292" y="200"/>
                  <a:pt x="298" y="197"/>
                  <a:pt x="304" y="193"/>
                </a:cubicBezTo>
                <a:cubicBezTo>
                  <a:pt x="315" y="206"/>
                  <a:pt x="322" y="222"/>
                  <a:pt x="323" y="240"/>
                </a:cubicBezTo>
                <a:close/>
                <a:moveTo>
                  <a:pt x="295" y="185"/>
                </a:moveTo>
                <a:cubicBezTo>
                  <a:pt x="290" y="188"/>
                  <a:pt x="285" y="190"/>
                  <a:pt x="280" y="192"/>
                </a:cubicBezTo>
                <a:cubicBezTo>
                  <a:pt x="275" y="184"/>
                  <a:pt x="269" y="177"/>
                  <a:pt x="262" y="169"/>
                </a:cubicBezTo>
                <a:cubicBezTo>
                  <a:pt x="274" y="172"/>
                  <a:pt x="285" y="177"/>
                  <a:pt x="295" y="185"/>
                </a:cubicBezTo>
                <a:close/>
                <a:moveTo>
                  <a:pt x="204" y="240"/>
                </a:moveTo>
                <a:cubicBezTo>
                  <a:pt x="205" y="226"/>
                  <a:pt x="210" y="213"/>
                  <a:pt x="217" y="202"/>
                </a:cubicBezTo>
                <a:cubicBezTo>
                  <a:pt x="227" y="205"/>
                  <a:pt x="240" y="208"/>
                  <a:pt x="255" y="208"/>
                </a:cubicBezTo>
                <a:cubicBezTo>
                  <a:pt x="255" y="208"/>
                  <a:pt x="255" y="208"/>
                  <a:pt x="255" y="208"/>
                </a:cubicBezTo>
                <a:cubicBezTo>
                  <a:pt x="261" y="208"/>
                  <a:pt x="267" y="207"/>
                  <a:pt x="274" y="206"/>
                </a:cubicBezTo>
                <a:cubicBezTo>
                  <a:pt x="280" y="218"/>
                  <a:pt x="283" y="229"/>
                  <a:pt x="283" y="240"/>
                </a:cubicBezTo>
                <a:lnTo>
                  <a:pt x="204" y="240"/>
                </a:lnTo>
                <a:close/>
                <a:moveTo>
                  <a:pt x="283" y="252"/>
                </a:moveTo>
                <a:cubicBezTo>
                  <a:pt x="282" y="264"/>
                  <a:pt x="278" y="275"/>
                  <a:pt x="272" y="285"/>
                </a:cubicBezTo>
                <a:cubicBezTo>
                  <a:pt x="265" y="284"/>
                  <a:pt x="257" y="283"/>
                  <a:pt x="250" y="283"/>
                </a:cubicBezTo>
                <a:cubicBezTo>
                  <a:pt x="238" y="283"/>
                  <a:pt x="227" y="285"/>
                  <a:pt x="217" y="287"/>
                </a:cubicBezTo>
                <a:cubicBezTo>
                  <a:pt x="210" y="275"/>
                  <a:pt x="206" y="263"/>
                  <a:pt x="205" y="252"/>
                </a:cubicBezTo>
                <a:lnTo>
                  <a:pt x="283" y="252"/>
                </a:lnTo>
                <a:close/>
                <a:moveTo>
                  <a:pt x="242" y="172"/>
                </a:moveTo>
                <a:cubicBezTo>
                  <a:pt x="243" y="171"/>
                  <a:pt x="244" y="170"/>
                  <a:pt x="245" y="169"/>
                </a:cubicBezTo>
                <a:cubicBezTo>
                  <a:pt x="254" y="178"/>
                  <a:pt x="262" y="187"/>
                  <a:pt x="267" y="195"/>
                </a:cubicBezTo>
                <a:cubicBezTo>
                  <a:pt x="263" y="195"/>
                  <a:pt x="259" y="196"/>
                  <a:pt x="255" y="196"/>
                </a:cubicBezTo>
                <a:cubicBezTo>
                  <a:pt x="244" y="196"/>
                  <a:pt x="233" y="194"/>
                  <a:pt x="224" y="191"/>
                </a:cubicBezTo>
                <a:cubicBezTo>
                  <a:pt x="225" y="190"/>
                  <a:pt x="226" y="189"/>
                  <a:pt x="227" y="188"/>
                </a:cubicBezTo>
                <a:cubicBezTo>
                  <a:pt x="232" y="181"/>
                  <a:pt x="238" y="176"/>
                  <a:pt x="242" y="172"/>
                </a:cubicBezTo>
                <a:close/>
                <a:moveTo>
                  <a:pt x="167" y="245"/>
                </a:moveTo>
                <a:cubicBezTo>
                  <a:pt x="167" y="209"/>
                  <a:pt x="193" y="178"/>
                  <a:pt x="227" y="170"/>
                </a:cubicBezTo>
                <a:cubicBezTo>
                  <a:pt x="222" y="174"/>
                  <a:pt x="217" y="180"/>
                  <a:pt x="212" y="187"/>
                </a:cubicBezTo>
                <a:cubicBezTo>
                  <a:pt x="211" y="187"/>
                  <a:pt x="210" y="187"/>
                  <a:pt x="209" y="186"/>
                </a:cubicBezTo>
                <a:cubicBezTo>
                  <a:pt x="206" y="185"/>
                  <a:pt x="205" y="184"/>
                  <a:pt x="205" y="185"/>
                </a:cubicBezTo>
                <a:cubicBezTo>
                  <a:pt x="202" y="183"/>
                  <a:pt x="198" y="184"/>
                  <a:pt x="197" y="187"/>
                </a:cubicBezTo>
                <a:cubicBezTo>
                  <a:pt x="195" y="190"/>
                  <a:pt x="197" y="194"/>
                  <a:pt x="200" y="195"/>
                </a:cubicBezTo>
                <a:cubicBezTo>
                  <a:pt x="200" y="195"/>
                  <a:pt x="200" y="195"/>
                  <a:pt x="200" y="195"/>
                </a:cubicBezTo>
                <a:cubicBezTo>
                  <a:pt x="200" y="195"/>
                  <a:pt x="202" y="196"/>
                  <a:pt x="205" y="198"/>
                </a:cubicBezTo>
                <a:cubicBezTo>
                  <a:pt x="199" y="210"/>
                  <a:pt x="193" y="224"/>
                  <a:pt x="192" y="240"/>
                </a:cubicBezTo>
                <a:cubicBezTo>
                  <a:pt x="181" y="240"/>
                  <a:pt x="181" y="240"/>
                  <a:pt x="181" y="240"/>
                </a:cubicBezTo>
                <a:cubicBezTo>
                  <a:pt x="177" y="240"/>
                  <a:pt x="175" y="243"/>
                  <a:pt x="175" y="246"/>
                </a:cubicBezTo>
                <a:cubicBezTo>
                  <a:pt x="175" y="249"/>
                  <a:pt x="177" y="252"/>
                  <a:pt x="181" y="252"/>
                </a:cubicBezTo>
                <a:cubicBezTo>
                  <a:pt x="193" y="252"/>
                  <a:pt x="193" y="252"/>
                  <a:pt x="193" y="252"/>
                </a:cubicBezTo>
                <a:cubicBezTo>
                  <a:pt x="194" y="264"/>
                  <a:pt x="198" y="277"/>
                  <a:pt x="205" y="291"/>
                </a:cubicBezTo>
                <a:cubicBezTo>
                  <a:pt x="197" y="293"/>
                  <a:pt x="191" y="296"/>
                  <a:pt x="188" y="298"/>
                </a:cubicBezTo>
                <a:cubicBezTo>
                  <a:pt x="175" y="284"/>
                  <a:pt x="167" y="265"/>
                  <a:pt x="167" y="245"/>
                </a:cubicBezTo>
                <a:close/>
                <a:moveTo>
                  <a:pt x="197" y="306"/>
                </a:moveTo>
                <a:cubicBezTo>
                  <a:pt x="201" y="305"/>
                  <a:pt x="206" y="303"/>
                  <a:pt x="212" y="301"/>
                </a:cubicBezTo>
                <a:cubicBezTo>
                  <a:pt x="216" y="308"/>
                  <a:pt x="221" y="314"/>
                  <a:pt x="227" y="321"/>
                </a:cubicBezTo>
                <a:cubicBezTo>
                  <a:pt x="216" y="318"/>
                  <a:pt x="206" y="313"/>
                  <a:pt x="197" y="306"/>
                </a:cubicBezTo>
                <a:close/>
                <a:moveTo>
                  <a:pt x="247" y="318"/>
                </a:moveTo>
                <a:cubicBezTo>
                  <a:pt x="246" y="319"/>
                  <a:pt x="245" y="320"/>
                  <a:pt x="244" y="320"/>
                </a:cubicBezTo>
                <a:cubicBezTo>
                  <a:pt x="236" y="313"/>
                  <a:pt x="229" y="305"/>
                  <a:pt x="224" y="298"/>
                </a:cubicBezTo>
                <a:cubicBezTo>
                  <a:pt x="232" y="296"/>
                  <a:pt x="241" y="295"/>
                  <a:pt x="250" y="295"/>
                </a:cubicBezTo>
                <a:cubicBezTo>
                  <a:pt x="255" y="295"/>
                  <a:pt x="260" y="295"/>
                  <a:pt x="266" y="296"/>
                </a:cubicBezTo>
                <a:cubicBezTo>
                  <a:pt x="264" y="298"/>
                  <a:pt x="263" y="300"/>
                  <a:pt x="262" y="301"/>
                </a:cubicBezTo>
                <a:cubicBezTo>
                  <a:pt x="256" y="308"/>
                  <a:pt x="251" y="314"/>
                  <a:pt x="247" y="318"/>
                </a:cubicBezTo>
                <a:close/>
                <a:moveTo>
                  <a:pt x="260" y="322"/>
                </a:moveTo>
                <a:cubicBezTo>
                  <a:pt x="265" y="316"/>
                  <a:pt x="272" y="308"/>
                  <a:pt x="278" y="299"/>
                </a:cubicBezTo>
                <a:cubicBezTo>
                  <a:pt x="283" y="301"/>
                  <a:pt x="289" y="303"/>
                  <a:pt x="294" y="306"/>
                </a:cubicBezTo>
                <a:cubicBezTo>
                  <a:pt x="284" y="314"/>
                  <a:pt x="273" y="319"/>
                  <a:pt x="260" y="322"/>
                </a:cubicBezTo>
                <a:close/>
                <a:moveTo>
                  <a:pt x="303" y="298"/>
                </a:moveTo>
                <a:cubicBezTo>
                  <a:pt x="297" y="294"/>
                  <a:pt x="291" y="291"/>
                  <a:pt x="284" y="288"/>
                </a:cubicBezTo>
                <a:cubicBezTo>
                  <a:pt x="290" y="278"/>
                  <a:pt x="294" y="266"/>
                  <a:pt x="295" y="252"/>
                </a:cubicBezTo>
                <a:cubicBezTo>
                  <a:pt x="323" y="252"/>
                  <a:pt x="323" y="252"/>
                  <a:pt x="323" y="252"/>
                </a:cubicBezTo>
                <a:cubicBezTo>
                  <a:pt x="322" y="269"/>
                  <a:pt x="314" y="285"/>
                  <a:pt x="303" y="298"/>
                </a:cubicBezTo>
                <a:close/>
                <a:moveTo>
                  <a:pt x="143" y="322"/>
                </a:moveTo>
                <a:cubicBezTo>
                  <a:pt x="71" y="322"/>
                  <a:pt x="71" y="322"/>
                  <a:pt x="71" y="322"/>
                </a:cubicBezTo>
                <a:cubicBezTo>
                  <a:pt x="55" y="321"/>
                  <a:pt x="46" y="312"/>
                  <a:pt x="41" y="303"/>
                </a:cubicBezTo>
                <a:cubicBezTo>
                  <a:pt x="38" y="299"/>
                  <a:pt x="36" y="295"/>
                  <a:pt x="35" y="292"/>
                </a:cubicBezTo>
                <a:cubicBezTo>
                  <a:pt x="34" y="290"/>
                  <a:pt x="34" y="289"/>
                  <a:pt x="34" y="288"/>
                </a:cubicBezTo>
                <a:cubicBezTo>
                  <a:pt x="34" y="288"/>
                  <a:pt x="34" y="288"/>
                  <a:pt x="34" y="287"/>
                </a:cubicBezTo>
                <a:cubicBezTo>
                  <a:pt x="34" y="239"/>
                  <a:pt x="34" y="239"/>
                  <a:pt x="34" y="239"/>
                </a:cubicBezTo>
                <a:cubicBezTo>
                  <a:pt x="34" y="237"/>
                  <a:pt x="33" y="236"/>
                  <a:pt x="32" y="235"/>
                </a:cubicBezTo>
                <a:cubicBezTo>
                  <a:pt x="31" y="233"/>
                  <a:pt x="29" y="233"/>
                  <a:pt x="28" y="233"/>
                </a:cubicBezTo>
                <a:cubicBezTo>
                  <a:pt x="17" y="233"/>
                  <a:pt x="17" y="233"/>
                  <a:pt x="17" y="233"/>
                </a:cubicBezTo>
                <a:cubicBezTo>
                  <a:pt x="39" y="196"/>
                  <a:pt x="39" y="196"/>
                  <a:pt x="39" y="196"/>
                </a:cubicBezTo>
                <a:cubicBezTo>
                  <a:pt x="62" y="233"/>
                  <a:pt x="62" y="233"/>
                  <a:pt x="62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6" y="234"/>
                  <a:pt x="45" y="235"/>
                </a:cubicBezTo>
                <a:cubicBezTo>
                  <a:pt x="44" y="236"/>
                  <a:pt x="43" y="238"/>
                  <a:pt x="43" y="239"/>
                </a:cubicBezTo>
                <a:cubicBezTo>
                  <a:pt x="43" y="265"/>
                  <a:pt x="43" y="265"/>
                  <a:pt x="43" y="265"/>
                </a:cubicBezTo>
                <a:cubicBezTo>
                  <a:pt x="43" y="268"/>
                  <a:pt x="46" y="271"/>
                  <a:pt x="49" y="271"/>
                </a:cubicBezTo>
                <a:cubicBezTo>
                  <a:pt x="53" y="271"/>
                  <a:pt x="55" y="268"/>
                  <a:pt x="55" y="265"/>
                </a:cubicBezTo>
                <a:cubicBezTo>
                  <a:pt x="55" y="245"/>
                  <a:pt x="55" y="245"/>
                  <a:pt x="55" y="245"/>
                </a:cubicBezTo>
                <a:cubicBezTo>
                  <a:pt x="73" y="245"/>
                  <a:pt x="73" y="245"/>
                  <a:pt x="73" y="245"/>
                </a:cubicBezTo>
                <a:cubicBezTo>
                  <a:pt x="76" y="245"/>
                  <a:pt x="78" y="244"/>
                  <a:pt x="79" y="242"/>
                </a:cubicBezTo>
                <a:cubicBezTo>
                  <a:pt x="80" y="240"/>
                  <a:pt x="80" y="238"/>
                  <a:pt x="78" y="236"/>
                </a:cubicBezTo>
                <a:cubicBezTo>
                  <a:pt x="44" y="181"/>
                  <a:pt x="44" y="181"/>
                  <a:pt x="44" y="181"/>
                </a:cubicBezTo>
                <a:cubicBezTo>
                  <a:pt x="43" y="179"/>
                  <a:pt x="41" y="178"/>
                  <a:pt x="39" y="178"/>
                </a:cubicBezTo>
                <a:cubicBezTo>
                  <a:pt x="36" y="178"/>
                  <a:pt x="35" y="179"/>
                  <a:pt x="33" y="181"/>
                </a:cubicBezTo>
                <a:cubicBezTo>
                  <a:pt x="1" y="236"/>
                  <a:pt x="1" y="236"/>
                  <a:pt x="1" y="236"/>
                </a:cubicBezTo>
                <a:cubicBezTo>
                  <a:pt x="0" y="238"/>
                  <a:pt x="0" y="240"/>
                  <a:pt x="1" y="242"/>
                </a:cubicBezTo>
                <a:cubicBezTo>
                  <a:pt x="3" y="244"/>
                  <a:pt x="5" y="245"/>
                  <a:pt x="7" y="245"/>
                </a:cubicBezTo>
                <a:cubicBezTo>
                  <a:pt x="22" y="245"/>
                  <a:pt x="22" y="245"/>
                  <a:pt x="22" y="245"/>
                </a:cubicBezTo>
                <a:cubicBezTo>
                  <a:pt x="22" y="288"/>
                  <a:pt x="22" y="288"/>
                  <a:pt x="22" y="288"/>
                </a:cubicBezTo>
                <a:cubicBezTo>
                  <a:pt x="22" y="289"/>
                  <a:pt x="22" y="289"/>
                  <a:pt x="22" y="289"/>
                </a:cubicBezTo>
                <a:cubicBezTo>
                  <a:pt x="22" y="290"/>
                  <a:pt x="24" y="299"/>
                  <a:pt x="30" y="310"/>
                </a:cubicBezTo>
                <a:cubicBezTo>
                  <a:pt x="37" y="321"/>
                  <a:pt x="50" y="332"/>
                  <a:pt x="70" y="334"/>
                </a:cubicBezTo>
                <a:cubicBezTo>
                  <a:pt x="71" y="334"/>
                  <a:pt x="71" y="334"/>
                  <a:pt x="71" y="334"/>
                </a:cubicBezTo>
                <a:cubicBezTo>
                  <a:pt x="143" y="334"/>
                  <a:pt x="143" y="334"/>
                  <a:pt x="143" y="334"/>
                </a:cubicBezTo>
                <a:cubicBezTo>
                  <a:pt x="146" y="334"/>
                  <a:pt x="149" y="332"/>
                  <a:pt x="149" y="328"/>
                </a:cubicBezTo>
                <a:cubicBezTo>
                  <a:pt x="149" y="325"/>
                  <a:pt x="146" y="322"/>
                  <a:pt x="143" y="322"/>
                </a:cubicBezTo>
                <a:close/>
                <a:moveTo>
                  <a:pt x="190" y="12"/>
                </a:moveTo>
                <a:cubicBezTo>
                  <a:pt x="262" y="12"/>
                  <a:pt x="262" y="12"/>
                  <a:pt x="262" y="12"/>
                </a:cubicBezTo>
                <a:cubicBezTo>
                  <a:pt x="278" y="14"/>
                  <a:pt x="287" y="22"/>
                  <a:pt x="293" y="31"/>
                </a:cubicBezTo>
                <a:cubicBezTo>
                  <a:pt x="296" y="35"/>
                  <a:pt x="297" y="39"/>
                  <a:pt x="298" y="42"/>
                </a:cubicBezTo>
                <a:cubicBezTo>
                  <a:pt x="299" y="44"/>
                  <a:pt x="299" y="45"/>
                  <a:pt x="299" y="46"/>
                </a:cubicBezTo>
                <a:cubicBezTo>
                  <a:pt x="300" y="46"/>
                  <a:pt x="300" y="47"/>
                  <a:pt x="300" y="47"/>
                </a:cubicBezTo>
                <a:cubicBezTo>
                  <a:pt x="300" y="95"/>
                  <a:pt x="300" y="95"/>
                  <a:pt x="300" y="95"/>
                </a:cubicBezTo>
                <a:cubicBezTo>
                  <a:pt x="300" y="97"/>
                  <a:pt x="300" y="99"/>
                  <a:pt x="301" y="100"/>
                </a:cubicBezTo>
                <a:cubicBezTo>
                  <a:pt x="303" y="101"/>
                  <a:pt x="304" y="101"/>
                  <a:pt x="306" y="101"/>
                </a:cubicBezTo>
                <a:cubicBezTo>
                  <a:pt x="316" y="101"/>
                  <a:pt x="316" y="101"/>
                  <a:pt x="316" y="101"/>
                </a:cubicBezTo>
                <a:cubicBezTo>
                  <a:pt x="294" y="139"/>
                  <a:pt x="294" y="139"/>
                  <a:pt x="294" y="139"/>
                </a:cubicBezTo>
                <a:cubicBezTo>
                  <a:pt x="271" y="101"/>
                  <a:pt x="271" y="101"/>
                  <a:pt x="271" y="101"/>
                </a:cubicBezTo>
                <a:cubicBezTo>
                  <a:pt x="284" y="101"/>
                  <a:pt x="284" y="101"/>
                  <a:pt x="284" y="101"/>
                </a:cubicBezTo>
                <a:cubicBezTo>
                  <a:pt x="286" y="101"/>
                  <a:pt x="287" y="100"/>
                  <a:pt x="288" y="99"/>
                </a:cubicBezTo>
                <a:cubicBezTo>
                  <a:pt x="289" y="98"/>
                  <a:pt x="290" y="97"/>
                  <a:pt x="290" y="95"/>
                </a:cubicBezTo>
                <a:cubicBezTo>
                  <a:pt x="290" y="69"/>
                  <a:pt x="290" y="69"/>
                  <a:pt x="290" y="69"/>
                </a:cubicBezTo>
                <a:cubicBezTo>
                  <a:pt x="290" y="66"/>
                  <a:pt x="287" y="63"/>
                  <a:pt x="284" y="63"/>
                </a:cubicBezTo>
                <a:cubicBezTo>
                  <a:pt x="281" y="63"/>
                  <a:pt x="278" y="66"/>
                  <a:pt x="278" y="69"/>
                </a:cubicBezTo>
                <a:cubicBezTo>
                  <a:pt x="278" y="89"/>
                  <a:pt x="278" y="89"/>
                  <a:pt x="278" y="89"/>
                </a:cubicBezTo>
                <a:cubicBezTo>
                  <a:pt x="260" y="89"/>
                  <a:pt x="260" y="89"/>
                  <a:pt x="260" y="89"/>
                </a:cubicBezTo>
                <a:cubicBezTo>
                  <a:pt x="258" y="89"/>
                  <a:pt x="256" y="90"/>
                  <a:pt x="255" y="92"/>
                </a:cubicBezTo>
                <a:cubicBezTo>
                  <a:pt x="254" y="94"/>
                  <a:pt x="254" y="96"/>
                  <a:pt x="255" y="98"/>
                </a:cubicBezTo>
                <a:cubicBezTo>
                  <a:pt x="290" y="153"/>
                  <a:pt x="290" y="153"/>
                  <a:pt x="290" y="153"/>
                </a:cubicBezTo>
                <a:cubicBezTo>
                  <a:pt x="291" y="155"/>
                  <a:pt x="293" y="156"/>
                  <a:pt x="295" y="156"/>
                </a:cubicBezTo>
                <a:cubicBezTo>
                  <a:pt x="295" y="156"/>
                  <a:pt x="295" y="156"/>
                  <a:pt x="295" y="156"/>
                </a:cubicBezTo>
                <a:cubicBezTo>
                  <a:pt x="297" y="156"/>
                  <a:pt x="299" y="155"/>
                  <a:pt x="300" y="153"/>
                </a:cubicBezTo>
                <a:cubicBezTo>
                  <a:pt x="332" y="98"/>
                  <a:pt x="332" y="98"/>
                  <a:pt x="332" y="98"/>
                </a:cubicBezTo>
                <a:cubicBezTo>
                  <a:pt x="333" y="97"/>
                  <a:pt x="333" y="94"/>
                  <a:pt x="332" y="92"/>
                </a:cubicBezTo>
                <a:cubicBezTo>
                  <a:pt x="331" y="91"/>
                  <a:pt x="329" y="89"/>
                  <a:pt x="327" y="89"/>
                </a:cubicBezTo>
                <a:cubicBezTo>
                  <a:pt x="312" y="89"/>
                  <a:pt x="312" y="89"/>
                  <a:pt x="312" y="89"/>
                </a:cubicBezTo>
                <a:cubicBezTo>
                  <a:pt x="312" y="46"/>
                  <a:pt x="312" y="46"/>
                  <a:pt x="312" y="46"/>
                </a:cubicBezTo>
                <a:cubicBezTo>
                  <a:pt x="312" y="45"/>
                  <a:pt x="312" y="45"/>
                  <a:pt x="312" y="45"/>
                </a:cubicBezTo>
                <a:cubicBezTo>
                  <a:pt x="311" y="45"/>
                  <a:pt x="310" y="35"/>
                  <a:pt x="303" y="24"/>
                </a:cubicBezTo>
                <a:cubicBezTo>
                  <a:pt x="296" y="14"/>
                  <a:pt x="283" y="2"/>
                  <a:pt x="263" y="0"/>
                </a:cubicBezTo>
                <a:cubicBezTo>
                  <a:pt x="262" y="0"/>
                  <a:pt x="262" y="0"/>
                  <a:pt x="262" y="0"/>
                </a:cubicBezTo>
                <a:cubicBezTo>
                  <a:pt x="190" y="0"/>
                  <a:pt x="190" y="0"/>
                  <a:pt x="190" y="0"/>
                </a:cubicBezTo>
                <a:cubicBezTo>
                  <a:pt x="187" y="0"/>
                  <a:pt x="184" y="2"/>
                  <a:pt x="184" y="6"/>
                </a:cubicBezTo>
                <a:cubicBezTo>
                  <a:pt x="184" y="9"/>
                  <a:pt x="187" y="12"/>
                  <a:pt x="190" y="12"/>
                </a:cubicBezTo>
                <a:close/>
                <a:moveTo>
                  <a:pt x="284" y="56"/>
                </a:moveTo>
                <a:cubicBezTo>
                  <a:pt x="286" y="56"/>
                  <a:pt x="288" y="54"/>
                  <a:pt x="288" y="51"/>
                </a:cubicBezTo>
                <a:cubicBezTo>
                  <a:pt x="288" y="49"/>
                  <a:pt x="286" y="47"/>
                  <a:pt x="284" y="47"/>
                </a:cubicBezTo>
                <a:cubicBezTo>
                  <a:pt x="281" y="47"/>
                  <a:pt x="279" y="49"/>
                  <a:pt x="279" y="51"/>
                </a:cubicBezTo>
                <a:cubicBezTo>
                  <a:pt x="279" y="54"/>
                  <a:pt x="281" y="56"/>
                  <a:pt x="284" y="56"/>
                </a:cubicBezTo>
                <a:close/>
                <a:moveTo>
                  <a:pt x="50" y="280"/>
                </a:moveTo>
                <a:cubicBezTo>
                  <a:pt x="48" y="280"/>
                  <a:pt x="46" y="282"/>
                  <a:pt x="46" y="284"/>
                </a:cubicBezTo>
                <a:cubicBezTo>
                  <a:pt x="46" y="287"/>
                  <a:pt x="48" y="289"/>
                  <a:pt x="50" y="289"/>
                </a:cubicBezTo>
                <a:cubicBezTo>
                  <a:pt x="52" y="289"/>
                  <a:pt x="54" y="287"/>
                  <a:pt x="54" y="284"/>
                </a:cubicBezTo>
                <a:cubicBezTo>
                  <a:pt x="54" y="282"/>
                  <a:pt x="52" y="280"/>
                  <a:pt x="50" y="280"/>
                </a:cubicBezTo>
                <a:close/>
                <a:moveTo>
                  <a:pt x="19" y="135"/>
                </a:moveTo>
                <a:cubicBezTo>
                  <a:pt x="22" y="133"/>
                  <a:pt x="23" y="130"/>
                  <a:pt x="22" y="127"/>
                </a:cubicBezTo>
                <a:cubicBezTo>
                  <a:pt x="22" y="127"/>
                  <a:pt x="22" y="127"/>
                  <a:pt x="22" y="127"/>
                </a:cubicBezTo>
                <a:cubicBezTo>
                  <a:pt x="16" y="116"/>
                  <a:pt x="13" y="104"/>
                  <a:pt x="13" y="91"/>
                </a:cubicBezTo>
                <a:cubicBezTo>
                  <a:pt x="13" y="48"/>
                  <a:pt x="47" y="13"/>
                  <a:pt x="90" y="13"/>
                </a:cubicBezTo>
                <a:cubicBezTo>
                  <a:pt x="133" y="13"/>
                  <a:pt x="167" y="48"/>
                  <a:pt x="167" y="91"/>
                </a:cubicBezTo>
                <a:cubicBezTo>
                  <a:pt x="167" y="104"/>
                  <a:pt x="164" y="117"/>
                  <a:pt x="158" y="128"/>
                </a:cubicBezTo>
                <a:cubicBezTo>
                  <a:pt x="156" y="131"/>
                  <a:pt x="157" y="135"/>
                  <a:pt x="160" y="136"/>
                </a:cubicBezTo>
                <a:cubicBezTo>
                  <a:pt x="161" y="137"/>
                  <a:pt x="162" y="137"/>
                  <a:pt x="163" y="137"/>
                </a:cubicBezTo>
                <a:cubicBezTo>
                  <a:pt x="165" y="137"/>
                  <a:pt x="167" y="136"/>
                  <a:pt x="168" y="134"/>
                </a:cubicBezTo>
                <a:cubicBezTo>
                  <a:pt x="175" y="121"/>
                  <a:pt x="179" y="106"/>
                  <a:pt x="179" y="91"/>
                </a:cubicBezTo>
                <a:cubicBezTo>
                  <a:pt x="179" y="41"/>
                  <a:pt x="139" y="1"/>
                  <a:pt x="90" y="1"/>
                </a:cubicBezTo>
                <a:cubicBezTo>
                  <a:pt x="41" y="1"/>
                  <a:pt x="1" y="41"/>
                  <a:pt x="1" y="91"/>
                </a:cubicBezTo>
                <a:cubicBezTo>
                  <a:pt x="1" y="106"/>
                  <a:pt x="4" y="120"/>
                  <a:pt x="11" y="132"/>
                </a:cubicBezTo>
                <a:cubicBezTo>
                  <a:pt x="13" y="135"/>
                  <a:pt x="16" y="136"/>
                  <a:pt x="19" y="135"/>
                </a:cubicBezTo>
                <a:close/>
                <a:moveTo>
                  <a:pt x="154" y="144"/>
                </a:moveTo>
                <a:cubicBezTo>
                  <a:pt x="140" y="129"/>
                  <a:pt x="125" y="121"/>
                  <a:pt x="111" y="117"/>
                </a:cubicBezTo>
                <a:cubicBezTo>
                  <a:pt x="111" y="115"/>
                  <a:pt x="110" y="114"/>
                  <a:pt x="110" y="113"/>
                </a:cubicBezTo>
                <a:cubicBezTo>
                  <a:pt x="110" y="112"/>
                  <a:pt x="110" y="112"/>
                  <a:pt x="111" y="111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11" y="111"/>
                  <a:pt x="111" y="111"/>
                  <a:pt x="111" y="111"/>
                </a:cubicBezTo>
                <a:cubicBezTo>
                  <a:pt x="118" y="103"/>
                  <a:pt x="124" y="92"/>
                  <a:pt x="124" y="79"/>
                </a:cubicBezTo>
                <a:cubicBezTo>
                  <a:pt x="124" y="68"/>
                  <a:pt x="120" y="58"/>
                  <a:pt x="114" y="51"/>
                </a:cubicBezTo>
                <a:cubicBezTo>
                  <a:pt x="108" y="44"/>
                  <a:pt x="99" y="40"/>
                  <a:pt x="89" y="40"/>
                </a:cubicBezTo>
                <a:cubicBezTo>
                  <a:pt x="79" y="40"/>
                  <a:pt x="69" y="44"/>
                  <a:pt x="63" y="52"/>
                </a:cubicBezTo>
                <a:cubicBezTo>
                  <a:pt x="57" y="59"/>
                  <a:pt x="53" y="68"/>
                  <a:pt x="53" y="79"/>
                </a:cubicBezTo>
                <a:cubicBezTo>
                  <a:pt x="53" y="93"/>
                  <a:pt x="61" y="103"/>
                  <a:pt x="66" y="111"/>
                </a:cubicBezTo>
                <a:cubicBezTo>
                  <a:pt x="68" y="114"/>
                  <a:pt x="68" y="116"/>
                  <a:pt x="68" y="117"/>
                </a:cubicBezTo>
                <a:cubicBezTo>
                  <a:pt x="42" y="124"/>
                  <a:pt x="25" y="142"/>
                  <a:pt x="24" y="143"/>
                </a:cubicBezTo>
                <a:cubicBezTo>
                  <a:pt x="23" y="144"/>
                  <a:pt x="22" y="145"/>
                  <a:pt x="22" y="147"/>
                </a:cubicBezTo>
                <a:cubicBezTo>
                  <a:pt x="23" y="148"/>
                  <a:pt x="23" y="150"/>
                  <a:pt x="24" y="151"/>
                </a:cubicBezTo>
                <a:cubicBezTo>
                  <a:pt x="46" y="172"/>
                  <a:pt x="68" y="179"/>
                  <a:pt x="88" y="179"/>
                </a:cubicBezTo>
                <a:cubicBezTo>
                  <a:pt x="88" y="179"/>
                  <a:pt x="88" y="179"/>
                  <a:pt x="88" y="179"/>
                </a:cubicBezTo>
                <a:cubicBezTo>
                  <a:pt x="127" y="179"/>
                  <a:pt x="154" y="153"/>
                  <a:pt x="154" y="153"/>
                </a:cubicBezTo>
                <a:cubicBezTo>
                  <a:pt x="155" y="151"/>
                  <a:pt x="156" y="150"/>
                  <a:pt x="156" y="148"/>
                </a:cubicBezTo>
                <a:cubicBezTo>
                  <a:pt x="156" y="147"/>
                  <a:pt x="155" y="145"/>
                  <a:pt x="154" y="144"/>
                </a:cubicBezTo>
                <a:close/>
                <a:moveTo>
                  <a:pt x="88" y="167"/>
                </a:moveTo>
                <a:cubicBezTo>
                  <a:pt x="73" y="167"/>
                  <a:pt x="56" y="162"/>
                  <a:pt x="37" y="147"/>
                </a:cubicBezTo>
                <a:cubicBezTo>
                  <a:pt x="44" y="141"/>
                  <a:pt x="58" y="131"/>
                  <a:pt x="74" y="127"/>
                </a:cubicBezTo>
                <a:cubicBezTo>
                  <a:pt x="76" y="127"/>
                  <a:pt x="77" y="126"/>
                  <a:pt x="78" y="126"/>
                </a:cubicBezTo>
                <a:cubicBezTo>
                  <a:pt x="78" y="125"/>
                  <a:pt x="80" y="122"/>
                  <a:pt x="80" y="117"/>
                </a:cubicBezTo>
                <a:cubicBezTo>
                  <a:pt x="80" y="114"/>
                  <a:pt x="79" y="109"/>
                  <a:pt x="76" y="104"/>
                </a:cubicBezTo>
                <a:cubicBezTo>
                  <a:pt x="71" y="96"/>
                  <a:pt x="65" y="89"/>
                  <a:pt x="65" y="79"/>
                </a:cubicBezTo>
                <a:cubicBezTo>
                  <a:pt x="66" y="62"/>
                  <a:pt x="75" y="53"/>
                  <a:pt x="89" y="52"/>
                </a:cubicBezTo>
                <a:cubicBezTo>
                  <a:pt x="102" y="53"/>
                  <a:pt x="112" y="62"/>
                  <a:pt x="112" y="79"/>
                </a:cubicBezTo>
                <a:cubicBezTo>
                  <a:pt x="112" y="88"/>
                  <a:pt x="108" y="97"/>
                  <a:pt x="102" y="103"/>
                </a:cubicBezTo>
                <a:cubicBezTo>
                  <a:pt x="102" y="103"/>
                  <a:pt x="102" y="103"/>
                  <a:pt x="102" y="103"/>
                </a:cubicBezTo>
                <a:cubicBezTo>
                  <a:pt x="99" y="106"/>
                  <a:pt x="98" y="110"/>
                  <a:pt x="98" y="113"/>
                </a:cubicBezTo>
                <a:cubicBezTo>
                  <a:pt x="98" y="120"/>
                  <a:pt x="102" y="124"/>
                  <a:pt x="102" y="125"/>
                </a:cubicBezTo>
                <a:cubicBezTo>
                  <a:pt x="103" y="126"/>
                  <a:pt x="104" y="127"/>
                  <a:pt x="105" y="127"/>
                </a:cubicBezTo>
                <a:cubicBezTo>
                  <a:pt x="117" y="130"/>
                  <a:pt x="129" y="136"/>
                  <a:pt x="141" y="148"/>
                </a:cubicBezTo>
                <a:cubicBezTo>
                  <a:pt x="132" y="155"/>
                  <a:pt x="112" y="167"/>
                  <a:pt x="88" y="1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39">
            <a:extLst>
              <a:ext uri="{FF2B5EF4-FFF2-40B4-BE49-F238E27FC236}">
                <a16:creationId xmlns:a16="http://schemas.microsoft.com/office/drawing/2014/main" id="{8BC3CB3E-71C3-40EA-B6BE-4306F067CD16}"/>
              </a:ext>
            </a:extLst>
          </p:cNvPr>
          <p:cNvSpPr>
            <a:spLocks noEditPoints="1"/>
          </p:cNvSpPr>
          <p:nvPr/>
        </p:nvSpPr>
        <p:spPr bwMode="auto">
          <a:xfrm>
            <a:off x="2775910" y="3628047"/>
            <a:ext cx="434228" cy="431427"/>
          </a:xfrm>
          <a:custGeom>
            <a:avLst/>
            <a:gdLst>
              <a:gd name="T0" fmla="*/ 30 w 332"/>
              <a:gd name="T1" fmla="*/ 113 h 330"/>
              <a:gd name="T2" fmla="*/ 22 w 332"/>
              <a:gd name="T3" fmla="*/ 63 h 330"/>
              <a:gd name="T4" fmla="*/ 51 w 332"/>
              <a:gd name="T5" fmla="*/ 26 h 330"/>
              <a:gd name="T6" fmla="*/ 92 w 332"/>
              <a:gd name="T7" fmla="*/ 23 h 330"/>
              <a:gd name="T8" fmla="*/ 127 w 332"/>
              <a:gd name="T9" fmla="*/ 48 h 330"/>
              <a:gd name="T10" fmla="*/ 141 w 332"/>
              <a:gd name="T11" fmla="*/ 84 h 330"/>
              <a:gd name="T12" fmla="*/ 140 w 332"/>
              <a:gd name="T13" fmla="*/ 35 h 330"/>
              <a:gd name="T14" fmla="*/ 98 w 332"/>
              <a:gd name="T15" fmla="*/ 7 h 330"/>
              <a:gd name="T16" fmla="*/ 29 w 332"/>
              <a:gd name="T17" fmla="*/ 28 h 330"/>
              <a:gd name="T18" fmla="*/ 16 w 332"/>
              <a:gd name="T19" fmla="*/ 79 h 330"/>
              <a:gd name="T20" fmla="*/ 105 w 332"/>
              <a:gd name="T21" fmla="*/ 69 h 330"/>
              <a:gd name="T22" fmla="*/ 114 w 332"/>
              <a:gd name="T23" fmla="*/ 265 h 330"/>
              <a:gd name="T24" fmla="*/ 249 w 332"/>
              <a:gd name="T25" fmla="*/ 43 h 330"/>
              <a:gd name="T26" fmla="*/ 249 w 332"/>
              <a:gd name="T27" fmla="*/ 110 h 330"/>
              <a:gd name="T28" fmla="*/ 301 w 332"/>
              <a:gd name="T29" fmla="*/ 16 h 330"/>
              <a:gd name="T30" fmla="*/ 231 w 332"/>
              <a:gd name="T31" fmla="*/ 7 h 330"/>
              <a:gd name="T32" fmla="*/ 192 w 332"/>
              <a:gd name="T33" fmla="*/ 50 h 330"/>
              <a:gd name="T34" fmla="*/ 186 w 332"/>
              <a:gd name="T35" fmla="*/ 100 h 330"/>
              <a:gd name="T36" fmla="*/ 231 w 332"/>
              <a:gd name="T37" fmla="*/ 145 h 330"/>
              <a:gd name="T38" fmla="*/ 295 w 332"/>
              <a:gd name="T39" fmla="*/ 150 h 330"/>
              <a:gd name="T40" fmla="*/ 332 w 332"/>
              <a:gd name="T41" fmla="*/ 92 h 330"/>
              <a:gd name="T42" fmla="*/ 308 w 332"/>
              <a:gd name="T43" fmla="*/ 128 h 330"/>
              <a:gd name="T44" fmla="*/ 239 w 332"/>
              <a:gd name="T45" fmla="*/ 139 h 330"/>
              <a:gd name="T46" fmla="*/ 198 w 332"/>
              <a:gd name="T47" fmla="*/ 109 h 330"/>
              <a:gd name="T48" fmla="*/ 198 w 332"/>
              <a:gd name="T49" fmla="*/ 56 h 330"/>
              <a:gd name="T50" fmla="*/ 239 w 332"/>
              <a:gd name="T51" fmla="*/ 26 h 330"/>
              <a:gd name="T52" fmla="*/ 288 w 332"/>
              <a:gd name="T53" fmla="*/ 30 h 330"/>
              <a:gd name="T54" fmla="*/ 323 w 332"/>
              <a:gd name="T55" fmla="*/ 73 h 330"/>
              <a:gd name="T56" fmla="*/ 283 w 332"/>
              <a:gd name="T57" fmla="*/ 262 h 330"/>
              <a:gd name="T58" fmla="*/ 318 w 332"/>
              <a:gd name="T59" fmla="*/ 225 h 330"/>
              <a:gd name="T60" fmla="*/ 270 w 332"/>
              <a:gd name="T61" fmla="*/ 195 h 330"/>
              <a:gd name="T62" fmla="*/ 254 w 332"/>
              <a:gd name="T63" fmla="*/ 202 h 330"/>
              <a:gd name="T64" fmla="*/ 311 w 332"/>
              <a:gd name="T65" fmla="*/ 225 h 330"/>
              <a:gd name="T66" fmla="*/ 315 w 332"/>
              <a:gd name="T67" fmla="*/ 271 h 330"/>
              <a:gd name="T68" fmla="*/ 289 w 332"/>
              <a:gd name="T69" fmla="*/ 302 h 330"/>
              <a:gd name="T70" fmla="*/ 235 w 332"/>
              <a:gd name="T71" fmla="*/ 301 h 330"/>
              <a:gd name="T72" fmla="*/ 248 w 332"/>
              <a:gd name="T73" fmla="*/ 324 h 330"/>
              <a:gd name="T74" fmla="*/ 304 w 332"/>
              <a:gd name="T75" fmla="*/ 317 h 330"/>
              <a:gd name="T76" fmla="*/ 330 w 332"/>
              <a:gd name="T77" fmla="*/ 271 h 330"/>
              <a:gd name="T78" fmla="*/ 214 w 332"/>
              <a:gd name="T79" fmla="*/ 186 h 330"/>
              <a:gd name="T80" fmla="*/ 174 w 332"/>
              <a:gd name="T81" fmla="*/ 134 h 330"/>
              <a:gd name="T82" fmla="*/ 113 w 332"/>
              <a:gd name="T83" fmla="*/ 132 h 330"/>
              <a:gd name="T84" fmla="*/ 49 w 332"/>
              <a:gd name="T85" fmla="*/ 136 h 330"/>
              <a:gd name="T86" fmla="*/ 15 w 332"/>
              <a:gd name="T87" fmla="*/ 189 h 330"/>
              <a:gd name="T88" fmla="*/ 10 w 332"/>
              <a:gd name="T89" fmla="*/ 261 h 330"/>
              <a:gd name="T90" fmla="*/ 55 w 332"/>
              <a:gd name="T91" fmla="*/ 314 h 330"/>
              <a:gd name="T92" fmla="*/ 122 w 332"/>
              <a:gd name="T93" fmla="*/ 330 h 330"/>
              <a:gd name="T94" fmla="*/ 181 w 332"/>
              <a:gd name="T95" fmla="*/ 307 h 330"/>
              <a:gd name="T96" fmla="*/ 215 w 332"/>
              <a:gd name="T97" fmla="*/ 251 h 330"/>
              <a:gd name="T98" fmla="*/ 180 w 332"/>
              <a:gd name="T99" fmla="*/ 261 h 330"/>
              <a:gd name="T100" fmla="*/ 155 w 332"/>
              <a:gd name="T101" fmla="*/ 285 h 330"/>
              <a:gd name="T102" fmla="*/ 119 w 332"/>
              <a:gd name="T103" fmla="*/ 297 h 330"/>
              <a:gd name="T104" fmla="*/ 59 w 332"/>
              <a:gd name="T105" fmla="*/ 307 h 330"/>
              <a:gd name="T106" fmla="*/ 18 w 332"/>
              <a:gd name="T107" fmla="*/ 261 h 330"/>
              <a:gd name="T108" fmla="*/ 28 w 332"/>
              <a:gd name="T109" fmla="*/ 201 h 330"/>
              <a:gd name="T110" fmla="*/ 43 w 332"/>
              <a:gd name="T111" fmla="*/ 142 h 330"/>
              <a:gd name="T112" fmla="*/ 105 w 332"/>
              <a:gd name="T113" fmla="*/ 132 h 330"/>
              <a:gd name="T114" fmla="*/ 167 w 332"/>
              <a:gd name="T115" fmla="*/ 130 h 330"/>
              <a:gd name="T116" fmla="*/ 201 w 332"/>
              <a:gd name="T117" fmla="*/ 162 h 330"/>
              <a:gd name="T118" fmla="*/ 190 w 332"/>
              <a:gd name="T119" fmla="*/ 199 h 330"/>
              <a:gd name="T120" fmla="*/ 149 w 332"/>
              <a:gd name="T121" fmla="*/ 260 h 3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32" h="330">
                <a:moveTo>
                  <a:pt x="16" y="79"/>
                </a:moveTo>
                <a:cubicBezTo>
                  <a:pt x="16" y="82"/>
                  <a:pt x="18" y="85"/>
                  <a:pt x="22" y="85"/>
                </a:cubicBezTo>
                <a:cubicBezTo>
                  <a:pt x="22" y="85"/>
                  <a:pt x="22" y="85"/>
                  <a:pt x="22" y="85"/>
                </a:cubicBezTo>
                <a:cubicBezTo>
                  <a:pt x="31" y="85"/>
                  <a:pt x="31" y="85"/>
                  <a:pt x="31" y="85"/>
                </a:cubicBezTo>
                <a:cubicBezTo>
                  <a:pt x="32" y="89"/>
                  <a:pt x="34" y="94"/>
                  <a:pt x="36" y="97"/>
                </a:cubicBezTo>
                <a:cubicBezTo>
                  <a:pt x="30" y="104"/>
                  <a:pt x="30" y="104"/>
                  <a:pt x="30" y="104"/>
                </a:cubicBezTo>
                <a:cubicBezTo>
                  <a:pt x="29" y="105"/>
                  <a:pt x="28" y="107"/>
                  <a:pt x="28" y="108"/>
                </a:cubicBezTo>
                <a:cubicBezTo>
                  <a:pt x="28" y="110"/>
                  <a:pt x="29" y="112"/>
                  <a:pt x="30" y="113"/>
                </a:cubicBezTo>
                <a:cubicBezTo>
                  <a:pt x="30" y="113"/>
                  <a:pt x="30" y="113"/>
                  <a:pt x="30" y="113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40" y="103"/>
                  <a:pt x="40" y="103"/>
                  <a:pt x="40" y="103"/>
                </a:cubicBezTo>
                <a:cubicBezTo>
                  <a:pt x="45" y="98"/>
                  <a:pt x="45" y="98"/>
                  <a:pt x="45" y="98"/>
                </a:cubicBezTo>
                <a:cubicBezTo>
                  <a:pt x="44" y="96"/>
                  <a:pt x="42" y="94"/>
                  <a:pt x="41" y="92"/>
                </a:cubicBezTo>
                <a:cubicBezTo>
                  <a:pt x="40" y="90"/>
                  <a:pt x="39" y="88"/>
                  <a:pt x="38" y="85"/>
                </a:cubicBezTo>
                <a:cubicBezTo>
                  <a:pt x="38" y="83"/>
                  <a:pt x="37" y="81"/>
                  <a:pt x="37" y="78"/>
                </a:cubicBezTo>
                <a:cubicBezTo>
                  <a:pt x="30" y="78"/>
                  <a:pt x="30" y="78"/>
                  <a:pt x="30" y="78"/>
                </a:cubicBezTo>
                <a:cubicBezTo>
                  <a:pt x="22" y="78"/>
                  <a:pt x="22" y="78"/>
                  <a:pt x="22" y="78"/>
                </a:cubicBezTo>
                <a:cubicBezTo>
                  <a:pt x="22" y="63"/>
                  <a:pt x="22" y="63"/>
                  <a:pt x="22" y="63"/>
                </a:cubicBezTo>
                <a:cubicBezTo>
                  <a:pt x="30" y="63"/>
                  <a:pt x="30" y="63"/>
                  <a:pt x="30" y="63"/>
                </a:cubicBezTo>
                <a:cubicBezTo>
                  <a:pt x="37" y="63"/>
                  <a:pt x="37" y="63"/>
                  <a:pt x="37" y="63"/>
                </a:cubicBezTo>
                <a:cubicBezTo>
                  <a:pt x="37" y="60"/>
                  <a:pt x="37" y="58"/>
                  <a:pt x="38" y="56"/>
                </a:cubicBezTo>
                <a:cubicBezTo>
                  <a:pt x="39" y="53"/>
                  <a:pt x="40" y="50"/>
                  <a:pt x="41" y="48"/>
                </a:cubicBezTo>
                <a:cubicBezTo>
                  <a:pt x="43" y="46"/>
                  <a:pt x="44" y="44"/>
                  <a:pt x="45" y="42"/>
                </a:cubicBezTo>
                <a:cubicBezTo>
                  <a:pt x="40" y="37"/>
                  <a:pt x="40" y="37"/>
                  <a:pt x="40" y="37"/>
                </a:cubicBezTo>
                <a:cubicBezTo>
                  <a:pt x="35" y="32"/>
                  <a:pt x="35" y="32"/>
                  <a:pt x="35" y="32"/>
                </a:cubicBezTo>
                <a:cubicBezTo>
                  <a:pt x="45" y="21"/>
                  <a:pt x="45" y="21"/>
                  <a:pt x="45" y="21"/>
                </a:cubicBezTo>
                <a:cubicBezTo>
                  <a:pt x="51" y="26"/>
                  <a:pt x="51" y="26"/>
                  <a:pt x="51" y="26"/>
                </a:cubicBezTo>
                <a:cubicBezTo>
                  <a:pt x="56" y="31"/>
                  <a:pt x="56" y="31"/>
                  <a:pt x="56" y="31"/>
                </a:cubicBezTo>
                <a:cubicBezTo>
                  <a:pt x="58" y="30"/>
                  <a:pt x="60" y="28"/>
                  <a:pt x="62" y="27"/>
                </a:cubicBezTo>
                <a:cubicBezTo>
                  <a:pt x="64" y="26"/>
                  <a:pt x="67" y="25"/>
                  <a:pt x="69" y="24"/>
                </a:cubicBezTo>
                <a:cubicBezTo>
                  <a:pt x="71" y="24"/>
                  <a:pt x="74" y="23"/>
                  <a:pt x="76" y="23"/>
                </a:cubicBezTo>
                <a:cubicBezTo>
                  <a:pt x="76" y="16"/>
                  <a:pt x="76" y="16"/>
                  <a:pt x="76" y="16"/>
                </a:cubicBezTo>
                <a:cubicBezTo>
                  <a:pt x="76" y="7"/>
                  <a:pt x="76" y="7"/>
                  <a:pt x="76" y="7"/>
                </a:cubicBezTo>
                <a:cubicBezTo>
                  <a:pt x="92" y="7"/>
                  <a:pt x="92" y="7"/>
                  <a:pt x="92" y="7"/>
                </a:cubicBezTo>
                <a:cubicBezTo>
                  <a:pt x="92" y="16"/>
                  <a:pt x="92" y="16"/>
                  <a:pt x="92" y="16"/>
                </a:cubicBezTo>
                <a:cubicBezTo>
                  <a:pt x="92" y="23"/>
                  <a:pt x="92" y="23"/>
                  <a:pt x="92" y="23"/>
                </a:cubicBezTo>
                <a:cubicBezTo>
                  <a:pt x="94" y="23"/>
                  <a:pt x="96" y="24"/>
                  <a:pt x="98" y="24"/>
                </a:cubicBezTo>
                <a:cubicBezTo>
                  <a:pt x="101" y="25"/>
                  <a:pt x="104" y="26"/>
                  <a:pt x="106" y="28"/>
                </a:cubicBezTo>
                <a:cubicBezTo>
                  <a:pt x="108" y="29"/>
                  <a:pt x="110" y="30"/>
                  <a:pt x="112" y="31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23" y="20"/>
                  <a:pt x="123" y="20"/>
                  <a:pt x="123" y="20"/>
                </a:cubicBezTo>
                <a:cubicBezTo>
                  <a:pt x="134" y="31"/>
                  <a:pt x="134" y="31"/>
                  <a:pt x="134" y="31"/>
                </a:cubicBezTo>
                <a:cubicBezTo>
                  <a:pt x="128" y="37"/>
                  <a:pt x="128" y="37"/>
                  <a:pt x="128" y="37"/>
                </a:cubicBezTo>
                <a:cubicBezTo>
                  <a:pt x="123" y="42"/>
                  <a:pt x="123" y="42"/>
                  <a:pt x="123" y="42"/>
                </a:cubicBezTo>
                <a:cubicBezTo>
                  <a:pt x="125" y="44"/>
                  <a:pt x="126" y="46"/>
                  <a:pt x="127" y="48"/>
                </a:cubicBezTo>
                <a:cubicBezTo>
                  <a:pt x="128" y="50"/>
                  <a:pt x="129" y="53"/>
                  <a:pt x="130" y="55"/>
                </a:cubicBezTo>
                <a:cubicBezTo>
                  <a:pt x="131" y="58"/>
                  <a:pt x="131" y="60"/>
                  <a:pt x="131" y="62"/>
                </a:cubicBezTo>
                <a:cubicBezTo>
                  <a:pt x="138" y="62"/>
                  <a:pt x="138" y="62"/>
                  <a:pt x="138" y="62"/>
                </a:cubicBezTo>
                <a:cubicBezTo>
                  <a:pt x="147" y="62"/>
                  <a:pt x="147" y="62"/>
                  <a:pt x="147" y="62"/>
                </a:cubicBezTo>
                <a:cubicBezTo>
                  <a:pt x="147" y="78"/>
                  <a:pt x="147" y="78"/>
                  <a:pt x="147" y="78"/>
                </a:cubicBezTo>
                <a:cubicBezTo>
                  <a:pt x="138" y="78"/>
                  <a:pt x="138" y="78"/>
                  <a:pt x="138" y="78"/>
                </a:cubicBezTo>
                <a:cubicBezTo>
                  <a:pt x="131" y="78"/>
                  <a:pt x="131" y="78"/>
                  <a:pt x="131" y="78"/>
                </a:cubicBezTo>
                <a:cubicBezTo>
                  <a:pt x="131" y="80"/>
                  <a:pt x="131" y="82"/>
                  <a:pt x="130" y="84"/>
                </a:cubicBezTo>
                <a:cubicBezTo>
                  <a:pt x="141" y="84"/>
                  <a:pt x="141" y="84"/>
                  <a:pt x="141" y="84"/>
                </a:cubicBezTo>
                <a:cubicBezTo>
                  <a:pt x="147" y="84"/>
                  <a:pt x="147" y="84"/>
                  <a:pt x="147" y="84"/>
                </a:cubicBezTo>
                <a:cubicBezTo>
                  <a:pt x="151" y="84"/>
                  <a:pt x="154" y="82"/>
                  <a:pt x="154" y="78"/>
                </a:cubicBezTo>
                <a:cubicBezTo>
                  <a:pt x="154" y="78"/>
                  <a:pt x="154" y="78"/>
                  <a:pt x="154" y="78"/>
                </a:cubicBezTo>
                <a:cubicBezTo>
                  <a:pt x="154" y="62"/>
                  <a:pt x="154" y="62"/>
                  <a:pt x="154" y="62"/>
                </a:cubicBezTo>
                <a:cubicBezTo>
                  <a:pt x="154" y="58"/>
                  <a:pt x="151" y="55"/>
                  <a:pt x="147" y="55"/>
                </a:cubicBezTo>
                <a:cubicBezTo>
                  <a:pt x="147" y="55"/>
                  <a:pt x="147" y="55"/>
                  <a:pt x="147" y="55"/>
                </a:cubicBezTo>
                <a:cubicBezTo>
                  <a:pt x="137" y="55"/>
                  <a:pt x="137" y="55"/>
                  <a:pt x="137" y="55"/>
                </a:cubicBezTo>
                <a:cubicBezTo>
                  <a:pt x="136" y="51"/>
                  <a:pt x="134" y="47"/>
                  <a:pt x="132" y="43"/>
                </a:cubicBezTo>
                <a:cubicBezTo>
                  <a:pt x="140" y="35"/>
                  <a:pt x="140" y="35"/>
                  <a:pt x="140" y="35"/>
                </a:cubicBezTo>
                <a:cubicBezTo>
                  <a:pt x="141" y="34"/>
                  <a:pt x="141" y="32"/>
                  <a:pt x="141" y="31"/>
                </a:cubicBezTo>
                <a:cubicBezTo>
                  <a:pt x="141" y="29"/>
                  <a:pt x="141" y="28"/>
                  <a:pt x="139" y="26"/>
                </a:cubicBezTo>
                <a:cubicBezTo>
                  <a:pt x="128" y="15"/>
                  <a:pt x="128" y="15"/>
                  <a:pt x="128" y="15"/>
                </a:cubicBezTo>
                <a:cubicBezTo>
                  <a:pt x="126" y="13"/>
                  <a:pt x="125" y="13"/>
                  <a:pt x="123" y="13"/>
                </a:cubicBezTo>
                <a:cubicBezTo>
                  <a:pt x="122" y="13"/>
                  <a:pt x="120" y="14"/>
                  <a:pt x="119" y="15"/>
                </a:cubicBezTo>
                <a:cubicBezTo>
                  <a:pt x="119" y="15"/>
                  <a:pt x="119" y="15"/>
                  <a:pt x="119" y="15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07" y="20"/>
                  <a:pt x="103" y="18"/>
                  <a:pt x="98" y="17"/>
                </a:cubicBezTo>
                <a:cubicBezTo>
                  <a:pt x="98" y="7"/>
                  <a:pt x="98" y="7"/>
                  <a:pt x="98" y="7"/>
                </a:cubicBezTo>
                <a:cubicBezTo>
                  <a:pt x="98" y="3"/>
                  <a:pt x="96" y="1"/>
                  <a:pt x="92" y="1"/>
                </a:cubicBezTo>
                <a:cubicBezTo>
                  <a:pt x="76" y="1"/>
                  <a:pt x="76" y="1"/>
                  <a:pt x="76" y="1"/>
                </a:cubicBezTo>
                <a:cubicBezTo>
                  <a:pt x="72" y="1"/>
                  <a:pt x="69" y="3"/>
                  <a:pt x="69" y="7"/>
                </a:cubicBezTo>
                <a:cubicBezTo>
                  <a:pt x="69" y="17"/>
                  <a:pt x="69" y="17"/>
                  <a:pt x="69" y="17"/>
                </a:cubicBezTo>
                <a:cubicBezTo>
                  <a:pt x="65" y="19"/>
                  <a:pt x="61" y="20"/>
                  <a:pt x="57" y="23"/>
                </a:cubicBezTo>
                <a:cubicBezTo>
                  <a:pt x="49" y="15"/>
                  <a:pt x="49" y="15"/>
                  <a:pt x="49" y="15"/>
                </a:cubicBezTo>
                <a:cubicBezTo>
                  <a:pt x="48" y="14"/>
                  <a:pt x="47" y="14"/>
                  <a:pt x="45" y="14"/>
                </a:cubicBezTo>
                <a:cubicBezTo>
                  <a:pt x="43" y="14"/>
                  <a:pt x="42" y="15"/>
                  <a:pt x="41" y="16"/>
                </a:cubicBezTo>
                <a:cubicBezTo>
                  <a:pt x="29" y="28"/>
                  <a:pt x="29" y="28"/>
                  <a:pt x="29" y="28"/>
                </a:cubicBezTo>
                <a:cubicBezTo>
                  <a:pt x="28" y="29"/>
                  <a:pt x="28" y="31"/>
                  <a:pt x="28" y="32"/>
                </a:cubicBezTo>
                <a:cubicBezTo>
                  <a:pt x="28" y="34"/>
                  <a:pt x="28" y="36"/>
                  <a:pt x="30" y="37"/>
                </a:cubicBezTo>
                <a:cubicBezTo>
                  <a:pt x="36" y="43"/>
                  <a:pt x="36" y="43"/>
                  <a:pt x="36" y="43"/>
                </a:cubicBezTo>
                <a:cubicBezTo>
                  <a:pt x="34" y="47"/>
                  <a:pt x="32" y="51"/>
                  <a:pt x="31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18" y="56"/>
                  <a:pt x="16" y="59"/>
                  <a:pt x="16" y="62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62"/>
                  <a:pt x="16" y="62"/>
                  <a:pt x="16" y="62"/>
                </a:cubicBezTo>
                <a:lnTo>
                  <a:pt x="16" y="79"/>
                </a:lnTo>
                <a:close/>
                <a:moveTo>
                  <a:pt x="84" y="36"/>
                </a:moveTo>
                <a:cubicBezTo>
                  <a:pt x="66" y="36"/>
                  <a:pt x="51" y="51"/>
                  <a:pt x="51" y="69"/>
                </a:cubicBezTo>
                <a:cubicBezTo>
                  <a:pt x="51" y="87"/>
                  <a:pt x="66" y="102"/>
                  <a:pt x="84" y="102"/>
                </a:cubicBezTo>
                <a:cubicBezTo>
                  <a:pt x="103" y="102"/>
                  <a:pt x="117" y="87"/>
                  <a:pt x="117" y="69"/>
                </a:cubicBezTo>
                <a:cubicBezTo>
                  <a:pt x="117" y="51"/>
                  <a:pt x="103" y="36"/>
                  <a:pt x="84" y="36"/>
                </a:cubicBezTo>
                <a:close/>
                <a:moveTo>
                  <a:pt x="84" y="90"/>
                </a:moveTo>
                <a:cubicBezTo>
                  <a:pt x="73" y="90"/>
                  <a:pt x="63" y="81"/>
                  <a:pt x="63" y="69"/>
                </a:cubicBezTo>
                <a:cubicBezTo>
                  <a:pt x="63" y="57"/>
                  <a:pt x="73" y="48"/>
                  <a:pt x="84" y="48"/>
                </a:cubicBezTo>
                <a:cubicBezTo>
                  <a:pt x="96" y="48"/>
                  <a:pt x="105" y="57"/>
                  <a:pt x="105" y="69"/>
                </a:cubicBezTo>
                <a:cubicBezTo>
                  <a:pt x="105" y="81"/>
                  <a:pt x="96" y="90"/>
                  <a:pt x="84" y="90"/>
                </a:cubicBezTo>
                <a:close/>
                <a:moveTo>
                  <a:pt x="114" y="164"/>
                </a:moveTo>
                <a:cubicBezTo>
                  <a:pt x="83" y="164"/>
                  <a:pt x="58" y="189"/>
                  <a:pt x="58" y="220"/>
                </a:cubicBezTo>
                <a:cubicBezTo>
                  <a:pt x="58" y="251"/>
                  <a:pt x="83" y="277"/>
                  <a:pt x="114" y="277"/>
                </a:cubicBezTo>
                <a:cubicBezTo>
                  <a:pt x="121" y="277"/>
                  <a:pt x="127" y="276"/>
                  <a:pt x="133" y="274"/>
                </a:cubicBezTo>
                <a:cubicBezTo>
                  <a:pt x="136" y="273"/>
                  <a:pt x="137" y="269"/>
                  <a:pt x="136" y="266"/>
                </a:cubicBezTo>
                <a:cubicBezTo>
                  <a:pt x="135" y="263"/>
                  <a:pt x="132" y="261"/>
                  <a:pt x="129" y="262"/>
                </a:cubicBezTo>
                <a:cubicBezTo>
                  <a:pt x="129" y="262"/>
                  <a:pt x="129" y="262"/>
                  <a:pt x="129" y="262"/>
                </a:cubicBezTo>
                <a:cubicBezTo>
                  <a:pt x="124" y="264"/>
                  <a:pt x="119" y="265"/>
                  <a:pt x="114" y="265"/>
                </a:cubicBezTo>
                <a:cubicBezTo>
                  <a:pt x="90" y="265"/>
                  <a:pt x="70" y="245"/>
                  <a:pt x="70" y="220"/>
                </a:cubicBezTo>
                <a:cubicBezTo>
                  <a:pt x="70" y="196"/>
                  <a:pt x="90" y="176"/>
                  <a:pt x="114" y="176"/>
                </a:cubicBezTo>
                <a:cubicBezTo>
                  <a:pt x="139" y="176"/>
                  <a:pt x="159" y="196"/>
                  <a:pt x="159" y="220"/>
                </a:cubicBezTo>
                <a:cubicBezTo>
                  <a:pt x="159" y="225"/>
                  <a:pt x="158" y="229"/>
                  <a:pt x="157" y="234"/>
                </a:cubicBezTo>
                <a:cubicBezTo>
                  <a:pt x="156" y="237"/>
                  <a:pt x="157" y="240"/>
                  <a:pt x="161" y="241"/>
                </a:cubicBezTo>
                <a:cubicBezTo>
                  <a:pt x="164" y="242"/>
                  <a:pt x="167" y="240"/>
                  <a:pt x="168" y="237"/>
                </a:cubicBezTo>
                <a:cubicBezTo>
                  <a:pt x="170" y="232"/>
                  <a:pt x="171" y="226"/>
                  <a:pt x="171" y="220"/>
                </a:cubicBezTo>
                <a:cubicBezTo>
                  <a:pt x="171" y="189"/>
                  <a:pt x="145" y="164"/>
                  <a:pt x="114" y="164"/>
                </a:cubicBezTo>
                <a:close/>
                <a:moveTo>
                  <a:pt x="249" y="43"/>
                </a:moveTo>
                <a:cubicBezTo>
                  <a:pt x="227" y="43"/>
                  <a:pt x="209" y="61"/>
                  <a:pt x="209" y="82"/>
                </a:cubicBezTo>
                <a:cubicBezTo>
                  <a:pt x="209" y="104"/>
                  <a:pt x="227" y="122"/>
                  <a:pt x="249" y="122"/>
                </a:cubicBezTo>
                <a:cubicBezTo>
                  <a:pt x="271" y="122"/>
                  <a:pt x="288" y="104"/>
                  <a:pt x="288" y="82"/>
                </a:cubicBezTo>
                <a:cubicBezTo>
                  <a:pt x="288" y="61"/>
                  <a:pt x="271" y="43"/>
                  <a:pt x="249" y="43"/>
                </a:cubicBezTo>
                <a:close/>
                <a:moveTo>
                  <a:pt x="249" y="110"/>
                </a:moveTo>
                <a:cubicBezTo>
                  <a:pt x="234" y="110"/>
                  <a:pt x="221" y="98"/>
                  <a:pt x="221" y="82"/>
                </a:cubicBezTo>
                <a:cubicBezTo>
                  <a:pt x="221" y="67"/>
                  <a:pt x="234" y="55"/>
                  <a:pt x="249" y="55"/>
                </a:cubicBezTo>
                <a:cubicBezTo>
                  <a:pt x="264" y="55"/>
                  <a:pt x="276" y="67"/>
                  <a:pt x="276" y="82"/>
                </a:cubicBezTo>
                <a:cubicBezTo>
                  <a:pt x="276" y="98"/>
                  <a:pt x="264" y="110"/>
                  <a:pt x="249" y="110"/>
                </a:cubicBezTo>
                <a:close/>
                <a:moveTo>
                  <a:pt x="332" y="72"/>
                </a:moveTo>
                <a:cubicBezTo>
                  <a:pt x="332" y="68"/>
                  <a:pt x="328" y="65"/>
                  <a:pt x="324" y="65"/>
                </a:cubicBezTo>
                <a:cubicBezTo>
                  <a:pt x="324" y="65"/>
                  <a:pt x="324" y="65"/>
                  <a:pt x="324" y="65"/>
                </a:cubicBezTo>
                <a:cubicBezTo>
                  <a:pt x="312" y="65"/>
                  <a:pt x="312" y="65"/>
                  <a:pt x="312" y="65"/>
                </a:cubicBezTo>
                <a:cubicBezTo>
                  <a:pt x="310" y="60"/>
                  <a:pt x="308" y="55"/>
                  <a:pt x="306" y="50"/>
                </a:cubicBezTo>
                <a:cubicBezTo>
                  <a:pt x="315" y="41"/>
                  <a:pt x="315" y="41"/>
                  <a:pt x="315" y="41"/>
                </a:cubicBezTo>
                <a:cubicBezTo>
                  <a:pt x="316" y="39"/>
                  <a:pt x="317" y="37"/>
                  <a:pt x="317" y="35"/>
                </a:cubicBezTo>
                <a:cubicBezTo>
                  <a:pt x="317" y="34"/>
                  <a:pt x="316" y="32"/>
                  <a:pt x="315" y="30"/>
                </a:cubicBezTo>
                <a:cubicBezTo>
                  <a:pt x="301" y="16"/>
                  <a:pt x="301" y="16"/>
                  <a:pt x="301" y="16"/>
                </a:cubicBezTo>
                <a:cubicBezTo>
                  <a:pt x="299" y="15"/>
                  <a:pt x="297" y="14"/>
                  <a:pt x="296" y="14"/>
                </a:cubicBezTo>
                <a:cubicBezTo>
                  <a:pt x="294" y="14"/>
                  <a:pt x="292" y="15"/>
                  <a:pt x="290" y="16"/>
                </a:cubicBezTo>
                <a:cubicBezTo>
                  <a:pt x="290" y="16"/>
                  <a:pt x="290" y="16"/>
                  <a:pt x="290" y="16"/>
                </a:cubicBezTo>
                <a:cubicBezTo>
                  <a:pt x="281" y="26"/>
                  <a:pt x="281" y="26"/>
                  <a:pt x="281" y="26"/>
                </a:cubicBezTo>
                <a:cubicBezTo>
                  <a:pt x="277" y="23"/>
                  <a:pt x="271" y="21"/>
                  <a:pt x="266" y="19"/>
                </a:cubicBezTo>
                <a:cubicBezTo>
                  <a:pt x="266" y="7"/>
                  <a:pt x="266" y="7"/>
                  <a:pt x="266" y="7"/>
                </a:cubicBezTo>
                <a:cubicBezTo>
                  <a:pt x="266" y="3"/>
                  <a:pt x="263" y="0"/>
                  <a:pt x="259" y="0"/>
                </a:cubicBezTo>
                <a:cubicBezTo>
                  <a:pt x="239" y="0"/>
                  <a:pt x="239" y="0"/>
                  <a:pt x="239" y="0"/>
                </a:cubicBezTo>
                <a:cubicBezTo>
                  <a:pt x="235" y="0"/>
                  <a:pt x="231" y="3"/>
                  <a:pt x="231" y="7"/>
                </a:cubicBezTo>
                <a:cubicBezTo>
                  <a:pt x="231" y="20"/>
                  <a:pt x="231" y="20"/>
                  <a:pt x="231" y="20"/>
                </a:cubicBezTo>
                <a:cubicBezTo>
                  <a:pt x="226" y="21"/>
                  <a:pt x="221" y="23"/>
                  <a:pt x="217" y="26"/>
                </a:cubicBezTo>
                <a:cubicBezTo>
                  <a:pt x="208" y="17"/>
                  <a:pt x="208" y="17"/>
                  <a:pt x="208" y="17"/>
                </a:cubicBezTo>
                <a:cubicBezTo>
                  <a:pt x="206" y="16"/>
                  <a:pt x="204" y="15"/>
                  <a:pt x="203" y="15"/>
                </a:cubicBezTo>
                <a:cubicBezTo>
                  <a:pt x="201" y="15"/>
                  <a:pt x="199" y="16"/>
                  <a:pt x="197" y="18"/>
                </a:cubicBezTo>
                <a:cubicBezTo>
                  <a:pt x="184" y="32"/>
                  <a:pt x="184" y="32"/>
                  <a:pt x="184" y="32"/>
                </a:cubicBezTo>
                <a:cubicBezTo>
                  <a:pt x="183" y="34"/>
                  <a:pt x="182" y="35"/>
                  <a:pt x="182" y="37"/>
                </a:cubicBezTo>
                <a:cubicBezTo>
                  <a:pt x="182" y="39"/>
                  <a:pt x="183" y="41"/>
                  <a:pt x="184" y="43"/>
                </a:cubicBezTo>
                <a:cubicBezTo>
                  <a:pt x="192" y="50"/>
                  <a:pt x="192" y="50"/>
                  <a:pt x="192" y="50"/>
                </a:cubicBezTo>
                <a:cubicBezTo>
                  <a:pt x="190" y="55"/>
                  <a:pt x="187" y="60"/>
                  <a:pt x="186" y="65"/>
                </a:cubicBezTo>
                <a:cubicBezTo>
                  <a:pt x="175" y="65"/>
                  <a:pt x="175" y="65"/>
                  <a:pt x="175" y="65"/>
                </a:cubicBezTo>
                <a:cubicBezTo>
                  <a:pt x="171" y="65"/>
                  <a:pt x="168" y="69"/>
                  <a:pt x="168" y="73"/>
                </a:cubicBezTo>
                <a:cubicBezTo>
                  <a:pt x="168" y="73"/>
                  <a:pt x="168" y="73"/>
                  <a:pt x="168" y="73"/>
                </a:cubicBezTo>
                <a:cubicBezTo>
                  <a:pt x="168" y="73"/>
                  <a:pt x="168" y="73"/>
                  <a:pt x="168" y="73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68" y="97"/>
                  <a:pt x="171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86" y="100"/>
                  <a:pt x="186" y="100"/>
                  <a:pt x="186" y="100"/>
                </a:cubicBezTo>
                <a:cubicBezTo>
                  <a:pt x="188" y="105"/>
                  <a:pt x="190" y="110"/>
                  <a:pt x="192" y="115"/>
                </a:cubicBezTo>
                <a:cubicBezTo>
                  <a:pt x="185" y="123"/>
                  <a:pt x="185" y="123"/>
                  <a:pt x="185" y="123"/>
                </a:cubicBezTo>
                <a:cubicBezTo>
                  <a:pt x="183" y="124"/>
                  <a:pt x="183" y="126"/>
                  <a:pt x="183" y="128"/>
                </a:cubicBezTo>
                <a:cubicBezTo>
                  <a:pt x="183" y="130"/>
                  <a:pt x="183" y="131"/>
                  <a:pt x="185" y="133"/>
                </a:cubicBezTo>
                <a:cubicBezTo>
                  <a:pt x="199" y="147"/>
                  <a:pt x="199" y="147"/>
                  <a:pt x="199" y="147"/>
                </a:cubicBezTo>
                <a:cubicBezTo>
                  <a:pt x="200" y="148"/>
                  <a:pt x="202" y="149"/>
                  <a:pt x="204" y="149"/>
                </a:cubicBezTo>
                <a:cubicBezTo>
                  <a:pt x="206" y="149"/>
                  <a:pt x="208" y="148"/>
                  <a:pt x="209" y="147"/>
                </a:cubicBezTo>
                <a:cubicBezTo>
                  <a:pt x="217" y="139"/>
                  <a:pt x="217" y="139"/>
                  <a:pt x="217" y="139"/>
                </a:cubicBezTo>
                <a:cubicBezTo>
                  <a:pt x="221" y="141"/>
                  <a:pt x="226" y="144"/>
                  <a:pt x="231" y="145"/>
                </a:cubicBezTo>
                <a:cubicBezTo>
                  <a:pt x="231" y="156"/>
                  <a:pt x="231" y="156"/>
                  <a:pt x="231" y="156"/>
                </a:cubicBezTo>
                <a:cubicBezTo>
                  <a:pt x="231" y="160"/>
                  <a:pt x="235" y="163"/>
                  <a:pt x="239" y="163"/>
                </a:cubicBezTo>
                <a:cubicBezTo>
                  <a:pt x="259" y="163"/>
                  <a:pt x="259" y="163"/>
                  <a:pt x="259" y="163"/>
                </a:cubicBezTo>
                <a:cubicBezTo>
                  <a:pt x="263" y="163"/>
                  <a:pt x="266" y="160"/>
                  <a:pt x="266" y="156"/>
                </a:cubicBezTo>
                <a:cubicBezTo>
                  <a:pt x="266" y="145"/>
                  <a:pt x="266" y="145"/>
                  <a:pt x="266" y="145"/>
                </a:cubicBezTo>
                <a:cubicBezTo>
                  <a:pt x="271" y="144"/>
                  <a:pt x="276" y="142"/>
                  <a:pt x="281" y="139"/>
                </a:cubicBezTo>
                <a:cubicBezTo>
                  <a:pt x="289" y="148"/>
                  <a:pt x="289" y="148"/>
                  <a:pt x="289" y="148"/>
                </a:cubicBezTo>
                <a:cubicBezTo>
                  <a:pt x="291" y="149"/>
                  <a:pt x="293" y="150"/>
                  <a:pt x="295" y="150"/>
                </a:cubicBezTo>
                <a:cubicBezTo>
                  <a:pt x="295" y="150"/>
                  <a:pt x="295" y="150"/>
                  <a:pt x="295" y="150"/>
                </a:cubicBezTo>
                <a:cubicBezTo>
                  <a:pt x="297" y="150"/>
                  <a:pt x="298" y="149"/>
                  <a:pt x="300" y="148"/>
                </a:cubicBezTo>
                <a:cubicBezTo>
                  <a:pt x="314" y="134"/>
                  <a:pt x="314" y="134"/>
                  <a:pt x="314" y="134"/>
                </a:cubicBezTo>
                <a:cubicBezTo>
                  <a:pt x="315" y="132"/>
                  <a:pt x="316" y="130"/>
                  <a:pt x="316" y="128"/>
                </a:cubicBezTo>
                <a:cubicBezTo>
                  <a:pt x="316" y="127"/>
                  <a:pt x="315" y="125"/>
                  <a:pt x="314" y="123"/>
                </a:cubicBezTo>
                <a:cubicBezTo>
                  <a:pt x="314" y="123"/>
                  <a:pt x="314" y="123"/>
                  <a:pt x="314" y="123"/>
                </a:cubicBezTo>
                <a:cubicBezTo>
                  <a:pt x="305" y="115"/>
                  <a:pt x="305" y="115"/>
                  <a:pt x="305" y="115"/>
                </a:cubicBezTo>
                <a:cubicBezTo>
                  <a:pt x="308" y="110"/>
                  <a:pt x="310" y="105"/>
                  <a:pt x="312" y="99"/>
                </a:cubicBezTo>
                <a:cubicBezTo>
                  <a:pt x="324" y="99"/>
                  <a:pt x="324" y="99"/>
                  <a:pt x="324" y="99"/>
                </a:cubicBezTo>
                <a:cubicBezTo>
                  <a:pt x="328" y="99"/>
                  <a:pt x="332" y="96"/>
                  <a:pt x="332" y="92"/>
                </a:cubicBezTo>
                <a:cubicBezTo>
                  <a:pt x="332" y="92"/>
                  <a:pt x="332" y="92"/>
                  <a:pt x="332" y="92"/>
                </a:cubicBezTo>
                <a:lnTo>
                  <a:pt x="332" y="72"/>
                </a:lnTo>
                <a:close/>
                <a:moveTo>
                  <a:pt x="313" y="91"/>
                </a:moveTo>
                <a:cubicBezTo>
                  <a:pt x="305" y="91"/>
                  <a:pt x="305" y="91"/>
                  <a:pt x="305" y="91"/>
                </a:cubicBezTo>
                <a:cubicBezTo>
                  <a:pt x="305" y="94"/>
                  <a:pt x="304" y="97"/>
                  <a:pt x="303" y="99"/>
                </a:cubicBezTo>
                <a:cubicBezTo>
                  <a:pt x="302" y="103"/>
                  <a:pt x="301" y="106"/>
                  <a:pt x="299" y="109"/>
                </a:cubicBezTo>
                <a:cubicBezTo>
                  <a:pt x="298" y="111"/>
                  <a:pt x="297" y="114"/>
                  <a:pt x="295" y="116"/>
                </a:cubicBezTo>
                <a:cubicBezTo>
                  <a:pt x="301" y="122"/>
                  <a:pt x="301" y="122"/>
                  <a:pt x="301" y="122"/>
                </a:cubicBezTo>
                <a:cubicBezTo>
                  <a:pt x="308" y="128"/>
                  <a:pt x="308" y="128"/>
                  <a:pt x="308" y="128"/>
                </a:cubicBezTo>
                <a:cubicBezTo>
                  <a:pt x="295" y="142"/>
                  <a:pt x="295" y="142"/>
                  <a:pt x="295" y="142"/>
                </a:cubicBezTo>
                <a:cubicBezTo>
                  <a:pt x="288" y="135"/>
                  <a:pt x="288" y="135"/>
                  <a:pt x="288" y="135"/>
                </a:cubicBezTo>
                <a:cubicBezTo>
                  <a:pt x="282" y="129"/>
                  <a:pt x="282" y="129"/>
                  <a:pt x="282" y="129"/>
                </a:cubicBezTo>
                <a:cubicBezTo>
                  <a:pt x="280" y="131"/>
                  <a:pt x="277" y="132"/>
                  <a:pt x="275" y="133"/>
                </a:cubicBezTo>
                <a:cubicBezTo>
                  <a:pt x="272" y="135"/>
                  <a:pt x="269" y="136"/>
                  <a:pt x="266" y="137"/>
                </a:cubicBezTo>
                <a:cubicBezTo>
                  <a:pt x="263" y="138"/>
                  <a:pt x="261" y="138"/>
                  <a:pt x="258" y="139"/>
                </a:cubicBezTo>
                <a:cubicBezTo>
                  <a:pt x="258" y="155"/>
                  <a:pt x="258" y="155"/>
                  <a:pt x="258" y="155"/>
                </a:cubicBezTo>
                <a:cubicBezTo>
                  <a:pt x="239" y="155"/>
                  <a:pt x="239" y="155"/>
                  <a:pt x="239" y="155"/>
                </a:cubicBezTo>
                <a:cubicBezTo>
                  <a:pt x="239" y="139"/>
                  <a:pt x="239" y="139"/>
                  <a:pt x="239" y="139"/>
                </a:cubicBezTo>
                <a:cubicBezTo>
                  <a:pt x="237" y="138"/>
                  <a:pt x="234" y="138"/>
                  <a:pt x="231" y="137"/>
                </a:cubicBezTo>
                <a:cubicBezTo>
                  <a:pt x="228" y="136"/>
                  <a:pt x="225" y="134"/>
                  <a:pt x="222" y="133"/>
                </a:cubicBezTo>
                <a:cubicBezTo>
                  <a:pt x="220" y="132"/>
                  <a:pt x="218" y="130"/>
                  <a:pt x="216" y="129"/>
                </a:cubicBezTo>
                <a:cubicBezTo>
                  <a:pt x="210" y="134"/>
                  <a:pt x="210" y="134"/>
                  <a:pt x="210" y="134"/>
                </a:cubicBezTo>
                <a:cubicBezTo>
                  <a:pt x="204" y="141"/>
                  <a:pt x="204" y="141"/>
                  <a:pt x="204" y="141"/>
                </a:cubicBezTo>
                <a:cubicBezTo>
                  <a:pt x="191" y="128"/>
                  <a:pt x="191" y="128"/>
                  <a:pt x="191" y="128"/>
                </a:cubicBezTo>
                <a:cubicBezTo>
                  <a:pt x="197" y="121"/>
                  <a:pt x="197" y="121"/>
                  <a:pt x="197" y="121"/>
                </a:cubicBezTo>
                <a:cubicBezTo>
                  <a:pt x="203" y="116"/>
                  <a:pt x="203" y="116"/>
                  <a:pt x="203" y="116"/>
                </a:cubicBezTo>
                <a:cubicBezTo>
                  <a:pt x="201" y="113"/>
                  <a:pt x="200" y="111"/>
                  <a:pt x="198" y="109"/>
                </a:cubicBezTo>
                <a:cubicBezTo>
                  <a:pt x="197" y="106"/>
                  <a:pt x="196" y="103"/>
                  <a:pt x="195" y="100"/>
                </a:cubicBezTo>
                <a:cubicBezTo>
                  <a:pt x="194" y="97"/>
                  <a:pt x="193" y="95"/>
                  <a:pt x="193" y="9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73"/>
                  <a:pt x="176" y="73"/>
                  <a:pt x="176" y="73"/>
                </a:cubicBezTo>
                <a:cubicBezTo>
                  <a:pt x="184" y="73"/>
                  <a:pt x="184" y="73"/>
                  <a:pt x="184" y="73"/>
                </a:cubicBezTo>
                <a:cubicBezTo>
                  <a:pt x="193" y="73"/>
                  <a:pt x="193" y="73"/>
                  <a:pt x="193" y="73"/>
                </a:cubicBezTo>
                <a:cubicBezTo>
                  <a:pt x="193" y="71"/>
                  <a:pt x="194" y="68"/>
                  <a:pt x="194" y="65"/>
                </a:cubicBezTo>
                <a:cubicBezTo>
                  <a:pt x="195" y="62"/>
                  <a:pt x="197" y="59"/>
                  <a:pt x="198" y="56"/>
                </a:cubicBezTo>
                <a:cubicBezTo>
                  <a:pt x="200" y="53"/>
                  <a:pt x="201" y="51"/>
                  <a:pt x="203" y="49"/>
                </a:cubicBezTo>
                <a:cubicBezTo>
                  <a:pt x="197" y="43"/>
                  <a:pt x="197" y="43"/>
                  <a:pt x="197" y="43"/>
                </a:cubicBezTo>
                <a:cubicBezTo>
                  <a:pt x="190" y="37"/>
                  <a:pt x="190" y="37"/>
                  <a:pt x="190" y="37"/>
                </a:cubicBezTo>
                <a:cubicBezTo>
                  <a:pt x="203" y="24"/>
                  <a:pt x="203" y="24"/>
                  <a:pt x="203" y="24"/>
                </a:cubicBezTo>
                <a:cubicBezTo>
                  <a:pt x="210" y="30"/>
                  <a:pt x="210" y="30"/>
                  <a:pt x="210" y="30"/>
                </a:cubicBezTo>
                <a:cubicBezTo>
                  <a:pt x="216" y="36"/>
                  <a:pt x="216" y="36"/>
                  <a:pt x="216" y="36"/>
                </a:cubicBezTo>
                <a:cubicBezTo>
                  <a:pt x="218" y="34"/>
                  <a:pt x="220" y="33"/>
                  <a:pt x="223" y="31"/>
                </a:cubicBezTo>
                <a:cubicBezTo>
                  <a:pt x="226" y="30"/>
                  <a:pt x="228" y="29"/>
                  <a:pt x="231" y="28"/>
                </a:cubicBezTo>
                <a:cubicBezTo>
                  <a:pt x="234" y="27"/>
                  <a:pt x="237" y="26"/>
                  <a:pt x="239" y="26"/>
                </a:cubicBezTo>
                <a:cubicBezTo>
                  <a:pt x="239" y="18"/>
                  <a:pt x="239" y="18"/>
                  <a:pt x="239" y="18"/>
                </a:cubicBezTo>
                <a:cubicBezTo>
                  <a:pt x="239" y="8"/>
                  <a:pt x="239" y="8"/>
                  <a:pt x="239" y="8"/>
                </a:cubicBezTo>
                <a:cubicBezTo>
                  <a:pt x="258" y="8"/>
                  <a:pt x="258" y="8"/>
                  <a:pt x="258" y="8"/>
                </a:cubicBezTo>
                <a:cubicBezTo>
                  <a:pt x="258" y="18"/>
                  <a:pt x="258" y="18"/>
                  <a:pt x="258" y="18"/>
                </a:cubicBezTo>
                <a:cubicBezTo>
                  <a:pt x="258" y="26"/>
                  <a:pt x="258" y="26"/>
                  <a:pt x="258" y="26"/>
                </a:cubicBezTo>
                <a:cubicBezTo>
                  <a:pt x="261" y="26"/>
                  <a:pt x="263" y="27"/>
                  <a:pt x="266" y="28"/>
                </a:cubicBezTo>
                <a:cubicBezTo>
                  <a:pt x="269" y="29"/>
                  <a:pt x="272" y="30"/>
                  <a:pt x="275" y="32"/>
                </a:cubicBezTo>
                <a:cubicBezTo>
                  <a:pt x="278" y="33"/>
                  <a:pt x="280" y="34"/>
                  <a:pt x="282" y="36"/>
                </a:cubicBezTo>
                <a:cubicBezTo>
                  <a:pt x="288" y="30"/>
                  <a:pt x="288" y="30"/>
                  <a:pt x="288" y="30"/>
                </a:cubicBezTo>
                <a:cubicBezTo>
                  <a:pt x="296" y="23"/>
                  <a:pt x="296" y="23"/>
                  <a:pt x="296" y="23"/>
                </a:cubicBezTo>
                <a:cubicBezTo>
                  <a:pt x="309" y="36"/>
                  <a:pt x="309" y="36"/>
                  <a:pt x="309" y="36"/>
                </a:cubicBezTo>
                <a:cubicBezTo>
                  <a:pt x="301" y="43"/>
                  <a:pt x="301" y="43"/>
                  <a:pt x="301" y="43"/>
                </a:cubicBezTo>
                <a:cubicBezTo>
                  <a:pt x="295" y="49"/>
                  <a:pt x="295" y="49"/>
                  <a:pt x="295" y="49"/>
                </a:cubicBezTo>
                <a:cubicBezTo>
                  <a:pt x="297" y="51"/>
                  <a:pt x="298" y="54"/>
                  <a:pt x="300" y="56"/>
                </a:cubicBezTo>
                <a:cubicBezTo>
                  <a:pt x="301" y="59"/>
                  <a:pt x="302" y="62"/>
                  <a:pt x="303" y="65"/>
                </a:cubicBezTo>
                <a:cubicBezTo>
                  <a:pt x="304" y="67"/>
                  <a:pt x="305" y="70"/>
                  <a:pt x="305" y="73"/>
                </a:cubicBezTo>
                <a:cubicBezTo>
                  <a:pt x="313" y="73"/>
                  <a:pt x="313" y="73"/>
                  <a:pt x="313" y="73"/>
                </a:cubicBezTo>
                <a:cubicBezTo>
                  <a:pt x="323" y="73"/>
                  <a:pt x="323" y="73"/>
                  <a:pt x="323" y="73"/>
                </a:cubicBezTo>
                <a:cubicBezTo>
                  <a:pt x="324" y="91"/>
                  <a:pt x="324" y="91"/>
                  <a:pt x="324" y="91"/>
                </a:cubicBezTo>
                <a:lnTo>
                  <a:pt x="313" y="91"/>
                </a:lnTo>
                <a:close/>
                <a:moveTo>
                  <a:pt x="262" y="295"/>
                </a:moveTo>
                <a:cubicBezTo>
                  <a:pt x="280" y="295"/>
                  <a:pt x="295" y="280"/>
                  <a:pt x="295" y="262"/>
                </a:cubicBezTo>
                <a:cubicBezTo>
                  <a:pt x="295" y="244"/>
                  <a:pt x="280" y="229"/>
                  <a:pt x="262" y="229"/>
                </a:cubicBezTo>
                <a:cubicBezTo>
                  <a:pt x="243" y="229"/>
                  <a:pt x="229" y="244"/>
                  <a:pt x="228" y="262"/>
                </a:cubicBezTo>
                <a:cubicBezTo>
                  <a:pt x="229" y="280"/>
                  <a:pt x="243" y="295"/>
                  <a:pt x="262" y="295"/>
                </a:cubicBezTo>
                <a:close/>
                <a:moveTo>
                  <a:pt x="262" y="241"/>
                </a:moveTo>
                <a:cubicBezTo>
                  <a:pt x="273" y="241"/>
                  <a:pt x="283" y="251"/>
                  <a:pt x="283" y="262"/>
                </a:cubicBezTo>
                <a:cubicBezTo>
                  <a:pt x="283" y="274"/>
                  <a:pt x="273" y="283"/>
                  <a:pt x="262" y="283"/>
                </a:cubicBezTo>
                <a:cubicBezTo>
                  <a:pt x="250" y="283"/>
                  <a:pt x="241" y="274"/>
                  <a:pt x="241" y="262"/>
                </a:cubicBezTo>
                <a:cubicBezTo>
                  <a:pt x="241" y="251"/>
                  <a:pt x="250" y="241"/>
                  <a:pt x="262" y="241"/>
                </a:cubicBezTo>
                <a:close/>
                <a:moveTo>
                  <a:pt x="324" y="249"/>
                </a:moveTo>
                <a:cubicBezTo>
                  <a:pt x="324" y="249"/>
                  <a:pt x="324" y="249"/>
                  <a:pt x="324" y="249"/>
                </a:cubicBezTo>
                <a:cubicBezTo>
                  <a:pt x="314" y="249"/>
                  <a:pt x="314" y="249"/>
                  <a:pt x="314" y="249"/>
                </a:cubicBezTo>
                <a:cubicBezTo>
                  <a:pt x="313" y="245"/>
                  <a:pt x="311" y="241"/>
                  <a:pt x="309" y="237"/>
                </a:cubicBezTo>
                <a:cubicBezTo>
                  <a:pt x="316" y="229"/>
                  <a:pt x="316" y="229"/>
                  <a:pt x="316" y="229"/>
                </a:cubicBezTo>
                <a:cubicBezTo>
                  <a:pt x="318" y="228"/>
                  <a:pt x="318" y="226"/>
                  <a:pt x="318" y="225"/>
                </a:cubicBezTo>
                <a:cubicBezTo>
                  <a:pt x="318" y="223"/>
                  <a:pt x="318" y="222"/>
                  <a:pt x="316" y="221"/>
                </a:cubicBezTo>
                <a:cubicBezTo>
                  <a:pt x="305" y="209"/>
                  <a:pt x="305" y="209"/>
                  <a:pt x="305" y="209"/>
                </a:cubicBezTo>
                <a:cubicBezTo>
                  <a:pt x="304" y="208"/>
                  <a:pt x="302" y="207"/>
                  <a:pt x="301" y="207"/>
                </a:cubicBezTo>
                <a:cubicBezTo>
                  <a:pt x="299" y="207"/>
                  <a:pt x="297" y="208"/>
                  <a:pt x="296" y="209"/>
                </a:cubicBezTo>
                <a:cubicBezTo>
                  <a:pt x="296" y="209"/>
                  <a:pt x="296" y="209"/>
                  <a:pt x="296" y="209"/>
                </a:cubicBezTo>
                <a:cubicBezTo>
                  <a:pt x="289" y="217"/>
                  <a:pt x="289" y="217"/>
                  <a:pt x="289" y="217"/>
                </a:cubicBezTo>
                <a:cubicBezTo>
                  <a:pt x="285" y="215"/>
                  <a:pt x="281" y="213"/>
                  <a:pt x="276" y="212"/>
                </a:cubicBezTo>
                <a:cubicBezTo>
                  <a:pt x="276" y="202"/>
                  <a:pt x="276" y="202"/>
                  <a:pt x="276" y="202"/>
                </a:cubicBezTo>
                <a:cubicBezTo>
                  <a:pt x="276" y="198"/>
                  <a:pt x="273" y="195"/>
                  <a:pt x="270" y="195"/>
                </a:cubicBezTo>
                <a:cubicBezTo>
                  <a:pt x="254" y="195"/>
                  <a:pt x="254" y="195"/>
                  <a:pt x="254" y="195"/>
                </a:cubicBezTo>
                <a:cubicBezTo>
                  <a:pt x="251" y="195"/>
                  <a:pt x="248" y="198"/>
                  <a:pt x="248" y="20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8" y="219"/>
                  <a:pt x="248" y="219"/>
                  <a:pt x="248" y="219"/>
                </a:cubicBezTo>
                <a:cubicBezTo>
                  <a:pt x="248" y="219"/>
                  <a:pt x="248" y="219"/>
                  <a:pt x="248" y="219"/>
                </a:cubicBezTo>
                <a:cubicBezTo>
                  <a:pt x="250" y="218"/>
                  <a:pt x="252" y="217"/>
                  <a:pt x="254" y="217"/>
                </a:cubicBezTo>
                <a:cubicBezTo>
                  <a:pt x="254" y="210"/>
                  <a:pt x="254" y="210"/>
                  <a:pt x="254" y="210"/>
                </a:cubicBezTo>
                <a:cubicBezTo>
                  <a:pt x="254" y="202"/>
                  <a:pt x="254" y="202"/>
                  <a:pt x="254" y="202"/>
                </a:cubicBezTo>
                <a:cubicBezTo>
                  <a:pt x="270" y="202"/>
                  <a:pt x="270" y="202"/>
                  <a:pt x="270" y="202"/>
                </a:cubicBezTo>
                <a:cubicBezTo>
                  <a:pt x="270" y="210"/>
                  <a:pt x="270" y="210"/>
                  <a:pt x="270" y="210"/>
                </a:cubicBezTo>
                <a:cubicBezTo>
                  <a:pt x="270" y="217"/>
                  <a:pt x="270" y="217"/>
                  <a:pt x="270" y="217"/>
                </a:cubicBezTo>
                <a:cubicBezTo>
                  <a:pt x="272" y="217"/>
                  <a:pt x="274" y="218"/>
                  <a:pt x="276" y="219"/>
                </a:cubicBezTo>
                <a:cubicBezTo>
                  <a:pt x="279" y="219"/>
                  <a:pt x="282" y="220"/>
                  <a:pt x="284" y="222"/>
                </a:cubicBezTo>
                <a:cubicBezTo>
                  <a:pt x="286" y="223"/>
                  <a:pt x="288" y="224"/>
                  <a:pt x="290" y="225"/>
                </a:cubicBezTo>
                <a:cubicBezTo>
                  <a:pt x="294" y="221"/>
                  <a:pt x="294" y="221"/>
                  <a:pt x="294" y="221"/>
                </a:cubicBezTo>
                <a:cubicBezTo>
                  <a:pt x="301" y="214"/>
                  <a:pt x="301" y="214"/>
                  <a:pt x="301" y="214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05" y="231"/>
                  <a:pt x="305" y="231"/>
                  <a:pt x="305" y="231"/>
                </a:cubicBezTo>
                <a:cubicBezTo>
                  <a:pt x="300" y="236"/>
                  <a:pt x="300" y="236"/>
                  <a:pt x="300" y="236"/>
                </a:cubicBezTo>
                <a:cubicBezTo>
                  <a:pt x="302" y="238"/>
                  <a:pt x="303" y="240"/>
                  <a:pt x="304" y="242"/>
                </a:cubicBezTo>
                <a:cubicBezTo>
                  <a:pt x="305" y="244"/>
                  <a:pt x="306" y="247"/>
                  <a:pt x="307" y="249"/>
                </a:cubicBezTo>
                <a:cubicBezTo>
                  <a:pt x="308" y="251"/>
                  <a:pt x="308" y="253"/>
                  <a:pt x="308" y="256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23" y="256"/>
                  <a:pt x="323" y="256"/>
                  <a:pt x="323" y="256"/>
                </a:cubicBezTo>
                <a:cubicBezTo>
                  <a:pt x="324" y="271"/>
                  <a:pt x="324" y="271"/>
                  <a:pt x="324" y="271"/>
                </a:cubicBezTo>
                <a:cubicBezTo>
                  <a:pt x="315" y="271"/>
                  <a:pt x="315" y="271"/>
                  <a:pt x="315" y="271"/>
                </a:cubicBezTo>
                <a:cubicBezTo>
                  <a:pt x="309" y="271"/>
                  <a:pt x="309" y="271"/>
                  <a:pt x="309" y="271"/>
                </a:cubicBezTo>
                <a:cubicBezTo>
                  <a:pt x="308" y="273"/>
                  <a:pt x="308" y="275"/>
                  <a:pt x="307" y="277"/>
                </a:cubicBezTo>
                <a:cubicBezTo>
                  <a:pt x="306" y="280"/>
                  <a:pt x="305" y="283"/>
                  <a:pt x="304" y="285"/>
                </a:cubicBezTo>
                <a:cubicBezTo>
                  <a:pt x="303" y="287"/>
                  <a:pt x="301" y="289"/>
                  <a:pt x="300" y="291"/>
                </a:cubicBezTo>
                <a:cubicBezTo>
                  <a:pt x="305" y="296"/>
                  <a:pt x="305" y="296"/>
                  <a:pt x="305" y="296"/>
                </a:cubicBezTo>
                <a:cubicBezTo>
                  <a:pt x="310" y="301"/>
                  <a:pt x="310" y="301"/>
                  <a:pt x="310" y="301"/>
                </a:cubicBezTo>
                <a:cubicBezTo>
                  <a:pt x="300" y="312"/>
                  <a:pt x="300" y="312"/>
                  <a:pt x="300" y="312"/>
                </a:cubicBezTo>
                <a:cubicBezTo>
                  <a:pt x="294" y="306"/>
                  <a:pt x="294" y="306"/>
                  <a:pt x="294" y="306"/>
                </a:cubicBezTo>
                <a:cubicBezTo>
                  <a:pt x="289" y="302"/>
                  <a:pt x="289" y="302"/>
                  <a:pt x="289" y="302"/>
                </a:cubicBezTo>
                <a:cubicBezTo>
                  <a:pt x="287" y="303"/>
                  <a:pt x="285" y="304"/>
                  <a:pt x="283" y="305"/>
                </a:cubicBezTo>
                <a:cubicBezTo>
                  <a:pt x="281" y="306"/>
                  <a:pt x="279" y="307"/>
                  <a:pt x="276" y="308"/>
                </a:cubicBezTo>
                <a:cubicBezTo>
                  <a:pt x="274" y="309"/>
                  <a:pt x="272" y="309"/>
                  <a:pt x="270" y="310"/>
                </a:cubicBezTo>
                <a:cubicBezTo>
                  <a:pt x="270" y="323"/>
                  <a:pt x="270" y="323"/>
                  <a:pt x="270" y="323"/>
                </a:cubicBezTo>
                <a:cubicBezTo>
                  <a:pt x="254" y="323"/>
                  <a:pt x="254" y="323"/>
                  <a:pt x="254" y="323"/>
                </a:cubicBezTo>
                <a:cubicBezTo>
                  <a:pt x="254" y="310"/>
                  <a:pt x="254" y="310"/>
                  <a:pt x="254" y="310"/>
                </a:cubicBezTo>
                <a:cubicBezTo>
                  <a:pt x="252" y="309"/>
                  <a:pt x="250" y="309"/>
                  <a:pt x="248" y="308"/>
                </a:cubicBezTo>
                <a:cubicBezTo>
                  <a:pt x="245" y="307"/>
                  <a:pt x="243" y="306"/>
                  <a:pt x="240" y="305"/>
                </a:cubicBezTo>
                <a:cubicBezTo>
                  <a:pt x="238" y="304"/>
                  <a:pt x="237" y="303"/>
                  <a:pt x="235" y="301"/>
                </a:cubicBezTo>
                <a:cubicBezTo>
                  <a:pt x="230" y="306"/>
                  <a:pt x="230" y="306"/>
                  <a:pt x="230" y="306"/>
                </a:cubicBezTo>
                <a:cubicBezTo>
                  <a:pt x="225" y="311"/>
                  <a:pt x="225" y="311"/>
                  <a:pt x="225" y="311"/>
                </a:cubicBezTo>
                <a:cubicBezTo>
                  <a:pt x="221" y="316"/>
                  <a:pt x="221" y="316"/>
                  <a:pt x="221" y="316"/>
                </a:cubicBezTo>
                <a:cubicBezTo>
                  <a:pt x="221" y="316"/>
                  <a:pt x="221" y="316"/>
                  <a:pt x="221" y="316"/>
                </a:cubicBezTo>
                <a:cubicBezTo>
                  <a:pt x="222" y="317"/>
                  <a:pt x="224" y="318"/>
                  <a:pt x="225" y="318"/>
                </a:cubicBezTo>
                <a:cubicBezTo>
                  <a:pt x="227" y="318"/>
                  <a:pt x="228" y="317"/>
                  <a:pt x="229" y="316"/>
                </a:cubicBezTo>
                <a:cubicBezTo>
                  <a:pt x="236" y="310"/>
                  <a:pt x="236" y="310"/>
                  <a:pt x="236" y="310"/>
                </a:cubicBezTo>
                <a:cubicBezTo>
                  <a:pt x="239" y="312"/>
                  <a:pt x="243" y="314"/>
                  <a:pt x="248" y="315"/>
                </a:cubicBezTo>
                <a:cubicBezTo>
                  <a:pt x="248" y="324"/>
                  <a:pt x="248" y="324"/>
                  <a:pt x="248" y="324"/>
                </a:cubicBezTo>
                <a:cubicBezTo>
                  <a:pt x="248" y="327"/>
                  <a:pt x="251" y="330"/>
                  <a:pt x="254" y="330"/>
                </a:cubicBezTo>
                <a:cubicBezTo>
                  <a:pt x="270" y="330"/>
                  <a:pt x="270" y="330"/>
                  <a:pt x="270" y="330"/>
                </a:cubicBezTo>
                <a:cubicBezTo>
                  <a:pt x="273" y="330"/>
                  <a:pt x="276" y="327"/>
                  <a:pt x="276" y="324"/>
                </a:cubicBezTo>
                <a:cubicBezTo>
                  <a:pt x="276" y="315"/>
                  <a:pt x="276" y="315"/>
                  <a:pt x="276" y="315"/>
                </a:cubicBezTo>
                <a:cubicBezTo>
                  <a:pt x="280" y="314"/>
                  <a:pt x="285" y="312"/>
                  <a:pt x="288" y="310"/>
                </a:cubicBezTo>
                <a:cubicBezTo>
                  <a:pt x="295" y="317"/>
                  <a:pt x="295" y="317"/>
                  <a:pt x="295" y="317"/>
                </a:cubicBezTo>
                <a:cubicBezTo>
                  <a:pt x="297" y="318"/>
                  <a:pt x="298" y="319"/>
                  <a:pt x="300" y="319"/>
                </a:cubicBezTo>
                <a:cubicBezTo>
                  <a:pt x="300" y="319"/>
                  <a:pt x="300" y="319"/>
                  <a:pt x="300" y="319"/>
                </a:cubicBezTo>
                <a:cubicBezTo>
                  <a:pt x="301" y="319"/>
                  <a:pt x="303" y="318"/>
                  <a:pt x="304" y="317"/>
                </a:cubicBezTo>
                <a:cubicBezTo>
                  <a:pt x="315" y="306"/>
                  <a:pt x="315" y="306"/>
                  <a:pt x="315" y="306"/>
                </a:cubicBezTo>
                <a:cubicBezTo>
                  <a:pt x="317" y="304"/>
                  <a:pt x="317" y="303"/>
                  <a:pt x="317" y="301"/>
                </a:cubicBezTo>
                <a:cubicBezTo>
                  <a:pt x="317" y="300"/>
                  <a:pt x="317" y="298"/>
                  <a:pt x="315" y="297"/>
                </a:cubicBezTo>
                <a:cubicBezTo>
                  <a:pt x="315" y="297"/>
                  <a:pt x="315" y="297"/>
                  <a:pt x="315" y="297"/>
                </a:cubicBezTo>
                <a:cubicBezTo>
                  <a:pt x="309" y="290"/>
                  <a:pt x="309" y="290"/>
                  <a:pt x="309" y="290"/>
                </a:cubicBezTo>
                <a:cubicBezTo>
                  <a:pt x="311" y="286"/>
                  <a:pt x="313" y="282"/>
                  <a:pt x="314" y="277"/>
                </a:cubicBezTo>
                <a:cubicBezTo>
                  <a:pt x="324" y="277"/>
                  <a:pt x="324" y="277"/>
                  <a:pt x="324" y="277"/>
                </a:cubicBezTo>
                <a:cubicBezTo>
                  <a:pt x="327" y="277"/>
                  <a:pt x="330" y="275"/>
                  <a:pt x="330" y="271"/>
                </a:cubicBezTo>
                <a:cubicBezTo>
                  <a:pt x="330" y="271"/>
                  <a:pt x="330" y="271"/>
                  <a:pt x="330" y="271"/>
                </a:cubicBezTo>
                <a:cubicBezTo>
                  <a:pt x="330" y="255"/>
                  <a:pt x="330" y="255"/>
                  <a:pt x="330" y="255"/>
                </a:cubicBezTo>
                <a:cubicBezTo>
                  <a:pt x="330" y="252"/>
                  <a:pt x="327" y="249"/>
                  <a:pt x="324" y="249"/>
                </a:cubicBezTo>
                <a:close/>
                <a:moveTo>
                  <a:pt x="223" y="243"/>
                </a:moveTo>
                <a:cubicBezTo>
                  <a:pt x="225" y="224"/>
                  <a:pt x="225" y="224"/>
                  <a:pt x="225" y="224"/>
                </a:cubicBezTo>
                <a:cubicBezTo>
                  <a:pt x="225" y="224"/>
                  <a:pt x="225" y="224"/>
                  <a:pt x="225" y="224"/>
                </a:cubicBezTo>
                <a:cubicBezTo>
                  <a:pt x="225" y="219"/>
                  <a:pt x="222" y="216"/>
                  <a:pt x="217" y="216"/>
                </a:cubicBezTo>
                <a:cubicBezTo>
                  <a:pt x="200" y="214"/>
                  <a:pt x="200" y="214"/>
                  <a:pt x="200" y="214"/>
                </a:cubicBezTo>
                <a:cubicBezTo>
                  <a:pt x="200" y="208"/>
                  <a:pt x="199" y="201"/>
                  <a:pt x="197" y="195"/>
                </a:cubicBezTo>
                <a:cubicBezTo>
                  <a:pt x="214" y="186"/>
                  <a:pt x="214" y="186"/>
                  <a:pt x="214" y="186"/>
                </a:cubicBezTo>
                <a:cubicBezTo>
                  <a:pt x="217" y="184"/>
                  <a:pt x="218" y="182"/>
                  <a:pt x="218" y="179"/>
                </a:cubicBezTo>
                <a:cubicBezTo>
                  <a:pt x="218" y="178"/>
                  <a:pt x="218" y="176"/>
                  <a:pt x="217" y="175"/>
                </a:cubicBezTo>
                <a:cubicBezTo>
                  <a:pt x="217" y="175"/>
                  <a:pt x="217" y="175"/>
                  <a:pt x="217" y="175"/>
                </a:cubicBezTo>
                <a:cubicBezTo>
                  <a:pt x="208" y="158"/>
                  <a:pt x="208" y="158"/>
                  <a:pt x="208" y="158"/>
                </a:cubicBezTo>
                <a:cubicBezTo>
                  <a:pt x="207" y="156"/>
                  <a:pt x="204" y="154"/>
                  <a:pt x="201" y="154"/>
                </a:cubicBezTo>
                <a:cubicBezTo>
                  <a:pt x="200" y="154"/>
                  <a:pt x="198" y="154"/>
                  <a:pt x="197" y="155"/>
                </a:cubicBezTo>
                <a:cubicBezTo>
                  <a:pt x="181" y="164"/>
                  <a:pt x="181" y="164"/>
                  <a:pt x="181" y="164"/>
                </a:cubicBezTo>
                <a:cubicBezTo>
                  <a:pt x="176" y="158"/>
                  <a:pt x="171" y="153"/>
                  <a:pt x="165" y="148"/>
                </a:cubicBezTo>
                <a:cubicBezTo>
                  <a:pt x="174" y="134"/>
                  <a:pt x="174" y="134"/>
                  <a:pt x="174" y="134"/>
                </a:cubicBezTo>
                <a:cubicBezTo>
                  <a:pt x="175" y="133"/>
                  <a:pt x="175" y="131"/>
                  <a:pt x="175" y="130"/>
                </a:cubicBezTo>
                <a:cubicBezTo>
                  <a:pt x="175" y="127"/>
                  <a:pt x="174" y="124"/>
                  <a:pt x="171" y="123"/>
                </a:cubicBezTo>
                <a:cubicBezTo>
                  <a:pt x="171" y="123"/>
                  <a:pt x="171" y="123"/>
                  <a:pt x="171" y="12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54" y="112"/>
                  <a:pt x="152" y="111"/>
                  <a:pt x="151" y="111"/>
                </a:cubicBezTo>
                <a:cubicBezTo>
                  <a:pt x="148" y="111"/>
                  <a:pt x="146" y="113"/>
                  <a:pt x="144" y="115"/>
                </a:cubicBezTo>
                <a:cubicBezTo>
                  <a:pt x="132" y="134"/>
                  <a:pt x="132" y="134"/>
                  <a:pt x="132" y="134"/>
                </a:cubicBezTo>
                <a:cubicBezTo>
                  <a:pt x="126" y="132"/>
                  <a:pt x="120" y="132"/>
                  <a:pt x="113" y="132"/>
                </a:cubicBezTo>
                <a:cubicBezTo>
                  <a:pt x="113" y="132"/>
                  <a:pt x="113" y="132"/>
                  <a:pt x="113" y="132"/>
                </a:cubicBezTo>
                <a:cubicBezTo>
                  <a:pt x="112" y="116"/>
                  <a:pt x="112" y="116"/>
                  <a:pt x="112" y="116"/>
                </a:cubicBezTo>
                <a:cubicBezTo>
                  <a:pt x="112" y="112"/>
                  <a:pt x="109" y="108"/>
                  <a:pt x="105" y="108"/>
                </a:cubicBezTo>
                <a:cubicBezTo>
                  <a:pt x="104" y="108"/>
                  <a:pt x="104" y="108"/>
                  <a:pt x="104" y="108"/>
                </a:cubicBezTo>
                <a:cubicBezTo>
                  <a:pt x="86" y="110"/>
                  <a:pt x="86" y="110"/>
                  <a:pt x="86" y="110"/>
                </a:cubicBezTo>
                <a:cubicBezTo>
                  <a:pt x="81" y="110"/>
                  <a:pt x="78" y="113"/>
                  <a:pt x="78" y="118"/>
                </a:cubicBezTo>
                <a:cubicBezTo>
                  <a:pt x="78" y="118"/>
                  <a:pt x="78" y="118"/>
                  <a:pt x="78" y="118"/>
                </a:cubicBezTo>
                <a:cubicBezTo>
                  <a:pt x="80" y="139"/>
                  <a:pt x="80" y="139"/>
                  <a:pt x="80" y="139"/>
                </a:cubicBezTo>
                <a:cubicBezTo>
                  <a:pt x="73" y="141"/>
                  <a:pt x="67" y="145"/>
                  <a:pt x="62" y="149"/>
                </a:cubicBezTo>
                <a:cubicBezTo>
                  <a:pt x="49" y="136"/>
                  <a:pt x="49" y="136"/>
                  <a:pt x="49" y="136"/>
                </a:cubicBezTo>
                <a:cubicBezTo>
                  <a:pt x="47" y="134"/>
                  <a:pt x="45" y="134"/>
                  <a:pt x="43" y="134"/>
                </a:cubicBezTo>
                <a:cubicBezTo>
                  <a:pt x="41" y="134"/>
                  <a:pt x="39" y="135"/>
                  <a:pt x="37" y="136"/>
                </a:cubicBezTo>
                <a:cubicBezTo>
                  <a:pt x="37" y="136"/>
                  <a:pt x="37" y="136"/>
                  <a:pt x="37" y="136"/>
                </a:cubicBezTo>
                <a:cubicBezTo>
                  <a:pt x="24" y="150"/>
                  <a:pt x="24" y="150"/>
                  <a:pt x="24" y="150"/>
                </a:cubicBezTo>
                <a:cubicBezTo>
                  <a:pt x="22" y="151"/>
                  <a:pt x="22" y="153"/>
                  <a:pt x="22" y="155"/>
                </a:cubicBezTo>
                <a:cubicBezTo>
                  <a:pt x="22" y="157"/>
                  <a:pt x="22" y="159"/>
                  <a:pt x="24" y="161"/>
                </a:cubicBezTo>
                <a:cubicBezTo>
                  <a:pt x="38" y="175"/>
                  <a:pt x="38" y="175"/>
                  <a:pt x="38" y="175"/>
                </a:cubicBezTo>
                <a:cubicBezTo>
                  <a:pt x="35" y="181"/>
                  <a:pt x="32" y="187"/>
                  <a:pt x="30" y="193"/>
                </a:cubicBezTo>
                <a:cubicBezTo>
                  <a:pt x="15" y="189"/>
                  <a:pt x="15" y="189"/>
                  <a:pt x="15" y="189"/>
                </a:cubicBezTo>
                <a:cubicBezTo>
                  <a:pt x="14" y="189"/>
                  <a:pt x="13" y="188"/>
                  <a:pt x="13" y="188"/>
                </a:cubicBezTo>
                <a:cubicBezTo>
                  <a:pt x="9" y="188"/>
                  <a:pt x="6" y="191"/>
                  <a:pt x="5" y="194"/>
                </a:cubicBezTo>
                <a:cubicBezTo>
                  <a:pt x="0" y="212"/>
                  <a:pt x="0" y="212"/>
                  <a:pt x="0" y="212"/>
                </a:cubicBezTo>
                <a:cubicBezTo>
                  <a:pt x="0" y="213"/>
                  <a:pt x="0" y="213"/>
                  <a:pt x="0" y="214"/>
                </a:cubicBezTo>
                <a:cubicBezTo>
                  <a:pt x="0" y="218"/>
                  <a:pt x="2" y="221"/>
                  <a:pt x="6" y="222"/>
                </a:cubicBezTo>
                <a:cubicBezTo>
                  <a:pt x="27" y="228"/>
                  <a:pt x="27" y="228"/>
                  <a:pt x="27" y="228"/>
                </a:cubicBezTo>
                <a:cubicBezTo>
                  <a:pt x="28" y="233"/>
                  <a:pt x="29" y="239"/>
                  <a:pt x="31" y="244"/>
                </a:cubicBezTo>
                <a:cubicBezTo>
                  <a:pt x="14" y="254"/>
                  <a:pt x="14" y="254"/>
                  <a:pt x="14" y="254"/>
                </a:cubicBezTo>
                <a:cubicBezTo>
                  <a:pt x="11" y="255"/>
                  <a:pt x="10" y="258"/>
                  <a:pt x="10" y="261"/>
                </a:cubicBezTo>
                <a:cubicBezTo>
                  <a:pt x="10" y="262"/>
                  <a:pt x="10" y="263"/>
                  <a:pt x="11" y="264"/>
                </a:cubicBezTo>
                <a:cubicBezTo>
                  <a:pt x="20" y="281"/>
                  <a:pt x="20" y="281"/>
                  <a:pt x="20" y="281"/>
                </a:cubicBezTo>
                <a:cubicBezTo>
                  <a:pt x="21" y="284"/>
                  <a:pt x="24" y="285"/>
                  <a:pt x="27" y="285"/>
                </a:cubicBezTo>
                <a:cubicBezTo>
                  <a:pt x="28" y="285"/>
                  <a:pt x="29" y="285"/>
                  <a:pt x="30" y="284"/>
                </a:cubicBezTo>
                <a:cubicBezTo>
                  <a:pt x="47" y="275"/>
                  <a:pt x="47" y="275"/>
                  <a:pt x="47" y="275"/>
                </a:cubicBezTo>
                <a:cubicBezTo>
                  <a:pt x="52" y="280"/>
                  <a:pt x="56" y="284"/>
                  <a:pt x="61" y="288"/>
                </a:cubicBezTo>
                <a:cubicBezTo>
                  <a:pt x="52" y="303"/>
                  <a:pt x="52" y="303"/>
                  <a:pt x="52" y="303"/>
                </a:cubicBezTo>
                <a:cubicBezTo>
                  <a:pt x="52" y="305"/>
                  <a:pt x="51" y="306"/>
                  <a:pt x="51" y="307"/>
                </a:cubicBezTo>
                <a:cubicBezTo>
                  <a:pt x="51" y="310"/>
                  <a:pt x="53" y="313"/>
                  <a:pt x="55" y="314"/>
                </a:cubicBezTo>
                <a:cubicBezTo>
                  <a:pt x="72" y="324"/>
                  <a:pt x="72" y="324"/>
                  <a:pt x="72" y="324"/>
                </a:cubicBezTo>
                <a:cubicBezTo>
                  <a:pt x="73" y="325"/>
                  <a:pt x="74" y="325"/>
                  <a:pt x="76" y="325"/>
                </a:cubicBezTo>
                <a:cubicBezTo>
                  <a:pt x="76" y="325"/>
                  <a:pt x="76" y="325"/>
                  <a:pt x="76" y="325"/>
                </a:cubicBezTo>
                <a:cubicBezTo>
                  <a:pt x="79" y="325"/>
                  <a:pt x="81" y="324"/>
                  <a:pt x="83" y="321"/>
                </a:cubicBezTo>
                <a:cubicBezTo>
                  <a:pt x="93" y="303"/>
                  <a:pt x="93" y="303"/>
                  <a:pt x="93" y="303"/>
                </a:cubicBezTo>
                <a:cubicBezTo>
                  <a:pt x="99" y="304"/>
                  <a:pt x="106" y="305"/>
                  <a:pt x="112" y="305"/>
                </a:cubicBezTo>
                <a:cubicBezTo>
                  <a:pt x="114" y="323"/>
                  <a:pt x="114" y="323"/>
                  <a:pt x="114" y="323"/>
                </a:cubicBezTo>
                <a:cubicBezTo>
                  <a:pt x="114" y="327"/>
                  <a:pt x="118" y="330"/>
                  <a:pt x="122" y="330"/>
                </a:cubicBezTo>
                <a:cubicBezTo>
                  <a:pt x="122" y="330"/>
                  <a:pt x="122" y="330"/>
                  <a:pt x="122" y="330"/>
                </a:cubicBezTo>
                <a:cubicBezTo>
                  <a:pt x="122" y="326"/>
                  <a:pt x="122" y="326"/>
                  <a:pt x="122" y="326"/>
                </a:cubicBezTo>
                <a:cubicBezTo>
                  <a:pt x="122" y="330"/>
                  <a:pt x="122" y="330"/>
                  <a:pt x="122" y="330"/>
                </a:cubicBezTo>
                <a:cubicBezTo>
                  <a:pt x="141" y="328"/>
                  <a:pt x="141" y="328"/>
                  <a:pt x="141" y="328"/>
                </a:cubicBezTo>
                <a:cubicBezTo>
                  <a:pt x="145" y="327"/>
                  <a:pt x="149" y="324"/>
                  <a:pt x="149" y="320"/>
                </a:cubicBezTo>
                <a:cubicBezTo>
                  <a:pt x="149" y="320"/>
                  <a:pt x="149" y="319"/>
                  <a:pt x="149" y="319"/>
                </a:cubicBezTo>
                <a:cubicBezTo>
                  <a:pt x="146" y="299"/>
                  <a:pt x="146" y="299"/>
                  <a:pt x="146" y="299"/>
                </a:cubicBezTo>
                <a:cubicBezTo>
                  <a:pt x="152" y="297"/>
                  <a:pt x="156" y="294"/>
                  <a:pt x="161" y="291"/>
                </a:cubicBezTo>
                <a:cubicBezTo>
                  <a:pt x="175" y="305"/>
                  <a:pt x="175" y="305"/>
                  <a:pt x="175" y="305"/>
                </a:cubicBezTo>
                <a:cubicBezTo>
                  <a:pt x="177" y="306"/>
                  <a:pt x="179" y="307"/>
                  <a:pt x="181" y="307"/>
                </a:cubicBezTo>
                <a:cubicBezTo>
                  <a:pt x="181" y="307"/>
                  <a:pt x="181" y="307"/>
                  <a:pt x="181" y="307"/>
                </a:cubicBezTo>
                <a:cubicBezTo>
                  <a:pt x="183" y="307"/>
                  <a:pt x="185" y="306"/>
                  <a:pt x="186" y="305"/>
                </a:cubicBezTo>
                <a:cubicBezTo>
                  <a:pt x="200" y="291"/>
                  <a:pt x="200" y="291"/>
                  <a:pt x="200" y="291"/>
                </a:cubicBezTo>
                <a:cubicBezTo>
                  <a:pt x="201" y="290"/>
                  <a:pt x="202" y="288"/>
                  <a:pt x="202" y="286"/>
                </a:cubicBezTo>
                <a:cubicBezTo>
                  <a:pt x="202" y="284"/>
                  <a:pt x="201" y="281"/>
                  <a:pt x="199" y="280"/>
                </a:cubicBezTo>
                <a:cubicBezTo>
                  <a:pt x="186" y="266"/>
                  <a:pt x="186" y="266"/>
                  <a:pt x="186" y="266"/>
                </a:cubicBezTo>
                <a:cubicBezTo>
                  <a:pt x="189" y="261"/>
                  <a:pt x="192" y="255"/>
                  <a:pt x="195" y="249"/>
                </a:cubicBezTo>
                <a:cubicBezTo>
                  <a:pt x="215" y="251"/>
                  <a:pt x="215" y="251"/>
                  <a:pt x="215" y="251"/>
                </a:cubicBezTo>
                <a:cubicBezTo>
                  <a:pt x="215" y="251"/>
                  <a:pt x="215" y="251"/>
                  <a:pt x="215" y="251"/>
                </a:cubicBezTo>
                <a:cubicBezTo>
                  <a:pt x="216" y="251"/>
                  <a:pt x="216" y="251"/>
                  <a:pt x="216" y="251"/>
                </a:cubicBezTo>
                <a:cubicBezTo>
                  <a:pt x="220" y="251"/>
                  <a:pt x="223" y="247"/>
                  <a:pt x="223" y="243"/>
                </a:cubicBezTo>
                <a:close/>
                <a:moveTo>
                  <a:pt x="217" y="224"/>
                </a:moveTo>
                <a:cubicBezTo>
                  <a:pt x="215" y="243"/>
                  <a:pt x="215" y="243"/>
                  <a:pt x="215" y="243"/>
                </a:cubicBezTo>
                <a:cubicBezTo>
                  <a:pt x="215" y="243"/>
                  <a:pt x="215" y="243"/>
                  <a:pt x="215" y="243"/>
                </a:cubicBezTo>
                <a:cubicBezTo>
                  <a:pt x="197" y="241"/>
                  <a:pt x="197" y="241"/>
                  <a:pt x="197" y="241"/>
                </a:cubicBezTo>
                <a:cubicBezTo>
                  <a:pt x="189" y="241"/>
                  <a:pt x="189" y="241"/>
                  <a:pt x="189" y="241"/>
                </a:cubicBezTo>
                <a:cubicBezTo>
                  <a:pt x="188" y="243"/>
                  <a:pt x="187" y="246"/>
                  <a:pt x="186" y="248"/>
                </a:cubicBezTo>
                <a:cubicBezTo>
                  <a:pt x="185" y="253"/>
                  <a:pt x="182" y="257"/>
                  <a:pt x="180" y="261"/>
                </a:cubicBezTo>
                <a:cubicBezTo>
                  <a:pt x="179" y="263"/>
                  <a:pt x="177" y="265"/>
                  <a:pt x="175" y="267"/>
                </a:cubicBezTo>
                <a:cubicBezTo>
                  <a:pt x="181" y="273"/>
                  <a:pt x="181" y="273"/>
                  <a:pt x="181" y="273"/>
                </a:cubicBezTo>
                <a:cubicBezTo>
                  <a:pt x="194" y="286"/>
                  <a:pt x="194" y="286"/>
                  <a:pt x="194" y="286"/>
                </a:cubicBezTo>
                <a:cubicBezTo>
                  <a:pt x="194" y="286"/>
                  <a:pt x="194" y="286"/>
                  <a:pt x="194" y="286"/>
                </a:cubicBezTo>
                <a:cubicBezTo>
                  <a:pt x="181" y="299"/>
                  <a:pt x="181" y="299"/>
                  <a:pt x="181" y="299"/>
                </a:cubicBezTo>
                <a:cubicBezTo>
                  <a:pt x="181" y="299"/>
                  <a:pt x="181" y="299"/>
                  <a:pt x="181" y="299"/>
                </a:cubicBezTo>
                <a:cubicBezTo>
                  <a:pt x="168" y="286"/>
                  <a:pt x="168" y="286"/>
                  <a:pt x="168" y="286"/>
                </a:cubicBezTo>
                <a:cubicBezTo>
                  <a:pt x="162" y="281"/>
                  <a:pt x="162" y="281"/>
                  <a:pt x="162" y="281"/>
                </a:cubicBezTo>
                <a:cubicBezTo>
                  <a:pt x="160" y="282"/>
                  <a:pt x="157" y="284"/>
                  <a:pt x="155" y="285"/>
                </a:cubicBezTo>
                <a:cubicBezTo>
                  <a:pt x="152" y="287"/>
                  <a:pt x="149" y="289"/>
                  <a:pt x="146" y="290"/>
                </a:cubicBezTo>
                <a:cubicBezTo>
                  <a:pt x="143" y="292"/>
                  <a:pt x="140" y="293"/>
                  <a:pt x="138" y="293"/>
                </a:cubicBezTo>
                <a:cubicBezTo>
                  <a:pt x="139" y="302"/>
                  <a:pt x="139" y="302"/>
                  <a:pt x="139" y="302"/>
                </a:cubicBezTo>
                <a:cubicBezTo>
                  <a:pt x="141" y="320"/>
                  <a:pt x="141" y="320"/>
                  <a:pt x="141" y="320"/>
                </a:cubicBezTo>
                <a:cubicBezTo>
                  <a:pt x="141" y="320"/>
                  <a:pt x="141" y="320"/>
                  <a:pt x="141" y="320"/>
                </a:cubicBezTo>
                <a:cubicBezTo>
                  <a:pt x="122" y="322"/>
                  <a:pt x="122" y="322"/>
                  <a:pt x="122" y="322"/>
                </a:cubicBezTo>
                <a:cubicBezTo>
                  <a:pt x="122" y="322"/>
                  <a:pt x="122" y="322"/>
                  <a:pt x="122" y="322"/>
                </a:cubicBezTo>
                <a:cubicBezTo>
                  <a:pt x="120" y="305"/>
                  <a:pt x="120" y="305"/>
                  <a:pt x="120" y="305"/>
                </a:cubicBezTo>
                <a:cubicBezTo>
                  <a:pt x="119" y="297"/>
                  <a:pt x="119" y="297"/>
                  <a:pt x="119" y="297"/>
                </a:cubicBezTo>
                <a:cubicBezTo>
                  <a:pt x="117" y="297"/>
                  <a:pt x="115" y="297"/>
                  <a:pt x="113" y="297"/>
                </a:cubicBezTo>
                <a:cubicBezTo>
                  <a:pt x="113" y="297"/>
                  <a:pt x="112" y="297"/>
                  <a:pt x="111" y="297"/>
                </a:cubicBezTo>
                <a:cubicBezTo>
                  <a:pt x="106" y="297"/>
                  <a:pt x="102" y="297"/>
                  <a:pt x="98" y="296"/>
                </a:cubicBezTo>
                <a:cubicBezTo>
                  <a:pt x="95" y="295"/>
                  <a:pt x="92" y="294"/>
                  <a:pt x="90" y="294"/>
                </a:cubicBezTo>
                <a:cubicBezTo>
                  <a:pt x="85" y="301"/>
                  <a:pt x="85" y="301"/>
                  <a:pt x="85" y="301"/>
                </a:cubicBezTo>
                <a:cubicBezTo>
                  <a:pt x="76" y="317"/>
                  <a:pt x="76" y="317"/>
                  <a:pt x="76" y="317"/>
                </a:cubicBezTo>
                <a:cubicBezTo>
                  <a:pt x="76" y="317"/>
                  <a:pt x="76" y="317"/>
                  <a:pt x="76" y="317"/>
                </a:cubicBezTo>
                <a:cubicBezTo>
                  <a:pt x="59" y="307"/>
                  <a:pt x="59" y="307"/>
                  <a:pt x="59" y="307"/>
                </a:cubicBezTo>
                <a:cubicBezTo>
                  <a:pt x="59" y="307"/>
                  <a:pt x="59" y="307"/>
                  <a:pt x="59" y="307"/>
                </a:cubicBezTo>
                <a:cubicBezTo>
                  <a:pt x="68" y="293"/>
                  <a:pt x="68" y="293"/>
                  <a:pt x="68" y="293"/>
                </a:cubicBezTo>
                <a:cubicBezTo>
                  <a:pt x="72" y="286"/>
                  <a:pt x="72" y="286"/>
                  <a:pt x="72" y="286"/>
                </a:cubicBezTo>
                <a:cubicBezTo>
                  <a:pt x="70" y="284"/>
                  <a:pt x="68" y="283"/>
                  <a:pt x="66" y="281"/>
                </a:cubicBezTo>
                <a:cubicBezTo>
                  <a:pt x="62" y="278"/>
                  <a:pt x="58" y="275"/>
                  <a:pt x="55" y="271"/>
                </a:cubicBezTo>
                <a:cubicBezTo>
                  <a:pt x="53" y="269"/>
                  <a:pt x="51" y="267"/>
                  <a:pt x="50" y="265"/>
                </a:cubicBezTo>
                <a:cubicBezTo>
                  <a:pt x="43" y="269"/>
                  <a:pt x="43" y="269"/>
                  <a:pt x="43" y="269"/>
                </a:cubicBezTo>
                <a:cubicBezTo>
                  <a:pt x="27" y="277"/>
                  <a:pt x="27" y="277"/>
                  <a:pt x="27" y="277"/>
                </a:cubicBezTo>
                <a:cubicBezTo>
                  <a:pt x="18" y="261"/>
                  <a:pt x="18" y="261"/>
                  <a:pt x="18" y="261"/>
                </a:cubicBezTo>
                <a:cubicBezTo>
                  <a:pt x="18" y="261"/>
                  <a:pt x="18" y="261"/>
                  <a:pt x="18" y="261"/>
                </a:cubicBezTo>
                <a:cubicBezTo>
                  <a:pt x="33" y="252"/>
                  <a:pt x="33" y="252"/>
                  <a:pt x="33" y="252"/>
                </a:cubicBezTo>
                <a:cubicBezTo>
                  <a:pt x="40" y="248"/>
                  <a:pt x="40" y="248"/>
                  <a:pt x="40" y="248"/>
                </a:cubicBezTo>
                <a:cubicBezTo>
                  <a:pt x="39" y="246"/>
                  <a:pt x="39" y="243"/>
                  <a:pt x="38" y="240"/>
                </a:cubicBezTo>
                <a:cubicBezTo>
                  <a:pt x="37" y="237"/>
                  <a:pt x="36" y="233"/>
                  <a:pt x="36" y="230"/>
                </a:cubicBezTo>
                <a:cubicBezTo>
                  <a:pt x="35" y="227"/>
                  <a:pt x="35" y="224"/>
                  <a:pt x="35" y="221"/>
                </a:cubicBezTo>
                <a:cubicBezTo>
                  <a:pt x="27" y="219"/>
                  <a:pt x="27" y="219"/>
                  <a:pt x="27" y="219"/>
                </a:cubicBezTo>
                <a:cubicBezTo>
                  <a:pt x="8" y="214"/>
                  <a:pt x="8" y="214"/>
                  <a:pt x="8" y="214"/>
                </a:cubicBezTo>
                <a:cubicBezTo>
                  <a:pt x="13" y="196"/>
                  <a:pt x="13" y="196"/>
                  <a:pt x="13" y="196"/>
                </a:cubicBezTo>
                <a:cubicBezTo>
                  <a:pt x="28" y="201"/>
                  <a:pt x="28" y="201"/>
                  <a:pt x="28" y="201"/>
                </a:cubicBezTo>
                <a:cubicBezTo>
                  <a:pt x="36" y="203"/>
                  <a:pt x="36" y="203"/>
                  <a:pt x="36" y="203"/>
                </a:cubicBezTo>
                <a:cubicBezTo>
                  <a:pt x="37" y="200"/>
                  <a:pt x="37" y="198"/>
                  <a:pt x="38" y="195"/>
                </a:cubicBezTo>
                <a:cubicBezTo>
                  <a:pt x="40" y="190"/>
                  <a:pt x="42" y="185"/>
                  <a:pt x="44" y="181"/>
                </a:cubicBezTo>
                <a:cubicBezTo>
                  <a:pt x="46" y="178"/>
                  <a:pt x="47" y="176"/>
                  <a:pt x="49" y="174"/>
                </a:cubicBezTo>
                <a:cubicBezTo>
                  <a:pt x="43" y="168"/>
                  <a:pt x="43" y="168"/>
                  <a:pt x="43" y="168"/>
                </a:cubicBezTo>
                <a:cubicBezTo>
                  <a:pt x="30" y="155"/>
                  <a:pt x="30" y="155"/>
                  <a:pt x="30" y="155"/>
                </a:cubicBezTo>
                <a:cubicBezTo>
                  <a:pt x="43" y="142"/>
                  <a:pt x="43" y="142"/>
                  <a:pt x="43" y="142"/>
                </a:cubicBezTo>
                <a:cubicBezTo>
                  <a:pt x="40" y="139"/>
                  <a:pt x="40" y="139"/>
                  <a:pt x="40" y="139"/>
                </a:cubicBezTo>
                <a:cubicBezTo>
                  <a:pt x="43" y="142"/>
                  <a:pt x="43" y="142"/>
                  <a:pt x="43" y="142"/>
                </a:cubicBezTo>
                <a:cubicBezTo>
                  <a:pt x="55" y="154"/>
                  <a:pt x="55" y="154"/>
                  <a:pt x="55" y="154"/>
                </a:cubicBezTo>
                <a:cubicBezTo>
                  <a:pt x="61" y="160"/>
                  <a:pt x="61" y="160"/>
                  <a:pt x="61" y="160"/>
                </a:cubicBezTo>
                <a:cubicBezTo>
                  <a:pt x="63" y="158"/>
                  <a:pt x="65" y="156"/>
                  <a:pt x="68" y="155"/>
                </a:cubicBezTo>
                <a:cubicBezTo>
                  <a:pt x="71" y="152"/>
                  <a:pt x="76" y="149"/>
                  <a:pt x="80" y="147"/>
                </a:cubicBezTo>
                <a:cubicBezTo>
                  <a:pt x="83" y="146"/>
                  <a:pt x="85" y="145"/>
                  <a:pt x="88" y="144"/>
                </a:cubicBezTo>
                <a:cubicBezTo>
                  <a:pt x="87" y="136"/>
                  <a:pt x="87" y="136"/>
                  <a:pt x="87" y="136"/>
                </a:cubicBezTo>
                <a:cubicBezTo>
                  <a:pt x="86" y="118"/>
                  <a:pt x="86" y="118"/>
                  <a:pt x="86" y="118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32"/>
                  <a:pt x="105" y="132"/>
                  <a:pt x="105" y="132"/>
                </a:cubicBezTo>
                <a:cubicBezTo>
                  <a:pt x="106" y="140"/>
                  <a:pt x="106" y="140"/>
                  <a:pt x="106" y="140"/>
                </a:cubicBezTo>
                <a:cubicBezTo>
                  <a:pt x="108" y="140"/>
                  <a:pt x="111" y="140"/>
                  <a:pt x="113" y="140"/>
                </a:cubicBezTo>
                <a:cubicBezTo>
                  <a:pt x="114" y="140"/>
                  <a:pt x="114" y="140"/>
                  <a:pt x="114" y="140"/>
                </a:cubicBezTo>
                <a:cubicBezTo>
                  <a:pt x="119" y="140"/>
                  <a:pt x="123" y="140"/>
                  <a:pt x="128" y="141"/>
                </a:cubicBezTo>
                <a:cubicBezTo>
                  <a:pt x="131" y="142"/>
                  <a:pt x="133" y="142"/>
                  <a:pt x="136" y="143"/>
                </a:cubicBezTo>
                <a:cubicBezTo>
                  <a:pt x="141" y="136"/>
                  <a:pt x="141" y="136"/>
                  <a:pt x="141" y="136"/>
                </a:cubicBezTo>
                <a:cubicBezTo>
                  <a:pt x="151" y="120"/>
                  <a:pt x="151" y="120"/>
                  <a:pt x="151" y="120"/>
                </a:cubicBezTo>
                <a:cubicBezTo>
                  <a:pt x="151" y="120"/>
                  <a:pt x="151" y="119"/>
                  <a:pt x="151" y="119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58" y="144"/>
                  <a:pt x="158" y="144"/>
                  <a:pt x="158" y="144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6" y="152"/>
                  <a:pt x="158" y="154"/>
                  <a:pt x="160" y="155"/>
                </a:cubicBezTo>
                <a:cubicBezTo>
                  <a:pt x="165" y="159"/>
                  <a:pt x="170" y="163"/>
                  <a:pt x="174" y="168"/>
                </a:cubicBezTo>
                <a:cubicBezTo>
                  <a:pt x="176" y="170"/>
                  <a:pt x="177" y="172"/>
                  <a:pt x="179" y="174"/>
                </a:cubicBezTo>
                <a:cubicBezTo>
                  <a:pt x="186" y="171"/>
                  <a:pt x="186" y="171"/>
                  <a:pt x="186" y="171"/>
                </a:cubicBezTo>
                <a:cubicBezTo>
                  <a:pt x="201" y="162"/>
                  <a:pt x="201" y="162"/>
                  <a:pt x="201" y="162"/>
                </a:cubicBezTo>
                <a:cubicBezTo>
                  <a:pt x="201" y="162"/>
                  <a:pt x="201" y="162"/>
                  <a:pt x="201" y="162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4" y="177"/>
                  <a:pt x="214" y="177"/>
                  <a:pt x="214" y="177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195" y="187"/>
                  <a:pt x="195" y="187"/>
                  <a:pt x="195" y="187"/>
                </a:cubicBezTo>
                <a:cubicBezTo>
                  <a:pt x="187" y="191"/>
                  <a:pt x="187" y="191"/>
                  <a:pt x="187" y="191"/>
                </a:cubicBezTo>
                <a:cubicBezTo>
                  <a:pt x="188" y="194"/>
                  <a:pt x="189" y="196"/>
                  <a:pt x="190" y="199"/>
                </a:cubicBezTo>
                <a:cubicBezTo>
                  <a:pt x="191" y="204"/>
                  <a:pt x="192" y="209"/>
                  <a:pt x="192" y="214"/>
                </a:cubicBezTo>
                <a:cubicBezTo>
                  <a:pt x="192" y="215"/>
                  <a:pt x="192" y="217"/>
                  <a:pt x="192" y="219"/>
                </a:cubicBezTo>
                <a:cubicBezTo>
                  <a:pt x="192" y="220"/>
                  <a:pt x="192" y="221"/>
                  <a:pt x="192" y="222"/>
                </a:cubicBezTo>
                <a:cubicBezTo>
                  <a:pt x="200" y="222"/>
                  <a:pt x="200" y="222"/>
                  <a:pt x="200" y="222"/>
                </a:cubicBezTo>
                <a:cubicBezTo>
                  <a:pt x="217" y="224"/>
                  <a:pt x="217" y="224"/>
                  <a:pt x="217" y="224"/>
                </a:cubicBezTo>
                <a:cubicBezTo>
                  <a:pt x="217" y="224"/>
                  <a:pt x="217" y="224"/>
                  <a:pt x="217" y="224"/>
                </a:cubicBezTo>
                <a:close/>
                <a:moveTo>
                  <a:pt x="149" y="250"/>
                </a:moveTo>
                <a:cubicBezTo>
                  <a:pt x="146" y="250"/>
                  <a:pt x="144" y="252"/>
                  <a:pt x="144" y="255"/>
                </a:cubicBezTo>
                <a:cubicBezTo>
                  <a:pt x="144" y="258"/>
                  <a:pt x="146" y="260"/>
                  <a:pt x="149" y="260"/>
                </a:cubicBezTo>
                <a:cubicBezTo>
                  <a:pt x="152" y="260"/>
                  <a:pt x="155" y="258"/>
                  <a:pt x="155" y="255"/>
                </a:cubicBezTo>
                <a:cubicBezTo>
                  <a:pt x="155" y="252"/>
                  <a:pt x="152" y="250"/>
                  <a:pt x="149" y="2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41">
            <a:extLst>
              <a:ext uri="{FF2B5EF4-FFF2-40B4-BE49-F238E27FC236}">
                <a16:creationId xmlns:a16="http://schemas.microsoft.com/office/drawing/2014/main" id="{3519FC62-E674-4D0D-BCDF-29D40DD368A9}"/>
              </a:ext>
            </a:extLst>
          </p:cNvPr>
          <p:cNvSpPr>
            <a:spLocks noEditPoints="1"/>
          </p:cNvSpPr>
          <p:nvPr/>
        </p:nvSpPr>
        <p:spPr bwMode="auto">
          <a:xfrm>
            <a:off x="9555861" y="3288674"/>
            <a:ext cx="435630" cy="442633"/>
          </a:xfrm>
          <a:custGeom>
            <a:avLst/>
            <a:gdLst>
              <a:gd name="T0" fmla="*/ 176 w 334"/>
              <a:gd name="T1" fmla="*/ 142 h 338"/>
              <a:gd name="T2" fmla="*/ 158 w 334"/>
              <a:gd name="T3" fmla="*/ 115 h 338"/>
              <a:gd name="T4" fmla="*/ 135 w 334"/>
              <a:gd name="T5" fmla="*/ 112 h 338"/>
              <a:gd name="T6" fmla="*/ 101 w 334"/>
              <a:gd name="T7" fmla="*/ 120 h 338"/>
              <a:gd name="T8" fmla="*/ 72 w 334"/>
              <a:gd name="T9" fmla="*/ 118 h 338"/>
              <a:gd name="T10" fmla="*/ 67 w 334"/>
              <a:gd name="T11" fmla="*/ 148 h 338"/>
              <a:gd name="T12" fmla="*/ 43 w 334"/>
              <a:gd name="T13" fmla="*/ 184 h 338"/>
              <a:gd name="T14" fmla="*/ 61 w 334"/>
              <a:gd name="T15" fmla="*/ 209 h 338"/>
              <a:gd name="T16" fmla="*/ 79 w 334"/>
              <a:gd name="T17" fmla="*/ 236 h 338"/>
              <a:gd name="T18" fmla="*/ 101 w 334"/>
              <a:gd name="T19" fmla="*/ 240 h 338"/>
              <a:gd name="T20" fmla="*/ 135 w 334"/>
              <a:gd name="T21" fmla="*/ 230 h 338"/>
              <a:gd name="T22" fmla="*/ 165 w 334"/>
              <a:gd name="T23" fmla="*/ 233 h 338"/>
              <a:gd name="T24" fmla="*/ 169 w 334"/>
              <a:gd name="T25" fmla="*/ 202 h 338"/>
              <a:gd name="T26" fmla="*/ 190 w 334"/>
              <a:gd name="T27" fmla="*/ 168 h 338"/>
              <a:gd name="T28" fmla="*/ 163 w 334"/>
              <a:gd name="T29" fmla="*/ 185 h 338"/>
              <a:gd name="T30" fmla="*/ 157 w 334"/>
              <a:gd name="T31" fmla="*/ 200 h 338"/>
              <a:gd name="T32" fmla="*/ 150 w 334"/>
              <a:gd name="T33" fmla="*/ 215 h 338"/>
              <a:gd name="T34" fmla="*/ 123 w 334"/>
              <a:gd name="T35" fmla="*/ 226 h 338"/>
              <a:gd name="T36" fmla="*/ 111 w 334"/>
              <a:gd name="T37" fmla="*/ 221 h 338"/>
              <a:gd name="T38" fmla="*/ 79 w 334"/>
              <a:gd name="T39" fmla="*/ 223 h 338"/>
              <a:gd name="T40" fmla="*/ 79 w 334"/>
              <a:gd name="T41" fmla="*/ 199 h 338"/>
              <a:gd name="T42" fmla="*/ 68 w 334"/>
              <a:gd name="T43" fmla="*/ 181 h 338"/>
              <a:gd name="T44" fmla="*/ 73 w 334"/>
              <a:gd name="T45" fmla="*/ 166 h 338"/>
              <a:gd name="T46" fmla="*/ 79 w 334"/>
              <a:gd name="T47" fmla="*/ 143 h 338"/>
              <a:gd name="T48" fmla="*/ 92 w 334"/>
              <a:gd name="T49" fmla="*/ 137 h 338"/>
              <a:gd name="T50" fmla="*/ 113 w 334"/>
              <a:gd name="T51" fmla="*/ 125 h 338"/>
              <a:gd name="T52" fmla="*/ 123 w 334"/>
              <a:gd name="T53" fmla="*/ 114 h 338"/>
              <a:gd name="T54" fmla="*/ 143 w 334"/>
              <a:gd name="T55" fmla="*/ 136 h 338"/>
              <a:gd name="T56" fmla="*/ 166 w 334"/>
              <a:gd name="T57" fmla="*/ 136 h 338"/>
              <a:gd name="T58" fmla="*/ 163 w 334"/>
              <a:gd name="T59" fmla="*/ 165 h 338"/>
              <a:gd name="T60" fmla="*/ 178 w 334"/>
              <a:gd name="T61" fmla="*/ 181 h 338"/>
              <a:gd name="T62" fmla="*/ 153 w 334"/>
              <a:gd name="T63" fmla="*/ 175 h 338"/>
              <a:gd name="T64" fmla="*/ 118 w 334"/>
              <a:gd name="T65" fmla="*/ 152 h 338"/>
              <a:gd name="T66" fmla="*/ 234 w 334"/>
              <a:gd name="T67" fmla="*/ 82 h 338"/>
              <a:gd name="T68" fmla="*/ 0 w 334"/>
              <a:gd name="T69" fmla="*/ 266 h 338"/>
              <a:gd name="T70" fmla="*/ 118 w 334"/>
              <a:gd name="T71" fmla="*/ 328 h 338"/>
              <a:gd name="T72" fmla="*/ 220 w 334"/>
              <a:gd name="T73" fmla="*/ 280 h 338"/>
              <a:gd name="T74" fmla="*/ 112 w 334"/>
              <a:gd name="T75" fmla="*/ 274 h 338"/>
              <a:gd name="T76" fmla="*/ 14 w 334"/>
              <a:gd name="T77" fmla="*/ 268 h 338"/>
              <a:gd name="T78" fmla="*/ 220 w 334"/>
              <a:gd name="T79" fmla="*/ 80 h 338"/>
              <a:gd name="T80" fmla="*/ 118 w 334"/>
              <a:gd name="T81" fmla="*/ 268 h 338"/>
              <a:gd name="T82" fmla="*/ 79 w 334"/>
              <a:gd name="T83" fmla="*/ 51 h 338"/>
              <a:gd name="T84" fmla="*/ 184 w 334"/>
              <a:gd name="T85" fmla="*/ 12 h 338"/>
              <a:gd name="T86" fmla="*/ 288 w 334"/>
              <a:gd name="T87" fmla="*/ 114 h 338"/>
              <a:gd name="T88" fmla="*/ 270 w 334"/>
              <a:gd name="T89" fmla="*/ 247 h 338"/>
              <a:gd name="T90" fmla="*/ 334 w 334"/>
              <a:gd name="T91" fmla="*/ 214 h 338"/>
              <a:gd name="T92" fmla="*/ 312 w 334"/>
              <a:gd name="T93" fmla="*/ 224 h 338"/>
              <a:gd name="T94" fmla="*/ 289 w 334"/>
              <a:gd name="T95" fmla="*/ 185 h 338"/>
              <a:gd name="T96" fmla="*/ 270 w 334"/>
              <a:gd name="T97" fmla="*/ 235 h 338"/>
              <a:gd name="T98" fmla="*/ 288 w 334"/>
              <a:gd name="T99" fmla="*/ 126 h 338"/>
              <a:gd name="T100" fmla="*/ 301 w 334"/>
              <a:gd name="T101" fmla="*/ 148 h 338"/>
              <a:gd name="T102" fmla="*/ 322 w 334"/>
              <a:gd name="T103" fmla="*/ 214 h 338"/>
              <a:gd name="T104" fmla="*/ 299 w 334"/>
              <a:gd name="T105" fmla="*/ 251 h 338"/>
              <a:gd name="T106" fmla="*/ 170 w 334"/>
              <a:gd name="T107" fmla="*/ 302 h 338"/>
              <a:gd name="T108" fmla="*/ 208 w 334"/>
              <a:gd name="T109" fmla="*/ 338 h 338"/>
              <a:gd name="T110" fmla="*/ 312 w 334"/>
              <a:gd name="T111" fmla="*/ 251 h 338"/>
              <a:gd name="T112" fmla="*/ 208 w 334"/>
              <a:gd name="T113" fmla="*/ 326 h 338"/>
              <a:gd name="T114" fmla="*/ 170 w 334"/>
              <a:gd name="T115" fmla="*/ 314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4" h="338">
                <a:moveTo>
                  <a:pt x="181" y="159"/>
                </a:moveTo>
                <a:cubicBezTo>
                  <a:pt x="174" y="159"/>
                  <a:pt x="174" y="159"/>
                  <a:pt x="174" y="159"/>
                </a:cubicBezTo>
                <a:cubicBezTo>
                  <a:pt x="173" y="155"/>
                  <a:pt x="172" y="152"/>
                  <a:pt x="170" y="148"/>
                </a:cubicBezTo>
                <a:cubicBezTo>
                  <a:pt x="176" y="142"/>
                  <a:pt x="176" y="142"/>
                  <a:pt x="176" y="142"/>
                </a:cubicBezTo>
                <a:cubicBezTo>
                  <a:pt x="178" y="140"/>
                  <a:pt x="179" y="138"/>
                  <a:pt x="179" y="136"/>
                </a:cubicBezTo>
                <a:cubicBezTo>
                  <a:pt x="179" y="133"/>
                  <a:pt x="178" y="131"/>
                  <a:pt x="176" y="129"/>
                </a:cubicBezTo>
                <a:cubicBezTo>
                  <a:pt x="165" y="118"/>
                  <a:pt x="165" y="118"/>
                  <a:pt x="165" y="118"/>
                </a:cubicBezTo>
                <a:cubicBezTo>
                  <a:pt x="163" y="116"/>
                  <a:pt x="161" y="115"/>
                  <a:pt x="158" y="115"/>
                </a:cubicBezTo>
                <a:cubicBezTo>
                  <a:pt x="156" y="115"/>
                  <a:pt x="154" y="116"/>
                  <a:pt x="152" y="118"/>
                </a:cubicBezTo>
                <a:cubicBezTo>
                  <a:pt x="146" y="124"/>
                  <a:pt x="146" y="124"/>
                  <a:pt x="146" y="124"/>
                </a:cubicBezTo>
                <a:cubicBezTo>
                  <a:pt x="143" y="122"/>
                  <a:pt x="139" y="121"/>
                  <a:pt x="135" y="119"/>
                </a:cubicBezTo>
                <a:cubicBezTo>
                  <a:pt x="135" y="112"/>
                  <a:pt x="135" y="112"/>
                  <a:pt x="135" y="112"/>
                </a:cubicBezTo>
                <a:cubicBezTo>
                  <a:pt x="135" y="106"/>
                  <a:pt x="131" y="102"/>
                  <a:pt x="126" y="102"/>
                </a:cubicBezTo>
                <a:cubicBezTo>
                  <a:pt x="110" y="102"/>
                  <a:pt x="110" y="102"/>
                  <a:pt x="110" y="102"/>
                </a:cubicBezTo>
                <a:cubicBezTo>
                  <a:pt x="105" y="102"/>
                  <a:pt x="101" y="106"/>
                  <a:pt x="101" y="112"/>
                </a:cubicBezTo>
                <a:cubicBezTo>
                  <a:pt x="101" y="120"/>
                  <a:pt x="101" y="120"/>
                  <a:pt x="101" y="120"/>
                </a:cubicBezTo>
                <a:cubicBezTo>
                  <a:pt x="97" y="121"/>
                  <a:pt x="94" y="122"/>
                  <a:pt x="91" y="124"/>
                </a:cubicBezTo>
                <a:cubicBezTo>
                  <a:pt x="85" y="118"/>
                  <a:pt x="85" y="118"/>
                  <a:pt x="85" y="118"/>
                </a:cubicBezTo>
                <a:cubicBezTo>
                  <a:pt x="84" y="116"/>
                  <a:pt x="81" y="115"/>
                  <a:pt x="79" y="115"/>
                </a:cubicBezTo>
                <a:cubicBezTo>
                  <a:pt x="77" y="115"/>
                  <a:pt x="74" y="116"/>
                  <a:pt x="72" y="118"/>
                </a:cubicBezTo>
                <a:cubicBezTo>
                  <a:pt x="61" y="129"/>
                  <a:pt x="61" y="129"/>
                  <a:pt x="61" y="129"/>
                </a:cubicBezTo>
                <a:cubicBezTo>
                  <a:pt x="59" y="131"/>
                  <a:pt x="58" y="134"/>
                  <a:pt x="58" y="136"/>
                </a:cubicBezTo>
                <a:cubicBezTo>
                  <a:pt x="58" y="138"/>
                  <a:pt x="59" y="141"/>
                  <a:pt x="61" y="143"/>
                </a:cubicBezTo>
                <a:cubicBezTo>
                  <a:pt x="67" y="148"/>
                  <a:pt x="67" y="148"/>
                  <a:pt x="67" y="148"/>
                </a:cubicBezTo>
                <a:cubicBezTo>
                  <a:pt x="65" y="152"/>
                  <a:pt x="64" y="155"/>
                  <a:pt x="63" y="159"/>
                </a:cubicBezTo>
                <a:cubicBezTo>
                  <a:pt x="52" y="159"/>
                  <a:pt x="52" y="159"/>
                  <a:pt x="52" y="159"/>
                </a:cubicBezTo>
                <a:cubicBezTo>
                  <a:pt x="47" y="159"/>
                  <a:pt x="43" y="163"/>
                  <a:pt x="43" y="168"/>
                </a:cubicBezTo>
                <a:cubicBezTo>
                  <a:pt x="43" y="184"/>
                  <a:pt x="43" y="184"/>
                  <a:pt x="43" y="184"/>
                </a:cubicBezTo>
                <a:cubicBezTo>
                  <a:pt x="43" y="189"/>
                  <a:pt x="47" y="193"/>
                  <a:pt x="52" y="193"/>
                </a:cubicBezTo>
                <a:cubicBezTo>
                  <a:pt x="63" y="193"/>
                  <a:pt x="63" y="193"/>
                  <a:pt x="63" y="193"/>
                </a:cubicBezTo>
                <a:cubicBezTo>
                  <a:pt x="65" y="196"/>
                  <a:pt x="66" y="199"/>
                  <a:pt x="67" y="202"/>
                </a:cubicBezTo>
                <a:cubicBezTo>
                  <a:pt x="61" y="209"/>
                  <a:pt x="61" y="209"/>
                  <a:pt x="61" y="209"/>
                </a:cubicBezTo>
                <a:cubicBezTo>
                  <a:pt x="59" y="211"/>
                  <a:pt x="58" y="213"/>
                  <a:pt x="58" y="215"/>
                </a:cubicBezTo>
                <a:cubicBezTo>
                  <a:pt x="58" y="218"/>
                  <a:pt x="59" y="220"/>
                  <a:pt x="61" y="222"/>
                </a:cubicBezTo>
                <a:cubicBezTo>
                  <a:pt x="72" y="233"/>
                  <a:pt x="72" y="233"/>
                  <a:pt x="72" y="233"/>
                </a:cubicBezTo>
                <a:cubicBezTo>
                  <a:pt x="74" y="235"/>
                  <a:pt x="76" y="236"/>
                  <a:pt x="79" y="236"/>
                </a:cubicBezTo>
                <a:cubicBezTo>
                  <a:pt x="81" y="236"/>
                  <a:pt x="83" y="235"/>
                  <a:pt x="85" y="233"/>
                </a:cubicBezTo>
                <a:cubicBezTo>
                  <a:pt x="92" y="226"/>
                  <a:pt x="92" y="226"/>
                  <a:pt x="92" y="226"/>
                </a:cubicBezTo>
                <a:cubicBezTo>
                  <a:pt x="95" y="228"/>
                  <a:pt x="98" y="229"/>
                  <a:pt x="101" y="230"/>
                </a:cubicBezTo>
                <a:cubicBezTo>
                  <a:pt x="101" y="240"/>
                  <a:pt x="101" y="240"/>
                  <a:pt x="101" y="240"/>
                </a:cubicBezTo>
                <a:cubicBezTo>
                  <a:pt x="101" y="245"/>
                  <a:pt x="105" y="249"/>
                  <a:pt x="110" y="249"/>
                </a:cubicBezTo>
                <a:cubicBezTo>
                  <a:pt x="126" y="249"/>
                  <a:pt x="126" y="249"/>
                  <a:pt x="126" y="249"/>
                </a:cubicBezTo>
                <a:cubicBezTo>
                  <a:pt x="131" y="249"/>
                  <a:pt x="135" y="245"/>
                  <a:pt x="135" y="240"/>
                </a:cubicBezTo>
                <a:cubicBezTo>
                  <a:pt x="135" y="230"/>
                  <a:pt x="135" y="230"/>
                  <a:pt x="135" y="230"/>
                </a:cubicBezTo>
                <a:cubicBezTo>
                  <a:pt x="139" y="229"/>
                  <a:pt x="142" y="228"/>
                  <a:pt x="145" y="226"/>
                </a:cubicBezTo>
                <a:cubicBezTo>
                  <a:pt x="152" y="233"/>
                  <a:pt x="152" y="233"/>
                  <a:pt x="152" y="233"/>
                </a:cubicBezTo>
                <a:cubicBezTo>
                  <a:pt x="154" y="235"/>
                  <a:pt x="156" y="236"/>
                  <a:pt x="159" y="236"/>
                </a:cubicBezTo>
                <a:cubicBezTo>
                  <a:pt x="161" y="236"/>
                  <a:pt x="163" y="235"/>
                  <a:pt x="165" y="233"/>
                </a:cubicBezTo>
                <a:cubicBezTo>
                  <a:pt x="176" y="222"/>
                  <a:pt x="176" y="222"/>
                  <a:pt x="176" y="222"/>
                </a:cubicBezTo>
                <a:cubicBezTo>
                  <a:pt x="178" y="221"/>
                  <a:pt x="179" y="218"/>
                  <a:pt x="179" y="216"/>
                </a:cubicBezTo>
                <a:cubicBezTo>
                  <a:pt x="179" y="213"/>
                  <a:pt x="178" y="211"/>
                  <a:pt x="176" y="209"/>
                </a:cubicBezTo>
                <a:cubicBezTo>
                  <a:pt x="169" y="202"/>
                  <a:pt x="169" y="202"/>
                  <a:pt x="169" y="202"/>
                </a:cubicBezTo>
                <a:cubicBezTo>
                  <a:pt x="171" y="199"/>
                  <a:pt x="172" y="196"/>
                  <a:pt x="173" y="193"/>
                </a:cubicBezTo>
                <a:cubicBezTo>
                  <a:pt x="181" y="193"/>
                  <a:pt x="181" y="193"/>
                  <a:pt x="181" y="193"/>
                </a:cubicBezTo>
                <a:cubicBezTo>
                  <a:pt x="186" y="193"/>
                  <a:pt x="190" y="189"/>
                  <a:pt x="190" y="184"/>
                </a:cubicBezTo>
                <a:cubicBezTo>
                  <a:pt x="190" y="168"/>
                  <a:pt x="190" y="168"/>
                  <a:pt x="190" y="168"/>
                </a:cubicBezTo>
                <a:cubicBezTo>
                  <a:pt x="190" y="163"/>
                  <a:pt x="186" y="159"/>
                  <a:pt x="181" y="159"/>
                </a:cubicBezTo>
                <a:close/>
                <a:moveTo>
                  <a:pt x="178" y="181"/>
                </a:moveTo>
                <a:cubicBezTo>
                  <a:pt x="169" y="181"/>
                  <a:pt x="169" y="181"/>
                  <a:pt x="169" y="181"/>
                </a:cubicBezTo>
                <a:cubicBezTo>
                  <a:pt x="166" y="181"/>
                  <a:pt x="164" y="183"/>
                  <a:pt x="163" y="185"/>
                </a:cubicBezTo>
                <a:cubicBezTo>
                  <a:pt x="163" y="185"/>
                  <a:pt x="163" y="185"/>
                  <a:pt x="163" y="185"/>
                </a:cubicBezTo>
                <a:cubicBezTo>
                  <a:pt x="163" y="186"/>
                  <a:pt x="163" y="186"/>
                  <a:pt x="163" y="186"/>
                </a:cubicBezTo>
                <a:cubicBezTo>
                  <a:pt x="162" y="191"/>
                  <a:pt x="160" y="196"/>
                  <a:pt x="157" y="200"/>
                </a:cubicBezTo>
                <a:cubicBezTo>
                  <a:pt x="157" y="200"/>
                  <a:pt x="157" y="200"/>
                  <a:pt x="157" y="200"/>
                </a:cubicBezTo>
                <a:cubicBezTo>
                  <a:pt x="155" y="202"/>
                  <a:pt x="156" y="205"/>
                  <a:pt x="158" y="207"/>
                </a:cubicBezTo>
                <a:cubicBezTo>
                  <a:pt x="166" y="216"/>
                  <a:pt x="166" y="216"/>
                  <a:pt x="166" y="216"/>
                </a:cubicBezTo>
                <a:cubicBezTo>
                  <a:pt x="159" y="223"/>
                  <a:pt x="159" y="223"/>
                  <a:pt x="159" y="223"/>
                </a:cubicBezTo>
                <a:cubicBezTo>
                  <a:pt x="150" y="215"/>
                  <a:pt x="150" y="215"/>
                  <a:pt x="150" y="215"/>
                </a:cubicBezTo>
                <a:cubicBezTo>
                  <a:pt x="148" y="212"/>
                  <a:pt x="144" y="212"/>
                  <a:pt x="142" y="214"/>
                </a:cubicBezTo>
                <a:cubicBezTo>
                  <a:pt x="138" y="217"/>
                  <a:pt x="133" y="218"/>
                  <a:pt x="129" y="220"/>
                </a:cubicBezTo>
                <a:cubicBezTo>
                  <a:pt x="128" y="220"/>
                  <a:pt x="128" y="220"/>
                  <a:pt x="128" y="220"/>
                </a:cubicBezTo>
                <a:cubicBezTo>
                  <a:pt x="125" y="220"/>
                  <a:pt x="123" y="223"/>
                  <a:pt x="123" y="226"/>
                </a:cubicBezTo>
                <a:cubicBezTo>
                  <a:pt x="123" y="237"/>
                  <a:pt x="123" y="237"/>
                  <a:pt x="123" y="237"/>
                </a:cubicBezTo>
                <a:cubicBezTo>
                  <a:pt x="113" y="237"/>
                  <a:pt x="113" y="237"/>
                  <a:pt x="113" y="237"/>
                </a:cubicBezTo>
                <a:cubicBezTo>
                  <a:pt x="113" y="225"/>
                  <a:pt x="113" y="225"/>
                  <a:pt x="113" y="225"/>
                </a:cubicBezTo>
                <a:cubicBezTo>
                  <a:pt x="113" y="224"/>
                  <a:pt x="112" y="222"/>
                  <a:pt x="111" y="221"/>
                </a:cubicBezTo>
                <a:cubicBezTo>
                  <a:pt x="110" y="220"/>
                  <a:pt x="108" y="219"/>
                  <a:pt x="107" y="219"/>
                </a:cubicBezTo>
                <a:cubicBezTo>
                  <a:pt x="103" y="218"/>
                  <a:pt x="98" y="216"/>
                  <a:pt x="95" y="214"/>
                </a:cubicBezTo>
                <a:cubicBezTo>
                  <a:pt x="92" y="212"/>
                  <a:pt x="89" y="212"/>
                  <a:pt x="87" y="215"/>
                </a:cubicBezTo>
                <a:cubicBezTo>
                  <a:pt x="79" y="223"/>
                  <a:pt x="79" y="223"/>
                  <a:pt x="79" y="223"/>
                </a:cubicBezTo>
                <a:cubicBezTo>
                  <a:pt x="71" y="215"/>
                  <a:pt x="71" y="215"/>
                  <a:pt x="71" y="215"/>
                </a:cubicBezTo>
                <a:cubicBezTo>
                  <a:pt x="79" y="207"/>
                  <a:pt x="79" y="207"/>
                  <a:pt x="79" y="207"/>
                </a:cubicBezTo>
                <a:cubicBezTo>
                  <a:pt x="81" y="205"/>
                  <a:pt x="82" y="202"/>
                  <a:pt x="80" y="200"/>
                </a:cubicBezTo>
                <a:cubicBezTo>
                  <a:pt x="79" y="199"/>
                  <a:pt x="79" y="199"/>
                  <a:pt x="79" y="199"/>
                </a:cubicBezTo>
                <a:cubicBezTo>
                  <a:pt x="77" y="195"/>
                  <a:pt x="75" y="191"/>
                  <a:pt x="74" y="186"/>
                </a:cubicBezTo>
                <a:cubicBezTo>
                  <a:pt x="74" y="185"/>
                  <a:pt x="74" y="185"/>
                  <a:pt x="74" y="185"/>
                </a:cubicBezTo>
                <a:cubicBezTo>
                  <a:pt x="74" y="185"/>
                  <a:pt x="74" y="185"/>
                  <a:pt x="74" y="185"/>
                </a:cubicBezTo>
                <a:cubicBezTo>
                  <a:pt x="73" y="183"/>
                  <a:pt x="70" y="181"/>
                  <a:pt x="68" y="181"/>
                </a:cubicBezTo>
                <a:cubicBezTo>
                  <a:pt x="55" y="181"/>
                  <a:pt x="55" y="181"/>
                  <a:pt x="55" y="181"/>
                </a:cubicBezTo>
                <a:cubicBezTo>
                  <a:pt x="55" y="171"/>
                  <a:pt x="55" y="171"/>
                  <a:pt x="55" y="171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71" y="171"/>
                  <a:pt x="73" y="168"/>
                  <a:pt x="73" y="166"/>
                </a:cubicBezTo>
                <a:cubicBezTo>
                  <a:pt x="74" y="165"/>
                  <a:pt x="74" y="165"/>
                  <a:pt x="74" y="165"/>
                </a:cubicBezTo>
                <a:cubicBezTo>
                  <a:pt x="75" y="160"/>
                  <a:pt x="76" y="156"/>
                  <a:pt x="79" y="151"/>
                </a:cubicBezTo>
                <a:cubicBezTo>
                  <a:pt x="80" y="150"/>
                  <a:pt x="80" y="149"/>
                  <a:pt x="80" y="147"/>
                </a:cubicBezTo>
                <a:cubicBezTo>
                  <a:pt x="81" y="146"/>
                  <a:pt x="80" y="144"/>
                  <a:pt x="79" y="143"/>
                </a:cubicBezTo>
                <a:cubicBezTo>
                  <a:pt x="71" y="136"/>
                  <a:pt x="71" y="136"/>
                  <a:pt x="71" y="136"/>
                </a:cubicBezTo>
                <a:cubicBezTo>
                  <a:pt x="79" y="129"/>
                  <a:pt x="79" y="129"/>
                  <a:pt x="79" y="129"/>
                </a:cubicBezTo>
                <a:cubicBezTo>
                  <a:pt x="86" y="136"/>
                  <a:pt x="86" y="136"/>
                  <a:pt x="86" y="136"/>
                </a:cubicBezTo>
                <a:cubicBezTo>
                  <a:pt x="88" y="137"/>
                  <a:pt x="90" y="138"/>
                  <a:pt x="92" y="137"/>
                </a:cubicBezTo>
                <a:cubicBezTo>
                  <a:pt x="92" y="137"/>
                  <a:pt x="92" y="137"/>
                  <a:pt x="92" y="137"/>
                </a:cubicBezTo>
                <a:cubicBezTo>
                  <a:pt x="94" y="136"/>
                  <a:pt x="94" y="136"/>
                  <a:pt x="94" y="136"/>
                </a:cubicBezTo>
                <a:cubicBezTo>
                  <a:pt x="98" y="133"/>
                  <a:pt x="103" y="131"/>
                  <a:pt x="108" y="130"/>
                </a:cubicBezTo>
                <a:cubicBezTo>
                  <a:pt x="111" y="130"/>
                  <a:pt x="112" y="128"/>
                  <a:pt x="113" y="125"/>
                </a:cubicBezTo>
                <a:cubicBezTo>
                  <a:pt x="113" y="125"/>
                  <a:pt x="113" y="125"/>
                  <a:pt x="113" y="125"/>
                </a:cubicBezTo>
                <a:cubicBezTo>
                  <a:pt x="113" y="124"/>
                  <a:pt x="113" y="124"/>
                  <a:pt x="113" y="124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3" y="114"/>
                  <a:pt x="123" y="114"/>
                  <a:pt x="123" y="114"/>
                </a:cubicBezTo>
                <a:cubicBezTo>
                  <a:pt x="123" y="124"/>
                  <a:pt x="123" y="124"/>
                  <a:pt x="123" y="124"/>
                </a:cubicBezTo>
                <a:cubicBezTo>
                  <a:pt x="123" y="127"/>
                  <a:pt x="126" y="130"/>
                  <a:pt x="129" y="130"/>
                </a:cubicBezTo>
                <a:cubicBezTo>
                  <a:pt x="134" y="131"/>
                  <a:pt x="139" y="133"/>
                  <a:pt x="143" y="136"/>
                </a:cubicBezTo>
                <a:cubicBezTo>
                  <a:pt x="143" y="136"/>
                  <a:pt x="143" y="136"/>
                  <a:pt x="143" y="136"/>
                </a:cubicBezTo>
                <a:cubicBezTo>
                  <a:pt x="144" y="137"/>
                  <a:pt x="144" y="137"/>
                  <a:pt x="144" y="137"/>
                </a:cubicBezTo>
                <a:cubicBezTo>
                  <a:pt x="147" y="138"/>
                  <a:pt x="149" y="137"/>
                  <a:pt x="151" y="136"/>
                </a:cubicBezTo>
                <a:cubicBezTo>
                  <a:pt x="158" y="128"/>
                  <a:pt x="158" y="128"/>
                  <a:pt x="158" y="128"/>
                </a:cubicBezTo>
                <a:cubicBezTo>
                  <a:pt x="166" y="136"/>
                  <a:pt x="166" y="136"/>
                  <a:pt x="166" y="136"/>
                </a:cubicBezTo>
                <a:cubicBezTo>
                  <a:pt x="158" y="143"/>
                  <a:pt x="158" y="143"/>
                  <a:pt x="158" y="143"/>
                </a:cubicBezTo>
                <a:cubicBezTo>
                  <a:pt x="156" y="145"/>
                  <a:pt x="156" y="149"/>
                  <a:pt x="158" y="151"/>
                </a:cubicBezTo>
                <a:cubicBezTo>
                  <a:pt x="158" y="151"/>
                  <a:pt x="158" y="151"/>
                  <a:pt x="158" y="151"/>
                </a:cubicBezTo>
                <a:cubicBezTo>
                  <a:pt x="160" y="155"/>
                  <a:pt x="162" y="160"/>
                  <a:pt x="163" y="165"/>
                </a:cubicBezTo>
                <a:cubicBezTo>
                  <a:pt x="163" y="165"/>
                  <a:pt x="163" y="165"/>
                  <a:pt x="163" y="165"/>
                </a:cubicBezTo>
                <a:cubicBezTo>
                  <a:pt x="164" y="168"/>
                  <a:pt x="166" y="171"/>
                  <a:pt x="169" y="171"/>
                </a:cubicBezTo>
                <a:cubicBezTo>
                  <a:pt x="178" y="171"/>
                  <a:pt x="178" y="171"/>
                  <a:pt x="178" y="171"/>
                </a:cubicBezTo>
                <a:lnTo>
                  <a:pt x="178" y="181"/>
                </a:lnTo>
                <a:close/>
                <a:moveTo>
                  <a:pt x="118" y="140"/>
                </a:moveTo>
                <a:cubicBezTo>
                  <a:pt x="99" y="140"/>
                  <a:pt x="83" y="156"/>
                  <a:pt x="83" y="175"/>
                </a:cubicBezTo>
                <a:cubicBezTo>
                  <a:pt x="83" y="194"/>
                  <a:pt x="99" y="210"/>
                  <a:pt x="118" y="210"/>
                </a:cubicBezTo>
                <a:cubicBezTo>
                  <a:pt x="137" y="210"/>
                  <a:pt x="153" y="194"/>
                  <a:pt x="153" y="175"/>
                </a:cubicBezTo>
                <a:cubicBezTo>
                  <a:pt x="153" y="156"/>
                  <a:pt x="137" y="140"/>
                  <a:pt x="118" y="140"/>
                </a:cubicBezTo>
                <a:close/>
                <a:moveTo>
                  <a:pt x="118" y="198"/>
                </a:moveTo>
                <a:cubicBezTo>
                  <a:pt x="105" y="198"/>
                  <a:pt x="95" y="188"/>
                  <a:pt x="95" y="175"/>
                </a:cubicBezTo>
                <a:cubicBezTo>
                  <a:pt x="95" y="163"/>
                  <a:pt x="105" y="152"/>
                  <a:pt x="118" y="152"/>
                </a:cubicBezTo>
                <a:cubicBezTo>
                  <a:pt x="131" y="152"/>
                  <a:pt x="141" y="163"/>
                  <a:pt x="141" y="175"/>
                </a:cubicBezTo>
                <a:cubicBezTo>
                  <a:pt x="141" y="188"/>
                  <a:pt x="131" y="198"/>
                  <a:pt x="118" y="198"/>
                </a:cubicBezTo>
                <a:close/>
                <a:moveTo>
                  <a:pt x="234" y="266"/>
                </a:moveTo>
                <a:cubicBezTo>
                  <a:pt x="234" y="82"/>
                  <a:pt x="234" y="82"/>
                  <a:pt x="234" y="82"/>
                </a:cubicBezTo>
                <a:cubicBezTo>
                  <a:pt x="234" y="74"/>
                  <a:pt x="228" y="68"/>
                  <a:pt x="220" y="68"/>
                </a:cubicBezTo>
                <a:cubicBezTo>
                  <a:pt x="14" y="68"/>
                  <a:pt x="14" y="68"/>
                  <a:pt x="14" y="68"/>
                </a:cubicBezTo>
                <a:cubicBezTo>
                  <a:pt x="7" y="68"/>
                  <a:pt x="0" y="74"/>
                  <a:pt x="0" y="82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74"/>
                  <a:pt x="7" y="280"/>
                  <a:pt x="14" y="280"/>
                </a:cubicBezTo>
                <a:cubicBezTo>
                  <a:pt x="68" y="280"/>
                  <a:pt x="68" y="280"/>
                  <a:pt x="68" y="280"/>
                </a:cubicBezTo>
                <a:cubicBezTo>
                  <a:pt x="114" y="327"/>
                  <a:pt x="114" y="327"/>
                  <a:pt x="114" y="327"/>
                </a:cubicBezTo>
                <a:cubicBezTo>
                  <a:pt x="115" y="328"/>
                  <a:pt x="117" y="328"/>
                  <a:pt x="118" y="328"/>
                </a:cubicBezTo>
                <a:cubicBezTo>
                  <a:pt x="119" y="328"/>
                  <a:pt x="120" y="328"/>
                  <a:pt x="121" y="328"/>
                </a:cubicBezTo>
                <a:cubicBezTo>
                  <a:pt x="123" y="327"/>
                  <a:pt x="124" y="325"/>
                  <a:pt x="124" y="322"/>
                </a:cubicBezTo>
                <a:cubicBezTo>
                  <a:pt x="124" y="280"/>
                  <a:pt x="124" y="280"/>
                  <a:pt x="124" y="280"/>
                </a:cubicBezTo>
                <a:cubicBezTo>
                  <a:pt x="220" y="280"/>
                  <a:pt x="220" y="280"/>
                  <a:pt x="220" y="280"/>
                </a:cubicBezTo>
                <a:cubicBezTo>
                  <a:pt x="228" y="280"/>
                  <a:pt x="234" y="274"/>
                  <a:pt x="234" y="266"/>
                </a:cubicBezTo>
                <a:close/>
                <a:moveTo>
                  <a:pt x="118" y="268"/>
                </a:moveTo>
                <a:cubicBezTo>
                  <a:pt x="117" y="268"/>
                  <a:pt x="115" y="269"/>
                  <a:pt x="114" y="270"/>
                </a:cubicBezTo>
                <a:cubicBezTo>
                  <a:pt x="113" y="271"/>
                  <a:pt x="112" y="273"/>
                  <a:pt x="112" y="274"/>
                </a:cubicBezTo>
                <a:cubicBezTo>
                  <a:pt x="112" y="308"/>
                  <a:pt x="112" y="308"/>
                  <a:pt x="112" y="308"/>
                </a:cubicBezTo>
                <a:cubicBezTo>
                  <a:pt x="75" y="270"/>
                  <a:pt x="75" y="270"/>
                  <a:pt x="75" y="270"/>
                </a:cubicBezTo>
                <a:cubicBezTo>
                  <a:pt x="73" y="269"/>
                  <a:pt x="72" y="268"/>
                  <a:pt x="70" y="268"/>
                </a:cubicBezTo>
                <a:cubicBezTo>
                  <a:pt x="14" y="268"/>
                  <a:pt x="14" y="268"/>
                  <a:pt x="14" y="268"/>
                </a:cubicBezTo>
                <a:cubicBezTo>
                  <a:pt x="13" y="268"/>
                  <a:pt x="12" y="268"/>
                  <a:pt x="12" y="266"/>
                </a:cubicBezTo>
                <a:cubicBezTo>
                  <a:pt x="12" y="82"/>
                  <a:pt x="12" y="82"/>
                  <a:pt x="12" y="82"/>
                </a:cubicBezTo>
                <a:cubicBezTo>
                  <a:pt x="12" y="81"/>
                  <a:pt x="13" y="80"/>
                  <a:pt x="14" y="80"/>
                </a:cubicBezTo>
                <a:cubicBezTo>
                  <a:pt x="220" y="80"/>
                  <a:pt x="220" y="80"/>
                  <a:pt x="220" y="80"/>
                </a:cubicBezTo>
                <a:cubicBezTo>
                  <a:pt x="221" y="80"/>
                  <a:pt x="222" y="81"/>
                  <a:pt x="222" y="82"/>
                </a:cubicBezTo>
                <a:cubicBezTo>
                  <a:pt x="222" y="266"/>
                  <a:pt x="222" y="266"/>
                  <a:pt x="222" y="266"/>
                </a:cubicBezTo>
                <a:cubicBezTo>
                  <a:pt x="222" y="268"/>
                  <a:pt x="221" y="268"/>
                  <a:pt x="220" y="268"/>
                </a:cubicBezTo>
                <a:lnTo>
                  <a:pt x="118" y="268"/>
                </a:lnTo>
                <a:close/>
                <a:moveTo>
                  <a:pt x="312" y="125"/>
                </a:moveTo>
                <a:cubicBezTo>
                  <a:pt x="312" y="123"/>
                  <a:pt x="312" y="121"/>
                  <a:pt x="312" y="118"/>
                </a:cubicBezTo>
                <a:cubicBezTo>
                  <a:pt x="312" y="53"/>
                  <a:pt x="254" y="0"/>
                  <a:pt x="184" y="0"/>
                </a:cubicBezTo>
                <a:cubicBezTo>
                  <a:pt x="140" y="0"/>
                  <a:pt x="102" y="20"/>
                  <a:pt x="79" y="51"/>
                </a:cubicBezTo>
                <a:cubicBezTo>
                  <a:pt x="77" y="53"/>
                  <a:pt x="77" y="57"/>
                  <a:pt x="80" y="59"/>
                </a:cubicBezTo>
                <a:cubicBezTo>
                  <a:pt x="82" y="61"/>
                  <a:pt x="86" y="61"/>
                  <a:pt x="88" y="58"/>
                </a:cubicBezTo>
                <a:cubicBezTo>
                  <a:pt x="88" y="58"/>
                  <a:pt x="88" y="58"/>
                  <a:pt x="88" y="58"/>
                </a:cubicBezTo>
                <a:cubicBezTo>
                  <a:pt x="109" y="30"/>
                  <a:pt x="144" y="12"/>
                  <a:pt x="184" y="12"/>
                </a:cubicBezTo>
                <a:cubicBezTo>
                  <a:pt x="216" y="12"/>
                  <a:pt x="245" y="24"/>
                  <a:pt x="266" y="43"/>
                </a:cubicBezTo>
                <a:cubicBezTo>
                  <a:pt x="287" y="63"/>
                  <a:pt x="300" y="89"/>
                  <a:pt x="300" y="118"/>
                </a:cubicBezTo>
                <a:cubicBezTo>
                  <a:pt x="300" y="120"/>
                  <a:pt x="300" y="122"/>
                  <a:pt x="300" y="123"/>
                </a:cubicBezTo>
                <a:cubicBezTo>
                  <a:pt x="298" y="118"/>
                  <a:pt x="294" y="114"/>
                  <a:pt x="288" y="114"/>
                </a:cubicBezTo>
                <a:cubicBezTo>
                  <a:pt x="270" y="114"/>
                  <a:pt x="270" y="114"/>
                  <a:pt x="270" y="114"/>
                </a:cubicBezTo>
                <a:cubicBezTo>
                  <a:pt x="263" y="114"/>
                  <a:pt x="257" y="121"/>
                  <a:pt x="257" y="128"/>
                </a:cubicBezTo>
                <a:cubicBezTo>
                  <a:pt x="257" y="233"/>
                  <a:pt x="257" y="233"/>
                  <a:pt x="257" y="233"/>
                </a:cubicBezTo>
                <a:cubicBezTo>
                  <a:pt x="257" y="240"/>
                  <a:pt x="263" y="247"/>
                  <a:pt x="270" y="247"/>
                </a:cubicBezTo>
                <a:cubicBezTo>
                  <a:pt x="288" y="247"/>
                  <a:pt x="288" y="247"/>
                  <a:pt x="288" y="247"/>
                </a:cubicBezTo>
                <a:cubicBezTo>
                  <a:pt x="294" y="247"/>
                  <a:pt x="299" y="242"/>
                  <a:pt x="301" y="236"/>
                </a:cubicBezTo>
                <a:cubicBezTo>
                  <a:pt x="312" y="236"/>
                  <a:pt x="312" y="236"/>
                  <a:pt x="312" y="236"/>
                </a:cubicBezTo>
                <a:cubicBezTo>
                  <a:pt x="324" y="236"/>
                  <a:pt x="334" y="226"/>
                  <a:pt x="334" y="214"/>
                </a:cubicBezTo>
                <a:cubicBezTo>
                  <a:pt x="334" y="147"/>
                  <a:pt x="334" y="147"/>
                  <a:pt x="334" y="147"/>
                </a:cubicBezTo>
                <a:cubicBezTo>
                  <a:pt x="334" y="135"/>
                  <a:pt x="324" y="125"/>
                  <a:pt x="312" y="125"/>
                </a:cubicBezTo>
                <a:close/>
                <a:moveTo>
                  <a:pt x="322" y="214"/>
                </a:moveTo>
                <a:cubicBezTo>
                  <a:pt x="322" y="219"/>
                  <a:pt x="318" y="224"/>
                  <a:pt x="312" y="224"/>
                </a:cubicBezTo>
                <a:cubicBezTo>
                  <a:pt x="301" y="224"/>
                  <a:pt x="301" y="224"/>
                  <a:pt x="301" y="224"/>
                </a:cubicBezTo>
                <a:cubicBezTo>
                  <a:pt x="301" y="185"/>
                  <a:pt x="301" y="185"/>
                  <a:pt x="301" y="185"/>
                </a:cubicBezTo>
                <a:cubicBezTo>
                  <a:pt x="301" y="182"/>
                  <a:pt x="298" y="179"/>
                  <a:pt x="295" y="179"/>
                </a:cubicBezTo>
                <a:cubicBezTo>
                  <a:pt x="292" y="179"/>
                  <a:pt x="289" y="182"/>
                  <a:pt x="289" y="185"/>
                </a:cubicBezTo>
                <a:cubicBezTo>
                  <a:pt x="289" y="185"/>
                  <a:pt x="289" y="185"/>
                  <a:pt x="289" y="185"/>
                </a:cubicBezTo>
                <a:cubicBezTo>
                  <a:pt x="289" y="233"/>
                  <a:pt x="289" y="233"/>
                  <a:pt x="289" y="233"/>
                </a:cubicBezTo>
                <a:cubicBezTo>
                  <a:pt x="289" y="234"/>
                  <a:pt x="288" y="235"/>
                  <a:pt x="288" y="235"/>
                </a:cubicBezTo>
                <a:cubicBezTo>
                  <a:pt x="270" y="235"/>
                  <a:pt x="270" y="235"/>
                  <a:pt x="270" y="235"/>
                </a:cubicBezTo>
                <a:cubicBezTo>
                  <a:pt x="270" y="235"/>
                  <a:pt x="269" y="234"/>
                  <a:pt x="269" y="233"/>
                </a:cubicBezTo>
                <a:cubicBezTo>
                  <a:pt x="269" y="128"/>
                  <a:pt x="269" y="128"/>
                  <a:pt x="269" y="128"/>
                </a:cubicBezTo>
                <a:cubicBezTo>
                  <a:pt x="269" y="127"/>
                  <a:pt x="270" y="126"/>
                  <a:pt x="270" y="126"/>
                </a:cubicBezTo>
                <a:cubicBezTo>
                  <a:pt x="288" y="126"/>
                  <a:pt x="288" y="126"/>
                  <a:pt x="288" y="126"/>
                </a:cubicBezTo>
                <a:cubicBezTo>
                  <a:pt x="288" y="126"/>
                  <a:pt x="289" y="127"/>
                  <a:pt x="289" y="128"/>
                </a:cubicBezTo>
                <a:cubicBezTo>
                  <a:pt x="289" y="148"/>
                  <a:pt x="289" y="148"/>
                  <a:pt x="289" y="148"/>
                </a:cubicBezTo>
                <a:cubicBezTo>
                  <a:pt x="289" y="152"/>
                  <a:pt x="292" y="154"/>
                  <a:pt x="295" y="154"/>
                </a:cubicBezTo>
                <a:cubicBezTo>
                  <a:pt x="298" y="154"/>
                  <a:pt x="301" y="152"/>
                  <a:pt x="301" y="148"/>
                </a:cubicBezTo>
                <a:cubicBezTo>
                  <a:pt x="301" y="137"/>
                  <a:pt x="301" y="137"/>
                  <a:pt x="301" y="137"/>
                </a:cubicBezTo>
                <a:cubicBezTo>
                  <a:pt x="312" y="137"/>
                  <a:pt x="312" y="137"/>
                  <a:pt x="312" y="137"/>
                </a:cubicBezTo>
                <a:cubicBezTo>
                  <a:pt x="318" y="137"/>
                  <a:pt x="322" y="142"/>
                  <a:pt x="322" y="147"/>
                </a:cubicBezTo>
                <a:lnTo>
                  <a:pt x="322" y="214"/>
                </a:lnTo>
                <a:close/>
                <a:moveTo>
                  <a:pt x="305" y="242"/>
                </a:moveTo>
                <a:cubicBezTo>
                  <a:pt x="302" y="243"/>
                  <a:pt x="299" y="245"/>
                  <a:pt x="299" y="249"/>
                </a:cubicBezTo>
                <a:cubicBezTo>
                  <a:pt x="299" y="249"/>
                  <a:pt x="299" y="249"/>
                  <a:pt x="299" y="249"/>
                </a:cubicBezTo>
                <a:cubicBezTo>
                  <a:pt x="299" y="250"/>
                  <a:pt x="299" y="251"/>
                  <a:pt x="299" y="251"/>
                </a:cubicBezTo>
                <a:cubicBezTo>
                  <a:pt x="300" y="282"/>
                  <a:pt x="277" y="312"/>
                  <a:pt x="247" y="314"/>
                </a:cubicBezTo>
                <a:cubicBezTo>
                  <a:pt x="222" y="314"/>
                  <a:pt x="222" y="314"/>
                  <a:pt x="222" y="314"/>
                </a:cubicBezTo>
                <a:cubicBezTo>
                  <a:pt x="221" y="307"/>
                  <a:pt x="215" y="302"/>
                  <a:pt x="208" y="302"/>
                </a:cubicBezTo>
                <a:cubicBezTo>
                  <a:pt x="170" y="302"/>
                  <a:pt x="170" y="302"/>
                  <a:pt x="170" y="302"/>
                </a:cubicBezTo>
                <a:cubicBezTo>
                  <a:pt x="162" y="302"/>
                  <a:pt x="156" y="308"/>
                  <a:pt x="156" y="316"/>
                </a:cubicBezTo>
                <a:cubicBezTo>
                  <a:pt x="156" y="324"/>
                  <a:pt x="156" y="324"/>
                  <a:pt x="156" y="324"/>
                </a:cubicBezTo>
                <a:cubicBezTo>
                  <a:pt x="156" y="332"/>
                  <a:pt x="162" y="338"/>
                  <a:pt x="170" y="338"/>
                </a:cubicBezTo>
                <a:cubicBezTo>
                  <a:pt x="208" y="338"/>
                  <a:pt x="208" y="338"/>
                  <a:pt x="208" y="338"/>
                </a:cubicBezTo>
                <a:cubicBezTo>
                  <a:pt x="215" y="338"/>
                  <a:pt x="221" y="333"/>
                  <a:pt x="222" y="326"/>
                </a:cubicBezTo>
                <a:cubicBezTo>
                  <a:pt x="247" y="326"/>
                  <a:pt x="247" y="326"/>
                  <a:pt x="247" y="326"/>
                </a:cubicBezTo>
                <a:cubicBezTo>
                  <a:pt x="247" y="326"/>
                  <a:pt x="247" y="326"/>
                  <a:pt x="247" y="326"/>
                </a:cubicBezTo>
                <a:cubicBezTo>
                  <a:pt x="285" y="323"/>
                  <a:pt x="311" y="288"/>
                  <a:pt x="312" y="251"/>
                </a:cubicBezTo>
                <a:cubicBezTo>
                  <a:pt x="311" y="250"/>
                  <a:pt x="311" y="249"/>
                  <a:pt x="311" y="248"/>
                </a:cubicBezTo>
                <a:cubicBezTo>
                  <a:pt x="311" y="245"/>
                  <a:pt x="308" y="242"/>
                  <a:pt x="305" y="242"/>
                </a:cubicBezTo>
                <a:close/>
                <a:moveTo>
                  <a:pt x="210" y="324"/>
                </a:moveTo>
                <a:cubicBezTo>
                  <a:pt x="210" y="325"/>
                  <a:pt x="209" y="326"/>
                  <a:pt x="208" y="326"/>
                </a:cubicBezTo>
                <a:cubicBezTo>
                  <a:pt x="170" y="326"/>
                  <a:pt x="170" y="326"/>
                  <a:pt x="170" y="326"/>
                </a:cubicBezTo>
                <a:cubicBezTo>
                  <a:pt x="169" y="326"/>
                  <a:pt x="168" y="325"/>
                  <a:pt x="168" y="324"/>
                </a:cubicBezTo>
                <a:cubicBezTo>
                  <a:pt x="168" y="316"/>
                  <a:pt x="168" y="316"/>
                  <a:pt x="168" y="316"/>
                </a:cubicBezTo>
                <a:cubicBezTo>
                  <a:pt x="168" y="315"/>
                  <a:pt x="169" y="314"/>
                  <a:pt x="170" y="314"/>
                </a:cubicBezTo>
                <a:cubicBezTo>
                  <a:pt x="208" y="314"/>
                  <a:pt x="208" y="314"/>
                  <a:pt x="208" y="314"/>
                </a:cubicBezTo>
                <a:cubicBezTo>
                  <a:pt x="209" y="314"/>
                  <a:pt x="210" y="315"/>
                  <a:pt x="210" y="316"/>
                </a:cubicBezTo>
                <a:lnTo>
                  <a:pt x="210" y="3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15">
            <a:extLst>
              <a:ext uri="{FF2B5EF4-FFF2-40B4-BE49-F238E27FC236}">
                <a16:creationId xmlns:a16="http://schemas.microsoft.com/office/drawing/2014/main" id="{983C09E5-3866-44EA-9199-2CB363779820}"/>
              </a:ext>
            </a:extLst>
          </p:cNvPr>
          <p:cNvSpPr>
            <a:spLocks noEditPoints="1"/>
          </p:cNvSpPr>
          <p:nvPr/>
        </p:nvSpPr>
        <p:spPr bwMode="auto">
          <a:xfrm>
            <a:off x="7295643" y="3625245"/>
            <a:ext cx="435630" cy="437030"/>
          </a:xfrm>
          <a:custGeom>
            <a:avLst/>
            <a:gdLst>
              <a:gd name="T0" fmla="*/ 126 w 333"/>
              <a:gd name="T1" fmla="*/ 197 h 335"/>
              <a:gd name="T2" fmla="*/ 119 w 333"/>
              <a:gd name="T3" fmla="*/ 222 h 335"/>
              <a:gd name="T4" fmla="*/ 44 w 333"/>
              <a:gd name="T5" fmla="*/ 236 h 335"/>
              <a:gd name="T6" fmla="*/ 12 w 333"/>
              <a:gd name="T7" fmla="*/ 260 h 335"/>
              <a:gd name="T8" fmla="*/ 12 w 333"/>
              <a:gd name="T9" fmla="*/ 333 h 335"/>
              <a:gd name="T10" fmla="*/ 87 w 333"/>
              <a:gd name="T11" fmla="*/ 333 h 335"/>
              <a:gd name="T12" fmla="*/ 87 w 333"/>
              <a:gd name="T13" fmla="*/ 260 h 335"/>
              <a:gd name="T14" fmla="*/ 56 w 333"/>
              <a:gd name="T15" fmla="*/ 236 h 335"/>
              <a:gd name="T16" fmla="*/ 92 w 333"/>
              <a:gd name="T17" fmla="*/ 234 h 335"/>
              <a:gd name="T18" fmla="*/ 132 w 333"/>
              <a:gd name="T19" fmla="*/ 220 h 335"/>
              <a:gd name="T20" fmla="*/ 22 w 333"/>
              <a:gd name="T21" fmla="*/ 323 h 335"/>
              <a:gd name="T22" fmla="*/ 306 w 333"/>
              <a:gd name="T23" fmla="*/ 258 h 335"/>
              <a:gd name="T24" fmla="*/ 266 w 333"/>
              <a:gd name="T25" fmla="*/ 222 h 335"/>
              <a:gd name="T26" fmla="*/ 199 w 333"/>
              <a:gd name="T27" fmla="*/ 203 h 335"/>
              <a:gd name="T28" fmla="*/ 187 w 333"/>
              <a:gd name="T29" fmla="*/ 203 h 335"/>
              <a:gd name="T30" fmla="*/ 219 w 333"/>
              <a:gd name="T31" fmla="*/ 234 h 335"/>
              <a:gd name="T32" fmla="*/ 267 w 333"/>
              <a:gd name="T33" fmla="*/ 236 h 335"/>
              <a:gd name="T34" fmla="*/ 235 w 333"/>
              <a:gd name="T35" fmla="*/ 260 h 335"/>
              <a:gd name="T36" fmla="*/ 235 w 333"/>
              <a:gd name="T37" fmla="*/ 333 h 335"/>
              <a:gd name="T38" fmla="*/ 310 w 333"/>
              <a:gd name="T39" fmla="*/ 333 h 335"/>
              <a:gd name="T40" fmla="*/ 310 w 333"/>
              <a:gd name="T41" fmla="*/ 260 h 335"/>
              <a:gd name="T42" fmla="*/ 245 w 333"/>
              <a:gd name="T43" fmla="*/ 270 h 335"/>
              <a:gd name="T44" fmla="*/ 245 w 333"/>
              <a:gd name="T45" fmla="*/ 323 h 335"/>
              <a:gd name="T46" fmla="*/ 168 w 333"/>
              <a:gd name="T47" fmla="*/ 201 h 335"/>
              <a:gd name="T48" fmla="*/ 156 w 333"/>
              <a:gd name="T49" fmla="*/ 258 h 335"/>
              <a:gd name="T50" fmla="*/ 122 w 333"/>
              <a:gd name="T51" fmla="*/ 264 h 335"/>
              <a:gd name="T52" fmla="*/ 128 w 333"/>
              <a:gd name="T53" fmla="*/ 335 h 335"/>
              <a:gd name="T54" fmla="*/ 200 w 333"/>
              <a:gd name="T55" fmla="*/ 329 h 335"/>
              <a:gd name="T56" fmla="*/ 194 w 333"/>
              <a:gd name="T57" fmla="*/ 258 h 335"/>
              <a:gd name="T58" fmla="*/ 134 w 333"/>
              <a:gd name="T59" fmla="*/ 270 h 335"/>
              <a:gd name="T60" fmla="*/ 37 w 333"/>
              <a:gd name="T61" fmla="*/ 211 h 335"/>
              <a:gd name="T62" fmla="*/ 92 w 333"/>
              <a:gd name="T63" fmla="*/ 206 h 335"/>
              <a:gd name="T64" fmla="*/ 12 w 333"/>
              <a:gd name="T65" fmla="*/ 157 h 335"/>
              <a:gd name="T66" fmla="*/ 55 w 333"/>
              <a:gd name="T67" fmla="*/ 110 h 335"/>
              <a:gd name="T68" fmla="*/ 71 w 333"/>
              <a:gd name="T69" fmla="*/ 39 h 335"/>
              <a:gd name="T70" fmla="*/ 61 w 333"/>
              <a:gd name="T71" fmla="*/ 31 h 335"/>
              <a:gd name="T72" fmla="*/ 0 w 333"/>
              <a:gd name="T73" fmla="*/ 157 h 335"/>
              <a:gd name="T74" fmla="*/ 295 w 333"/>
              <a:gd name="T75" fmla="*/ 111 h 335"/>
              <a:gd name="T76" fmla="*/ 127 w 333"/>
              <a:gd name="T77" fmla="*/ 0 h 335"/>
              <a:gd name="T78" fmla="*/ 99 w 333"/>
              <a:gd name="T79" fmla="*/ 18 h 335"/>
              <a:gd name="T80" fmla="*/ 194 w 333"/>
              <a:gd name="T81" fmla="*/ 59 h 335"/>
              <a:gd name="T82" fmla="*/ 228 w 333"/>
              <a:gd name="T83" fmla="*/ 57 h 335"/>
              <a:gd name="T84" fmla="*/ 280 w 333"/>
              <a:gd name="T85" fmla="*/ 128 h 335"/>
              <a:gd name="T86" fmla="*/ 289 w 333"/>
              <a:gd name="T87" fmla="*/ 136 h 335"/>
              <a:gd name="T88" fmla="*/ 234 w 333"/>
              <a:gd name="T89" fmla="*/ 199 h 335"/>
              <a:gd name="T90" fmla="*/ 298 w 333"/>
              <a:gd name="T91" fmla="*/ 211 h 335"/>
              <a:gd name="T92" fmla="*/ 293 w 333"/>
              <a:gd name="T93" fmla="*/ 124 h 335"/>
              <a:gd name="T94" fmla="*/ 81 w 333"/>
              <a:gd name="T95" fmla="*/ 16 h 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33" h="335">
                <a:moveTo>
                  <a:pt x="132" y="220"/>
                </a:moveTo>
                <a:cubicBezTo>
                  <a:pt x="132" y="203"/>
                  <a:pt x="132" y="203"/>
                  <a:pt x="132" y="203"/>
                </a:cubicBezTo>
                <a:cubicBezTo>
                  <a:pt x="132" y="200"/>
                  <a:pt x="129" y="197"/>
                  <a:pt x="126" y="197"/>
                </a:cubicBezTo>
                <a:cubicBezTo>
                  <a:pt x="123" y="197"/>
                  <a:pt x="120" y="200"/>
                  <a:pt x="120" y="203"/>
                </a:cubicBezTo>
                <a:cubicBezTo>
                  <a:pt x="120" y="220"/>
                  <a:pt x="120" y="220"/>
                  <a:pt x="120" y="220"/>
                </a:cubicBezTo>
                <a:cubicBezTo>
                  <a:pt x="120" y="221"/>
                  <a:pt x="120" y="222"/>
                  <a:pt x="119" y="222"/>
                </a:cubicBezTo>
                <a:cubicBezTo>
                  <a:pt x="119" y="222"/>
                  <a:pt x="119" y="222"/>
                  <a:pt x="119" y="222"/>
                </a:cubicBezTo>
                <a:cubicBezTo>
                  <a:pt x="57" y="222"/>
                  <a:pt x="57" y="222"/>
                  <a:pt x="57" y="222"/>
                </a:cubicBezTo>
                <a:cubicBezTo>
                  <a:pt x="49" y="223"/>
                  <a:pt x="44" y="229"/>
                  <a:pt x="44" y="236"/>
                </a:cubicBezTo>
                <a:cubicBezTo>
                  <a:pt x="44" y="258"/>
                  <a:pt x="44" y="258"/>
                  <a:pt x="44" y="258"/>
                </a:cubicBezTo>
                <a:cubicBezTo>
                  <a:pt x="16" y="258"/>
                  <a:pt x="16" y="258"/>
                  <a:pt x="16" y="258"/>
                </a:cubicBezTo>
                <a:cubicBezTo>
                  <a:pt x="15" y="258"/>
                  <a:pt x="13" y="259"/>
                  <a:pt x="12" y="260"/>
                </a:cubicBezTo>
                <a:cubicBezTo>
                  <a:pt x="11" y="261"/>
                  <a:pt x="10" y="262"/>
                  <a:pt x="10" y="264"/>
                </a:cubicBezTo>
                <a:cubicBezTo>
                  <a:pt x="10" y="329"/>
                  <a:pt x="10" y="329"/>
                  <a:pt x="10" y="329"/>
                </a:cubicBezTo>
                <a:cubicBezTo>
                  <a:pt x="10" y="330"/>
                  <a:pt x="11" y="332"/>
                  <a:pt x="12" y="333"/>
                </a:cubicBezTo>
                <a:cubicBezTo>
                  <a:pt x="13" y="334"/>
                  <a:pt x="15" y="335"/>
                  <a:pt x="16" y="335"/>
                </a:cubicBezTo>
                <a:cubicBezTo>
                  <a:pt x="83" y="335"/>
                  <a:pt x="83" y="335"/>
                  <a:pt x="83" y="335"/>
                </a:cubicBezTo>
                <a:cubicBezTo>
                  <a:pt x="84" y="335"/>
                  <a:pt x="86" y="334"/>
                  <a:pt x="87" y="333"/>
                </a:cubicBezTo>
                <a:cubicBezTo>
                  <a:pt x="88" y="332"/>
                  <a:pt x="88" y="330"/>
                  <a:pt x="88" y="329"/>
                </a:cubicBezTo>
                <a:cubicBezTo>
                  <a:pt x="88" y="264"/>
                  <a:pt x="88" y="264"/>
                  <a:pt x="88" y="264"/>
                </a:cubicBezTo>
                <a:cubicBezTo>
                  <a:pt x="88" y="262"/>
                  <a:pt x="88" y="261"/>
                  <a:pt x="87" y="260"/>
                </a:cubicBezTo>
                <a:cubicBezTo>
                  <a:pt x="86" y="259"/>
                  <a:pt x="84" y="258"/>
                  <a:pt x="83" y="258"/>
                </a:cubicBezTo>
                <a:cubicBezTo>
                  <a:pt x="56" y="258"/>
                  <a:pt x="56" y="258"/>
                  <a:pt x="56" y="258"/>
                </a:cubicBezTo>
                <a:cubicBezTo>
                  <a:pt x="56" y="236"/>
                  <a:pt x="56" y="236"/>
                  <a:pt x="56" y="236"/>
                </a:cubicBezTo>
                <a:cubicBezTo>
                  <a:pt x="56" y="236"/>
                  <a:pt x="57" y="235"/>
                  <a:pt x="57" y="235"/>
                </a:cubicBezTo>
                <a:cubicBezTo>
                  <a:pt x="57" y="234"/>
                  <a:pt x="57" y="234"/>
                  <a:pt x="57" y="234"/>
                </a:cubicBezTo>
                <a:cubicBezTo>
                  <a:pt x="92" y="234"/>
                  <a:pt x="92" y="234"/>
                  <a:pt x="92" y="234"/>
                </a:cubicBezTo>
                <a:cubicBezTo>
                  <a:pt x="102" y="234"/>
                  <a:pt x="102" y="234"/>
                  <a:pt x="102" y="234"/>
                </a:cubicBezTo>
                <a:cubicBezTo>
                  <a:pt x="119" y="234"/>
                  <a:pt x="119" y="234"/>
                  <a:pt x="119" y="234"/>
                </a:cubicBezTo>
                <a:cubicBezTo>
                  <a:pt x="127" y="234"/>
                  <a:pt x="132" y="228"/>
                  <a:pt x="132" y="220"/>
                </a:cubicBezTo>
                <a:close/>
                <a:moveTo>
                  <a:pt x="76" y="270"/>
                </a:moveTo>
                <a:cubicBezTo>
                  <a:pt x="76" y="323"/>
                  <a:pt x="76" y="323"/>
                  <a:pt x="76" y="323"/>
                </a:cubicBezTo>
                <a:cubicBezTo>
                  <a:pt x="22" y="323"/>
                  <a:pt x="22" y="323"/>
                  <a:pt x="22" y="323"/>
                </a:cubicBezTo>
                <a:cubicBezTo>
                  <a:pt x="22" y="270"/>
                  <a:pt x="22" y="270"/>
                  <a:pt x="22" y="270"/>
                </a:cubicBezTo>
                <a:lnTo>
                  <a:pt x="76" y="270"/>
                </a:lnTo>
                <a:close/>
                <a:moveTo>
                  <a:pt x="306" y="258"/>
                </a:moveTo>
                <a:cubicBezTo>
                  <a:pt x="279" y="258"/>
                  <a:pt x="279" y="258"/>
                  <a:pt x="279" y="258"/>
                </a:cubicBezTo>
                <a:cubicBezTo>
                  <a:pt x="279" y="236"/>
                  <a:pt x="279" y="236"/>
                  <a:pt x="279" y="236"/>
                </a:cubicBezTo>
                <a:cubicBezTo>
                  <a:pt x="279" y="229"/>
                  <a:pt x="273" y="223"/>
                  <a:pt x="266" y="222"/>
                </a:cubicBezTo>
                <a:cubicBezTo>
                  <a:pt x="200" y="222"/>
                  <a:pt x="200" y="222"/>
                  <a:pt x="200" y="222"/>
                </a:cubicBezTo>
                <a:cubicBezTo>
                  <a:pt x="200" y="222"/>
                  <a:pt x="199" y="222"/>
                  <a:pt x="199" y="220"/>
                </a:cubicBezTo>
                <a:cubicBezTo>
                  <a:pt x="199" y="203"/>
                  <a:pt x="199" y="203"/>
                  <a:pt x="199" y="203"/>
                </a:cubicBezTo>
                <a:cubicBezTo>
                  <a:pt x="199" y="200"/>
                  <a:pt x="196" y="197"/>
                  <a:pt x="193" y="197"/>
                </a:cubicBezTo>
                <a:cubicBezTo>
                  <a:pt x="190" y="197"/>
                  <a:pt x="187" y="200"/>
                  <a:pt x="187" y="203"/>
                </a:cubicBezTo>
                <a:cubicBezTo>
                  <a:pt x="187" y="203"/>
                  <a:pt x="187" y="203"/>
                  <a:pt x="187" y="203"/>
                </a:cubicBezTo>
                <a:cubicBezTo>
                  <a:pt x="187" y="220"/>
                  <a:pt x="187" y="220"/>
                  <a:pt x="187" y="220"/>
                </a:cubicBezTo>
                <a:cubicBezTo>
                  <a:pt x="187" y="228"/>
                  <a:pt x="193" y="234"/>
                  <a:pt x="200" y="234"/>
                </a:cubicBezTo>
                <a:cubicBezTo>
                  <a:pt x="219" y="234"/>
                  <a:pt x="219" y="234"/>
                  <a:pt x="219" y="234"/>
                </a:cubicBezTo>
                <a:cubicBezTo>
                  <a:pt x="229" y="234"/>
                  <a:pt x="229" y="234"/>
                  <a:pt x="229" y="234"/>
                </a:cubicBezTo>
                <a:cubicBezTo>
                  <a:pt x="266" y="234"/>
                  <a:pt x="266" y="234"/>
                  <a:pt x="266" y="234"/>
                </a:cubicBezTo>
                <a:cubicBezTo>
                  <a:pt x="266" y="234"/>
                  <a:pt x="267" y="235"/>
                  <a:pt x="267" y="236"/>
                </a:cubicBezTo>
                <a:cubicBezTo>
                  <a:pt x="267" y="258"/>
                  <a:pt x="267" y="258"/>
                  <a:pt x="267" y="258"/>
                </a:cubicBezTo>
                <a:cubicBezTo>
                  <a:pt x="239" y="258"/>
                  <a:pt x="239" y="258"/>
                  <a:pt x="239" y="258"/>
                </a:cubicBezTo>
                <a:cubicBezTo>
                  <a:pt x="238" y="258"/>
                  <a:pt x="236" y="259"/>
                  <a:pt x="235" y="260"/>
                </a:cubicBezTo>
                <a:cubicBezTo>
                  <a:pt x="234" y="261"/>
                  <a:pt x="233" y="262"/>
                  <a:pt x="233" y="264"/>
                </a:cubicBezTo>
                <a:cubicBezTo>
                  <a:pt x="233" y="329"/>
                  <a:pt x="233" y="329"/>
                  <a:pt x="233" y="329"/>
                </a:cubicBezTo>
                <a:cubicBezTo>
                  <a:pt x="233" y="330"/>
                  <a:pt x="234" y="332"/>
                  <a:pt x="235" y="333"/>
                </a:cubicBezTo>
                <a:cubicBezTo>
                  <a:pt x="236" y="334"/>
                  <a:pt x="238" y="335"/>
                  <a:pt x="239" y="335"/>
                </a:cubicBezTo>
                <a:cubicBezTo>
                  <a:pt x="306" y="335"/>
                  <a:pt x="306" y="335"/>
                  <a:pt x="306" y="335"/>
                </a:cubicBezTo>
                <a:cubicBezTo>
                  <a:pt x="307" y="335"/>
                  <a:pt x="309" y="334"/>
                  <a:pt x="310" y="333"/>
                </a:cubicBezTo>
                <a:cubicBezTo>
                  <a:pt x="311" y="332"/>
                  <a:pt x="311" y="330"/>
                  <a:pt x="311" y="329"/>
                </a:cubicBezTo>
                <a:cubicBezTo>
                  <a:pt x="311" y="264"/>
                  <a:pt x="311" y="264"/>
                  <a:pt x="311" y="264"/>
                </a:cubicBezTo>
                <a:cubicBezTo>
                  <a:pt x="311" y="262"/>
                  <a:pt x="311" y="261"/>
                  <a:pt x="310" y="260"/>
                </a:cubicBezTo>
                <a:cubicBezTo>
                  <a:pt x="309" y="259"/>
                  <a:pt x="307" y="258"/>
                  <a:pt x="306" y="258"/>
                </a:cubicBezTo>
                <a:close/>
                <a:moveTo>
                  <a:pt x="245" y="323"/>
                </a:moveTo>
                <a:cubicBezTo>
                  <a:pt x="245" y="270"/>
                  <a:pt x="245" y="270"/>
                  <a:pt x="245" y="270"/>
                </a:cubicBezTo>
                <a:cubicBezTo>
                  <a:pt x="299" y="270"/>
                  <a:pt x="299" y="270"/>
                  <a:pt x="299" y="270"/>
                </a:cubicBezTo>
                <a:cubicBezTo>
                  <a:pt x="300" y="323"/>
                  <a:pt x="300" y="323"/>
                  <a:pt x="300" y="323"/>
                </a:cubicBezTo>
                <a:lnTo>
                  <a:pt x="245" y="323"/>
                </a:lnTo>
                <a:close/>
                <a:moveTo>
                  <a:pt x="194" y="258"/>
                </a:moveTo>
                <a:cubicBezTo>
                  <a:pt x="168" y="258"/>
                  <a:pt x="168" y="258"/>
                  <a:pt x="168" y="258"/>
                </a:cubicBezTo>
                <a:cubicBezTo>
                  <a:pt x="168" y="201"/>
                  <a:pt x="168" y="201"/>
                  <a:pt x="168" y="201"/>
                </a:cubicBezTo>
                <a:cubicBezTo>
                  <a:pt x="168" y="198"/>
                  <a:pt x="165" y="195"/>
                  <a:pt x="162" y="195"/>
                </a:cubicBezTo>
                <a:cubicBezTo>
                  <a:pt x="159" y="195"/>
                  <a:pt x="156" y="198"/>
                  <a:pt x="156" y="201"/>
                </a:cubicBezTo>
                <a:cubicBezTo>
                  <a:pt x="156" y="258"/>
                  <a:pt x="156" y="258"/>
                  <a:pt x="156" y="258"/>
                </a:cubicBezTo>
                <a:cubicBezTo>
                  <a:pt x="128" y="258"/>
                  <a:pt x="128" y="258"/>
                  <a:pt x="128" y="258"/>
                </a:cubicBezTo>
                <a:cubicBezTo>
                  <a:pt x="126" y="258"/>
                  <a:pt x="125" y="259"/>
                  <a:pt x="124" y="260"/>
                </a:cubicBezTo>
                <a:cubicBezTo>
                  <a:pt x="122" y="261"/>
                  <a:pt x="122" y="262"/>
                  <a:pt x="122" y="264"/>
                </a:cubicBezTo>
                <a:cubicBezTo>
                  <a:pt x="122" y="329"/>
                  <a:pt x="122" y="329"/>
                  <a:pt x="122" y="329"/>
                </a:cubicBezTo>
                <a:cubicBezTo>
                  <a:pt x="122" y="330"/>
                  <a:pt x="122" y="332"/>
                  <a:pt x="124" y="333"/>
                </a:cubicBezTo>
                <a:cubicBezTo>
                  <a:pt x="125" y="334"/>
                  <a:pt x="126" y="335"/>
                  <a:pt x="128" y="335"/>
                </a:cubicBezTo>
                <a:cubicBezTo>
                  <a:pt x="194" y="335"/>
                  <a:pt x="194" y="335"/>
                  <a:pt x="194" y="335"/>
                </a:cubicBezTo>
                <a:cubicBezTo>
                  <a:pt x="196" y="335"/>
                  <a:pt x="197" y="334"/>
                  <a:pt x="198" y="333"/>
                </a:cubicBezTo>
                <a:cubicBezTo>
                  <a:pt x="199" y="332"/>
                  <a:pt x="200" y="330"/>
                  <a:pt x="200" y="329"/>
                </a:cubicBezTo>
                <a:cubicBezTo>
                  <a:pt x="200" y="264"/>
                  <a:pt x="200" y="264"/>
                  <a:pt x="200" y="264"/>
                </a:cubicBezTo>
                <a:cubicBezTo>
                  <a:pt x="200" y="262"/>
                  <a:pt x="199" y="261"/>
                  <a:pt x="198" y="260"/>
                </a:cubicBezTo>
                <a:cubicBezTo>
                  <a:pt x="197" y="259"/>
                  <a:pt x="196" y="258"/>
                  <a:pt x="194" y="258"/>
                </a:cubicBezTo>
                <a:close/>
                <a:moveTo>
                  <a:pt x="188" y="323"/>
                </a:moveTo>
                <a:cubicBezTo>
                  <a:pt x="134" y="323"/>
                  <a:pt x="134" y="323"/>
                  <a:pt x="134" y="323"/>
                </a:cubicBezTo>
                <a:cubicBezTo>
                  <a:pt x="134" y="270"/>
                  <a:pt x="134" y="270"/>
                  <a:pt x="134" y="270"/>
                </a:cubicBezTo>
                <a:cubicBezTo>
                  <a:pt x="188" y="270"/>
                  <a:pt x="188" y="270"/>
                  <a:pt x="188" y="270"/>
                </a:cubicBezTo>
                <a:lnTo>
                  <a:pt x="188" y="323"/>
                </a:lnTo>
                <a:close/>
                <a:moveTo>
                  <a:pt x="37" y="211"/>
                </a:moveTo>
                <a:cubicBezTo>
                  <a:pt x="38" y="212"/>
                  <a:pt x="39" y="212"/>
                  <a:pt x="40" y="212"/>
                </a:cubicBezTo>
                <a:cubicBezTo>
                  <a:pt x="86" y="212"/>
                  <a:pt x="86" y="212"/>
                  <a:pt x="86" y="212"/>
                </a:cubicBezTo>
                <a:cubicBezTo>
                  <a:pt x="89" y="212"/>
                  <a:pt x="92" y="209"/>
                  <a:pt x="92" y="206"/>
                </a:cubicBezTo>
                <a:cubicBezTo>
                  <a:pt x="92" y="202"/>
                  <a:pt x="89" y="200"/>
                  <a:pt x="86" y="200"/>
                </a:cubicBezTo>
                <a:cubicBezTo>
                  <a:pt x="41" y="200"/>
                  <a:pt x="41" y="200"/>
                  <a:pt x="41" y="200"/>
                </a:cubicBezTo>
                <a:cubicBezTo>
                  <a:pt x="24" y="192"/>
                  <a:pt x="12" y="176"/>
                  <a:pt x="12" y="157"/>
                </a:cubicBezTo>
                <a:cubicBezTo>
                  <a:pt x="12" y="135"/>
                  <a:pt x="28" y="117"/>
                  <a:pt x="50" y="112"/>
                </a:cubicBezTo>
                <a:cubicBezTo>
                  <a:pt x="51" y="112"/>
                  <a:pt x="51" y="112"/>
                  <a:pt x="51" y="112"/>
                </a:cubicBezTo>
                <a:cubicBezTo>
                  <a:pt x="55" y="110"/>
                  <a:pt x="55" y="110"/>
                  <a:pt x="55" y="110"/>
                </a:cubicBezTo>
                <a:cubicBezTo>
                  <a:pt x="58" y="109"/>
                  <a:pt x="60" y="106"/>
                  <a:pt x="59" y="103"/>
                </a:cubicBezTo>
                <a:cubicBezTo>
                  <a:pt x="57" y="96"/>
                  <a:pt x="55" y="89"/>
                  <a:pt x="55" y="82"/>
                </a:cubicBezTo>
                <a:cubicBezTo>
                  <a:pt x="55" y="66"/>
                  <a:pt x="61" y="51"/>
                  <a:pt x="71" y="39"/>
                </a:cubicBezTo>
                <a:cubicBezTo>
                  <a:pt x="73" y="36"/>
                  <a:pt x="72" y="33"/>
                  <a:pt x="70" y="30"/>
                </a:cubicBezTo>
                <a:cubicBezTo>
                  <a:pt x="67" y="28"/>
                  <a:pt x="63" y="29"/>
                  <a:pt x="61" y="31"/>
                </a:cubicBezTo>
                <a:cubicBezTo>
                  <a:pt x="61" y="31"/>
                  <a:pt x="61" y="31"/>
                  <a:pt x="61" y="31"/>
                </a:cubicBezTo>
                <a:cubicBezTo>
                  <a:pt x="50" y="45"/>
                  <a:pt x="43" y="63"/>
                  <a:pt x="43" y="82"/>
                </a:cubicBezTo>
                <a:cubicBezTo>
                  <a:pt x="43" y="88"/>
                  <a:pt x="44" y="95"/>
                  <a:pt x="46" y="101"/>
                </a:cubicBezTo>
                <a:cubicBezTo>
                  <a:pt x="20" y="107"/>
                  <a:pt x="0" y="130"/>
                  <a:pt x="0" y="157"/>
                </a:cubicBezTo>
                <a:cubicBezTo>
                  <a:pt x="0" y="182"/>
                  <a:pt x="16" y="203"/>
                  <a:pt x="37" y="211"/>
                </a:cubicBezTo>
                <a:close/>
                <a:moveTo>
                  <a:pt x="293" y="124"/>
                </a:moveTo>
                <a:cubicBezTo>
                  <a:pt x="294" y="120"/>
                  <a:pt x="295" y="115"/>
                  <a:pt x="295" y="111"/>
                </a:cubicBezTo>
                <a:cubicBezTo>
                  <a:pt x="295" y="74"/>
                  <a:pt x="265" y="45"/>
                  <a:pt x="228" y="45"/>
                </a:cubicBezTo>
                <a:cubicBezTo>
                  <a:pt x="219" y="45"/>
                  <a:pt x="211" y="46"/>
                  <a:pt x="203" y="49"/>
                </a:cubicBezTo>
                <a:cubicBezTo>
                  <a:pt x="190" y="20"/>
                  <a:pt x="161" y="0"/>
                  <a:pt x="127" y="0"/>
                </a:cubicBezTo>
                <a:cubicBezTo>
                  <a:pt x="115" y="0"/>
                  <a:pt x="104" y="3"/>
                  <a:pt x="94" y="7"/>
                </a:cubicBezTo>
                <a:cubicBezTo>
                  <a:pt x="91" y="8"/>
                  <a:pt x="90" y="12"/>
                  <a:pt x="91" y="15"/>
                </a:cubicBezTo>
                <a:cubicBezTo>
                  <a:pt x="92" y="18"/>
                  <a:pt x="96" y="19"/>
                  <a:pt x="99" y="18"/>
                </a:cubicBezTo>
                <a:cubicBezTo>
                  <a:pt x="107" y="14"/>
                  <a:pt x="117" y="12"/>
                  <a:pt x="127" y="12"/>
                </a:cubicBezTo>
                <a:cubicBezTo>
                  <a:pt x="157" y="12"/>
                  <a:pt x="183" y="31"/>
                  <a:pt x="194" y="58"/>
                </a:cubicBezTo>
                <a:cubicBezTo>
                  <a:pt x="194" y="59"/>
                  <a:pt x="194" y="59"/>
                  <a:pt x="194" y="59"/>
                </a:cubicBezTo>
                <a:cubicBezTo>
                  <a:pt x="194" y="61"/>
                  <a:pt x="196" y="62"/>
                  <a:pt x="197" y="63"/>
                </a:cubicBezTo>
                <a:cubicBezTo>
                  <a:pt x="199" y="63"/>
                  <a:pt x="201" y="63"/>
                  <a:pt x="202" y="63"/>
                </a:cubicBezTo>
                <a:cubicBezTo>
                  <a:pt x="210" y="59"/>
                  <a:pt x="219" y="57"/>
                  <a:pt x="228" y="57"/>
                </a:cubicBezTo>
                <a:cubicBezTo>
                  <a:pt x="258" y="57"/>
                  <a:pt x="283" y="81"/>
                  <a:pt x="283" y="111"/>
                </a:cubicBezTo>
                <a:cubicBezTo>
                  <a:pt x="283" y="117"/>
                  <a:pt x="282" y="122"/>
                  <a:pt x="280" y="127"/>
                </a:cubicBezTo>
                <a:cubicBezTo>
                  <a:pt x="280" y="128"/>
                  <a:pt x="280" y="128"/>
                  <a:pt x="280" y="128"/>
                </a:cubicBezTo>
                <a:cubicBezTo>
                  <a:pt x="279" y="130"/>
                  <a:pt x="280" y="132"/>
                  <a:pt x="281" y="134"/>
                </a:cubicBezTo>
                <a:cubicBezTo>
                  <a:pt x="282" y="135"/>
                  <a:pt x="284" y="136"/>
                  <a:pt x="286" y="136"/>
                </a:cubicBezTo>
                <a:cubicBezTo>
                  <a:pt x="287" y="136"/>
                  <a:pt x="288" y="136"/>
                  <a:pt x="289" y="136"/>
                </a:cubicBezTo>
                <a:cubicBezTo>
                  <a:pt x="307" y="136"/>
                  <a:pt x="321" y="150"/>
                  <a:pt x="321" y="168"/>
                </a:cubicBezTo>
                <a:cubicBezTo>
                  <a:pt x="321" y="183"/>
                  <a:pt x="311" y="196"/>
                  <a:pt x="297" y="199"/>
                </a:cubicBezTo>
                <a:cubicBezTo>
                  <a:pt x="234" y="199"/>
                  <a:pt x="234" y="199"/>
                  <a:pt x="234" y="199"/>
                </a:cubicBezTo>
                <a:cubicBezTo>
                  <a:pt x="231" y="199"/>
                  <a:pt x="228" y="202"/>
                  <a:pt x="228" y="205"/>
                </a:cubicBezTo>
                <a:cubicBezTo>
                  <a:pt x="228" y="209"/>
                  <a:pt x="231" y="211"/>
                  <a:pt x="234" y="211"/>
                </a:cubicBezTo>
                <a:cubicBezTo>
                  <a:pt x="298" y="211"/>
                  <a:pt x="298" y="211"/>
                  <a:pt x="298" y="211"/>
                </a:cubicBezTo>
                <a:cubicBezTo>
                  <a:pt x="300" y="211"/>
                  <a:pt x="300" y="211"/>
                  <a:pt x="300" y="211"/>
                </a:cubicBezTo>
                <a:cubicBezTo>
                  <a:pt x="319" y="206"/>
                  <a:pt x="333" y="189"/>
                  <a:pt x="333" y="168"/>
                </a:cubicBezTo>
                <a:cubicBezTo>
                  <a:pt x="333" y="145"/>
                  <a:pt x="316" y="126"/>
                  <a:pt x="293" y="124"/>
                </a:cubicBezTo>
                <a:close/>
                <a:moveTo>
                  <a:pt x="81" y="25"/>
                </a:moveTo>
                <a:cubicBezTo>
                  <a:pt x="83" y="25"/>
                  <a:pt x="85" y="23"/>
                  <a:pt x="85" y="20"/>
                </a:cubicBezTo>
                <a:cubicBezTo>
                  <a:pt x="85" y="18"/>
                  <a:pt x="83" y="16"/>
                  <a:pt x="81" y="16"/>
                </a:cubicBezTo>
                <a:cubicBezTo>
                  <a:pt x="78" y="16"/>
                  <a:pt x="76" y="18"/>
                  <a:pt x="76" y="20"/>
                </a:cubicBezTo>
                <a:cubicBezTo>
                  <a:pt x="76" y="23"/>
                  <a:pt x="78" y="25"/>
                  <a:pt x="81" y="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394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hevron 3">
            <a:extLst>
              <a:ext uri="{FF2B5EF4-FFF2-40B4-BE49-F238E27FC236}">
                <a16:creationId xmlns:a16="http://schemas.microsoft.com/office/drawing/2014/main" id="{57396596-D097-40F9-B423-EB4384CD7DEE}"/>
              </a:ext>
            </a:extLst>
          </p:cNvPr>
          <p:cNvSpPr/>
          <p:nvPr/>
        </p:nvSpPr>
        <p:spPr>
          <a:xfrm>
            <a:off x="8232597" y="1509825"/>
            <a:ext cx="2792321" cy="2174809"/>
          </a:xfrm>
          <a:prstGeom prst="chevron">
            <a:avLst>
              <a:gd name="adj" fmla="val 20758"/>
            </a:avLst>
          </a:prstGeom>
          <a:solidFill>
            <a:srgbClr val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Chevron 4">
            <a:extLst>
              <a:ext uri="{FF2B5EF4-FFF2-40B4-BE49-F238E27FC236}">
                <a16:creationId xmlns:a16="http://schemas.microsoft.com/office/drawing/2014/main" id="{0AA8FFD1-2DE8-49B1-A353-F58B982F0B50}"/>
              </a:ext>
            </a:extLst>
          </p:cNvPr>
          <p:cNvSpPr/>
          <p:nvPr/>
        </p:nvSpPr>
        <p:spPr>
          <a:xfrm>
            <a:off x="5771792" y="1509825"/>
            <a:ext cx="2792321" cy="2174809"/>
          </a:xfrm>
          <a:prstGeom prst="chevron">
            <a:avLst>
              <a:gd name="adj" fmla="val 20758"/>
            </a:avLst>
          </a:prstGeom>
          <a:solidFill>
            <a:srgbClr val="FDB913">
              <a:lumMod val="40000"/>
              <a:lumOff val="6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Chevron 5">
            <a:extLst>
              <a:ext uri="{FF2B5EF4-FFF2-40B4-BE49-F238E27FC236}">
                <a16:creationId xmlns:a16="http://schemas.microsoft.com/office/drawing/2014/main" id="{511CD34B-C4B8-45E6-9D8C-EAD321ECB98C}"/>
              </a:ext>
            </a:extLst>
          </p:cNvPr>
          <p:cNvSpPr/>
          <p:nvPr/>
        </p:nvSpPr>
        <p:spPr>
          <a:xfrm>
            <a:off x="3310985" y="1509825"/>
            <a:ext cx="2792324" cy="2174809"/>
          </a:xfrm>
          <a:prstGeom prst="chevron">
            <a:avLst>
              <a:gd name="adj" fmla="val 20758"/>
            </a:avLst>
          </a:prstGeom>
          <a:solidFill>
            <a:srgbClr val="FDB91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Pentagon 6">
            <a:extLst>
              <a:ext uri="{FF2B5EF4-FFF2-40B4-BE49-F238E27FC236}">
                <a16:creationId xmlns:a16="http://schemas.microsoft.com/office/drawing/2014/main" id="{E1A7405D-3F18-4B04-AD5E-07D6259FA692}"/>
              </a:ext>
            </a:extLst>
          </p:cNvPr>
          <p:cNvSpPr/>
          <p:nvPr/>
        </p:nvSpPr>
        <p:spPr>
          <a:xfrm>
            <a:off x="1094647" y="1509825"/>
            <a:ext cx="2547856" cy="2174809"/>
          </a:xfrm>
          <a:prstGeom prst="homePlate">
            <a:avLst>
              <a:gd name="adj" fmla="val 22102"/>
            </a:avLst>
          </a:prstGeom>
          <a:solidFill>
            <a:srgbClr val="F582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68598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8">
            <a:extLst>
              <a:ext uri="{FF2B5EF4-FFF2-40B4-BE49-F238E27FC236}">
                <a16:creationId xmlns:a16="http://schemas.microsoft.com/office/drawing/2014/main" id="{70BB707D-0DBF-4E46-95CB-390865147C7E}"/>
              </a:ext>
            </a:extLst>
          </p:cNvPr>
          <p:cNvSpPr/>
          <p:nvPr/>
        </p:nvSpPr>
        <p:spPr>
          <a:xfrm>
            <a:off x="3261747" y="2325530"/>
            <a:ext cx="591747" cy="591747"/>
          </a:xfrm>
          <a:prstGeom prst="ellipse">
            <a:avLst/>
          </a:prstGeom>
          <a:solidFill>
            <a:srgbClr val="FDB91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6D9C0614-3307-433F-96AA-000E97B0417F}"/>
              </a:ext>
            </a:extLst>
          </p:cNvPr>
          <p:cNvSpPr/>
          <p:nvPr/>
        </p:nvSpPr>
        <p:spPr>
          <a:xfrm>
            <a:off x="5736161" y="2325530"/>
            <a:ext cx="591747" cy="591747"/>
          </a:xfrm>
          <a:prstGeom prst="ellipse">
            <a:avLst/>
          </a:prstGeom>
          <a:solidFill>
            <a:srgbClr val="FDB913">
              <a:lumMod val="40000"/>
              <a:lumOff val="6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10">
            <a:extLst>
              <a:ext uri="{FF2B5EF4-FFF2-40B4-BE49-F238E27FC236}">
                <a16:creationId xmlns:a16="http://schemas.microsoft.com/office/drawing/2014/main" id="{1C717022-3286-45EC-8014-C4194D85387F}"/>
              </a:ext>
            </a:extLst>
          </p:cNvPr>
          <p:cNvSpPr/>
          <p:nvPr/>
        </p:nvSpPr>
        <p:spPr>
          <a:xfrm>
            <a:off x="8216832" y="2325530"/>
            <a:ext cx="591747" cy="591747"/>
          </a:xfrm>
          <a:prstGeom prst="ellipse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 45">
            <a:extLst>
              <a:ext uri="{FF2B5EF4-FFF2-40B4-BE49-F238E27FC236}">
                <a16:creationId xmlns:a16="http://schemas.microsoft.com/office/drawing/2014/main" id="{190C8AB8-AC64-41BF-8EBD-F072EFA572A8}"/>
              </a:ext>
            </a:extLst>
          </p:cNvPr>
          <p:cNvSpPr>
            <a:spLocks/>
          </p:cNvSpPr>
          <p:nvPr/>
        </p:nvSpPr>
        <p:spPr bwMode="auto">
          <a:xfrm>
            <a:off x="3513752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" lastClr="FFFFFF"/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Freeform 45">
            <a:extLst>
              <a:ext uri="{FF2B5EF4-FFF2-40B4-BE49-F238E27FC236}">
                <a16:creationId xmlns:a16="http://schemas.microsoft.com/office/drawing/2014/main" id="{CC315114-9708-453E-AC8F-4D9BBE92CA34}"/>
              </a:ext>
            </a:extLst>
          </p:cNvPr>
          <p:cNvSpPr>
            <a:spLocks/>
          </p:cNvSpPr>
          <p:nvPr/>
        </p:nvSpPr>
        <p:spPr bwMode="auto">
          <a:xfrm>
            <a:off x="5971932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" lastClr="FFFFFF"/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Freeform 45">
            <a:extLst>
              <a:ext uri="{FF2B5EF4-FFF2-40B4-BE49-F238E27FC236}">
                <a16:creationId xmlns:a16="http://schemas.microsoft.com/office/drawing/2014/main" id="{92119EA5-5906-4C58-8E45-2D8994F3B69D}"/>
              </a:ext>
            </a:extLst>
          </p:cNvPr>
          <p:cNvSpPr>
            <a:spLocks/>
          </p:cNvSpPr>
          <p:nvPr/>
        </p:nvSpPr>
        <p:spPr bwMode="auto">
          <a:xfrm>
            <a:off x="8462793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STEP_1_DETAIL_TITLE">
            <a:extLst>
              <a:ext uri="{FF2B5EF4-FFF2-40B4-BE49-F238E27FC236}">
                <a16:creationId xmlns:a16="http://schemas.microsoft.com/office/drawing/2014/main" id="{7762EA2D-3684-4477-A54F-A1457F56A815}"/>
              </a:ext>
            </a:extLst>
          </p:cNvPr>
          <p:cNvSpPr/>
          <p:nvPr/>
        </p:nvSpPr>
        <p:spPr>
          <a:xfrm>
            <a:off x="1249625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43" name="STEP_1_BODY">
            <a:extLst>
              <a:ext uri="{FF2B5EF4-FFF2-40B4-BE49-F238E27FC236}">
                <a16:creationId xmlns:a16="http://schemas.microsoft.com/office/drawing/2014/main" id="{C530E608-259E-4E28-BE06-0F713D70EB72}"/>
              </a:ext>
            </a:extLst>
          </p:cNvPr>
          <p:cNvSpPr txBox="1">
            <a:spLocks/>
          </p:cNvSpPr>
          <p:nvPr/>
        </p:nvSpPr>
        <p:spPr>
          <a:xfrm>
            <a:off x="902970" y="4502278"/>
            <a:ext cx="2406570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14A0A4A1-6E7F-408A-AEF1-628C751AF090}"/>
              </a:ext>
            </a:extLst>
          </p:cNvPr>
          <p:cNvSpPr>
            <a:spLocks noEditPoints="1"/>
          </p:cNvSpPr>
          <p:nvPr/>
        </p:nvSpPr>
        <p:spPr bwMode="auto">
          <a:xfrm>
            <a:off x="6836033" y="2038998"/>
            <a:ext cx="630440" cy="616462"/>
          </a:xfrm>
          <a:custGeom>
            <a:avLst/>
            <a:gdLst>
              <a:gd name="T0" fmla="*/ 192 w 225"/>
              <a:gd name="T1" fmla="*/ 33 h 220"/>
              <a:gd name="T2" fmla="*/ 210 w 225"/>
              <a:gd name="T3" fmla="*/ 10 h 220"/>
              <a:gd name="T4" fmla="*/ 186 w 225"/>
              <a:gd name="T5" fmla="*/ 28 h 220"/>
              <a:gd name="T6" fmla="*/ 172 w 225"/>
              <a:gd name="T7" fmla="*/ 1 h 220"/>
              <a:gd name="T8" fmla="*/ 180 w 225"/>
              <a:gd name="T9" fmla="*/ 33 h 220"/>
              <a:gd name="T10" fmla="*/ 173 w 225"/>
              <a:gd name="T11" fmla="*/ 42 h 220"/>
              <a:gd name="T12" fmla="*/ 158 w 225"/>
              <a:gd name="T13" fmla="*/ 14 h 220"/>
              <a:gd name="T14" fmla="*/ 167 w 225"/>
              <a:gd name="T15" fmla="*/ 47 h 220"/>
              <a:gd name="T16" fmla="*/ 148 w 225"/>
              <a:gd name="T17" fmla="*/ 66 h 220"/>
              <a:gd name="T18" fmla="*/ 0 w 225"/>
              <a:gd name="T19" fmla="*/ 131 h 220"/>
              <a:gd name="T20" fmla="*/ 177 w 225"/>
              <a:gd name="T21" fmla="*/ 131 h 220"/>
              <a:gd name="T22" fmla="*/ 170 w 225"/>
              <a:gd name="T23" fmla="*/ 55 h 220"/>
              <a:gd name="T24" fmla="*/ 208 w 225"/>
              <a:gd name="T25" fmla="*/ 60 h 220"/>
              <a:gd name="T26" fmla="*/ 212 w 225"/>
              <a:gd name="T27" fmla="*/ 57 h 220"/>
              <a:gd name="T28" fmla="*/ 176 w 225"/>
              <a:gd name="T29" fmla="*/ 49 h 220"/>
              <a:gd name="T30" fmla="*/ 186 w 225"/>
              <a:gd name="T31" fmla="*/ 40 h 220"/>
              <a:gd name="T32" fmla="*/ 221 w 225"/>
              <a:gd name="T33" fmla="*/ 43 h 220"/>
              <a:gd name="T34" fmla="*/ 221 w 225"/>
              <a:gd name="T35" fmla="*/ 36 h 220"/>
              <a:gd name="T36" fmla="*/ 88 w 225"/>
              <a:gd name="T37" fmla="*/ 212 h 220"/>
              <a:gd name="T38" fmla="*/ 88 w 225"/>
              <a:gd name="T39" fmla="*/ 50 h 220"/>
              <a:gd name="T40" fmla="*/ 125 w 225"/>
              <a:gd name="T41" fmla="*/ 89 h 220"/>
              <a:gd name="T42" fmla="*/ 32 w 225"/>
              <a:gd name="T43" fmla="*/ 131 h 220"/>
              <a:gd name="T44" fmla="*/ 145 w 225"/>
              <a:gd name="T45" fmla="*/ 131 h 220"/>
              <a:gd name="T46" fmla="*/ 148 w 225"/>
              <a:gd name="T47" fmla="*/ 76 h 220"/>
              <a:gd name="T48" fmla="*/ 86 w 225"/>
              <a:gd name="T49" fmla="*/ 134 h 220"/>
              <a:gd name="T50" fmla="*/ 91 w 225"/>
              <a:gd name="T51" fmla="*/ 134 h 220"/>
              <a:gd name="T52" fmla="*/ 105 w 225"/>
              <a:gd name="T53" fmla="*/ 131 h 220"/>
              <a:gd name="T54" fmla="*/ 72 w 225"/>
              <a:gd name="T55" fmla="*/ 131 h 220"/>
              <a:gd name="T56" fmla="*/ 97 w 225"/>
              <a:gd name="T57" fmla="*/ 117 h 220"/>
              <a:gd name="T58" fmla="*/ 86 w 225"/>
              <a:gd name="T59" fmla="*/ 134 h 220"/>
              <a:gd name="T60" fmla="*/ 88 w 225"/>
              <a:gd name="T61" fmla="*/ 107 h 220"/>
              <a:gd name="T62" fmla="*/ 88 w 225"/>
              <a:gd name="T63" fmla="*/ 155 h 220"/>
              <a:gd name="T64" fmla="*/ 108 w 225"/>
              <a:gd name="T65" fmla="*/ 117 h 220"/>
              <a:gd name="T66" fmla="*/ 137 w 225"/>
              <a:gd name="T67" fmla="*/ 131 h 220"/>
              <a:gd name="T68" fmla="*/ 39 w 225"/>
              <a:gd name="T69" fmla="*/ 131 h 220"/>
              <a:gd name="T70" fmla="*/ 120 w 225"/>
              <a:gd name="T71" fmla="*/ 94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25" h="220">
                <a:moveTo>
                  <a:pt x="221" y="36"/>
                </a:moveTo>
                <a:cubicBezTo>
                  <a:pt x="192" y="33"/>
                  <a:pt x="192" y="33"/>
                  <a:pt x="192" y="33"/>
                </a:cubicBezTo>
                <a:cubicBezTo>
                  <a:pt x="210" y="15"/>
                  <a:pt x="210" y="15"/>
                  <a:pt x="210" y="15"/>
                </a:cubicBezTo>
                <a:cubicBezTo>
                  <a:pt x="211" y="13"/>
                  <a:pt x="211" y="11"/>
                  <a:pt x="210" y="10"/>
                </a:cubicBezTo>
                <a:cubicBezTo>
                  <a:pt x="208" y="8"/>
                  <a:pt x="206" y="8"/>
                  <a:pt x="205" y="10"/>
                </a:cubicBezTo>
                <a:cubicBezTo>
                  <a:pt x="186" y="28"/>
                  <a:pt x="186" y="28"/>
                  <a:pt x="186" y="28"/>
                </a:cubicBezTo>
                <a:cubicBezTo>
                  <a:pt x="177" y="3"/>
                  <a:pt x="177" y="3"/>
                  <a:pt x="177" y="3"/>
                </a:cubicBezTo>
                <a:cubicBezTo>
                  <a:pt x="176" y="1"/>
                  <a:pt x="174" y="0"/>
                  <a:pt x="172" y="1"/>
                </a:cubicBezTo>
                <a:cubicBezTo>
                  <a:pt x="170" y="2"/>
                  <a:pt x="169" y="4"/>
                  <a:pt x="170" y="6"/>
                </a:cubicBezTo>
                <a:cubicBezTo>
                  <a:pt x="180" y="33"/>
                  <a:pt x="180" y="33"/>
                  <a:pt x="180" y="33"/>
                </a:cubicBezTo>
                <a:cubicBezTo>
                  <a:pt x="180" y="33"/>
                  <a:pt x="180" y="34"/>
                  <a:pt x="181" y="34"/>
                </a:cubicBezTo>
                <a:cubicBezTo>
                  <a:pt x="173" y="42"/>
                  <a:pt x="173" y="42"/>
                  <a:pt x="173" y="42"/>
                </a:cubicBezTo>
                <a:cubicBezTo>
                  <a:pt x="163" y="16"/>
                  <a:pt x="163" y="16"/>
                  <a:pt x="163" y="16"/>
                </a:cubicBezTo>
                <a:cubicBezTo>
                  <a:pt x="162" y="14"/>
                  <a:pt x="160" y="13"/>
                  <a:pt x="158" y="14"/>
                </a:cubicBezTo>
                <a:cubicBezTo>
                  <a:pt x="156" y="14"/>
                  <a:pt x="155" y="16"/>
                  <a:pt x="156" y="18"/>
                </a:cubicBezTo>
                <a:cubicBezTo>
                  <a:pt x="167" y="47"/>
                  <a:pt x="167" y="47"/>
                  <a:pt x="167" y="47"/>
                </a:cubicBezTo>
                <a:cubicBezTo>
                  <a:pt x="167" y="47"/>
                  <a:pt x="167" y="47"/>
                  <a:pt x="167" y="47"/>
                </a:cubicBezTo>
                <a:cubicBezTo>
                  <a:pt x="148" y="66"/>
                  <a:pt x="148" y="66"/>
                  <a:pt x="148" y="66"/>
                </a:cubicBezTo>
                <a:cubicBezTo>
                  <a:pt x="132" y="51"/>
                  <a:pt x="111" y="43"/>
                  <a:pt x="88" y="43"/>
                </a:cubicBezTo>
                <a:cubicBezTo>
                  <a:pt x="40" y="43"/>
                  <a:pt x="0" y="82"/>
                  <a:pt x="0" y="131"/>
                </a:cubicBezTo>
                <a:cubicBezTo>
                  <a:pt x="0" y="180"/>
                  <a:pt x="40" y="220"/>
                  <a:pt x="88" y="220"/>
                </a:cubicBezTo>
                <a:cubicBezTo>
                  <a:pt x="137" y="220"/>
                  <a:pt x="177" y="180"/>
                  <a:pt x="177" y="131"/>
                </a:cubicBezTo>
                <a:cubicBezTo>
                  <a:pt x="177" y="108"/>
                  <a:pt x="168" y="87"/>
                  <a:pt x="153" y="71"/>
                </a:cubicBezTo>
                <a:cubicBezTo>
                  <a:pt x="170" y="55"/>
                  <a:pt x="170" y="55"/>
                  <a:pt x="170" y="55"/>
                </a:cubicBezTo>
                <a:cubicBezTo>
                  <a:pt x="171" y="55"/>
                  <a:pt x="172" y="56"/>
                  <a:pt x="173" y="56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10" y="60"/>
                  <a:pt x="211" y="59"/>
                  <a:pt x="212" y="57"/>
                </a:cubicBezTo>
                <a:cubicBezTo>
                  <a:pt x="212" y="55"/>
                  <a:pt x="210" y="53"/>
                  <a:pt x="208" y="53"/>
                </a:cubicBezTo>
                <a:cubicBezTo>
                  <a:pt x="176" y="49"/>
                  <a:pt x="176" y="49"/>
                  <a:pt x="176" y="49"/>
                </a:cubicBezTo>
                <a:cubicBezTo>
                  <a:pt x="185" y="39"/>
                  <a:pt x="185" y="39"/>
                  <a:pt x="185" y="39"/>
                </a:cubicBezTo>
                <a:cubicBezTo>
                  <a:pt x="185" y="39"/>
                  <a:pt x="186" y="39"/>
                  <a:pt x="186" y="40"/>
                </a:cubicBezTo>
                <a:cubicBezTo>
                  <a:pt x="221" y="43"/>
                  <a:pt x="221" y="43"/>
                  <a:pt x="221" y="43"/>
                </a:cubicBezTo>
                <a:cubicBezTo>
                  <a:pt x="221" y="43"/>
                  <a:pt x="221" y="43"/>
                  <a:pt x="221" y="43"/>
                </a:cubicBezTo>
                <a:cubicBezTo>
                  <a:pt x="223" y="43"/>
                  <a:pt x="224" y="42"/>
                  <a:pt x="225" y="40"/>
                </a:cubicBezTo>
                <a:cubicBezTo>
                  <a:pt x="225" y="38"/>
                  <a:pt x="223" y="36"/>
                  <a:pt x="221" y="36"/>
                </a:cubicBezTo>
                <a:close/>
                <a:moveTo>
                  <a:pt x="169" y="131"/>
                </a:moveTo>
                <a:cubicBezTo>
                  <a:pt x="169" y="176"/>
                  <a:pt x="133" y="212"/>
                  <a:pt x="88" y="212"/>
                </a:cubicBezTo>
                <a:cubicBezTo>
                  <a:pt x="44" y="212"/>
                  <a:pt x="7" y="176"/>
                  <a:pt x="7" y="131"/>
                </a:cubicBezTo>
                <a:cubicBezTo>
                  <a:pt x="7" y="86"/>
                  <a:pt x="44" y="50"/>
                  <a:pt x="88" y="50"/>
                </a:cubicBezTo>
                <a:cubicBezTo>
                  <a:pt x="109" y="50"/>
                  <a:pt x="129" y="58"/>
                  <a:pt x="143" y="71"/>
                </a:cubicBezTo>
                <a:cubicBezTo>
                  <a:pt x="125" y="89"/>
                  <a:pt x="125" y="89"/>
                  <a:pt x="125" y="89"/>
                </a:cubicBezTo>
                <a:cubicBezTo>
                  <a:pt x="115" y="80"/>
                  <a:pt x="103" y="75"/>
                  <a:pt x="88" y="75"/>
                </a:cubicBezTo>
                <a:cubicBezTo>
                  <a:pt x="57" y="75"/>
                  <a:pt x="32" y="100"/>
                  <a:pt x="32" y="131"/>
                </a:cubicBezTo>
                <a:cubicBezTo>
                  <a:pt x="32" y="162"/>
                  <a:pt x="57" y="187"/>
                  <a:pt x="88" y="187"/>
                </a:cubicBezTo>
                <a:cubicBezTo>
                  <a:pt x="119" y="187"/>
                  <a:pt x="145" y="162"/>
                  <a:pt x="145" y="131"/>
                </a:cubicBezTo>
                <a:cubicBezTo>
                  <a:pt x="145" y="117"/>
                  <a:pt x="139" y="104"/>
                  <a:pt x="131" y="94"/>
                </a:cubicBezTo>
                <a:cubicBezTo>
                  <a:pt x="148" y="76"/>
                  <a:pt x="148" y="76"/>
                  <a:pt x="148" y="76"/>
                </a:cubicBezTo>
                <a:cubicBezTo>
                  <a:pt x="161" y="91"/>
                  <a:pt x="169" y="110"/>
                  <a:pt x="169" y="131"/>
                </a:cubicBezTo>
                <a:close/>
                <a:moveTo>
                  <a:pt x="86" y="134"/>
                </a:moveTo>
                <a:cubicBezTo>
                  <a:pt x="86" y="134"/>
                  <a:pt x="87" y="135"/>
                  <a:pt x="88" y="135"/>
                </a:cubicBezTo>
                <a:cubicBezTo>
                  <a:pt x="89" y="135"/>
                  <a:pt x="90" y="134"/>
                  <a:pt x="91" y="134"/>
                </a:cubicBezTo>
                <a:cubicBezTo>
                  <a:pt x="102" y="122"/>
                  <a:pt x="102" y="122"/>
                  <a:pt x="102" y="122"/>
                </a:cubicBezTo>
                <a:cubicBezTo>
                  <a:pt x="104" y="125"/>
                  <a:pt x="105" y="128"/>
                  <a:pt x="105" y="131"/>
                </a:cubicBezTo>
                <a:cubicBezTo>
                  <a:pt x="105" y="140"/>
                  <a:pt x="97" y="148"/>
                  <a:pt x="88" y="148"/>
                </a:cubicBezTo>
                <a:cubicBezTo>
                  <a:pt x="79" y="148"/>
                  <a:pt x="72" y="140"/>
                  <a:pt x="72" y="131"/>
                </a:cubicBezTo>
                <a:cubicBezTo>
                  <a:pt x="72" y="122"/>
                  <a:pt x="79" y="114"/>
                  <a:pt x="88" y="114"/>
                </a:cubicBezTo>
                <a:cubicBezTo>
                  <a:pt x="92" y="114"/>
                  <a:pt x="95" y="115"/>
                  <a:pt x="97" y="117"/>
                </a:cubicBezTo>
                <a:cubicBezTo>
                  <a:pt x="86" y="128"/>
                  <a:pt x="86" y="128"/>
                  <a:pt x="86" y="128"/>
                </a:cubicBezTo>
                <a:cubicBezTo>
                  <a:pt x="84" y="130"/>
                  <a:pt x="84" y="132"/>
                  <a:pt x="86" y="134"/>
                </a:cubicBezTo>
                <a:close/>
                <a:moveTo>
                  <a:pt x="102" y="112"/>
                </a:moveTo>
                <a:cubicBezTo>
                  <a:pt x="98" y="109"/>
                  <a:pt x="94" y="107"/>
                  <a:pt x="88" y="107"/>
                </a:cubicBezTo>
                <a:cubicBezTo>
                  <a:pt x="75" y="107"/>
                  <a:pt x="64" y="118"/>
                  <a:pt x="64" y="131"/>
                </a:cubicBezTo>
                <a:cubicBezTo>
                  <a:pt x="64" y="144"/>
                  <a:pt x="75" y="155"/>
                  <a:pt x="88" y="155"/>
                </a:cubicBezTo>
                <a:cubicBezTo>
                  <a:pt x="102" y="155"/>
                  <a:pt x="112" y="144"/>
                  <a:pt x="112" y="131"/>
                </a:cubicBezTo>
                <a:cubicBezTo>
                  <a:pt x="112" y="126"/>
                  <a:pt x="111" y="121"/>
                  <a:pt x="108" y="117"/>
                </a:cubicBezTo>
                <a:cubicBezTo>
                  <a:pt x="125" y="99"/>
                  <a:pt x="125" y="99"/>
                  <a:pt x="125" y="99"/>
                </a:cubicBezTo>
                <a:cubicBezTo>
                  <a:pt x="133" y="108"/>
                  <a:pt x="137" y="119"/>
                  <a:pt x="137" y="131"/>
                </a:cubicBezTo>
                <a:cubicBezTo>
                  <a:pt x="137" y="158"/>
                  <a:pt x="115" y="180"/>
                  <a:pt x="88" y="180"/>
                </a:cubicBezTo>
                <a:cubicBezTo>
                  <a:pt x="61" y="180"/>
                  <a:pt x="39" y="158"/>
                  <a:pt x="39" y="131"/>
                </a:cubicBezTo>
                <a:cubicBezTo>
                  <a:pt x="39" y="104"/>
                  <a:pt x="61" y="82"/>
                  <a:pt x="88" y="82"/>
                </a:cubicBezTo>
                <a:cubicBezTo>
                  <a:pt x="100" y="82"/>
                  <a:pt x="112" y="87"/>
                  <a:pt x="120" y="94"/>
                </a:cubicBezTo>
                <a:lnTo>
                  <a:pt x="102" y="112"/>
                </a:ln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5" name="Freeform 28">
            <a:extLst>
              <a:ext uri="{FF2B5EF4-FFF2-40B4-BE49-F238E27FC236}">
                <a16:creationId xmlns:a16="http://schemas.microsoft.com/office/drawing/2014/main" id="{4A966496-02B7-465F-BA9C-9630765C78D4}"/>
              </a:ext>
            </a:extLst>
          </p:cNvPr>
          <p:cNvSpPr>
            <a:spLocks noEditPoints="1"/>
          </p:cNvSpPr>
          <p:nvPr/>
        </p:nvSpPr>
        <p:spPr bwMode="auto">
          <a:xfrm>
            <a:off x="4251088" y="2120340"/>
            <a:ext cx="838436" cy="453778"/>
          </a:xfrm>
          <a:custGeom>
            <a:avLst/>
            <a:gdLst>
              <a:gd name="T0" fmla="*/ 135 w 279"/>
              <a:gd name="T1" fmla="*/ 11 h 151"/>
              <a:gd name="T2" fmla="*/ 135 w 279"/>
              <a:gd name="T3" fmla="*/ 16 h 151"/>
              <a:gd name="T4" fmla="*/ 128 w 279"/>
              <a:gd name="T5" fmla="*/ 23 h 151"/>
              <a:gd name="T6" fmla="*/ 215 w 279"/>
              <a:gd name="T7" fmla="*/ 61 h 151"/>
              <a:gd name="T8" fmla="*/ 191 w 279"/>
              <a:gd name="T9" fmla="*/ 84 h 151"/>
              <a:gd name="T10" fmla="*/ 218 w 279"/>
              <a:gd name="T11" fmla="*/ 64 h 151"/>
              <a:gd name="T12" fmla="*/ 248 w 279"/>
              <a:gd name="T13" fmla="*/ 45 h 151"/>
              <a:gd name="T14" fmla="*/ 205 w 279"/>
              <a:gd name="T15" fmla="*/ 12 h 151"/>
              <a:gd name="T16" fmla="*/ 157 w 279"/>
              <a:gd name="T17" fmla="*/ 14 h 151"/>
              <a:gd name="T18" fmla="*/ 116 w 279"/>
              <a:gd name="T19" fmla="*/ 12 h 151"/>
              <a:gd name="T20" fmla="*/ 88 w 279"/>
              <a:gd name="T21" fmla="*/ 13 h 151"/>
              <a:gd name="T22" fmla="*/ 23 w 279"/>
              <a:gd name="T23" fmla="*/ 45 h 151"/>
              <a:gd name="T24" fmla="*/ 8 w 279"/>
              <a:gd name="T25" fmla="*/ 119 h 151"/>
              <a:gd name="T26" fmla="*/ 110 w 279"/>
              <a:gd name="T27" fmla="*/ 94 h 151"/>
              <a:gd name="T28" fmla="*/ 129 w 279"/>
              <a:gd name="T29" fmla="*/ 65 h 151"/>
              <a:gd name="T30" fmla="*/ 148 w 279"/>
              <a:gd name="T31" fmla="*/ 84 h 151"/>
              <a:gd name="T32" fmla="*/ 172 w 279"/>
              <a:gd name="T33" fmla="*/ 123 h 151"/>
              <a:gd name="T34" fmla="*/ 135 w 279"/>
              <a:gd name="T35" fmla="*/ 5 h 151"/>
              <a:gd name="T36" fmla="*/ 118 w 279"/>
              <a:gd name="T37" fmla="*/ 23 h 151"/>
              <a:gd name="T38" fmla="*/ 5 w 279"/>
              <a:gd name="T39" fmla="*/ 90 h 151"/>
              <a:gd name="T40" fmla="*/ 54 w 279"/>
              <a:gd name="T41" fmla="*/ 140 h 151"/>
              <a:gd name="T42" fmla="*/ 109 w 279"/>
              <a:gd name="T43" fmla="*/ 88 h 151"/>
              <a:gd name="T44" fmla="*/ 57 w 279"/>
              <a:gd name="T45" fmla="*/ 25 h 151"/>
              <a:gd name="T46" fmla="*/ 110 w 279"/>
              <a:gd name="T47" fmla="*/ 49 h 151"/>
              <a:gd name="T48" fmla="*/ 135 w 279"/>
              <a:gd name="T49" fmla="*/ 57 h 151"/>
              <a:gd name="T50" fmla="*/ 113 w 279"/>
              <a:gd name="T51" fmla="*/ 19 h 151"/>
              <a:gd name="T52" fmla="*/ 157 w 279"/>
              <a:gd name="T53" fmla="*/ 19 h 151"/>
              <a:gd name="T54" fmla="*/ 135 w 279"/>
              <a:gd name="T55" fmla="*/ 57 h 151"/>
              <a:gd name="T56" fmla="*/ 151 w 279"/>
              <a:gd name="T57" fmla="*/ 81 h 151"/>
              <a:gd name="T58" fmla="*/ 183 w 279"/>
              <a:gd name="T59" fmla="*/ 20 h 151"/>
              <a:gd name="T60" fmla="*/ 222 w 279"/>
              <a:gd name="T61" fmla="*/ 32 h 151"/>
              <a:gd name="T62" fmla="*/ 181 w 279"/>
              <a:gd name="T63" fmla="*/ 47 h 151"/>
              <a:gd name="T64" fmla="*/ 166 w 279"/>
              <a:gd name="T65" fmla="*/ 89 h 151"/>
              <a:gd name="T66" fmla="*/ 216 w 279"/>
              <a:gd name="T67" fmla="*/ 140 h 151"/>
              <a:gd name="T68" fmla="*/ 215 w 279"/>
              <a:gd name="T69" fmla="*/ 130 h 151"/>
              <a:gd name="T70" fmla="*/ 216 w 279"/>
              <a:gd name="T71" fmla="*/ 125 h 151"/>
              <a:gd name="T72" fmla="*/ 251 w 279"/>
              <a:gd name="T73" fmla="*/ 90 h 151"/>
              <a:gd name="T74" fmla="*/ 53 w 279"/>
              <a:gd name="T75" fmla="*/ 61 h 151"/>
              <a:gd name="T76" fmla="*/ 29 w 279"/>
              <a:gd name="T77" fmla="*/ 84 h 151"/>
              <a:gd name="T78" fmla="*/ 54 w 279"/>
              <a:gd name="T79" fmla="*/ 66 h 151"/>
              <a:gd name="T80" fmla="*/ 56 w 279"/>
              <a:gd name="T81" fmla="*/ 62 h 151"/>
              <a:gd name="T82" fmla="*/ 55 w 279"/>
              <a:gd name="T83" fmla="*/ 130 h 151"/>
              <a:gd name="T84" fmla="*/ 55 w 279"/>
              <a:gd name="T85" fmla="*/ 125 h 151"/>
              <a:gd name="T86" fmla="*/ 90 w 279"/>
              <a:gd name="T87" fmla="*/ 9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9" h="151">
                <a:moveTo>
                  <a:pt x="135" y="34"/>
                </a:moveTo>
                <a:cubicBezTo>
                  <a:pt x="142" y="34"/>
                  <a:pt x="147" y="29"/>
                  <a:pt x="147" y="23"/>
                </a:cubicBezTo>
                <a:cubicBezTo>
                  <a:pt x="147" y="16"/>
                  <a:pt x="142" y="11"/>
                  <a:pt x="135" y="11"/>
                </a:cubicBezTo>
                <a:cubicBezTo>
                  <a:pt x="129" y="11"/>
                  <a:pt x="124" y="16"/>
                  <a:pt x="123" y="22"/>
                </a:cubicBezTo>
                <a:cubicBezTo>
                  <a:pt x="123" y="29"/>
                  <a:pt x="129" y="34"/>
                  <a:pt x="135" y="34"/>
                </a:cubicBezTo>
                <a:close/>
                <a:moveTo>
                  <a:pt x="135" y="16"/>
                </a:moveTo>
                <a:cubicBezTo>
                  <a:pt x="139" y="16"/>
                  <a:pt x="142" y="19"/>
                  <a:pt x="142" y="23"/>
                </a:cubicBezTo>
                <a:cubicBezTo>
                  <a:pt x="142" y="26"/>
                  <a:pt x="139" y="30"/>
                  <a:pt x="135" y="30"/>
                </a:cubicBezTo>
                <a:cubicBezTo>
                  <a:pt x="131" y="29"/>
                  <a:pt x="128" y="26"/>
                  <a:pt x="128" y="23"/>
                </a:cubicBezTo>
                <a:cubicBezTo>
                  <a:pt x="128" y="19"/>
                  <a:pt x="131" y="16"/>
                  <a:pt x="135" y="16"/>
                </a:cubicBezTo>
                <a:close/>
                <a:moveTo>
                  <a:pt x="215" y="61"/>
                </a:moveTo>
                <a:cubicBezTo>
                  <a:pt x="215" y="61"/>
                  <a:pt x="215" y="61"/>
                  <a:pt x="215" y="61"/>
                </a:cubicBezTo>
                <a:cubicBezTo>
                  <a:pt x="211" y="62"/>
                  <a:pt x="208" y="62"/>
                  <a:pt x="205" y="64"/>
                </a:cubicBezTo>
                <a:cubicBezTo>
                  <a:pt x="197" y="67"/>
                  <a:pt x="192" y="73"/>
                  <a:pt x="189" y="80"/>
                </a:cubicBezTo>
                <a:cubicBezTo>
                  <a:pt x="189" y="82"/>
                  <a:pt x="189" y="83"/>
                  <a:pt x="191" y="84"/>
                </a:cubicBezTo>
                <a:cubicBezTo>
                  <a:pt x="192" y="84"/>
                  <a:pt x="193" y="84"/>
                  <a:pt x="194" y="82"/>
                </a:cubicBezTo>
                <a:cubicBezTo>
                  <a:pt x="198" y="72"/>
                  <a:pt x="205" y="67"/>
                  <a:pt x="215" y="66"/>
                </a:cubicBezTo>
                <a:cubicBezTo>
                  <a:pt x="217" y="66"/>
                  <a:pt x="218" y="65"/>
                  <a:pt x="218" y="64"/>
                </a:cubicBezTo>
                <a:cubicBezTo>
                  <a:pt x="218" y="62"/>
                  <a:pt x="216" y="61"/>
                  <a:pt x="215" y="61"/>
                </a:cubicBezTo>
                <a:close/>
                <a:moveTo>
                  <a:pt x="262" y="60"/>
                </a:moveTo>
                <a:cubicBezTo>
                  <a:pt x="258" y="54"/>
                  <a:pt x="253" y="49"/>
                  <a:pt x="248" y="45"/>
                </a:cubicBezTo>
                <a:cubicBezTo>
                  <a:pt x="245" y="43"/>
                  <a:pt x="242" y="42"/>
                  <a:pt x="239" y="40"/>
                </a:cubicBezTo>
                <a:cubicBezTo>
                  <a:pt x="236" y="37"/>
                  <a:pt x="232" y="34"/>
                  <a:pt x="229" y="31"/>
                </a:cubicBezTo>
                <a:cubicBezTo>
                  <a:pt x="221" y="25"/>
                  <a:pt x="213" y="19"/>
                  <a:pt x="205" y="12"/>
                </a:cubicBezTo>
                <a:cubicBezTo>
                  <a:pt x="198" y="7"/>
                  <a:pt x="189" y="7"/>
                  <a:pt x="182" y="13"/>
                </a:cubicBezTo>
                <a:cubicBezTo>
                  <a:pt x="182" y="13"/>
                  <a:pt x="181" y="14"/>
                  <a:pt x="180" y="14"/>
                </a:cubicBezTo>
                <a:cubicBezTo>
                  <a:pt x="172" y="14"/>
                  <a:pt x="165" y="14"/>
                  <a:pt x="157" y="14"/>
                </a:cubicBezTo>
                <a:cubicBezTo>
                  <a:pt x="156" y="14"/>
                  <a:pt x="155" y="13"/>
                  <a:pt x="155" y="13"/>
                </a:cubicBezTo>
                <a:cubicBezTo>
                  <a:pt x="151" y="5"/>
                  <a:pt x="144" y="1"/>
                  <a:pt x="136" y="1"/>
                </a:cubicBezTo>
                <a:cubicBezTo>
                  <a:pt x="127" y="0"/>
                  <a:pt x="120" y="5"/>
                  <a:pt x="116" y="12"/>
                </a:cubicBezTo>
                <a:cubicBezTo>
                  <a:pt x="115" y="13"/>
                  <a:pt x="115" y="14"/>
                  <a:pt x="113" y="14"/>
                </a:cubicBezTo>
                <a:cubicBezTo>
                  <a:pt x="106" y="14"/>
                  <a:pt x="98" y="14"/>
                  <a:pt x="90" y="14"/>
                </a:cubicBezTo>
                <a:cubicBezTo>
                  <a:pt x="89" y="14"/>
                  <a:pt x="88" y="13"/>
                  <a:pt x="88" y="13"/>
                </a:cubicBezTo>
                <a:cubicBezTo>
                  <a:pt x="81" y="7"/>
                  <a:pt x="72" y="7"/>
                  <a:pt x="65" y="12"/>
                </a:cubicBezTo>
                <a:cubicBezTo>
                  <a:pt x="56" y="20"/>
                  <a:pt x="47" y="27"/>
                  <a:pt x="37" y="34"/>
                </a:cubicBezTo>
                <a:cubicBezTo>
                  <a:pt x="33" y="38"/>
                  <a:pt x="27" y="42"/>
                  <a:pt x="23" y="45"/>
                </a:cubicBezTo>
                <a:cubicBezTo>
                  <a:pt x="19" y="48"/>
                  <a:pt x="16" y="50"/>
                  <a:pt x="14" y="53"/>
                </a:cubicBezTo>
                <a:cubicBezTo>
                  <a:pt x="4" y="64"/>
                  <a:pt x="0" y="76"/>
                  <a:pt x="0" y="89"/>
                </a:cubicBezTo>
                <a:cubicBezTo>
                  <a:pt x="0" y="100"/>
                  <a:pt x="3" y="110"/>
                  <a:pt x="8" y="119"/>
                </a:cubicBezTo>
                <a:cubicBezTo>
                  <a:pt x="21" y="139"/>
                  <a:pt x="45" y="149"/>
                  <a:pt x="68" y="143"/>
                </a:cubicBezTo>
                <a:cubicBezTo>
                  <a:pt x="90" y="137"/>
                  <a:pt x="106" y="119"/>
                  <a:pt x="109" y="96"/>
                </a:cubicBezTo>
                <a:cubicBezTo>
                  <a:pt x="109" y="95"/>
                  <a:pt x="110" y="94"/>
                  <a:pt x="110" y="94"/>
                </a:cubicBezTo>
                <a:cubicBezTo>
                  <a:pt x="114" y="91"/>
                  <a:pt x="118" y="88"/>
                  <a:pt x="122" y="85"/>
                </a:cubicBezTo>
                <a:cubicBezTo>
                  <a:pt x="127" y="80"/>
                  <a:pt x="130" y="74"/>
                  <a:pt x="129" y="67"/>
                </a:cubicBezTo>
                <a:cubicBezTo>
                  <a:pt x="128" y="66"/>
                  <a:pt x="129" y="66"/>
                  <a:pt x="129" y="65"/>
                </a:cubicBezTo>
                <a:cubicBezTo>
                  <a:pt x="131" y="61"/>
                  <a:pt x="138" y="61"/>
                  <a:pt x="141" y="64"/>
                </a:cubicBezTo>
                <a:cubicBezTo>
                  <a:pt x="141" y="65"/>
                  <a:pt x="142" y="66"/>
                  <a:pt x="141" y="67"/>
                </a:cubicBezTo>
                <a:cubicBezTo>
                  <a:pt x="140" y="74"/>
                  <a:pt x="142" y="80"/>
                  <a:pt x="148" y="84"/>
                </a:cubicBezTo>
                <a:cubicBezTo>
                  <a:pt x="152" y="88"/>
                  <a:pt x="156" y="91"/>
                  <a:pt x="160" y="94"/>
                </a:cubicBezTo>
                <a:cubicBezTo>
                  <a:pt x="161" y="95"/>
                  <a:pt x="161" y="96"/>
                  <a:pt x="161" y="97"/>
                </a:cubicBezTo>
                <a:cubicBezTo>
                  <a:pt x="163" y="106"/>
                  <a:pt x="166" y="115"/>
                  <a:pt x="172" y="123"/>
                </a:cubicBezTo>
                <a:cubicBezTo>
                  <a:pt x="188" y="144"/>
                  <a:pt x="218" y="151"/>
                  <a:pt x="241" y="138"/>
                </a:cubicBezTo>
                <a:cubicBezTo>
                  <a:pt x="270" y="123"/>
                  <a:pt x="279" y="87"/>
                  <a:pt x="262" y="60"/>
                </a:cubicBezTo>
                <a:close/>
                <a:moveTo>
                  <a:pt x="135" y="5"/>
                </a:moveTo>
                <a:cubicBezTo>
                  <a:pt x="144" y="5"/>
                  <a:pt x="152" y="13"/>
                  <a:pt x="153" y="22"/>
                </a:cubicBezTo>
                <a:cubicBezTo>
                  <a:pt x="153" y="31"/>
                  <a:pt x="145" y="40"/>
                  <a:pt x="136" y="40"/>
                </a:cubicBezTo>
                <a:cubicBezTo>
                  <a:pt x="125" y="40"/>
                  <a:pt x="118" y="31"/>
                  <a:pt x="118" y="23"/>
                </a:cubicBezTo>
                <a:cubicBezTo>
                  <a:pt x="118" y="13"/>
                  <a:pt x="125" y="5"/>
                  <a:pt x="135" y="5"/>
                </a:cubicBezTo>
                <a:close/>
                <a:moveTo>
                  <a:pt x="54" y="140"/>
                </a:moveTo>
                <a:cubicBezTo>
                  <a:pt x="27" y="139"/>
                  <a:pt x="4" y="117"/>
                  <a:pt x="5" y="90"/>
                </a:cubicBezTo>
                <a:cubicBezTo>
                  <a:pt x="5" y="62"/>
                  <a:pt x="27" y="39"/>
                  <a:pt x="55" y="40"/>
                </a:cubicBezTo>
                <a:cubicBezTo>
                  <a:pt x="82" y="40"/>
                  <a:pt x="105" y="62"/>
                  <a:pt x="105" y="90"/>
                </a:cubicBezTo>
                <a:cubicBezTo>
                  <a:pt x="105" y="118"/>
                  <a:pt x="81" y="140"/>
                  <a:pt x="54" y="140"/>
                </a:cubicBezTo>
                <a:close/>
                <a:moveTo>
                  <a:pt x="119" y="80"/>
                </a:moveTo>
                <a:cubicBezTo>
                  <a:pt x="116" y="83"/>
                  <a:pt x="114" y="85"/>
                  <a:pt x="111" y="87"/>
                </a:cubicBezTo>
                <a:cubicBezTo>
                  <a:pt x="110" y="88"/>
                  <a:pt x="110" y="88"/>
                  <a:pt x="109" y="88"/>
                </a:cubicBezTo>
                <a:cubicBezTo>
                  <a:pt x="109" y="71"/>
                  <a:pt x="102" y="57"/>
                  <a:pt x="89" y="47"/>
                </a:cubicBezTo>
                <a:cubicBezTo>
                  <a:pt x="75" y="36"/>
                  <a:pt x="60" y="33"/>
                  <a:pt x="43" y="36"/>
                </a:cubicBezTo>
                <a:cubicBezTo>
                  <a:pt x="48" y="32"/>
                  <a:pt x="52" y="28"/>
                  <a:pt x="57" y="25"/>
                </a:cubicBezTo>
                <a:cubicBezTo>
                  <a:pt x="60" y="22"/>
                  <a:pt x="64" y="19"/>
                  <a:pt x="68" y="16"/>
                </a:cubicBezTo>
                <a:cubicBezTo>
                  <a:pt x="74" y="11"/>
                  <a:pt x="81" y="12"/>
                  <a:pt x="86" y="18"/>
                </a:cubicBezTo>
                <a:cubicBezTo>
                  <a:pt x="94" y="28"/>
                  <a:pt x="102" y="39"/>
                  <a:pt x="110" y="49"/>
                </a:cubicBezTo>
                <a:cubicBezTo>
                  <a:pt x="114" y="53"/>
                  <a:pt x="118" y="58"/>
                  <a:pt x="121" y="63"/>
                </a:cubicBezTo>
                <a:cubicBezTo>
                  <a:pt x="126" y="68"/>
                  <a:pt x="125" y="76"/>
                  <a:pt x="119" y="80"/>
                </a:cubicBezTo>
                <a:close/>
                <a:moveTo>
                  <a:pt x="135" y="57"/>
                </a:moveTo>
                <a:cubicBezTo>
                  <a:pt x="132" y="57"/>
                  <a:pt x="129" y="59"/>
                  <a:pt x="126" y="61"/>
                </a:cubicBezTo>
                <a:cubicBezTo>
                  <a:pt x="115" y="47"/>
                  <a:pt x="104" y="33"/>
                  <a:pt x="9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2" y="26"/>
                  <a:pt x="114" y="33"/>
                  <a:pt x="120" y="38"/>
                </a:cubicBezTo>
                <a:cubicBezTo>
                  <a:pt x="125" y="43"/>
                  <a:pt x="130" y="45"/>
                  <a:pt x="136" y="44"/>
                </a:cubicBezTo>
                <a:cubicBezTo>
                  <a:pt x="148" y="44"/>
                  <a:pt x="159" y="33"/>
                  <a:pt x="157" y="19"/>
                </a:cubicBezTo>
                <a:cubicBezTo>
                  <a:pt x="177" y="19"/>
                  <a:pt x="177" y="19"/>
                  <a:pt x="177" y="19"/>
                </a:cubicBezTo>
                <a:cubicBezTo>
                  <a:pt x="166" y="33"/>
                  <a:pt x="155" y="47"/>
                  <a:pt x="144" y="61"/>
                </a:cubicBezTo>
                <a:cubicBezTo>
                  <a:pt x="141" y="58"/>
                  <a:pt x="139" y="57"/>
                  <a:pt x="135" y="57"/>
                </a:cubicBezTo>
                <a:close/>
                <a:moveTo>
                  <a:pt x="161" y="89"/>
                </a:moveTo>
                <a:cubicBezTo>
                  <a:pt x="160" y="88"/>
                  <a:pt x="160" y="88"/>
                  <a:pt x="160" y="88"/>
                </a:cubicBezTo>
                <a:cubicBezTo>
                  <a:pt x="157" y="85"/>
                  <a:pt x="154" y="83"/>
                  <a:pt x="151" y="81"/>
                </a:cubicBezTo>
                <a:cubicBezTo>
                  <a:pt x="145" y="76"/>
                  <a:pt x="144" y="68"/>
                  <a:pt x="149" y="62"/>
                </a:cubicBezTo>
                <a:cubicBezTo>
                  <a:pt x="159" y="50"/>
                  <a:pt x="168" y="38"/>
                  <a:pt x="178" y="26"/>
                </a:cubicBezTo>
                <a:cubicBezTo>
                  <a:pt x="179" y="24"/>
                  <a:pt x="181" y="22"/>
                  <a:pt x="183" y="20"/>
                </a:cubicBezTo>
                <a:cubicBezTo>
                  <a:pt x="184" y="18"/>
                  <a:pt x="185" y="17"/>
                  <a:pt x="187" y="16"/>
                </a:cubicBezTo>
                <a:cubicBezTo>
                  <a:pt x="191" y="12"/>
                  <a:pt x="197" y="12"/>
                  <a:pt x="202" y="16"/>
                </a:cubicBezTo>
                <a:cubicBezTo>
                  <a:pt x="209" y="21"/>
                  <a:pt x="215" y="27"/>
                  <a:pt x="222" y="32"/>
                </a:cubicBezTo>
                <a:cubicBezTo>
                  <a:pt x="223" y="33"/>
                  <a:pt x="225" y="34"/>
                  <a:pt x="226" y="35"/>
                </a:cubicBezTo>
                <a:cubicBezTo>
                  <a:pt x="226" y="35"/>
                  <a:pt x="226" y="36"/>
                  <a:pt x="226" y="36"/>
                </a:cubicBezTo>
                <a:cubicBezTo>
                  <a:pt x="210" y="33"/>
                  <a:pt x="195" y="36"/>
                  <a:pt x="181" y="47"/>
                </a:cubicBezTo>
                <a:cubicBezTo>
                  <a:pt x="168" y="58"/>
                  <a:pt x="162" y="72"/>
                  <a:pt x="161" y="89"/>
                </a:cubicBezTo>
                <a:close/>
                <a:moveTo>
                  <a:pt x="216" y="140"/>
                </a:moveTo>
                <a:cubicBezTo>
                  <a:pt x="189" y="140"/>
                  <a:pt x="166" y="117"/>
                  <a:pt x="166" y="89"/>
                </a:cubicBezTo>
                <a:cubicBezTo>
                  <a:pt x="166" y="62"/>
                  <a:pt x="188" y="40"/>
                  <a:pt x="216" y="40"/>
                </a:cubicBezTo>
                <a:cubicBezTo>
                  <a:pt x="243" y="40"/>
                  <a:pt x="266" y="62"/>
                  <a:pt x="266" y="90"/>
                </a:cubicBezTo>
                <a:cubicBezTo>
                  <a:pt x="266" y="117"/>
                  <a:pt x="243" y="140"/>
                  <a:pt x="216" y="140"/>
                </a:cubicBezTo>
                <a:close/>
                <a:moveTo>
                  <a:pt x="216" y="49"/>
                </a:moveTo>
                <a:cubicBezTo>
                  <a:pt x="194" y="49"/>
                  <a:pt x="176" y="67"/>
                  <a:pt x="176" y="90"/>
                </a:cubicBezTo>
                <a:cubicBezTo>
                  <a:pt x="176" y="111"/>
                  <a:pt x="193" y="130"/>
                  <a:pt x="215" y="130"/>
                </a:cubicBezTo>
                <a:cubicBezTo>
                  <a:pt x="238" y="130"/>
                  <a:pt x="256" y="112"/>
                  <a:pt x="256" y="90"/>
                </a:cubicBezTo>
                <a:cubicBezTo>
                  <a:pt x="256" y="68"/>
                  <a:pt x="238" y="50"/>
                  <a:pt x="216" y="49"/>
                </a:cubicBezTo>
                <a:close/>
                <a:moveTo>
                  <a:pt x="216" y="125"/>
                </a:moveTo>
                <a:cubicBezTo>
                  <a:pt x="197" y="125"/>
                  <a:pt x="180" y="109"/>
                  <a:pt x="180" y="90"/>
                </a:cubicBezTo>
                <a:cubicBezTo>
                  <a:pt x="181" y="70"/>
                  <a:pt x="196" y="54"/>
                  <a:pt x="216" y="54"/>
                </a:cubicBezTo>
                <a:cubicBezTo>
                  <a:pt x="235" y="54"/>
                  <a:pt x="251" y="70"/>
                  <a:pt x="251" y="90"/>
                </a:cubicBezTo>
                <a:cubicBezTo>
                  <a:pt x="251" y="109"/>
                  <a:pt x="235" y="125"/>
                  <a:pt x="216" y="125"/>
                </a:cubicBezTo>
                <a:close/>
                <a:moveTo>
                  <a:pt x="56" y="62"/>
                </a:moveTo>
                <a:cubicBezTo>
                  <a:pt x="55" y="61"/>
                  <a:pt x="54" y="61"/>
                  <a:pt x="53" y="61"/>
                </a:cubicBezTo>
                <a:cubicBezTo>
                  <a:pt x="47" y="62"/>
                  <a:pt x="42" y="64"/>
                  <a:pt x="37" y="68"/>
                </a:cubicBezTo>
                <a:cubicBezTo>
                  <a:pt x="33" y="71"/>
                  <a:pt x="30" y="75"/>
                  <a:pt x="28" y="81"/>
                </a:cubicBezTo>
                <a:cubicBezTo>
                  <a:pt x="28" y="82"/>
                  <a:pt x="28" y="83"/>
                  <a:pt x="29" y="84"/>
                </a:cubicBezTo>
                <a:cubicBezTo>
                  <a:pt x="31" y="84"/>
                  <a:pt x="32" y="84"/>
                  <a:pt x="33" y="82"/>
                </a:cubicBezTo>
                <a:cubicBezTo>
                  <a:pt x="33" y="82"/>
                  <a:pt x="33" y="81"/>
                  <a:pt x="33" y="81"/>
                </a:cubicBezTo>
                <a:cubicBezTo>
                  <a:pt x="37" y="71"/>
                  <a:pt x="44" y="67"/>
                  <a:pt x="54" y="66"/>
                </a:cubicBezTo>
                <a:cubicBezTo>
                  <a:pt x="55" y="66"/>
                  <a:pt x="55" y="66"/>
                  <a:pt x="56" y="66"/>
                </a:cubicBezTo>
                <a:cubicBezTo>
                  <a:pt x="57" y="66"/>
                  <a:pt x="58" y="66"/>
                  <a:pt x="58" y="64"/>
                </a:cubicBezTo>
                <a:cubicBezTo>
                  <a:pt x="58" y="63"/>
                  <a:pt x="58" y="62"/>
                  <a:pt x="56" y="62"/>
                </a:cubicBezTo>
                <a:close/>
                <a:moveTo>
                  <a:pt x="55" y="49"/>
                </a:moveTo>
                <a:cubicBezTo>
                  <a:pt x="32" y="50"/>
                  <a:pt x="15" y="67"/>
                  <a:pt x="14" y="89"/>
                </a:cubicBezTo>
                <a:cubicBezTo>
                  <a:pt x="14" y="112"/>
                  <a:pt x="32" y="130"/>
                  <a:pt x="55" y="130"/>
                </a:cubicBezTo>
                <a:cubicBezTo>
                  <a:pt x="77" y="130"/>
                  <a:pt x="95" y="112"/>
                  <a:pt x="95" y="90"/>
                </a:cubicBezTo>
                <a:cubicBezTo>
                  <a:pt x="95" y="68"/>
                  <a:pt x="77" y="49"/>
                  <a:pt x="55" y="49"/>
                </a:cubicBezTo>
                <a:close/>
                <a:moveTo>
                  <a:pt x="55" y="125"/>
                </a:moveTo>
                <a:cubicBezTo>
                  <a:pt x="35" y="125"/>
                  <a:pt x="19" y="109"/>
                  <a:pt x="19" y="90"/>
                </a:cubicBezTo>
                <a:cubicBezTo>
                  <a:pt x="19" y="70"/>
                  <a:pt x="35" y="54"/>
                  <a:pt x="55" y="54"/>
                </a:cubicBezTo>
                <a:cubicBezTo>
                  <a:pt x="74" y="54"/>
                  <a:pt x="90" y="70"/>
                  <a:pt x="90" y="90"/>
                </a:cubicBezTo>
                <a:cubicBezTo>
                  <a:pt x="90" y="110"/>
                  <a:pt x="74" y="125"/>
                  <a:pt x="55" y="12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6" name="Freeform 29">
            <a:extLst>
              <a:ext uri="{FF2B5EF4-FFF2-40B4-BE49-F238E27FC236}">
                <a16:creationId xmlns:a16="http://schemas.microsoft.com/office/drawing/2014/main" id="{28AAE902-96A3-4FFB-B2BF-25494177B839}"/>
              </a:ext>
            </a:extLst>
          </p:cNvPr>
          <p:cNvSpPr>
            <a:spLocks noEditPoints="1"/>
          </p:cNvSpPr>
          <p:nvPr/>
        </p:nvSpPr>
        <p:spPr bwMode="auto">
          <a:xfrm>
            <a:off x="1866352" y="2057804"/>
            <a:ext cx="577410" cy="578848"/>
          </a:xfrm>
          <a:custGeom>
            <a:avLst/>
            <a:gdLst>
              <a:gd name="T0" fmla="*/ 159 w 200"/>
              <a:gd name="T1" fmla="*/ 3 h 201"/>
              <a:gd name="T2" fmla="*/ 84 w 200"/>
              <a:gd name="T3" fmla="*/ 47 h 201"/>
              <a:gd name="T4" fmla="*/ 54 w 200"/>
              <a:gd name="T5" fmla="*/ 55 h 201"/>
              <a:gd name="T6" fmla="*/ 26 w 200"/>
              <a:gd name="T7" fmla="*/ 90 h 201"/>
              <a:gd name="T8" fmla="*/ 41 w 200"/>
              <a:gd name="T9" fmla="*/ 115 h 201"/>
              <a:gd name="T10" fmla="*/ 41 w 200"/>
              <a:gd name="T11" fmla="*/ 134 h 201"/>
              <a:gd name="T12" fmla="*/ 76 w 200"/>
              <a:gd name="T13" fmla="*/ 164 h 201"/>
              <a:gd name="T14" fmla="*/ 97 w 200"/>
              <a:gd name="T15" fmla="*/ 186 h 201"/>
              <a:gd name="T16" fmla="*/ 149 w 200"/>
              <a:gd name="T17" fmla="*/ 144 h 201"/>
              <a:gd name="T18" fmla="*/ 154 w 200"/>
              <a:gd name="T19" fmla="*/ 117 h 201"/>
              <a:gd name="T20" fmla="*/ 159 w 200"/>
              <a:gd name="T21" fmla="*/ 111 h 201"/>
              <a:gd name="T22" fmla="*/ 200 w 200"/>
              <a:gd name="T23" fmla="*/ 4 h 201"/>
              <a:gd name="T24" fmla="*/ 28 w 200"/>
              <a:gd name="T25" fmla="*/ 100 h 201"/>
              <a:gd name="T26" fmla="*/ 61 w 200"/>
              <a:gd name="T27" fmla="*/ 60 h 201"/>
              <a:gd name="T28" fmla="*/ 76 w 200"/>
              <a:gd name="T29" fmla="*/ 56 h 201"/>
              <a:gd name="T30" fmla="*/ 47 w 200"/>
              <a:gd name="T31" fmla="*/ 108 h 201"/>
              <a:gd name="T32" fmla="*/ 78 w 200"/>
              <a:gd name="T33" fmla="*/ 155 h 201"/>
              <a:gd name="T34" fmla="*/ 46 w 200"/>
              <a:gd name="T35" fmla="*/ 128 h 201"/>
              <a:gd name="T36" fmla="*/ 49 w 200"/>
              <a:gd name="T37" fmla="*/ 120 h 201"/>
              <a:gd name="T38" fmla="*/ 78 w 200"/>
              <a:gd name="T39" fmla="*/ 155 h 201"/>
              <a:gd name="T40" fmla="*/ 142 w 200"/>
              <a:gd name="T41" fmla="*/ 139 h 201"/>
              <a:gd name="T42" fmla="*/ 100 w 200"/>
              <a:gd name="T43" fmla="*/ 172 h 201"/>
              <a:gd name="T44" fmla="*/ 145 w 200"/>
              <a:gd name="T45" fmla="*/ 122 h 201"/>
              <a:gd name="T46" fmla="*/ 176 w 200"/>
              <a:gd name="T47" fmla="*/ 78 h 201"/>
              <a:gd name="T48" fmla="*/ 89 w 200"/>
              <a:gd name="T49" fmla="*/ 146 h 201"/>
              <a:gd name="T50" fmla="*/ 55 w 200"/>
              <a:gd name="T51" fmla="*/ 114 h 201"/>
              <a:gd name="T52" fmla="*/ 84 w 200"/>
              <a:gd name="T53" fmla="*/ 63 h 201"/>
              <a:gd name="T54" fmla="*/ 148 w 200"/>
              <a:gd name="T55" fmla="*/ 14 h 201"/>
              <a:gd name="T56" fmla="*/ 192 w 200"/>
              <a:gd name="T57" fmla="*/ 9 h 201"/>
              <a:gd name="T58" fmla="*/ 50 w 200"/>
              <a:gd name="T59" fmla="*/ 153 h 201"/>
              <a:gd name="T60" fmla="*/ 24 w 200"/>
              <a:gd name="T61" fmla="*/ 171 h 201"/>
              <a:gd name="T62" fmla="*/ 5 w 200"/>
              <a:gd name="T63" fmla="*/ 196 h 201"/>
              <a:gd name="T64" fmla="*/ 20 w 200"/>
              <a:gd name="T65" fmla="*/ 186 h 201"/>
              <a:gd name="T66" fmla="*/ 50 w 200"/>
              <a:gd name="T67" fmla="*/ 153 h 201"/>
              <a:gd name="T68" fmla="*/ 31 w 200"/>
              <a:gd name="T69" fmla="*/ 193 h 201"/>
              <a:gd name="T70" fmla="*/ 37 w 200"/>
              <a:gd name="T71" fmla="*/ 198 h 201"/>
              <a:gd name="T72" fmla="*/ 63 w 200"/>
              <a:gd name="T73" fmla="*/ 172 h 201"/>
              <a:gd name="T74" fmla="*/ 57 w 200"/>
              <a:gd name="T75" fmla="*/ 167 h 201"/>
              <a:gd name="T76" fmla="*/ 34 w 200"/>
              <a:gd name="T77" fmla="*/ 143 h 201"/>
              <a:gd name="T78" fmla="*/ 28 w 200"/>
              <a:gd name="T79" fmla="*/ 138 h 201"/>
              <a:gd name="T80" fmla="*/ 15 w 200"/>
              <a:gd name="T81" fmla="*/ 151 h 201"/>
              <a:gd name="T82" fmla="*/ 2 w 200"/>
              <a:gd name="T83" fmla="*/ 170 h 201"/>
              <a:gd name="T84" fmla="*/ 111 w 200"/>
              <a:gd name="T85" fmla="*/ 48 h 201"/>
              <a:gd name="T86" fmla="*/ 153 w 200"/>
              <a:gd name="T87" fmla="*/ 89 h 201"/>
              <a:gd name="T88" fmla="*/ 111 w 200"/>
              <a:gd name="T89" fmla="*/ 48 h 201"/>
              <a:gd name="T90" fmla="*/ 117 w 200"/>
              <a:gd name="T91" fmla="*/ 84 h 201"/>
              <a:gd name="T92" fmla="*/ 148 w 200"/>
              <a:gd name="T93" fmla="*/ 53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00" h="201">
                <a:moveTo>
                  <a:pt x="196" y="0"/>
                </a:moveTo>
                <a:cubicBezTo>
                  <a:pt x="183" y="0"/>
                  <a:pt x="171" y="1"/>
                  <a:pt x="159" y="3"/>
                </a:cubicBezTo>
                <a:cubicBezTo>
                  <a:pt x="129" y="8"/>
                  <a:pt x="105" y="22"/>
                  <a:pt x="87" y="45"/>
                </a:cubicBezTo>
                <a:cubicBezTo>
                  <a:pt x="86" y="46"/>
                  <a:pt x="85" y="47"/>
                  <a:pt x="84" y="47"/>
                </a:cubicBezTo>
                <a:cubicBezTo>
                  <a:pt x="78" y="48"/>
                  <a:pt x="72" y="49"/>
                  <a:pt x="66" y="49"/>
                </a:cubicBezTo>
                <a:cubicBezTo>
                  <a:pt x="61" y="49"/>
                  <a:pt x="56" y="51"/>
                  <a:pt x="54" y="55"/>
                </a:cubicBezTo>
                <a:cubicBezTo>
                  <a:pt x="53" y="56"/>
                  <a:pt x="53" y="56"/>
                  <a:pt x="53" y="57"/>
                </a:cubicBezTo>
                <a:cubicBezTo>
                  <a:pt x="44" y="68"/>
                  <a:pt x="35" y="79"/>
                  <a:pt x="26" y="90"/>
                </a:cubicBezTo>
                <a:cubicBezTo>
                  <a:pt x="22" y="94"/>
                  <a:pt x="19" y="99"/>
                  <a:pt x="15" y="103"/>
                </a:cubicBezTo>
                <a:cubicBezTo>
                  <a:pt x="24" y="107"/>
                  <a:pt x="32" y="111"/>
                  <a:pt x="41" y="115"/>
                </a:cubicBezTo>
                <a:cubicBezTo>
                  <a:pt x="41" y="116"/>
                  <a:pt x="41" y="116"/>
                  <a:pt x="40" y="116"/>
                </a:cubicBezTo>
                <a:cubicBezTo>
                  <a:pt x="35" y="122"/>
                  <a:pt x="36" y="128"/>
                  <a:pt x="41" y="134"/>
                </a:cubicBezTo>
                <a:cubicBezTo>
                  <a:pt x="50" y="142"/>
                  <a:pt x="58" y="151"/>
                  <a:pt x="67" y="160"/>
                </a:cubicBezTo>
                <a:cubicBezTo>
                  <a:pt x="70" y="162"/>
                  <a:pt x="72" y="164"/>
                  <a:pt x="76" y="164"/>
                </a:cubicBezTo>
                <a:cubicBezTo>
                  <a:pt x="80" y="164"/>
                  <a:pt x="83" y="162"/>
                  <a:pt x="86" y="159"/>
                </a:cubicBezTo>
                <a:cubicBezTo>
                  <a:pt x="90" y="168"/>
                  <a:pt x="93" y="177"/>
                  <a:pt x="97" y="186"/>
                </a:cubicBezTo>
                <a:cubicBezTo>
                  <a:pt x="107" y="178"/>
                  <a:pt x="116" y="171"/>
                  <a:pt x="125" y="163"/>
                </a:cubicBezTo>
                <a:cubicBezTo>
                  <a:pt x="133" y="157"/>
                  <a:pt x="141" y="150"/>
                  <a:pt x="149" y="144"/>
                </a:cubicBezTo>
                <a:cubicBezTo>
                  <a:pt x="150" y="143"/>
                  <a:pt x="151" y="142"/>
                  <a:pt x="151" y="141"/>
                </a:cubicBezTo>
                <a:cubicBezTo>
                  <a:pt x="152" y="133"/>
                  <a:pt x="153" y="125"/>
                  <a:pt x="154" y="117"/>
                </a:cubicBezTo>
                <a:cubicBezTo>
                  <a:pt x="154" y="116"/>
                  <a:pt x="154" y="115"/>
                  <a:pt x="155" y="114"/>
                </a:cubicBezTo>
                <a:cubicBezTo>
                  <a:pt x="156" y="113"/>
                  <a:pt x="157" y="112"/>
                  <a:pt x="159" y="111"/>
                </a:cubicBezTo>
                <a:cubicBezTo>
                  <a:pt x="173" y="99"/>
                  <a:pt x="184" y="85"/>
                  <a:pt x="190" y="69"/>
                </a:cubicBezTo>
                <a:cubicBezTo>
                  <a:pt x="198" y="48"/>
                  <a:pt x="200" y="26"/>
                  <a:pt x="200" y="4"/>
                </a:cubicBezTo>
                <a:cubicBezTo>
                  <a:pt x="200" y="2"/>
                  <a:pt x="199" y="0"/>
                  <a:pt x="196" y="0"/>
                </a:cubicBezTo>
                <a:close/>
                <a:moveTo>
                  <a:pt x="28" y="100"/>
                </a:moveTo>
                <a:cubicBezTo>
                  <a:pt x="32" y="95"/>
                  <a:pt x="36" y="90"/>
                  <a:pt x="40" y="86"/>
                </a:cubicBezTo>
                <a:cubicBezTo>
                  <a:pt x="47" y="77"/>
                  <a:pt x="54" y="68"/>
                  <a:pt x="61" y="60"/>
                </a:cubicBezTo>
                <a:cubicBezTo>
                  <a:pt x="62" y="58"/>
                  <a:pt x="63" y="58"/>
                  <a:pt x="65" y="57"/>
                </a:cubicBezTo>
                <a:cubicBezTo>
                  <a:pt x="68" y="57"/>
                  <a:pt x="72" y="57"/>
                  <a:pt x="76" y="56"/>
                </a:cubicBezTo>
                <a:cubicBezTo>
                  <a:pt x="77" y="56"/>
                  <a:pt x="78" y="56"/>
                  <a:pt x="78" y="56"/>
                </a:cubicBezTo>
                <a:cubicBezTo>
                  <a:pt x="68" y="73"/>
                  <a:pt x="57" y="91"/>
                  <a:pt x="47" y="108"/>
                </a:cubicBezTo>
                <a:cubicBezTo>
                  <a:pt x="41" y="106"/>
                  <a:pt x="34" y="103"/>
                  <a:pt x="28" y="100"/>
                </a:cubicBezTo>
                <a:close/>
                <a:moveTo>
                  <a:pt x="78" y="155"/>
                </a:moveTo>
                <a:cubicBezTo>
                  <a:pt x="76" y="156"/>
                  <a:pt x="75" y="156"/>
                  <a:pt x="73" y="154"/>
                </a:cubicBezTo>
                <a:cubicBezTo>
                  <a:pt x="64" y="145"/>
                  <a:pt x="55" y="136"/>
                  <a:pt x="46" y="128"/>
                </a:cubicBezTo>
                <a:cubicBezTo>
                  <a:pt x="45" y="126"/>
                  <a:pt x="45" y="124"/>
                  <a:pt x="46" y="122"/>
                </a:cubicBezTo>
                <a:cubicBezTo>
                  <a:pt x="47" y="121"/>
                  <a:pt x="48" y="120"/>
                  <a:pt x="49" y="120"/>
                </a:cubicBezTo>
                <a:cubicBezTo>
                  <a:pt x="59" y="130"/>
                  <a:pt x="70" y="141"/>
                  <a:pt x="81" y="152"/>
                </a:cubicBezTo>
                <a:cubicBezTo>
                  <a:pt x="80" y="153"/>
                  <a:pt x="79" y="154"/>
                  <a:pt x="78" y="155"/>
                </a:cubicBezTo>
                <a:close/>
                <a:moveTo>
                  <a:pt x="143" y="138"/>
                </a:moveTo>
                <a:cubicBezTo>
                  <a:pt x="143" y="138"/>
                  <a:pt x="142" y="139"/>
                  <a:pt x="142" y="139"/>
                </a:cubicBezTo>
                <a:cubicBezTo>
                  <a:pt x="128" y="150"/>
                  <a:pt x="115" y="161"/>
                  <a:pt x="101" y="172"/>
                </a:cubicBezTo>
                <a:cubicBezTo>
                  <a:pt x="101" y="172"/>
                  <a:pt x="101" y="172"/>
                  <a:pt x="100" y="172"/>
                </a:cubicBezTo>
                <a:cubicBezTo>
                  <a:pt x="98" y="166"/>
                  <a:pt x="95" y="160"/>
                  <a:pt x="92" y="154"/>
                </a:cubicBezTo>
                <a:cubicBezTo>
                  <a:pt x="110" y="143"/>
                  <a:pt x="127" y="133"/>
                  <a:pt x="145" y="122"/>
                </a:cubicBezTo>
                <a:cubicBezTo>
                  <a:pt x="144" y="127"/>
                  <a:pt x="143" y="132"/>
                  <a:pt x="143" y="138"/>
                </a:cubicBezTo>
                <a:close/>
                <a:moveTo>
                  <a:pt x="176" y="78"/>
                </a:moveTo>
                <a:cubicBezTo>
                  <a:pt x="169" y="91"/>
                  <a:pt x="158" y="101"/>
                  <a:pt x="147" y="110"/>
                </a:cubicBezTo>
                <a:cubicBezTo>
                  <a:pt x="129" y="123"/>
                  <a:pt x="109" y="134"/>
                  <a:pt x="89" y="146"/>
                </a:cubicBezTo>
                <a:cubicBezTo>
                  <a:pt x="88" y="146"/>
                  <a:pt x="87" y="146"/>
                  <a:pt x="86" y="145"/>
                </a:cubicBezTo>
                <a:cubicBezTo>
                  <a:pt x="76" y="135"/>
                  <a:pt x="66" y="125"/>
                  <a:pt x="55" y="114"/>
                </a:cubicBezTo>
                <a:cubicBezTo>
                  <a:pt x="54" y="114"/>
                  <a:pt x="54" y="113"/>
                  <a:pt x="55" y="112"/>
                </a:cubicBezTo>
                <a:cubicBezTo>
                  <a:pt x="65" y="95"/>
                  <a:pt x="74" y="79"/>
                  <a:pt x="84" y="63"/>
                </a:cubicBezTo>
                <a:cubicBezTo>
                  <a:pt x="91" y="53"/>
                  <a:pt x="99" y="43"/>
                  <a:pt x="108" y="35"/>
                </a:cubicBezTo>
                <a:cubicBezTo>
                  <a:pt x="120" y="25"/>
                  <a:pt x="133" y="18"/>
                  <a:pt x="148" y="14"/>
                </a:cubicBezTo>
                <a:cubicBezTo>
                  <a:pt x="162" y="10"/>
                  <a:pt x="176" y="9"/>
                  <a:pt x="191" y="8"/>
                </a:cubicBezTo>
                <a:cubicBezTo>
                  <a:pt x="191" y="8"/>
                  <a:pt x="191" y="9"/>
                  <a:pt x="192" y="9"/>
                </a:cubicBezTo>
                <a:cubicBezTo>
                  <a:pt x="192" y="33"/>
                  <a:pt x="189" y="57"/>
                  <a:pt x="176" y="78"/>
                </a:cubicBezTo>
                <a:close/>
                <a:moveTo>
                  <a:pt x="50" y="153"/>
                </a:moveTo>
                <a:cubicBezTo>
                  <a:pt x="49" y="150"/>
                  <a:pt x="45" y="150"/>
                  <a:pt x="43" y="152"/>
                </a:cubicBezTo>
                <a:cubicBezTo>
                  <a:pt x="36" y="158"/>
                  <a:pt x="30" y="165"/>
                  <a:pt x="24" y="171"/>
                </a:cubicBezTo>
                <a:cubicBezTo>
                  <a:pt x="18" y="177"/>
                  <a:pt x="12" y="183"/>
                  <a:pt x="5" y="189"/>
                </a:cubicBezTo>
                <a:cubicBezTo>
                  <a:pt x="3" y="192"/>
                  <a:pt x="3" y="194"/>
                  <a:pt x="5" y="196"/>
                </a:cubicBezTo>
                <a:cubicBezTo>
                  <a:pt x="7" y="198"/>
                  <a:pt x="9" y="197"/>
                  <a:pt x="11" y="195"/>
                </a:cubicBezTo>
                <a:cubicBezTo>
                  <a:pt x="14" y="192"/>
                  <a:pt x="17" y="189"/>
                  <a:pt x="20" y="186"/>
                </a:cubicBezTo>
                <a:cubicBezTo>
                  <a:pt x="30" y="177"/>
                  <a:pt x="39" y="168"/>
                  <a:pt x="48" y="158"/>
                </a:cubicBezTo>
                <a:cubicBezTo>
                  <a:pt x="50" y="157"/>
                  <a:pt x="51" y="155"/>
                  <a:pt x="50" y="153"/>
                </a:cubicBezTo>
                <a:close/>
                <a:moveTo>
                  <a:pt x="57" y="167"/>
                </a:moveTo>
                <a:cubicBezTo>
                  <a:pt x="49" y="175"/>
                  <a:pt x="40" y="184"/>
                  <a:pt x="31" y="193"/>
                </a:cubicBezTo>
                <a:cubicBezTo>
                  <a:pt x="29" y="195"/>
                  <a:pt x="29" y="197"/>
                  <a:pt x="31" y="199"/>
                </a:cubicBezTo>
                <a:cubicBezTo>
                  <a:pt x="33" y="201"/>
                  <a:pt x="35" y="201"/>
                  <a:pt x="37" y="198"/>
                </a:cubicBezTo>
                <a:cubicBezTo>
                  <a:pt x="41" y="194"/>
                  <a:pt x="46" y="190"/>
                  <a:pt x="50" y="186"/>
                </a:cubicBezTo>
                <a:cubicBezTo>
                  <a:pt x="54" y="181"/>
                  <a:pt x="59" y="177"/>
                  <a:pt x="63" y="172"/>
                </a:cubicBezTo>
                <a:cubicBezTo>
                  <a:pt x="65" y="171"/>
                  <a:pt x="65" y="168"/>
                  <a:pt x="63" y="167"/>
                </a:cubicBezTo>
                <a:cubicBezTo>
                  <a:pt x="62" y="165"/>
                  <a:pt x="59" y="165"/>
                  <a:pt x="57" y="167"/>
                </a:cubicBezTo>
                <a:close/>
                <a:moveTo>
                  <a:pt x="8" y="169"/>
                </a:moveTo>
                <a:cubicBezTo>
                  <a:pt x="17" y="161"/>
                  <a:pt x="25" y="152"/>
                  <a:pt x="34" y="143"/>
                </a:cubicBezTo>
                <a:cubicBezTo>
                  <a:pt x="36" y="141"/>
                  <a:pt x="36" y="139"/>
                  <a:pt x="34" y="137"/>
                </a:cubicBezTo>
                <a:cubicBezTo>
                  <a:pt x="32" y="135"/>
                  <a:pt x="30" y="136"/>
                  <a:pt x="28" y="138"/>
                </a:cubicBezTo>
                <a:cubicBezTo>
                  <a:pt x="24" y="142"/>
                  <a:pt x="19" y="146"/>
                  <a:pt x="15" y="151"/>
                </a:cubicBezTo>
                <a:cubicBezTo>
                  <a:pt x="15" y="151"/>
                  <a:pt x="15" y="151"/>
                  <a:pt x="15" y="151"/>
                </a:cubicBezTo>
                <a:cubicBezTo>
                  <a:pt x="11" y="155"/>
                  <a:pt x="7" y="159"/>
                  <a:pt x="2" y="163"/>
                </a:cubicBezTo>
                <a:cubicBezTo>
                  <a:pt x="0" y="166"/>
                  <a:pt x="0" y="168"/>
                  <a:pt x="2" y="170"/>
                </a:cubicBezTo>
                <a:cubicBezTo>
                  <a:pt x="3" y="172"/>
                  <a:pt x="6" y="171"/>
                  <a:pt x="8" y="169"/>
                </a:cubicBezTo>
                <a:close/>
                <a:moveTo>
                  <a:pt x="111" y="48"/>
                </a:moveTo>
                <a:cubicBezTo>
                  <a:pt x="99" y="59"/>
                  <a:pt x="99" y="78"/>
                  <a:pt x="111" y="90"/>
                </a:cubicBezTo>
                <a:cubicBezTo>
                  <a:pt x="122" y="101"/>
                  <a:pt x="141" y="101"/>
                  <a:pt x="153" y="89"/>
                </a:cubicBezTo>
                <a:cubicBezTo>
                  <a:pt x="165" y="78"/>
                  <a:pt x="165" y="59"/>
                  <a:pt x="154" y="47"/>
                </a:cubicBezTo>
                <a:cubicBezTo>
                  <a:pt x="142" y="36"/>
                  <a:pt x="123" y="36"/>
                  <a:pt x="111" y="48"/>
                </a:cubicBezTo>
                <a:close/>
                <a:moveTo>
                  <a:pt x="147" y="83"/>
                </a:moveTo>
                <a:cubicBezTo>
                  <a:pt x="138" y="92"/>
                  <a:pt x="125" y="92"/>
                  <a:pt x="117" y="84"/>
                </a:cubicBezTo>
                <a:cubicBezTo>
                  <a:pt x="108" y="76"/>
                  <a:pt x="109" y="62"/>
                  <a:pt x="117" y="54"/>
                </a:cubicBezTo>
                <a:cubicBezTo>
                  <a:pt x="126" y="45"/>
                  <a:pt x="139" y="45"/>
                  <a:pt x="148" y="53"/>
                </a:cubicBezTo>
                <a:cubicBezTo>
                  <a:pt x="156" y="61"/>
                  <a:pt x="156" y="75"/>
                  <a:pt x="147" y="83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7" name="STEP_1_LABEL">
            <a:extLst>
              <a:ext uri="{FF2B5EF4-FFF2-40B4-BE49-F238E27FC236}">
                <a16:creationId xmlns:a16="http://schemas.microsoft.com/office/drawing/2014/main" id="{CE52517C-569C-4F3A-B23B-EF0BFA2D64A7}"/>
              </a:ext>
            </a:extLst>
          </p:cNvPr>
          <p:cNvSpPr txBox="1"/>
          <p:nvPr/>
        </p:nvSpPr>
        <p:spPr>
          <a:xfrm>
            <a:off x="1510489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01</a:t>
            </a:r>
          </a:p>
        </p:txBody>
      </p:sp>
      <p:sp>
        <p:nvSpPr>
          <p:cNvPr id="48" name="STEP_2_LABEL">
            <a:extLst>
              <a:ext uri="{FF2B5EF4-FFF2-40B4-BE49-F238E27FC236}">
                <a16:creationId xmlns:a16="http://schemas.microsoft.com/office/drawing/2014/main" id="{E893F003-78C2-4048-943D-2D3DF0C4FFE1}"/>
              </a:ext>
            </a:extLst>
          </p:cNvPr>
          <p:cNvSpPr txBox="1"/>
          <p:nvPr/>
        </p:nvSpPr>
        <p:spPr>
          <a:xfrm>
            <a:off x="4025739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02</a:t>
            </a:r>
          </a:p>
        </p:txBody>
      </p:sp>
      <p:sp>
        <p:nvSpPr>
          <p:cNvPr id="49" name="STEP_3_LABEL">
            <a:extLst>
              <a:ext uri="{FF2B5EF4-FFF2-40B4-BE49-F238E27FC236}">
                <a16:creationId xmlns:a16="http://schemas.microsoft.com/office/drawing/2014/main" id="{88933380-D607-4DA7-995E-8DB5FA8F3DCC}"/>
              </a:ext>
            </a:extLst>
          </p:cNvPr>
          <p:cNvSpPr txBox="1"/>
          <p:nvPr/>
        </p:nvSpPr>
        <p:spPr>
          <a:xfrm>
            <a:off x="6506687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03</a:t>
            </a:r>
          </a:p>
        </p:txBody>
      </p:sp>
      <p:sp>
        <p:nvSpPr>
          <p:cNvPr id="50" name="Freeform 405">
            <a:extLst>
              <a:ext uri="{FF2B5EF4-FFF2-40B4-BE49-F238E27FC236}">
                <a16:creationId xmlns:a16="http://schemas.microsoft.com/office/drawing/2014/main" id="{CABCEC68-C250-4D76-B00C-DCEA45BB010B}"/>
              </a:ext>
            </a:extLst>
          </p:cNvPr>
          <p:cNvSpPr>
            <a:spLocks noEditPoints="1"/>
          </p:cNvSpPr>
          <p:nvPr/>
        </p:nvSpPr>
        <p:spPr bwMode="auto">
          <a:xfrm>
            <a:off x="9396066" y="2027941"/>
            <a:ext cx="435112" cy="626562"/>
          </a:xfrm>
          <a:custGeom>
            <a:avLst/>
            <a:gdLst>
              <a:gd name="T0" fmla="*/ 111 w 130"/>
              <a:gd name="T1" fmla="*/ 26 h 190"/>
              <a:gd name="T2" fmla="*/ 111 w 130"/>
              <a:gd name="T3" fmla="*/ 25 h 190"/>
              <a:gd name="T4" fmla="*/ 96 w 130"/>
              <a:gd name="T5" fmla="*/ 1 h 190"/>
              <a:gd name="T6" fmla="*/ 84 w 130"/>
              <a:gd name="T7" fmla="*/ 27 h 190"/>
              <a:gd name="T8" fmla="*/ 76 w 130"/>
              <a:gd name="T9" fmla="*/ 12 h 190"/>
              <a:gd name="T10" fmla="*/ 46 w 130"/>
              <a:gd name="T11" fmla="*/ 12 h 190"/>
              <a:gd name="T12" fmla="*/ 37 w 130"/>
              <a:gd name="T13" fmla="*/ 55 h 190"/>
              <a:gd name="T14" fmla="*/ 37 w 130"/>
              <a:gd name="T15" fmla="*/ 49 h 190"/>
              <a:gd name="T16" fmla="*/ 35 w 130"/>
              <a:gd name="T17" fmla="*/ 39 h 190"/>
              <a:gd name="T18" fmla="*/ 32 w 130"/>
              <a:gd name="T19" fmla="*/ 3 h 190"/>
              <a:gd name="T20" fmla="*/ 23 w 130"/>
              <a:gd name="T21" fmla="*/ 14 h 190"/>
              <a:gd name="T22" fmla="*/ 22 w 130"/>
              <a:gd name="T23" fmla="*/ 40 h 190"/>
              <a:gd name="T24" fmla="*/ 21 w 130"/>
              <a:gd name="T25" fmla="*/ 49 h 190"/>
              <a:gd name="T26" fmla="*/ 21 w 130"/>
              <a:gd name="T27" fmla="*/ 63 h 190"/>
              <a:gd name="T28" fmla="*/ 0 w 130"/>
              <a:gd name="T29" fmla="*/ 90 h 190"/>
              <a:gd name="T30" fmla="*/ 10 w 130"/>
              <a:gd name="T31" fmla="*/ 168 h 190"/>
              <a:gd name="T32" fmla="*/ 120 w 130"/>
              <a:gd name="T33" fmla="*/ 164 h 190"/>
              <a:gd name="T34" fmla="*/ 130 w 130"/>
              <a:gd name="T35" fmla="*/ 90 h 190"/>
              <a:gd name="T36" fmla="*/ 98 w 130"/>
              <a:gd name="T37" fmla="*/ 5 h 190"/>
              <a:gd name="T38" fmla="*/ 102 w 130"/>
              <a:gd name="T39" fmla="*/ 25 h 190"/>
              <a:gd name="T40" fmla="*/ 94 w 130"/>
              <a:gd name="T41" fmla="*/ 25 h 190"/>
              <a:gd name="T42" fmla="*/ 88 w 130"/>
              <a:gd name="T43" fmla="*/ 25 h 190"/>
              <a:gd name="T44" fmla="*/ 89 w 130"/>
              <a:gd name="T45" fmla="*/ 30 h 190"/>
              <a:gd name="T46" fmla="*/ 97 w 130"/>
              <a:gd name="T47" fmla="*/ 30 h 190"/>
              <a:gd name="T48" fmla="*/ 101 w 130"/>
              <a:gd name="T49" fmla="*/ 28 h 190"/>
              <a:gd name="T50" fmla="*/ 108 w 130"/>
              <a:gd name="T51" fmla="*/ 29 h 190"/>
              <a:gd name="T52" fmla="*/ 87 w 130"/>
              <a:gd name="T53" fmla="*/ 29 h 190"/>
              <a:gd name="T54" fmla="*/ 61 w 130"/>
              <a:gd name="T55" fmla="*/ 51 h 190"/>
              <a:gd name="T56" fmla="*/ 49 w 130"/>
              <a:gd name="T57" fmla="*/ 43 h 190"/>
              <a:gd name="T58" fmla="*/ 60 w 130"/>
              <a:gd name="T59" fmla="*/ 40 h 190"/>
              <a:gd name="T60" fmla="*/ 60 w 130"/>
              <a:gd name="T61" fmla="*/ 34 h 190"/>
              <a:gd name="T62" fmla="*/ 49 w 130"/>
              <a:gd name="T63" fmla="*/ 31 h 190"/>
              <a:gd name="T64" fmla="*/ 61 w 130"/>
              <a:gd name="T65" fmla="*/ 23 h 190"/>
              <a:gd name="T66" fmla="*/ 49 w 130"/>
              <a:gd name="T67" fmla="*/ 14 h 190"/>
              <a:gd name="T68" fmla="*/ 49 w 130"/>
              <a:gd name="T69" fmla="*/ 63 h 190"/>
              <a:gd name="T70" fmla="*/ 26 w 130"/>
              <a:gd name="T71" fmla="*/ 16 h 190"/>
              <a:gd name="T72" fmla="*/ 36 w 130"/>
              <a:gd name="T73" fmla="*/ 22 h 190"/>
              <a:gd name="T74" fmla="*/ 31 w 130"/>
              <a:gd name="T75" fmla="*/ 38 h 190"/>
              <a:gd name="T76" fmla="*/ 26 w 130"/>
              <a:gd name="T77" fmla="*/ 38 h 190"/>
              <a:gd name="T78" fmla="*/ 24 w 130"/>
              <a:gd name="T79" fmla="*/ 47 h 190"/>
              <a:gd name="T80" fmla="*/ 25 w 130"/>
              <a:gd name="T81" fmla="*/ 41 h 190"/>
              <a:gd name="T82" fmla="*/ 32 w 130"/>
              <a:gd name="T83" fmla="*/ 41 h 190"/>
              <a:gd name="T84" fmla="*/ 33 w 130"/>
              <a:gd name="T85" fmla="*/ 44 h 190"/>
              <a:gd name="T86" fmla="*/ 33 w 130"/>
              <a:gd name="T87" fmla="*/ 50 h 190"/>
              <a:gd name="T88" fmla="*/ 24 w 130"/>
              <a:gd name="T89" fmla="*/ 63 h 190"/>
              <a:gd name="T90" fmla="*/ 33 w 130"/>
              <a:gd name="T91" fmla="*/ 50 h 190"/>
              <a:gd name="T92" fmla="*/ 31 w 130"/>
              <a:gd name="T93" fmla="*/ 187 h 190"/>
              <a:gd name="T94" fmla="*/ 69 w 130"/>
              <a:gd name="T95" fmla="*/ 151 h 190"/>
              <a:gd name="T96" fmla="*/ 69 w 130"/>
              <a:gd name="T97" fmla="*/ 122 h 190"/>
              <a:gd name="T98" fmla="*/ 117 w 130"/>
              <a:gd name="T99" fmla="*/ 92 h 190"/>
              <a:gd name="T100" fmla="*/ 13 w 130"/>
              <a:gd name="T101" fmla="*/ 125 h 190"/>
              <a:gd name="T102" fmla="*/ 13 w 130"/>
              <a:gd name="T103" fmla="*/ 148 h 190"/>
              <a:gd name="T104" fmla="*/ 3 w 130"/>
              <a:gd name="T105" fmla="*/ 75 h 190"/>
              <a:gd name="T106" fmla="*/ 89 w 130"/>
              <a:gd name="T107" fmla="*/ 72 h 190"/>
              <a:gd name="T108" fmla="*/ 127 w 130"/>
              <a:gd name="T109" fmla="*/ 66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30" h="190">
                <a:moveTo>
                  <a:pt x="128" y="63"/>
                </a:moveTo>
                <a:cubicBezTo>
                  <a:pt x="111" y="63"/>
                  <a:pt x="111" y="63"/>
                  <a:pt x="111" y="63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5"/>
                  <a:pt x="111" y="25"/>
                </a:cubicBezTo>
                <a:cubicBezTo>
                  <a:pt x="111" y="25"/>
                  <a:pt x="111" y="25"/>
                  <a:pt x="111" y="25"/>
                </a:cubicBezTo>
                <a:cubicBezTo>
                  <a:pt x="99" y="1"/>
                  <a:pt x="99" y="1"/>
                  <a:pt x="99" y="1"/>
                </a:cubicBezTo>
                <a:cubicBezTo>
                  <a:pt x="99" y="0"/>
                  <a:pt x="98" y="0"/>
                  <a:pt x="98" y="0"/>
                </a:cubicBezTo>
                <a:cubicBezTo>
                  <a:pt x="97" y="0"/>
                  <a:pt x="96" y="0"/>
                  <a:pt x="96" y="1"/>
                </a:cubicBezTo>
                <a:cubicBezTo>
                  <a:pt x="85" y="24"/>
                  <a:pt x="85" y="24"/>
                  <a:pt x="85" y="24"/>
                </a:cubicBezTo>
                <a:cubicBezTo>
                  <a:pt x="84" y="25"/>
                  <a:pt x="84" y="25"/>
                  <a:pt x="84" y="25"/>
                </a:cubicBezTo>
                <a:cubicBezTo>
                  <a:pt x="84" y="25"/>
                  <a:pt x="84" y="26"/>
                  <a:pt x="84" y="27"/>
                </a:cubicBezTo>
                <a:cubicBezTo>
                  <a:pt x="84" y="63"/>
                  <a:pt x="84" y="63"/>
                  <a:pt x="84" y="63"/>
                </a:cubicBezTo>
                <a:cubicBezTo>
                  <a:pt x="76" y="63"/>
                  <a:pt x="76" y="63"/>
                  <a:pt x="76" y="63"/>
                </a:cubicBezTo>
                <a:cubicBezTo>
                  <a:pt x="76" y="12"/>
                  <a:pt x="76" y="12"/>
                  <a:pt x="76" y="12"/>
                </a:cubicBezTo>
                <a:cubicBezTo>
                  <a:pt x="76" y="11"/>
                  <a:pt x="76" y="11"/>
                  <a:pt x="75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7" y="11"/>
                  <a:pt x="46" y="11"/>
                  <a:pt x="46" y="12"/>
                </a:cubicBezTo>
                <a:cubicBezTo>
                  <a:pt x="46" y="63"/>
                  <a:pt x="46" y="63"/>
                  <a:pt x="46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6" y="61"/>
                  <a:pt x="37" y="58"/>
                  <a:pt x="37" y="55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4"/>
                  <a:pt x="37" y="44"/>
                  <a:pt x="37" y="44"/>
                </a:cubicBezTo>
                <a:cubicBezTo>
                  <a:pt x="37" y="42"/>
                  <a:pt x="36" y="41"/>
                  <a:pt x="36" y="40"/>
                </a:cubicBezTo>
                <a:cubicBezTo>
                  <a:pt x="35" y="40"/>
                  <a:pt x="35" y="39"/>
                  <a:pt x="35" y="39"/>
                </a:cubicBezTo>
                <a:cubicBezTo>
                  <a:pt x="37" y="35"/>
                  <a:pt x="39" y="30"/>
                  <a:pt x="39" y="22"/>
                </a:cubicBezTo>
                <a:cubicBezTo>
                  <a:pt x="39" y="18"/>
                  <a:pt x="38" y="14"/>
                  <a:pt x="36" y="10"/>
                </a:cubicBezTo>
                <a:cubicBezTo>
                  <a:pt x="35" y="8"/>
                  <a:pt x="34" y="5"/>
                  <a:pt x="32" y="3"/>
                </a:cubicBezTo>
                <a:cubicBezTo>
                  <a:pt x="31" y="3"/>
                  <a:pt x="31" y="3"/>
                  <a:pt x="30" y="3"/>
                </a:cubicBezTo>
                <a:cubicBezTo>
                  <a:pt x="30" y="3"/>
                  <a:pt x="29" y="3"/>
                  <a:pt x="29" y="4"/>
                </a:cubicBezTo>
                <a:cubicBezTo>
                  <a:pt x="28" y="9"/>
                  <a:pt x="26" y="11"/>
                  <a:pt x="23" y="14"/>
                </a:cubicBezTo>
                <a:cubicBezTo>
                  <a:pt x="21" y="16"/>
                  <a:pt x="19" y="19"/>
                  <a:pt x="19" y="23"/>
                </a:cubicBezTo>
                <a:cubicBezTo>
                  <a:pt x="19" y="30"/>
                  <a:pt x="20" y="35"/>
                  <a:pt x="23" y="39"/>
                </a:cubicBezTo>
                <a:cubicBezTo>
                  <a:pt x="23" y="39"/>
                  <a:pt x="22" y="40"/>
                  <a:pt x="22" y="40"/>
                </a:cubicBezTo>
                <a:cubicBezTo>
                  <a:pt x="21" y="41"/>
                  <a:pt x="21" y="42"/>
                  <a:pt x="21" y="44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9"/>
                  <a:pt x="21" y="61"/>
                  <a:pt x="21" y="63"/>
                </a:cubicBezTo>
                <a:cubicBezTo>
                  <a:pt x="2" y="63"/>
                  <a:pt x="2" y="63"/>
                  <a:pt x="2" y="63"/>
                </a:cubicBezTo>
                <a:cubicBezTo>
                  <a:pt x="1" y="63"/>
                  <a:pt x="0" y="63"/>
                  <a:pt x="0" y="64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1"/>
                  <a:pt x="1" y="92"/>
                  <a:pt x="2" y="92"/>
                </a:cubicBezTo>
                <a:cubicBezTo>
                  <a:pt x="10" y="92"/>
                  <a:pt x="10" y="92"/>
                  <a:pt x="10" y="92"/>
                </a:cubicBezTo>
                <a:cubicBezTo>
                  <a:pt x="10" y="168"/>
                  <a:pt x="10" y="168"/>
                  <a:pt x="10" y="168"/>
                </a:cubicBezTo>
                <a:cubicBezTo>
                  <a:pt x="10" y="180"/>
                  <a:pt x="20" y="190"/>
                  <a:pt x="31" y="190"/>
                </a:cubicBezTo>
                <a:cubicBezTo>
                  <a:pt x="94" y="190"/>
                  <a:pt x="94" y="190"/>
                  <a:pt x="94" y="190"/>
                </a:cubicBezTo>
                <a:cubicBezTo>
                  <a:pt x="108" y="190"/>
                  <a:pt x="120" y="178"/>
                  <a:pt x="120" y="164"/>
                </a:cubicBezTo>
                <a:cubicBezTo>
                  <a:pt x="120" y="92"/>
                  <a:pt x="120" y="92"/>
                  <a:pt x="120" y="92"/>
                </a:cubicBezTo>
                <a:cubicBezTo>
                  <a:pt x="128" y="92"/>
                  <a:pt x="128" y="92"/>
                  <a:pt x="128" y="92"/>
                </a:cubicBezTo>
                <a:cubicBezTo>
                  <a:pt x="129" y="92"/>
                  <a:pt x="130" y="91"/>
                  <a:pt x="130" y="90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3"/>
                  <a:pt x="129" y="63"/>
                  <a:pt x="128" y="63"/>
                </a:cubicBezTo>
                <a:close/>
                <a:moveTo>
                  <a:pt x="98" y="5"/>
                </a:moveTo>
                <a:cubicBezTo>
                  <a:pt x="108" y="25"/>
                  <a:pt x="108" y="25"/>
                  <a:pt x="108" y="25"/>
                </a:cubicBezTo>
                <a:cubicBezTo>
                  <a:pt x="105" y="27"/>
                  <a:pt x="105" y="27"/>
                  <a:pt x="105" y="27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102" y="24"/>
                  <a:pt x="101" y="24"/>
                  <a:pt x="100" y="25"/>
                </a:cubicBezTo>
                <a:cubicBezTo>
                  <a:pt x="98" y="27"/>
                  <a:pt x="98" y="27"/>
                  <a:pt x="98" y="27"/>
                </a:cubicBezTo>
                <a:cubicBezTo>
                  <a:pt x="94" y="25"/>
                  <a:pt x="94" y="25"/>
                  <a:pt x="94" y="25"/>
                </a:cubicBezTo>
                <a:cubicBezTo>
                  <a:pt x="93" y="24"/>
                  <a:pt x="93" y="24"/>
                  <a:pt x="92" y="25"/>
                </a:cubicBezTo>
                <a:cubicBezTo>
                  <a:pt x="90" y="27"/>
                  <a:pt x="90" y="27"/>
                  <a:pt x="90" y="27"/>
                </a:cubicBezTo>
                <a:cubicBezTo>
                  <a:pt x="88" y="25"/>
                  <a:pt x="88" y="25"/>
                  <a:pt x="88" y="25"/>
                </a:cubicBezTo>
                <a:lnTo>
                  <a:pt x="98" y="5"/>
                </a:lnTo>
                <a:close/>
                <a:moveTo>
                  <a:pt x="87" y="29"/>
                </a:moveTo>
                <a:cubicBezTo>
                  <a:pt x="89" y="30"/>
                  <a:pt x="89" y="30"/>
                  <a:pt x="89" y="30"/>
                </a:cubicBezTo>
                <a:cubicBezTo>
                  <a:pt x="90" y="30"/>
                  <a:pt x="91" y="30"/>
                  <a:pt x="91" y="30"/>
                </a:cubicBezTo>
                <a:cubicBezTo>
                  <a:pt x="93" y="28"/>
                  <a:pt x="93" y="28"/>
                  <a:pt x="93" y="28"/>
                </a:cubicBezTo>
                <a:cubicBezTo>
                  <a:pt x="97" y="30"/>
                  <a:pt x="97" y="30"/>
                  <a:pt x="97" y="30"/>
                </a:cubicBezTo>
                <a:cubicBezTo>
                  <a:pt x="97" y="31"/>
                  <a:pt x="98" y="31"/>
                  <a:pt x="98" y="31"/>
                </a:cubicBezTo>
                <a:cubicBezTo>
                  <a:pt x="98" y="31"/>
                  <a:pt x="99" y="31"/>
                  <a:pt x="99" y="30"/>
                </a:cubicBezTo>
                <a:cubicBezTo>
                  <a:pt x="101" y="28"/>
                  <a:pt x="101" y="28"/>
                  <a:pt x="101" y="28"/>
                </a:cubicBezTo>
                <a:cubicBezTo>
                  <a:pt x="104" y="30"/>
                  <a:pt x="104" y="30"/>
                  <a:pt x="104" y="30"/>
                </a:cubicBezTo>
                <a:cubicBezTo>
                  <a:pt x="104" y="31"/>
                  <a:pt x="105" y="31"/>
                  <a:pt x="106" y="30"/>
                </a:cubicBezTo>
                <a:cubicBezTo>
                  <a:pt x="108" y="29"/>
                  <a:pt x="108" y="29"/>
                  <a:pt x="108" y="29"/>
                </a:cubicBezTo>
                <a:cubicBezTo>
                  <a:pt x="108" y="63"/>
                  <a:pt x="108" y="63"/>
                  <a:pt x="108" y="63"/>
                </a:cubicBezTo>
                <a:cubicBezTo>
                  <a:pt x="87" y="63"/>
                  <a:pt x="87" y="63"/>
                  <a:pt x="87" y="63"/>
                </a:cubicBezTo>
                <a:lnTo>
                  <a:pt x="87" y="29"/>
                </a:lnTo>
                <a:close/>
                <a:moveTo>
                  <a:pt x="49" y="53"/>
                </a:moveTo>
                <a:cubicBezTo>
                  <a:pt x="60" y="53"/>
                  <a:pt x="60" y="53"/>
                  <a:pt x="60" y="53"/>
                </a:cubicBezTo>
                <a:cubicBezTo>
                  <a:pt x="61" y="53"/>
                  <a:pt x="61" y="52"/>
                  <a:pt x="61" y="51"/>
                </a:cubicBezTo>
                <a:cubicBezTo>
                  <a:pt x="61" y="50"/>
                  <a:pt x="61" y="49"/>
                  <a:pt x="60" y="49"/>
                </a:cubicBezTo>
                <a:cubicBezTo>
                  <a:pt x="49" y="49"/>
                  <a:pt x="49" y="49"/>
                  <a:pt x="49" y="49"/>
                </a:cubicBezTo>
                <a:cubicBezTo>
                  <a:pt x="49" y="43"/>
                  <a:pt x="49" y="43"/>
                  <a:pt x="49" y="43"/>
                </a:cubicBezTo>
                <a:cubicBezTo>
                  <a:pt x="60" y="43"/>
                  <a:pt x="60" y="43"/>
                  <a:pt x="60" y="43"/>
                </a:cubicBezTo>
                <a:cubicBezTo>
                  <a:pt x="61" y="43"/>
                  <a:pt x="61" y="42"/>
                  <a:pt x="61" y="42"/>
                </a:cubicBezTo>
                <a:cubicBezTo>
                  <a:pt x="61" y="41"/>
                  <a:pt x="61" y="40"/>
                  <a:pt x="60" y="40"/>
                </a:cubicBezTo>
                <a:cubicBezTo>
                  <a:pt x="49" y="40"/>
                  <a:pt x="49" y="40"/>
                  <a:pt x="49" y="40"/>
                </a:cubicBezTo>
                <a:cubicBezTo>
                  <a:pt x="49" y="34"/>
                  <a:pt x="49" y="34"/>
                  <a:pt x="49" y="34"/>
                </a:cubicBezTo>
                <a:cubicBezTo>
                  <a:pt x="60" y="34"/>
                  <a:pt x="60" y="34"/>
                  <a:pt x="60" y="34"/>
                </a:cubicBezTo>
                <a:cubicBezTo>
                  <a:pt x="61" y="34"/>
                  <a:pt x="61" y="33"/>
                  <a:pt x="61" y="32"/>
                </a:cubicBezTo>
                <a:cubicBezTo>
                  <a:pt x="61" y="31"/>
                  <a:pt x="61" y="31"/>
                  <a:pt x="60" y="31"/>
                </a:cubicBezTo>
                <a:cubicBezTo>
                  <a:pt x="49" y="31"/>
                  <a:pt x="49" y="31"/>
                  <a:pt x="49" y="31"/>
                </a:cubicBezTo>
                <a:cubicBezTo>
                  <a:pt x="49" y="24"/>
                  <a:pt x="49" y="24"/>
                  <a:pt x="49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61" y="24"/>
                  <a:pt x="61" y="23"/>
                  <a:pt x="61" y="23"/>
                </a:cubicBezTo>
                <a:cubicBezTo>
                  <a:pt x="61" y="22"/>
                  <a:pt x="61" y="21"/>
                  <a:pt x="60" y="21"/>
                </a:cubicBezTo>
                <a:cubicBezTo>
                  <a:pt x="49" y="21"/>
                  <a:pt x="49" y="21"/>
                  <a:pt x="49" y="21"/>
                </a:cubicBezTo>
                <a:cubicBezTo>
                  <a:pt x="49" y="14"/>
                  <a:pt x="49" y="14"/>
                  <a:pt x="49" y="14"/>
                </a:cubicBezTo>
                <a:cubicBezTo>
                  <a:pt x="73" y="14"/>
                  <a:pt x="73" y="14"/>
                  <a:pt x="73" y="14"/>
                </a:cubicBezTo>
                <a:cubicBezTo>
                  <a:pt x="73" y="63"/>
                  <a:pt x="73" y="63"/>
                  <a:pt x="73" y="63"/>
                </a:cubicBezTo>
                <a:cubicBezTo>
                  <a:pt x="49" y="63"/>
                  <a:pt x="49" y="63"/>
                  <a:pt x="49" y="63"/>
                </a:cubicBezTo>
                <a:lnTo>
                  <a:pt x="49" y="53"/>
                </a:lnTo>
                <a:close/>
                <a:moveTo>
                  <a:pt x="22" y="23"/>
                </a:moveTo>
                <a:cubicBezTo>
                  <a:pt x="22" y="20"/>
                  <a:pt x="24" y="18"/>
                  <a:pt x="26" y="16"/>
                </a:cubicBezTo>
                <a:cubicBezTo>
                  <a:pt x="28" y="14"/>
                  <a:pt x="30" y="11"/>
                  <a:pt x="31" y="8"/>
                </a:cubicBezTo>
                <a:cubicBezTo>
                  <a:pt x="32" y="9"/>
                  <a:pt x="33" y="10"/>
                  <a:pt x="33" y="11"/>
                </a:cubicBezTo>
                <a:cubicBezTo>
                  <a:pt x="35" y="15"/>
                  <a:pt x="36" y="19"/>
                  <a:pt x="36" y="22"/>
                </a:cubicBezTo>
                <a:cubicBezTo>
                  <a:pt x="36" y="30"/>
                  <a:pt x="34" y="35"/>
                  <a:pt x="32" y="38"/>
                </a:cubicBezTo>
                <a:cubicBezTo>
                  <a:pt x="32" y="38"/>
                  <a:pt x="32" y="38"/>
                  <a:pt x="32" y="38"/>
                </a:cubicBezTo>
                <a:cubicBezTo>
                  <a:pt x="32" y="38"/>
                  <a:pt x="31" y="38"/>
                  <a:pt x="31" y="38"/>
                </a:cubicBezTo>
                <a:cubicBezTo>
                  <a:pt x="31" y="38"/>
                  <a:pt x="31" y="39"/>
                  <a:pt x="31" y="39"/>
                </a:cubicBezTo>
                <a:cubicBezTo>
                  <a:pt x="29" y="39"/>
                  <a:pt x="28" y="39"/>
                  <a:pt x="27" y="39"/>
                </a:cubicBezTo>
                <a:cubicBezTo>
                  <a:pt x="27" y="38"/>
                  <a:pt x="26" y="38"/>
                  <a:pt x="26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3" y="35"/>
                  <a:pt x="22" y="30"/>
                  <a:pt x="22" y="23"/>
                </a:cubicBezTo>
                <a:close/>
                <a:moveTo>
                  <a:pt x="24" y="47"/>
                </a:moveTo>
                <a:cubicBezTo>
                  <a:pt x="24" y="44"/>
                  <a:pt x="24" y="44"/>
                  <a:pt x="24" y="44"/>
                </a:cubicBezTo>
                <a:cubicBezTo>
                  <a:pt x="24" y="43"/>
                  <a:pt x="24" y="42"/>
                  <a:pt x="25" y="42"/>
                </a:cubicBezTo>
                <a:cubicBezTo>
                  <a:pt x="25" y="41"/>
                  <a:pt x="25" y="41"/>
                  <a:pt x="25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2"/>
                  <a:pt x="28" y="42"/>
                  <a:pt x="29" y="42"/>
                </a:cubicBezTo>
                <a:cubicBezTo>
                  <a:pt x="30" y="42"/>
                  <a:pt x="31" y="42"/>
                  <a:pt x="32" y="41"/>
                </a:cubicBezTo>
                <a:cubicBezTo>
                  <a:pt x="32" y="41"/>
                  <a:pt x="33" y="41"/>
                  <a:pt x="33" y="41"/>
                </a:cubicBezTo>
                <a:cubicBezTo>
                  <a:pt x="33" y="41"/>
                  <a:pt x="33" y="41"/>
                  <a:pt x="33" y="41"/>
                </a:cubicBezTo>
                <a:cubicBezTo>
                  <a:pt x="33" y="42"/>
                  <a:pt x="33" y="43"/>
                  <a:pt x="33" y="44"/>
                </a:cubicBezTo>
                <a:cubicBezTo>
                  <a:pt x="33" y="47"/>
                  <a:pt x="33" y="47"/>
                  <a:pt x="33" y="47"/>
                </a:cubicBezTo>
                <a:lnTo>
                  <a:pt x="24" y="47"/>
                </a:lnTo>
                <a:close/>
                <a:moveTo>
                  <a:pt x="33" y="50"/>
                </a:moveTo>
                <a:cubicBezTo>
                  <a:pt x="33" y="55"/>
                  <a:pt x="33" y="55"/>
                  <a:pt x="33" y="55"/>
                </a:cubicBezTo>
                <a:cubicBezTo>
                  <a:pt x="33" y="58"/>
                  <a:pt x="33" y="61"/>
                  <a:pt x="33" y="63"/>
                </a:cubicBezTo>
                <a:cubicBezTo>
                  <a:pt x="24" y="63"/>
                  <a:pt x="24" y="63"/>
                  <a:pt x="24" y="63"/>
                </a:cubicBezTo>
                <a:cubicBezTo>
                  <a:pt x="24" y="61"/>
                  <a:pt x="24" y="59"/>
                  <a:pt x="24" y="56"/>
                </a:cubicBezTo>
                <a:cubicBezTo>
                  <a:pt x="24" y="50"/>
                  <a:pt x="24" y="50"/>
                  <a:pt x="24" y="50"/>
                </a:cubicBezTo>
                <a:lnTo>
                  <a:pt x="33" y="50"/>
                </a:lnTo>
                <a:close/>
                <a:moveTo>
                  <a:pt x="117" y="164"/>
                </a:moveTo>
                <a:cubicBezTo>
                  <a:pt x="117" y="177"/>
                  <a:pt x="106" y="187"/>
                  <a:pt x="94" y="187"/>
                </a:cubicBezTo>
                <a:cubicBezTo>
                  <a:pt x="31" y="187"/>
                  <a:pt x="31" y="187"/>
                  <a:pt x="31" y="187"/>
                </a:cubicBezTo>
                <a:cubicBezTo>
                  <a:pt x="21" y="187"/>
                  <a:pt x="13" y="179"/>
                  <a:pt x="13" y="168"/>
                </a:cubicBezTo>
                <a:cubicBezTo>
                  <a:pt x="13" y="151"/>
                  <a:pt x="13" y="151"/>
                  <a:pt x="13" y="151"/>
                </a:cubicBezTo>
                <a:cubicBezTo>
                  <a:pt x="69" y="151"/>
                  <a:pt x="69" y="151"/>
                  <a:pt x="69" y="151"/>
                </a:cubicBezTo>
                <a:cubicBezTo>
                  <a:pt x="70" y="151"/>
                  <a:pt x="70" y="151"/>
                  <a:pt x="70" y="150"/>
                </a:cubicBezTo>
                <a:cubicBezTo>
                  <a:pt x="70" y="123"/>
                  <a:pt x="70" y="123"/>
                  <a:pt x="70" y="123"/>
                </a:cubicBezTo>
                <a:cubicBezTo>
                  <a:pt x="70" y="123"/>
                  <a:pt x="70" y="122"/>
                  <a:pt x="69" y="122"/>
                </a:cubicBezTo>
                <a:cubicBezTo>
                  <a:pt x="13" y="122"/>
                  <a:pt x="13" y="122"/>
                  <a:pt x="13" y="122"/>
                </a:cubicBezTo>
                <a:cubicBezTo>
                  <a:pt x="13" y="92"/>
                  <a:pt x="13" y="92"/>
                  <a:pt x="13" y="92"/>
                </a:cubicBezTo>
                <a:cubicBezTo>
                  <a:pt x="117" y="92"/>
                  <a:pt x="117" y="92"/>
                  <a:pt x="117" y="92"/>
                </a:cubicBezTo>
                <a:lnTo>
                  <a:pt x="117" y="164"/>
                </a:lnTo>
                <a:close/>
                <a:moveTo>
                  <a:pt x="13" y="148"/>
                </a:moveTo>
                <a:cubicBezTo>
                  <a:pt x="13" y="125"/>
                  <a:pt x="13" y="125"/>
                  <a:pt x="13" y="125"/>
                </a:cubicBezTo>
                <a:cubicBezTo>
                  <a:pt x="67" y="125"/>
                  <a:pt x="67" y="125"/>
                  <a:pt x="67" y="125"/>
                </a:cubicBezTo>
                <a:cubicBezTo>
                  <a:pt x="67" y="148"/>
                  <a:pt x="67" y="148"/>
                  <a:pt x="67" y="148"/>
                </a:cubicBezTo>
                <a:lnTo>
                  <a:pt x="13" y="148"/>
                </a:lnTo>
                <a:close/>
                <a:moveTo>
                  <a:pt x="127" y="89"/>
                </a:moveTo>
                <a:cubicBezTo>
                  <a:pt x="3" y="89"/>
                  <a:pt x="3" y="89"/>
                  <a:pt x="3" y="89"/>
                </a:cubicBezTo>
                <a:cubicBezTo>
                  <a:pt x="3" y="75"/>
                  <a:pt x="3" y="75"/>
                  <a:pt x="3" y="75"/>
                </a:cubicBezTo>
                <a:cubicBezTo>
                  <a:pt x="89" y="75"/>
                  <a:pt x="89" y="75"/>
                  <a:pt x="89" y="75"/>
                </a:cubicBezTo>
                <a:cubicBezTo>
                  <a:pt x="90" y="75"/>
                  <a:pt x="91" y="74"/>
                  <a:pt x="91" y="73"/>
                </a:cubicBezTo>
                <a:cubicBezTo>
                  <a:pt x="91" y="73"/>
                  <a:pt x="90" y="72"/>
                  <a:pt x="89" y="72"/>
                </a:cubicBezTo>
                <a:cubicBezTo>
                  <a:pt x="3" y="72"/>
                  <a:pt x="3" y="72"/>
                  <a:pt x="3" y="72"/>
                </a:cubicBezTo>
                <a:cubicBezTo>
                  <a:pt x="3" y="66"/>
                  <a:pt x="3" y="66"/>
                  <a:pt x="3" y="66"/>
                </a:cubicBezTo>
                <a:cubicBezTo>
                  <a:pt x="127" y="66"/>
                  <a:pt x="127" y="66"/>
                  <a:pt x="127" y="66"/>
                </a:cubicBezTo>
                <a:lnTo>
                  <a:pt x="127" y="89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STEP_4_LABEL">
            <a:extLst>
              <a:ext uri="{FF2B5EF4-FFF2-40B4-BE49-F238E27FC236}">
                <a16:creationId xmlns:a16="http://schemas.microsoft.com/office/drawing/2014/main" id="{05163BB9-E63E-46B1-B5B8-F0BBAC4F4592}"/>
              </a:ext>
            </a:extLst>
          </p:cNvPr>
          <p:cNvSpPr txBox="1"/>
          <p:nvPr/>
        </p:nvSpPr>
        <p:spPr>
          <a:xfrm>
            <a:off x="8969055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03</a:t>
            </a:r>
          </a:p>
        </p:txBody>
      </p: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AF0D0D79-D658-4B22-B3D3-79BECC8DF906}"/>
              </a:ext>
            </a:extLst>
          </p:cNvPr>
          <p:cNvCxnSpPr/>
          <p:nvPr/>
        </p:nvCxnSpPr>
        <p:spPr>
          <a:xfrm>
            <a:off x="2160539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DB913">
                <a:lumMod val="75000"/>
              </a:srgbClr>
            </a:solidFill>
            <a:prstDash val="solid"/>
            <a:miter lim="800000"/>
            <a:tailEnd type="oval"/>
          </a:ln>
          <a:effectLst/>
        </p:spPr>
      </p:cxnSp>
      <p:sp>
        <p:nvSpPr>
          <p:cNvPr id="53" name="STEP_2_DETAIL_TITLE">
            <a:extLst>
              <a:ext uri="{FF2B5EF4-FFF2-40B4-BE49-F238E27FC236}">
                <a16:creationId xmlns:a16="http://schemas.microsoft.com/office/drawing/2014/main" id="{13220A2D-CE70-470E-87F2-08E031AB256A}"/>
              </a:ext>
            </a:extLst>
          </p:cNvPr>
          <p:cNvSpPr/>
          <p:nvPr/>
        </p:nvSpPr>
        <p:spPr>
          <a:xfrm>
            <a:off x="3764875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54" name="STEP_2_BODY">
            <a:extLst>
              <a:ext uri="{FF2B5EF4-FFF2-40B4-BE49-F238E27FC236}">
                <a16:creationId xmlns:a16="http://schemas.microsoft.com/office/drawing/2014/main" id="{C9AC0C0B-B509-40F1-A601-2FAD3CD64E2B}"/>
              </a:ext>
            </a:extLst>
          </p:cNvPr>
          <p:cNvSpPr txBox="1">
            <a:spLocks/>
          </p:cNvSpPr>
          <p:nvPr/>
        </p:nvSpPr>
        <p:spPr>
          <a:xfrm>
            <a:off x="3418220" y="4502278"/>
            <a:ext cx="2406570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5" name="Straight Connector 43">
            <a:extLst>
              <a:ext uri="{FF2B5EF4-FFF2-40B4-BE49-F238E27FC236}">
                <a16:creationId xmlns:a16="http://schemas.microsoft.com/office/drawing/2014/main" id="{06701712-8D1E-44B3-8FAC-AF3103A78BDC}"/>
              </a:ext>
            </a:extLst>
          </p:cNvPr>
          <p:cNvCxnSpPr/>
          <p:nvPr/>
        </p:nvCxnSpPr>
        <p:spPr>
          <a:xfrm>
            <a:off x="4670306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DB913"/>
            </a:solidFill>
            <a:prstDash val="solid"/>
            <a:miter lim="800000"/>
            <a:tailEnd type="oval"/>
          </a:ln>
          <a:effectLst/>
        </p:spPr>
      </p:cxnSp>
      <p:sp>
        <p:nvSpPr>
          <p:cNvPr id="56" name="STEP_3_DETAIL_TITLE">
            <a:extLst>
              <a:ext uri="{FF2B5EF4-FFF2-40B4-BE49-F238E27FC236}">
                <a16:creationId xmlns:a16="http://schemas.microsoft.com/office/drawing/2014/main" id="{7D83ADCB-7DFA-4E43-BFF3-F87E4BB1FC0D}"/>
              </a:ext>
            </a:extLst>
          </p:cNvPr>
          <p:cNvSpPr/>
          <p:nvPr/>
        </p:nvSpPr>
        <p:spPr>
          <a:xfrm>
            <a:off x="6245823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57" name="STEP_3_BODY">
            <a:extLst>
              <a:ext uri="{FF2B5EF4-FFF2-40B4-BE49-F238E27FC236}">
                <a16:creationId xmlns:a16="http://schemas.microsoft.com/office/drawing/2014/main" id="{C586E2CA-04C3-4EB5-AEB0-51B38EDA971D}"/>
              </a:ext>
            </a:extLst>
          </p:cNvPr>
          <p:cNvSpPr txBox="1">
            <a:spLocks/>
          </p:cNvSpPr>
          <p:nvPr/>
        </p:nvSpPr>
        <p:spPr>
          <a:xfrm>
            <a:off x="5899168" y="4502278"/>
            <a:ext cx="2406570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8" name="Straight Connector 46">
            <a:extLst>
              <a:ext uri="{FF2B5EF4-FFF2-40B4-BE49-F238E27FC236}">
                <a16:creationId xmlns:a16="http://schemas.microsoft.com/office/drawing/2014/main" id="{457FE111-84E3-4189-90FD-BF076DA5C541}"/>
              </a:ext>
            </a:extLst>
          </p:cNvPr>
          <p:cNvCxnSpPr/>
          <p:nvPr/>
        </p:nvCxnSpPr>
        <p:spPr>
          <a:xfrm>
            <a:off x="7151253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oval"/>
          </a:ln>
          <a:effectLst/>
        </p:spPr>
      </p:cxnSp>
      <p:sp>
        <p:nvSpPr>
          <p:cNvPr id="59" name="STEP_4_DETAIL_TITLE">
            <a:extLst>
              <a:ext uri="{FF2B5EF4-FFF2-40B4-BE49-F238E27FC236}">
                <a16:creationId xmlns:a16="http://schemas.microsoft.com/office/drawing/2014/main" id="{9A16E7A8-F29A-4789-959B-19D6847DD256}"/>
              </a:ext>
            </a:extLst>
          </p:cNvPr>
          <p:cNvSpPr/>
          <p:nvPr/>
        </p:nvSpPr>
        <p:spPr>
          <a:xfrm>
            <a:off x="8708191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60" name="STEP_4_BODY">
            <a:extLst>
              <a:ext uri="{FF2B5EF4-FFF2-40B4-BE49-F238E27FC236}">
                <a16:creationId xmlns:a16="http://schemas.microsoft.com/office/drawing/2014/main" id="{6F07A14D-EBF2-4D91-831A-37750165444C}"/>
              </a:ext>
            </a:extLst>
          </p:cNvPr>
          <p:cNvSpPr txBox="1">
            <a:spLocks/>
          </p:cNvSpPr>
          <p:nvPr/>
        </p:nvSpPr>
        <p:spPr>
          <a:xfrm>
            <a:off x="8361536" y="4502278"/>
            <a:ext cx="2406570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1" name="Straight Connector 49">
            <a:extLst>
              <a:ext uri="{FF2B5EF4-FFF2-40B4-BE49-F238E27FC236}">
                <a16:creationId xmlns:a16="http://schemas.microsoft.com/office/drawing/2014/main" id="{2519BA35-0FF9-4AD8-8D9E-0FD63749D435}"/>
              </a:ext>
            </a:extLst>
          </p:cNvPr>
          <p:cNvCxnSpPr/>
          <p:nvPr/>
        </p:nvCxnSpPr>
        <p:spPr>
          <a:xfrm>
            <a:off x="9613622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232323"/>
            </a:solidFill>
            <a:prstDash val="solid"/>
            <a:miter lim="800000"/>
            <a:tailEnd type="oval"/>
          </a:ln>
          <a:effectLst/>
        </p:spPr>
      </p:cxnSp>
      <p:sp>
        <p:nvSpPr>
          <p:cNvPr id="62" name="Shape 0">
            <a:extLst>
              <a:ext uri="{FF2B5EF4-FFF2-40B4-BE49-F238E27FC236}">
                <a16:creationId xmlns:a16="http://schemas.microsoft.com/office/drawing/2014/main" id="{00DE15C7-DF63-4610-BE7A-1219092EB4B2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63" name="TITLE">
            <a:extLst>
              <a:ext uri="{FF2B5EF4-FFF2-40B4-BE49-F238E27FC236}">
                <a16:creationId xmlns:a16="http://schemas.microsoft.com/office/drawing/2014/main" id="{D90C65AA-95F8-4CBD-9F20-389EE900A003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047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hevron 3">
            <a:extLst>
              <a:ext uri="{FF2B5EF4-FFF2-40B4-BE49-F238E27FC236}">
                <a16:creationId xmlns:a16="http://schemas.microsoft.com/office/drawing/2014/main" id="{57396596-D097-40F9-B423-EB4384CD7DEE}"/>
              </a:ext>
            </a:extLst>
          </p:cNvPr>
          <p:cNvSpPr/>
          <p:nvPr/>
        </p:nvSpPr>
        <p:spPr>
          <a:xfrm>
            <a:off x="8232597" y="1509825"/>
            <a:ext cx="3307131" cy="2174809"/>
          </a:xfrm>
          <a:prstGeom prst="chevron">
            <a:avLst>
              <a:gd name="adj" fmla="val 20758"/>
            </a:avLst>
          </a:prstGeom>
          <a:solidFill>
            <a:srgbClr val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Chevron 5">
            <a:extLst>
              <a:ext uri="{FF2B5EF4-FFF2-40B4-BE49-F238E27FC236}">
                <a16:creationId xmlns:a16="http://schemas.microsoft.com/office/drawing/2014/main" id="{511CD34B-C4B8-45E6-9D8C-EAD321ECB98C}"/>
              </a:ext>
            </a:extLst>
          </p:cNvPr>
          <p:cNvSpPr/>
          <p:nvPr/>
        </p:nvSpPr>
        <p:spPr>
          <a:xfrm>
            <a:off x="4540017" y="1509825"/>
            <a:ext cx="3307135" cy="2174809"/>
          </a:xfrm>
          <a:prstGeom prst="chevron">
            <a:avLst>
              <a:gd name="adj" fmla="val 20758"/>
            </a:avLst>
          </a:prstGeom>
          <a:solidFill>
            <a:srgbClr val="FDB91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Pentagon 6">
            <a:extLst>
              <a:ext uri="{FF2B5EF4-FFF2-40B4-BE49-F238E27FC236}">
                <a16:creationId xmlns:a16="http://schemas.microsoft.com/office/drawing/2014/main" id="{E1A7405D-3F18-4B04-AD5E-07D6259FA692}"/>
              </a:ext>
            </a:extLst>
          </p:cNvPr>
          <p:cNvSpPr/>
          <p:nvPr/>
        </p:nvSpPr>
        <p:spPr>
          <a:xfrm>
            <a:off x="1094646" y="1509825"/>
            <a:ext cx="3017595" cy="2174809"/>
          </a:xfrm>
          <a:prstGeom prst="homePlate">
            <a:avLst>
              <a:gd name="adj" fmla="val 22102"/>
            </a:avLst>
          </a:prstGeom>
          <a:solidFill>
            <a:srgbClr val="F582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68598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8">
            <a:extLst>
              <a:ext uri="{FF2B5EF4-FFF2-40B4-BE49-F238E27FC236}">
                <a16:creationId xmlns:a16="http://schemas.microsoft.com/office/drawing/2014/main" id="{70BB707D-0DBF-4E46-95CB-390865147C7E}"/>
              </a:ext>
            </a:extLst>
          </p:cNvPr>
          <p:cNvSpPr/>
          <p:nvPr/>
        </p:nvSpPr>
        <p:spPr>
          <a:xfrm>
            <a:off x="4205647" y="2325530"/>
            <a:ext cx="591747" cy="591747"/>
          </a:xfrm>
          <a:prstGeom prst="ellipse">
            <a:avLst/>
          </a:prstGeom>
          <a:solidFill>
            <a:srgbClr val="FDB91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10">
            <a:extLst>
              <a:ext uri="{FF2B5EF4-FFF2-40B4-BE49-F238E27FC236}">
                <a16:creationId xmlns:a16="http://schemas.microsoft.com/office/drawing/2014/main" id="{1C717022-3286-45EC-8014-C4194D85387F}"/>
              </a:ext>
            </a:extLst>
          </p:cNvPr>
          <p:cNvSpPr/>
          <p:nvPr/>
        </p:nvSpPr>
        <p:spPr>
          <a:xfrm>
            <a:off x="7931699" y="2325530"/>
            <a:ext cx="591747" cy="591747"/>
          </a:xfrm>
          <a:prstGeom prst="ellipse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 45">
            <a:extLst>
              <a:ext uri="{FF2B5EF4-FFF2-40B4-BE49-F238E27FC236}">
                <a16:creationId xmlns:a16="http://schemas.microsoft.com/office/drawing/2014/main" id="{190C8AB8-AC64-41BF-8EBD-F072EFA572A8}"/>
              </a:ext>
            </a:extLst>
          </p:cNvPr>
          <p:cNvSpPr>
            <a:spLocks/>
          </p:cNvSpPr>
          <p:nvPr/>
        </p:nvSpPr>
        <p:spPr bwMode="auto">
          <a:xfrm>
            <a:off x="4457652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" lastClr="FFFFFF"/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Freeform 45">
            <a:extLst>
              <a:ext uri="{FF2B5EF4-FFF2-40B4-BE49-F238E27FC236}">
                <a16:creationId xmlns:a16="http://schemas.microsoft.com/office/drawing/2014/main" id="{92119EA5-5906-4C58-8E45-2D8994F3B69D}"/>
              </a:ext>
            </a:extLst>
          </p:cNvPr>
          <p:cNvSpPr>
            <a:spLocks/>
          </p:cNvSpPr>
          <p:nvPr/>
        </p:nvSpPr>
        <p:spPr bwMode="auto">
          <a:xfrm>
            <a:off x="8177660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STEP_1_DETAIL_TITLE">
            <a:extLst>
              <a:ext uri="{FF2B5EF4-FFF2-40B4-BE49-F238E27FC236}">
                <a16:creationId xmlns:a16="http://schemas.microsoft.com/office/drawing/2014/main" id="{7762EA2D-3684-4477-A54F-A1457F56A815}"/>
              </a:ext>
            </a:extLst>
          </p:cNvPr>
          <p:cNvSpPr/>
          <p:nvPr/>
        </p:nvSpPr>
        <p:spPr>
          <a:xfrm>
            <a:off x="1416769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srgbClr val="3F454F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srgbClr val="3F454F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43" name="STEP_1_BODY">
            <a:extLst>
              <a:ext uri="{FF2B5EF4-FFF2-40B4-BE49-F238E27FC236}">
                <a16:creationId xmlns:a16="http://schemas.microsoft.com/office/drawing/2014/main" id="{C530E608-259E-4E28-BE06-0F713D70EB72}"/>
              </a:ext>
            </a:extLst>
          </p:cNvPr>
          <p:cNvSpPr txBox="1">
            <a:spLocks/>
          </p:cNvSpPr>
          <p:nvPr/>
        </p:nvSpPr>
        <p:spPr>
          <a:xfrm>
            <a:off x="961963" y="4502278"/>
            <a:ext cx="2872618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Freeform 28">
            <a:extLst>
              <a:ext uri="{FF2B5EF4-FFF2-40B4-BE49-F238E27FC236}">
                <a16:creationId xmlns:a16="http://schemas.microsoft.com/office/drawing/2014/main" id="{4A966496-02B7-465F-BA9C-9630765C78D4}"/>
              </a:ext>
            </a:extLst>
          </p:cNvPr>
          <p:cNvSpPr>
            <a:spLocks noEditPoints="1"/>
          </p:cNvSpPr>
          <p:nvPr/>
        </p:nvSpPr>
        <p:spPr bwMode="auto">
          <a:xfrm>
            <a:off x="5637433" y="2120340"/>
            <a:ext cx="838436" cy="453778"/>
          </a:xfrm>
          <a:custGeom>
            <a:avLst/>
            <a:gdLst>
              <a:gd name="T0" fmla="*/ 135 w 279"/>
              <a:gd name="T1" fmla="*/ 11 h 151"/>
              <a:gd name="T2" fmla="*/ 135 w 279"/>
              <a:gd name="T3" fmla="*/ 16 h 151"/>
              <a:gd name="T4" fmla="*/ 128 w 279"/>
              <a:gd name="T5" fmla="*/ 23 h 151"/>
              <a:gd name="T6" fmla="*/ 215 w 279"/>
              <a:gd name="T7" fmla="*/ 61 h 151"/>
              <a:gd name="T8" fmla="*/ 191 w 279"/>
              <a:gd name="T9" fmla="*/ 84 h 151"/>
              <a:gd name="T10" fmla="*/ 218 w 279"/>
              <a:gd name="T11" fmla="*/ 64 h 151"/>
              <a:gd name="T12" fmla="*/ 248 w 279"/>
              <a:gd name="T13" fmla="*/ 45 h 151"/>
              <a:gd name="T14" fmla="*/ 205 w 279"/>
              <a:gd name="T15" fmla="*/ 12 h 151"/>
              <a:gd name="T16" fmla="*/ 157 w 279"/>
              <a:gd name="T17" fmla="*/ 14 h 151"/>
              <a:gd name="T18" fmla="*/ 116 w 279"/>
              <a:gd name="T19" fmla="*/ 12 h 151"/>
              <a:gd name="T20" fmla="*/ 88 w 279"/>
              <a:gd name="T21" fmla="*/ 13 h 151"/>
              <a:gd name="T22" fmla="*/ 23 w 279"/>
              <a:gd name="T23" fmla="*/ 45 h 151"/>
              <a:gd name="T24" fmla="*/ 8 w 279"/>
              <a:gd name="T25" fmla="*/ 119 h 151"/>
              <a:gd name="T26" fmla="*/ 110 w 279"/>
              <a:gd name="T27" fmla="*/ 94 h 151"/>
              <a:gd name="T28" fmla="*/ 129 w 279"/>
              <a:gd name="T29" fmla="*/ 65 h 151"/>
              <a:gd name="T30" fmla="*/ 148 w 279"/>
              <a:gd name="T31" fmla="*/ 84 h 151"/>
              <a:gd name="T32" fmla="*/ 172 w 279"/>
              <a:gd name="T33" fmla="*/ 123 h 151"/>
              <a:gd name="T34" fmla="*/ 135 w 279"/>
              <a:gd name="T35" fmla="*/ 5 h 151"/>
              <a:gd name="T36" fmla="*/ 118 w 279"/>
              <a:gd name="T37" fmla="*/ 23 h 151"/>
              <a:gd name="T38" fmla="*/ 5 w 279"/>
              <a:gd name="T39" fmla="*/ 90 h 151"/>
              <a:gd name="T40" fmla="*/ 54 w 279"/>
              <a:gd name="T41" fmla="*/ 140 h 151"/>
              <a:gd name="T42" fmla="*/ 109 w 279"/>
              <a:gd name="T43" fmla="*/ 88 h 151"/>
              <a:gd name="T44" fmla="*/ 57 w 279"/>
              <a:gd name="T45" fmla="*/ 25 h 151"/>
              <a:gd name="T46" fmla="*/ 110 w 279"/>
              <a:gd name="T47" fmla="*/ 49 h 151"/>
              <a:gd name="T48" fmla="*/ 135 w 279"/>
              <a:gd name="T49" fmla="*/ 57 h 151"/>
              <a:gd name="T50" fmla="*/ 113 w 279"/>
              <a:gd name="T51" fmla="*/ 19 h 151"/>
              <a:gd name="T52" fmla="*/ 157 w 279"/>
              <a:gd name="T53" fmla="*/ 19 h 151"/>
              <a:gd name="T54" fmla="*/ 135 w 279"/>
              <a:gd name="T55" fmla="*/ 57 h 151"/>
              <a:gd name="T56" fmla="*/ 151 w 279"/>
              <a:gd name="T57" fmla="*/ 81 h 151"/>
              <a:gd name="T58" fmla="*/ 183 w 279"/>
              <a:gd name="T59" fmla="*/ 20 h 151"/>
              <a:gd name="T60" fmla="*/ 222 w 279"/>
              <a:gd name="T61" fmla="*/ 32 h 151"/>
              <a:gd name="T62" fmla="*/ 181 w 279"/>
              <a:gd name="T63" fmla="*/ 47 h 151"/>
              <a:gd name="T64" fmla="*/ 166 w 279"/>
              <a:gd name="T65" fmla="*/ 89 h 151"/>
              <a:gd name="T66" fmla="*/ 216 w 279"/>
              <a:gd name="T67" fmla="*/ 140 h 151"/>
              <a:gd name="T68" fmla="*/ 215 w 279"/>
              <a:gd name="T69" fmla="*/ 130 h 151"/>
              <a:gd name="T70" fmla="*/ 216 w 279"/>
              <a:gd name="T71" fmla="*/ 125 h 151"/>
              <a:gd name="T72" fmla="*/ 251 w 279"/>
              <a:gd name="T73" fmla="*/ 90 h 151"/>
              <a:gd name="T74" fmla="*/ 53 w 279"/>
              <a:gd name="T75" fmla="*/ 61 h 151"/>
              <a:gd name="T76" fmla="*/ 29 w 279"/>
              <a:gd name="T77" fmla="*/ 84 h 151"/>
              <a:gd name="T78" fmla="*/ 54 w 279"/>
              <a:gd name="T79" fmla="*/ 66 h 151"/>
              <a:gd name="T80" fmla="*/ 56 w 279"/>
              <a:gd name="T81" fmla="*/ 62 h 151"/>
              <a:gd name="T82" fmla="*/ 55 w 279"/>
              <a:gd name="T83" fmla="*/ 130 h 151"/>
              <a:gd name="T84" fmla="*/ 55 w 279"/>
              <a:gd name="T85" fmla="*/ 125 h 151"/>
              <a:gd name="T86" fmla="*/ 90 w 279"/>
              <a:gd name="T87" fmla="*/ 9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9" h="151">
                <a:moveTo>
                  <a:pt x="135" y="34"/>
                </a:moveTo>
                <a:cubicBezTo>
                  <a:pt x="142" y="34"/>
                  <a:pt x="147" y="29"/>
                  <a:pt x="147" y="23"/>
                </a:cubicBezTo>
                <a:cubicBezTo>
                  <a:pt x="147" y="16"/>
                  <a:pt x="142" y="11"/>
                  <a:pt x="135" y="11"/>
                </a:cubicBezTo>
                <a:cubicBezTo>
                  <a:pt x="129" y="11"/>
                  <a:pt x="124" y="16"/>
                  <a:pt x="123" y="22"/>
                </a:cubicBezTo>
                <a:cubicBezTo>
                  <a:pt x="123" y="29"/>
                  <a:pt x="129" y="34"/>
                  <a:pt x="135" y="34"/>
                </a:cubicBezTo>
                <a:close/>
                <a:moveTo>
                  <a:pt x="135" y="16"/>
                </a:moveTo>
                <a:cubicBezTo>
                  <a:pt x="139" y="16"/>
                  <a:pt x="142" y="19"/>
                  <a:pt x="142" y="23"/>
                </a:cubicBezTo>
                <a:cubicBezTo>
                  <a:pt x="142" y="26"/>
                  <a:pt x="139" y="30"/>
                  <a:pt x="135" y="30"/>
                </a:cubicBezTo>
                <a:cubicBezTo>
                  <a:pt x="131" y="29"/>
                  <a:pt x="128" y="26"/>
                  <a:pt x="128" y="23"/>
                </a:cubicBezTo>
                <a:cubicBezTo>
                  <a:pt x="128" y="19"/>
                  <a:pt x="131" y="16"/>
                  <a:pt x="135" y="16"/>
                </a:cubicBezTo>
                <a:close/>
                <a:moveTo>
                  <a:pt x="215" y="61"/>
                </a:moveTo>
                <a:cubicBezTo>
                  <a:pt x="215" y="61"/>
                  <a:pt x="215" y="61"/>
                  <a:pt x="215" y="61"/>
                </a:cubicBezTo>
                <a:cubicBezTo>
                  <a:pt x="211" y="62"/>
                  <a:pt x="208" y="62"/>
                  <a:pt x="205" y="64"/>
                </a:cubicBezTo>
                <a:cubicBezTo>
                  <a:pt x="197" y="67"/>
                  <a:pt x="192" y="73"/>
                  <a:pt x="189" y="80"/>
                </a:cubicBezTo>
                <a:cubicBezTo>
                  <a:pt x="189" y="82"/>
                  <a:pt x="189" y="83"/>
                  <a:pt x="191" y="84"/>
                </a:cubicBezTo>
                <a:cubicBezTo>
                  <a:pt x="192" y="84"/>
                  <a:pt x="193" y="84"/>
                  <a:pt x="194" y="82"/>
                </a:cubicBezTo>
                <a:cubicBezTo>
                  <a:pt x="198" y="72"/>
                  <a:pt x="205" y="67"/>
                  <a:pt x="215" y="66"/>
                </a:cubicBezTo>
                <a:cubicBezTo>
                  <a:pt x="217" y="66"/>
                  <a:pt x="218" y="65"/>
                  <a:pt x="218" y="64"/>
                </a:cubicBezTo>
                <a:cubicBezTo>
                  <a:pt x="218" y="62"/>
                  <a:pt x="216" y="61"/>
                  <a:pt x="215" y="61"/>
                </a:cubicBezTo>
                <a:close/>
                <a:moveTo>
                  <a:pt x="262" y="60"/>
                </a:moveTo>
                <a:cubicBezTo>
                  <a:pt x="258" y="54"/>
                  <a:pt x="253" y="49"/>
                  <a:pt x="248" y="45"/>
                </a:cubicBezTo>
                <a:cubicBezTo>
                  <a:pt x="245" y="43"/>
                  <a:pt x="242" y="42"/>
                  <a:pt x="239" y="40"/>
                </a:cubicBezTo>
                <a:cubicBezTo>
                  <a:pt x="236" y="37"/>
                  <a:pt x="232" y="34"/>
                  <a:pt x="229" y="31"/>
                </a:cubicBezTo>
                <a:cubicBezTo>
                  <a:pt x="221" y="25"/>
                  <a:pt x="213" y="19"/>
                  <a:pt x="205" y="12"/>
                </a:cubicBezTo>
                <a:cubicBezTo>
                  <a:pt x="198" y="7"/>
                  <a:pt x="189" y="7"/>
                  <a:pt x="182" y="13"/>
                </a:cubicBezTo>
                <a:cubicBezTo>
                  <a:pt x="182" y="13"/>
                  <a:pt x="181" y="14"/>
                  <a:pt x="180" y="14"/>
                </a:cubicBezTo>
                <a:cubicBezTo>
                  <a:pt x="172" y="14"/>
                  <a:pt x="165" y="14"/>
                  <a:pt x="157" y="14"/>
                </a:cubicBezTo>
                <a:cubicBezTo>
                  <a:pt x="156" y="14"/>
                  <a:pt x="155" y="13"/>
                  <a:pt x="155" y="13"/>
                </a:cubicBezTo>
                <a:cubicBezTo>
                  <a:pt x="151" y="5"/>
                  <a:pt x="144" y="1"/>
                  <a:pt x="136" y="1"/>
                </a:cubicBezTo>
                <a:cubicBezTo>
                  <a:pt x="127" y="0"/>
                  <a:pt x="120" y="5"/>
                  <a:pt x="116" y="12"/>
                </a:cubicBezTo>
                <a:cubicBezTo>
                  <a:pt x="115" y="13"/>
                  <a:pt x="115" y="14"/>
                  <a:pt x="113" y="14"/>
                </a:cubicBezTo>
                <a:cubicBezTo>
                  <a:pt x="106" y="14"/>
                  <a:pt x="98" y="14"/>
                  <a:pt x="90" y="14"/>
                </a:cubicBezTo>
                <a:cubicBezTo>
                  <a:pt x="89" y="14"/>
                  <a:pt x="88" y="13"/>
                  <a:pt x="88" y="13"/>
                </a:cubicBezTo>
                <a:cubicBezTo>
                  <a:pt x="81" y="7"/>
                  <a:pt x="72" y="7"/>
                  <a:pt x="65" y="12"/>
                </a:cubicBezTo>
                <a:cubicBezTo>
                  <a:pt x="56" y="20"/>
                  <a:pt x="47" y="27"/>
                  <a:pt x="37" y="34"/>
                </a:cubicBezTo>
                <a:cubicBezTo>
                  <a:pt x="33" y="38"/>
                  <a:pt x="27" y="42"/>
                  <a:pt x="23" y="45"/>
                </a:cubicBezTo>
                <a:cubicBezTo>
                  <a:pt x="19" y="48"/>
                  <a:pt x="16" y="50"/>
                  <a:pt x="14" y="53"/>
                </a:cubicBezTo>
                <a:cubicBezTo>
                  <a:pt x="4" y="64"/>
                  <a:pt x="0" y="76"/>
                  <a:pt x="0" y="89"/>
                </a:cubicBezTo>
                <a:cubicBezTo>
                  <a:pt x="0" y="100"/>
                  <a:pt x="3" y="110"/>
                  <a:pt x="8" y="119"/>
                </a:cubicBezTo>
                <a:cubicBezTo>
                  <a:pt x="21" y="139"/>
                  <a:pt x="45" y="149"/>
                  <a:pt x="68" y="143"/>
                </a:cubicBezTo>
                <a:cubicBezTo>
                  <a:pt x="90" y="137"/>
                  <a:pt x="106" y="119"/>
                  <a:pt x="109" y="96"/>
                </a:cubicBezTo>
                <a:cubicBezTo>
                  <a:pt x="109" y="95"/>
                  <a:pt x="110" y="94"/>
                  <a:pt x="110" y="94"/>
                </a:cubicBezTo>
                <a:cubicBezTo>
                  <a:pt x="114" y="91"/>
                  <a:pt x="118" y="88"/>
                  <a:pt x="122" y="85"/>
                </a:cubicBezTo>
                <a:cubicBezTo>
                  <a:pt x="127" y="80"/>
                  <a:pt x="130" y="74"/>
                  <a:pt x="129" y="67"/>
                </a:cubicBezTo>
                <a:cubicBezTo>
                  <a:pt x="128" y="66"/>
                  <a:pt x="129" y="66"/>
                  <a:pt x="129" y="65"/>
                </a:cubicBezTo>
                <a:cubicBezTo>
                  <a:pt x="131" y="61"/>
                  <a:pt x="138" y="61"/>
                  <a:pt x="141" y="64"/>
                </a:cubicBezTo>
                <a:cubicBezTo>
                  <a:pt x="141" y="65"/>
                  <a:pt x="142" y="66"/>
                  <a:pt x="141" y="67"/>
                </a:cubicBezTo>
                <a:cubicBezTo>
                  <a:pt x="140" y="74"/>
                  <a:pt x="142" y="80"/>
                  <a:pt x="148" y="84"/>
                </a:cubicBezTo>
                <a:cubicBezTo>
                  <a:pt x="152" y="88"/>
                  <a:pt x="156" y="91"/>
                  <a:pt x="160" y="94"/>
                </a:cubicBezTo>
                <a:cubicBezTo>
                  <a:pt x="161" y="95"/>
                  <a:pt x="161" y="96"/>
                  <a:pt x="161" y="97"/>
                </a:cubicBezTo>
                <a:cubicBezTo>
                  <a:pt x="163" y="106"/>
                  <a:pt x="166" y="115"/>
                  <a:pt x="172" y="123"/>
                </a:cubicBezTo>
                <a:cubicBezTo>
                  <a:pt x="188" y="144"/>
                  <a:pt x="218" y="151"/>
                  <a:pt x="241" y="138"/>
                </a:cubicBezTo>
                <a:cubicBezTo>
                  <a:pt x="270" y="123"/>
                  <a:pt x="279" y="87"/>
                  <a:pt x="262" y="60"/>
                </a:cubicBezTo>
                <a:close/>
                <a:moveTo>
                  <a:pt x="135" y="5"/>
                </a:moveTo>
                <a:cubicBezTo>
                  <a:pt x="144" y="5"/>
                  <a:pt x="152" y="13"/>
                  <a:pt x="153" y="22"/>
                </a:cubicBezTo>
                <a:cubicBezTo>
                  <a:pt x="153" y="31"/>
                  <a:pt x="145" y="40"/>
                  <a:pt x="136" y="40"/>
                </a:cubicBezTo>
                <a:cubicBezTo>
                  <a:pt x="125" y="40"/>
                  <a:pt x="118" y="31"/>
                  <a:pt x="118" y="23"/>
                </a:cubicBezTo>
                <a:cubicBezTo>
                  <a:pt x="118" y="13"/>
                  <a:pt x="125" y="5"/>
                  <a:pt x="135" y="5"/>
                </a:cubicBezTo>
                <a:close/>
                <a:moveTo>
                  <a:pt x="54" y="140"/>
                </a:moveTo>
                <a:cubicBezTo>
                  <a:pt x="27" y="139"/>
                  <a:pt x="4" y="117"/>
                  <a:pt x="5" y="90"/>
                </a:cubicBezTo>
                <a:cubicBezTo>
                  <a:pt x="5" y="62"/>
                  <a:pt x="27" y="39"/>
                  <a:pt x="55" y="40"/>
                </a:cubicBezTo>
                <a:cubicBezTo>
                  <a:pt x="82" y="40"/>
                  <a:pt x="105" y="62"/>
                  <a:pt x="105" y="90"/>
                </a:cubicBezTo>
                <a:cubicBezTo>
                  <a:pt x="105" y="118"/>
                  <a:pt x="81" y="140"/>
                  <a:pt x="54" y="140"/>
                </a:cubicBezTo>
                <a:close/>
                <a:moveTo>
                  <a:pt x="119" y="80"/>
                </a:moveTo>
                <a:cubicBezTo>
                  <a:pt x="116" y="83"/>
                  <a:pt x="114" y="85"/>
                  <a:pt x="111" y="87"/>
                </a:cubicBezTo>
                <a:cubicBezTo>
                  <a:pt x="110" y="88"/>
                  <a:pt x="110" y="88"/>
                  <a:pt x="109" y="88"/>
                </a:cubicBezTo>
                <a:cubicBezTo>
                  <a:pt x="109" y="71"/>
                  <a:pt x="102" y="57"/>
                  <a:pt x="89" y="47"/>
                </a:cubicBezTo>
                <a:cubicBezTo>
                  <a:pt x="75" y="36"/>
                  <a:pt x="60" y="33"/>
                  <a:pt x="43" y="36"/>
                </a:cubicBezTo>
                <a:cubicBezTo>
                  <a:pt x="48" y="32"/>
                  <a:pt x="52" y="28"/>
                  <a:pt x="57" y="25"/>
                </a:cubicBezTo>
                <a:cubicBezTo>
                  <a:pt x="60" y="22"/>
                  <a:pt x="64" y="19"/>
                  <a:pt x="68" y="16"/>
                </a:cubicBezTo>
                <a:cubicBezTo>
                  <a:pt x="74" y="11"/>
                  <a:pt x="81" y="12"/>
                  <a:pt x="86" y="18"/>
                </a:cubicBezTo>
                <a:cubicBezTo>
                  <a:pt x="94" y="28"/>
                  <a:pt x="102" y="39"/>
                  <a:pt x="110" y="49"/>
                </a:cubicBezTo>
                <a:cubicBezTo>
                  <a:pt x="114" y="53"/>
                  <a:pt x="118" y="58"/>
                  <a:pt x="121" y="63"/>
                </a:cubicBezTo>
                <a:cubicBezTo>
                  <a:pt x="126" y="68"/>
                  <a:pt x="125" y="76"/>
                  <a:pt x="119" y="80"/>
                </a:cubicBezTo>
                <a:close/>
                <a:moveTo>
                  <a:pt x="135" y="57"/>
                </a:moveTo>
                <a:cubicBezTo>
                  <a:pt x="132" y="57"/>
                  <a:pt x="129" y="59"/>
                  <a:pt x="126" y="61"/>
                </a:cubicBezTo>
                <a:cubicBezTo>
                  <a:pt x="115" y="47"/>
                  <a:pt x="104" y="33"/>
                  <a:pt x="9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2" y="26"/>
                  <a:pt x="114" y="33"/>
                  <a:pt x="120" y="38"/>
                </a:cubicBezTo>
                <a:cubicBezTo>
                  <a:pt x="125" y="43"/>
                  <a:pt x="130" y="45"/>
                  <a:pt x="136" y="44"/>
                </a:cubicBezTo>
                <a:cubicBezTo>
                  <a:pt x="148" y="44"/>
                  <a:pt x="159" y="33"/>
                  <a:pt x="157" y="19"/>
                </a:cubicBezTo>
                <a:cubicBezTo>
                  <a:pt x="177" y="19"/>
                  <a:pt x="177" y="19"/>
                  <a:pt x="177" y="19"/>
                </a:cubicBezTo>
                <a:cubicBezTo>
                  <a:pt x="166" y="33"/>
                  <a:pt x="155" y="47"/>
                  <a:pt x="144" y="61"/>
                </a:cubicBezTo>
                <a:cubicBezTo>
                  <a:pt x="141" y="58"/>
                  <a:pt x="139" y="57"/>
                  <a:pt x="135" y="57"/>
                </a:cubicBezTo>
                <a:close/>
                <a:moveTo>
                  <a:pt x="161" y="89"/>
                </a:moveTo>
                <a:cubicBezTo>
                  <a:pt x="160" y="88"/>
                  <a:pt x="160" y="88"/>
                  <a:pt x="160" y="88"/>
                </a:cubicBezTo>
                <a:cubicBezTo>
                  <a:pt x="157" y="85"/>
                  <a:pt x="154" y="83"/>
                  <a:pt x="151" y="81"/>
                </a:cubicBezTo>
                <a:cubicBezTo>
                  <a:pt x="145" y="76"/>
                  <a:pt x="144" y="68"/>
                  <a:pt x="149" y="62"/>
                </a:cubicBezTo>
                <a:cubicBezTo>
                  <a:pt x="159" y="50"/>
                  <a:pt x="168" y="38"/>
                  <a:pt x="178" y="26"/>
                </a:cubicBezTo>
                <a:cubicBezTo>
                  <a:pt x="179" y="24"/>
                  <a:pt x="181" y="22"/>
                  <a:pt x="183" y="20"/>
                </a:cubicBezTo>
                <a:cubicBezTo>
                  <a:pt x="184" y="18"/>
                  <a:pt x="185" y="17"/>
                  <a:pt x="187" y="16"/>
                </a:cubicBezTo>
                <a:cubicBezTo>
                  <a:pt x="191" y="12"/>
                  <a:pt x="197" y="12"/>
                  <a:pt x="202" y="16"/>
                </a:cubicBezTo>
                <a:cubicBezTo>
                  <a:pt x="209" y="21"/>
                  <a:pt x="215" y="27"/>
                  <a:pt x="222" y="32"/>
                </a:cubicBezTo>
                <a:cubicBezTo>
                  <a:pt x="223" y="33"/>
                  <a:pt x="225" y="34"/>
                  <a:pt x="226" y="35"/>
                </a:cubicBezTo>
                <a:cubicBezTo>
                  <a:pt x="226" y="35"/>
                  <a:pt x="226" y="36"/>
                  <a:pt x="226" y="36"/>
                </a:cubicBezTo>
                <a:cubicBezTo>
                  <a:pt x="210" y="33"/>
                  <a:pt x="195" y="36"/>
                  <a:pt x="181" y="47"/>
                </a:cubicBezTo>
                <a:cubicBezTo>
                  <a:pt x="168" y="58"/>
                  <a:pt x="162" y="72"/>
                  <a:pt x="161" y="89"/>
                </a:cubicBezTo>
                <a:close/>
                <a:moveTo>
                  <a:pt x="216" y="140"/>
                </a:moveTo>
                <a:cubicBezTo>
                  <a:pt x="189" y="140"/>
                  <a:pt x="166" y="117"/>
                  <a:pt x="166" y="89"/>
                </a:cubicBezTo>
                <a:cubicBezTo>
                  <a:pt x="166" y="62"/>
                  <a:pt x="188" y="40"/>
                  <a:pt x="216" y="40"/>
                </a:cubicBezTo>
                <a:cubicBezTo>
                  <a:pt x="243" y="40"/>
                  <a:pt x="266" y="62"/>
                  <a:pt x="266" y="90"/>
                </a:cubicBezTo>
                <a:cubicBezTo>
                  <a:pt x="266" y="117"/>
                  <a:pt x="243" y="140"/>
                  <a:pt x="216" y="140"/>
                </a:cubicBezTo>
                <a:close/>
                <a:moveTo>
                  <a:pt x="216" y="49"/>
                </a:moveTo>
                <a:cubicBezTo>
                  <a:pt x="194" y="49"/>
                  <a:pt x="176" y="67"/>
                  <a:pt x="176" y="90"/>
                </a:cubicBezTo>
                <a:cubicBezTo>
                  <a:pt x="176" y="111"/>
                  <a:pt x="193" y="130"/>
                  <a:pt x="215" y="130"/>
                </a:cubicBezTo>
                <a:cubicBezTo>
                  <a:pt x="238" y="130"/>
                  <a:pt x="256" y="112"/>
                  <a:pt x="256" y="90"/>
                </a:cubicBezTo>
                <a:cubicBezTo>
                  <a:pt x="256" y="68"/>
                  <a:pt x="238" y="50"/>
                  <a:pt x="216" y="49"/>
                </a:cubicBezTo>
                <a:close/>
                <a:moveTo>
                  <a:pt x="216" y="125"/>
                </a:moveTo>
                <a:cubicBezTo>
                  <a:pt x="197" y="125"/>
                  <a:pt x="180" y="109"/>
                  <a:pt x="180" y="90"/>
                </a:cubicBezTo>
                <a:cubicBezTo>
                  <a:pt x="181" y="70"/>
                  <a:pt x="196" y="54"/>
                  <a:pt x="216" y="54"/>
                </a:cubicBezTo>
                <a:cubicBezTo>
                  <a:pt x="235" y="54"/>
                  <a:pt x="251" y="70"/>
                  <a:pt x="251" y="90"/>
                </a:cubicBezTo>
                <a:cubicBezTo>
                  <a:pt x="251" y="109"/>
                  <a:pt x="235" y="125"/>
                  <a:pt x="216" y="125"/>
                </a:cubicBezTo>
                <a:close/>
                <a:moveTo>
                  <a:pt x="56" y="62"/>
                </a:moveTo>
                <a:cubicBezTo>
                  <a:pt x="55" y="61"/>
                  <a:pt x="54" y="61"/>
                  <a:pt x="53" y="61"/>
                </a:cubicBezTo>
                <a:cubicBezTo>
                  <a:pt x="47" y="62"/>
                  <a:pt x="42" y="64"/>
                  <a:pt x="37" y="68"/>
                </a:cubicBezTo>
                <a:cubicBezTo>
                  <a:pt x="33" y="71"/>
                  <a:pt x="30" y="75"/>
                  <a:pt x="28" y="81"/>
                </a:cubicBezTo>
                <a:cubicBezTo>
                  <a:pt x="28" y="82"/>
                  <a:pt x="28" y="83"/>
                  <a:pt x="29" y="84"/>
                </a:cubicBezTo>
                <a:cubicBezTo>
                  <a:pt x="31" y="84"/>
                  <a:pt x="32" y="84"/>
                  <a:pt x="33" y="82"/>
                </a:cubicBezTo>
                <a:cubicBezTo>
                  <a:pt x="33" y="82"/>
                  <a:pt x="33" y="81"/>
                  <a:pt x="33" y="81"/>
                </a:cubicBezTo>
                <a:cubicBezTo>
                  <a:pt x="37" y="71"/>
                  <a:pt x="44" y="67"/>
                  <a:pt x="54" y="66"/>
                </a:cubicBezTo>
                <a:cubicBezTo>
                  <a:pt x="55" y="66"/>
                  <a:pt x="55" y="66"/>
                  <a:pt x="56" y="66"/>
                </a:cubicBezTo>
                <a:cubicBezTo>
                  <a:pt x="57" y="66"/>
                  <a:pt x="58" y="66"/>
                  <a:pt x="58" y="64"/>
                </a:cubicBezTo>
                <a:cubicBezTo>
                  <a:pt x="58" y="63"/>
                  <a:pt x="58" y="62"/>
                  <a:pt x="56" y="62"/>
                </a:cubicBezTo>
                <a:close/>
                <a:moveTo>
                  <a:pt x="55" y="49"/>
                </a:moveTo>
                <a:cubicBezTo>
                  <a:pt x="32" y="50"/>
                  <a:pt x="15" y="67"/>
                  <a:pt x="14" y="89"/>
                </a:cubicBezTo>
                <a:cubicBezTo>
                  <a:pt x="14" y="112"/>
                  <a:pt x="32" y="130"/>
                  <a:pt x="55" y="130"/>
                </a:cubicBezTo>
                <a:cubicBezTo>
                  <a:pt x="77" y="130"/>
                  <a:pt x="95" y="112"/>
                  <a:pt x="95" y="90"/>
                </a:cubicBezTo>
                <a:cubicBezTo>
                  <a:pt x="95" y="68"/>
                  <a:pt x="77" y="49"/>
                  <a:pt x="55" y="49"/>
                </a:cubicBezTo>
                <a:close/>
                <a:moveTo>
                  <a:pt x="55" y="125"/>
                </a:moveTo>
                <a:cubicBezTo>
                  <a:pt x="35" y="125"/>
                  <a:pt x="19" y="109"/>
                  <a:pt x="19" y="90"/>
                </a:cubicBezTo>
                <a:cubicBezTo>
                  <a:pt x="19" y="70"/>
                  <a:pt x="35" y="54"/>
                  <a:pt x="55" y="54"/>
                </a:cubicBezTo>
                <a:cubicBezTo>
                  <a:pt x="74" y="54"/>
                  <a:pt x="90" y="70"/>
                  <a:pt x="90" y="90"/>
                </a:cubicBezTo>
                <a:cubicBezTo>
                  <a:pt x="90" y="110"/>
                  <a:pt x="74" y="125"/>
                  <a:pt x="55" y="12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6" name="Freeform 29">
            <a:extLst>
              <a:ext uri="{FF2B5EF4-FFF2-40B4-BE49-F238E27FC236}">
                <a16:creationId xmlns:a16="http://schemas.microsoft.com/office/drawing/2014/main" id="{28AAE902-96A3-4FFB-B2BF-25494177B839}"/>
              </a:ext>
            </a:extLst>
          </p:cNvPr>
          <p:cNvSpPr>
            <a:spLocks noEditPoints="1"/>
          </p:cNvSpPr>
          <p:nvPr/>
        </p:nvSpPr>
        <p:spPr bwMode="auto">
          <a:xfrm>
            <a:off x="2023664" y="2057804"/>
            <a:ext cx="577410" cy="578848"/>
          </a:xfrm>
          <a:custGeom>
            <a:avLst/>
            <a:gdLst>
              <a:gd name="T0" fmla="*/ 159 w 200"/>
              <a:gd name="T1" fmla="*/ 3 h 201"/>
              <a:gd name="T2" fmla="*/ 84 w 200"/>
              <a:gd name="T3" fmla="*/ 47 h 201"/>
              <a:gd name="T4" fmla="*/ 54 w 200"/>
              <a:gd name="T5" fmla="*/ 55 h 201"/>
              <a:gd name="T6" fmla="*/ 26 w 200"/>
              <a:gd name="T7" fmla="*/ 90 h 201"/>
              <a:gd name="T8" fmla="*/ 41 w 200"/>
              <a:gd name="T9" fmla="*/ 115 h 201"/>
              <a:gd name="T10" fmla="*/ 41 w 200"/>
              <a:gd name="T11" fmla="*/ 134 h 201"/>
              <a:gd name="T12" fmla="*/ 76 w 200"/>
              <a:gd name="T13" fmla="*/ 164 h 201"/>
              <a:gd name="T14" fmla="*/ 97 w 200"/>
              <a:gd name="T15" fmla="*/ 186 h 201"/>
              <a:gd name="T16" fmla="*/ 149 w 200"/>
              <a:gd name="T17" fmla="*/ 144 h 201"/>
              <a:gd name="T18" fmla="*/ 154 w 200"/>
              <a:gd name="T19" fmla="*/ 117 h 201"/>
              <a:gd name="T20" fmla="*/ 159 w 200"/>
              <a:gd name="T21" fmla="*/ 111 h 201"/>
              <a:gd name="T22" fmla="*/ 200 w 200"/>
              <a:gd name="T23" fmla="*/ 4 h 201"/>
              <a:gd name="T24" fmla="*/ 28 w 200"/>
              <a:gd name="T25" fmla="*/ 100 h 201"/>
              <a:gd name="T26" fmla="*/ 61 w 200"/>
              <a:gd name="T27" fmla="*/ 60 h 201"/>
              <a:gd name="T28" fmla="*/ 76 w 200"/>
              <a:gd name="T29" fmla="*/ 56 h 201"/>
              <a:gd name="T30" fmla="*/ 47 w 200"/>
              <a:gd name="T31" fmla="*/ 108 h 201"/>
              <a:gd name="T32" fmla="*/ 78 w 200"/>
              <a:gd name="T33" fmla="*/ 155 h 201"/>
              <a:gd name="T34" fmla="*/ 46 w 200"/>
              <a:gd name="T35" fmla="*/ 128 h 201"/>
              <a:gd name="T36" fmla="*/ 49 w 200"/>
              <a:gd name="T37" fmla="*/ 120 h 201"/>
              <a:gd name="T38" fmla="*/ 78 w 200"/>
              <a:gd name="T39" fmla="*/ 155 h 201"/>
              <a:gd name="T40" fmla="*/ 142 w 200"/>
              <a:gd name="T41" fmla="*/ 139 h 201"/>
              <a:gd name="T42" fmla="*/ 100 w 200"/>
              <a:gd name="T43" fmla="*/ 172 h 201"/>
              <a:gd name="T44" fmla="*/ 145 w 200"/>
              <a:gd name="T45" fmla="*/ 122 h 201"/>
              <a:gd name="T46" fmla="*/ 176 w 200"/>
              <a:gd name="T47" fmla="*/ 78 h 201"/>
              <a:gd name="T48" fmla="*/ 89 w 200"/>
              <a:gd name="T49" fmla="*/ 146 h 201"/>
              <a:gd name="T50" fmla="*/ 55 w 200"/>
              <a:gd name="T51" fmla="*/ 114 h 201"/>
              <a:gd name="T52" fmla="*/ 84 w 200"/>
              <a:gd name="T53" fmla="*/ 63 h 201"/>
              <a:gd name="T54" fmla="*/ 148 w 200"/>
              <a:gd name="T55" fmla="*/ 14 h 201"/>
              <a:gd name="T56" fmla="*/ 192 w 200"/>
              <a:gd name="T57" fmla="*/ 9 h 201"/>
              <a:gd name="T58" fmla="*/ 50 w 200"/>
              <a:gd name="T59" fmla="*/ 153 h 201"/>
              <a:gd name="T60" fmla="*/ 24 w 200"/>
              <a:gd name="T61" fmla="*/ 171 h 201"/>
              <a:gd name="T62" fmla="*/ 5 w 200"/>
              <a:gd name="T63" fmla="*/ 196 h 201"/>
              <a:gd name="T64" fmla="*/ 20 w 200"/>
              <a:gd name="T65" fmla="*/ 186 h 201"/>
              <a:gd name="T66" fmla="*/ 50 w 200"/>
              <a:gd name="T67" fmla="*/ 153 h 201"/>
              <a:gd name="T68" fmla="*/ 31 w 200"/>
              <a:gd name="T69" fmla="*/ 193 h 201"/>
              <a:gd name="T70" fmla="*/ 37 w 200"/>
              <a:gd name="T71" fmla="*/ 198 h 201"/>
              <a:gd name="T72" fmla="*/ 63 w 200"/>
              <a:gd name="T73" fmla="*/ 172 h 201"/>
              <a:gd name="T74" fmla="*/ 57 w 200"/>
              <a:gd name="T75" fmla="*/ 167 h 201"/>
              <a:gd name="T76" fmla="*/ 34 w 200"/>
              <a:gd name="T77" fmla="*/ 143 h 201"/>
              <a:gd name="T78" fmla="*/ 28 w 200"/>
              <a:gd name="T79" fmla="*/ 138 h 201"/>
              <a:gd name="T80" fmla="*/ 15 w 200"/>
              <a:gd name="T81" fmla="*/ 151 h 201"/>
              <a:gd name="T82" fmla="*/ 2 w 200"/>
              <a:gd name="T83" fmla="*/ 170 h 201"/>
              <a:gd name="T84" fmla="*/ 111 w 200"/>
              <a:gd name="T85" fmla="*/ 48 h 201"/>
              <a:gd name="T86" fmla="*/ 153 w 200"/>
              <a:gd name="T87" fmla="*/ 89 h 201"/>
              <a:gd name="T88" fmla="*/ 111 w 200"/>
              <a:gd name="T89" fmla="*/ 48 h 201"/>
              <a:gd name="T90" fmla="*/ 117 w 200"/>
              <a:gd name="T91" fmla="*/ 84 h 201"/>
              <a:gd name="T92" fmla="*/ 148 w 200"/>
              <a:gd name="T93" fmla="*/ 53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00" h="201">
                <a:moveTo>
                  <a:pt x="196" y="0"/>
                </a:moveTo>
                <a:cubicBezTo>
                  <a:pt x="183" y="0"/>
                  <a:pt x="171" y="1"/>
                  <a:pt x="159" y="3"/>
                </a:cubicBezTo>
                <a:cubicBezTo>
                  <a:pt x="129" y="8"/>
                  <a:pt x="105" y="22"/>
                  <a:pt x="87" y="45"/>
                </a:cubicBezTo>
                <a:cubicBezTo>
                  <a:pt x="86" y="46"/>
                  <a:pt x="85" y="47"/>
                  <a:pt x="84" y="47"/>
                </a:cubicBezTo>
                <a:cubicBezTo>
                  <a:pt x="78" y="48"/>
                  <a:pt x="72" y="49"/>
                  <a:pt x="66" y="49"/>
                </a:cubicBezTo>
                <a:cubicBezTo>
                  <a:pt x="61" y="49"/>
                  <a:pt x="56" y="51"/>
                  <a:pt x="54" y="55"/>
                </a:cubicBezTo>
                <a:cubicBezTo>
                  <a:pt x="53" y="56"/>
                  <a:pt x="53" y="56"/>
                  <a:pt x="53" y="57"/>
                </a:cubicBezTo>
                <a:cubicBezTo>
                  <a:pt x="44" y="68"/>
                  <a:pt x="35" y="79"/>
                  <a:pt x="26" y="90"/>
                </a:cubicBezTo>
                <a:cubicBezTo>
                  <a:pt x="22" y="94"/>
                  <a:pt x="19" y="99"/>
                  <a:pt x="15" y="103"/>
                </a:cubicBezTo>
                <a:cubicBezTo>
                  <a:pt x="24" y="107"/>
                  <a:pt x="32" y="111"/>
                  <a:pt x="41" y="115"/>
                </a:cubicBezTo>
                <a:cubicBezTo>
                  <a:pt x="41" y="116"/>
                  <a:pt x="41" y="116"/>
                  <a:pt x="40" y="116"/>
                </a:cubicBezTo>
                <a:cubicBezTo>
                  <a:pt x="35" y="122"/>
                  <a:pt x="36" y="128"/>
                  <a:pt x="41" y="134"/>
                </a:cubicBezTo>
                <a:cubicBezTo>
                  <a:pt x="50" y="142"/>
                  <a:pt x="58" y="151"/>
                  <a:pt x="67" y="160"/>
                </a:cubicBezTo>
                <a:cubicBezTo>
                  <a:pt x="70" y="162"/>
                  <a:pt x="72" y="164"/>
                  <a:pt x="76" y="164"/>
                </a:cubicBezTo>
                <a:cubicBezTo>
                  <a:pt x="80" y="164"/>
                  <a:pt x="83" y="162"/>
                  <a:pt x="86" y="159"/>
                </a:cubicBezTo>
                <a:cubicBezTo>
                  <a:pt x="90" y="168"/>
                  <a:pt x="93" y="177"/>
                  <a:pt x="97" y="186"/>
                </a:cubicBezTo>
                <a:cubicBezTo>
                  <a:pt x="107" y="178"/>
                  <a:pt x="116" y="171"/>
                  <a:pt x="125" y="163"/>
                </a:cubicBezTo>
                <a:cubicBezTo>
                  <a:pt x="133" y="157"/>
                  <a:pt x="141" y="150"/>
                  <a:pt x="149" y="144"/>
                </a:cubicBezTo>
                <a:cubicBezTo>
                  <a:pt x="150" y="143"/>
                  <a:pt x="151" y="142"/>
                  <a:pt x="151" y="141"/>
                </a:cubicBezTo>
                <a:cubicBezTo>
                  <a:pt x="152" y="133"/>
                  <a:pt x="153" y="125"/>
                  <a:pt x="154" y="117"/>
                </a:cubicBezTo>
                <a:cubicBezTo>
                  <a:pt x="154" y="116"/>
                  <a:pt x="154" y="115"/>
                  <a:pt x="155" y="114"/>
                </a:cubicBezTo>
                <a:cubicBezTo>
                  <a:pt x="156" y="113"/>
                  <a:pt x="157" y="112"/>
                  <a:pt x="159" y="111"/>
                </a:cubicBezTo>
                <a:cubicBezTo>
                  <a:pt x="173" y="99"/>
                  <a:pt x="184" y="85"/>
                  <a:pt x="190" y="69"/>
                </a:cubicBezTo>
                <a:cubicBezTo>
                  <a:pt x="198" y="48"/>
                  <a:pt x="200" y="26"/>
                  <a:pt x="200" y="4"/>
                </a:cubicBezTo>
                <a:cubicBezTo>
                  <a:pt x="200" y="2"/>
                  <a:pt x="199" y="0"/>
                  <a:pt x="196" y="0"/>
                </a:cubicBezTo>
                <a:close/>
                <a:moveTo>
                  <a:pt x="28" y="100"/>
                </a:moveTo>
                <a:cubicBezTo>
                  <a:pt x="32" y="95"/>
                  <a:pt x="36" y="90"/>
                  <a:pt x="40" y="86"/>
                </a:cubicBezTo>
                <a:cubicBezTo>
                  <a:pt x="47" y="77"/>
                  <a:pt x="54" y="68"/>
                  <a:pt x="61" y="60"/>
                </a:cubicBezTo>
                <a:cubicBezTo>
                  <a:pt x="62" y="58"/>
                  <a:pt x="63" y="58"/>
                  <a:pt x="65" y="57"/>
                </a:cubicBezTo>
                <a:cubicBezTo>
                  <a:pt x="68" y="57"/>
                  <a:pt x="72" y="57"/>
                  <a:pt x="76" y="56"/>
                </a:cubicBezTo>
                <a:cubicBezTo>
                  <a:pt x="77" y="56"/>
                  <a:pt x="78" y="56"/>
                  <a:pt x="78" y="56"/>
                </a:cubicBezTo>
                <a:cubicBezTo>
                  <a:pt x="68" y="73"/>
                  <a:pt x="57" y="91"/>
                  <a:pt x="47" y="108"/>
                </a:cubicBezTo>
                <a:cubicBezTo>
                  <a:pt x="41" y="106"/>
                  <a:pt x="34" y="103"/>
                  <a:pt x="28" y="100"/>
                </a:cubicBezTo>
                <a:close/>
                <a:moveTo>
                  <a:pt x="78" y="155"/>
                </a:moveTo>
                <a:cubicBezTo>
                  <a:pt x="76" y="156"/>
                  <a:pt x="75" y="156"/>
                  <a:pt x="73" y="154"/>
                </a:cubicBezTo>
                <a:cubicBezTo>
                  <a:pt x="64" y="145"/>
                  <a:pt x="55" y="136"/>
                  <a:pt x="46" y="128"/>
                </a:cubicBezTo>
                <a:cubicBezTo>
                  <a:pt x="45" y="126"/>
                  <a:pt x="45" y="124"/>
                  <a:pt x="46" y="122"/>
                </a:cubicBezTo>
                <a:cubicBezTo>
                  <a:pt x="47" y="121"/>
                  <a:pt x="48" y="120"/>
                  <a:pt x="49" y="120"/>
                </a:cubicBezTo>
                <a:cubicBezTo>
                  <a:pt x="59" y="130"/>
                  <a:pt x="70" y="141"/>
                  <a:pt x="81" y="152"/>
                </a:cubicBezTo>
                <a:cubicBezTo>
                  <a:pt x="80" y="153"/>
                  <a:pt x="79" y="154"/>
                  <a:pt x="78" y="155"/>
                </a:cubicBezTo>
                <a:close/>
                <a:moveTo>
                  <a:pt x="143" y="138"/>
                </a:moveTo>
                <a:cubicBezTo>
                  <a:pt x="143" y="138"/>
                  <a:pt x="142" y="139"/>
                  <a:pt x="142" y="139"/>
                </a:cubicBezTo>
                <a:cubicBezTo>
                  <a:pt x="128" y="150"/>
                  <a:pt x="115" y="161"/>
                  <a:pt x="101" y="172"/>
                </a:cubicBezTo>
                <a:cubicBezTo>
                  <a:pt x="101" y="172"/>
                  <a:pt x="101" y="172"/>
                  <a:pt x="100" y="172"/>
                </a:cubicBezTo>
                <a:cubicBezTo>
                  <a:pt x="98" y="166"/>
                  <a:pt x="95" y="160"/>
                  <a:pt x="92" y="154"/>
                </a:cubicBezTo>
                <a:cubicBezTo>
                  <a:pt x="110" y="143"/>
                  <a:pt x="127" y="133"/>
                  <a:pt x="145" y="122"/>
                </a:cubicBezTo>
                <a:cubicBezTo>
                  <a:pt x="144" y="127"/>
                  <a:pt x="143" y="132"/>
                  <a:pt x="143" y="138"/>
                </a:cubicBezTo>
                <a:close/>
                <a:moveTo>
                  <a:pt x="176" y="78"/>
                </a:moveTo>
                <a:cubicBezTo>
                  <a:pt x="169" y="91"/>
                  <a:pt x="158" y="101"/>
                  <a:pt x="147" y="110"/>
                </a:cubicBezTo>
                <a:cubicBezTo>
                  <a:pt x="129" y="123"/>
                  <a:pt x="109" y="134"/>
                  <a:pt x="89" y="146"/>
                </a:cubicBezTo>
                <a:cubicBezTo>
                  <a:pt x="88" y="146"/>
                  <a:pt x="87" y="146"/>
                  <a:pt x="86" y="145"/>
                </a:cubicBezTo>
                <a:cubicBezTo>
                  <a:pt x="76" y="135"/>
                  <a:pt x="66" y="125"/>
                  <a:pt x="55" y="114"/>
                </a:cubicBezTo>
                <a:cubicBezTo>
                  <a:pt x="54" y="114"/>
                  <a:pt x="54" y="113"/>
                  <a:pt x="55" y="112"/>
                </a:cubicBezTo>
                <a:cubicBezTo>
                  <a:pt x="65" y="95"/>
                  <a:pt x="74" y="79"/>
                  <a:pt x="84" y="63"/>
                </a:cubicBezTo>
                <a:cubicBezTo>
                  <a:pt x="91" y="53"/>
                  <a:pt x="99" y="43"/>
                  <a:pt x="108" y="35"/>
                </a:cubicBezTo>
                <a:cubicBezTo>
                  <a:pt x="120" y="25"/>
                  <a:pt x="133" y="18"/>
                  <a:pt x="148" y="14"/>
                </a:cubicBezTo>
                <a:cubicBezTo>
                  <a:pt x="162" y="10"/>
                  <a:pt x="176" y="9"/>
                  <a:pt x="191" y="8"/>
                </a:cubicBezTo>
                <a:cubicBezTo>
                  <a:pt x="191" y="8"/>
                  <a:pt x="191" y="9"/>
                  <a:pt x="192" y="9"/>
                </a:cubicBezTo>
                <a:cubicBezTo>
                  <a:pt x="192" y="33"/>
                  <a:pt x="189" y="57"/>
                  <a:pt x="176" y="78"/>
                </a:cubicBezTo>
                <a:close/>
                <a:moveTo>
                  <a:pt x="50" y="153"/>
                </a:moveTo>
                <a:cubicBezTo>
                  <a:pt x="49" y="150"/>
                  <a:pt x="45" y="150"/>
                  <a:pt x="43" y="152"/>
                </a:cubicBezTo>
                <a:cubicBezTo>
                  <a:pt x="36" y="158"/>
                  <a:pt x="30" y="165"/>
                  <a:pt x="24" y="171"/>
                </a:cubicBezTo>
                <a:cubicBezTo>
                  <a:pt x="18" y="177"/>
                  <a:pt x="12" y="183"/>
                  <a:pt x="5" y="189"/>
                </a:cubicBezTo>
                <a:cubicBezTo>
                  <a:pt x="3" y="192"/>
                  <a:pt x="3" y="194"/>
                  <a:pt x="5" y="196"/>
                </a:cubicBezTo>
                <a:cubicBezTo>
                  <a:pt x="7" y="198"/>
                  <a:pt x="9" y="197"/>
                  <a:pt x="11" y="195"/>
                </a:cubicBezTo>
                <a:cubicBezTo>
                  <a:pt x="14" y="192"/>
                  <a:pt x="17" y="189"/>
                  <a:pt x="20" y="186"/>
                </a:cubicBezTo>
                <a:cubicBezTo>
                  <a:pt x="30" y="177"/>
                  <a:pt x="39" y="168"/>
                  <a:pt x="48" y="158"/>
                </a:cubicBezTo>
                <a:cubicBezTo>
                  <a:pt x="50" y="157"/>
                  <a:pt x="51" y="155"/>
                  <a:pt x="50" y="153"/>
                </a:cubicBezTo>
                <a:close/>
                <a:moveTo>
                  <a:pt x="57" y="167"/>
                </a:moveTo>
                <a:cubicBezTo>
                  <a:pt x="49" y="175"/>
                  <a:pt x="40" y="184"/>
                  <a:pt x="31" y="193"/>
                </a:cubicBezTo>
                <a:cubicBezTo>
                  <a:pt x="29" y="195"/>
                  <a:pt x="29" y="197"/>
                  <a:pt x="31" y="199"/>
                </a:cubicBezTo>
                <a:cubicBezTo>
                  <a:pt x="33" y="201"/>
                  <a:pt x="35" y="201"/>
                  <a:pt x="37" y="198"/>
                </a:cubicBezTo>
                <a:cubicBezTo>
                  <a:pt x="41" y="194"/>
                  <a:pt x="46" y="190"/>
                  <a:pt x="50" y="186"/>
                </a:cubicBezTo>
                <a:cubicBezTo>
                  <a:pt x="54" y="181"/>
                  <a:pt x="59" y="177"/>
                  <a:pt x="63" y="172"/>
                </a:cubicBezTo>
                <a:cubicBezTo>
                  <a:pt x="65" y="171"/>
                  <a:pt x="65" y="168"/>
                  <a:pt x="63" y="167"/>
                </a:cubicBezTo>
                <a:cubicBezTo>
                  <a:pt x="62" y="165"/>
                  <a:pt x="59" y="165"/>
                  <a:pt x="57" y="167"/>
                </a:cubicBezTo>
                <a:close/>
                <a:moveTo>
                  <a:pt x="8" y="169"/>
                </a:moveTo>
                <a:cubicBezTo>
                  <a:pt x="17" y="161"/>
                  <a:pt x="25" y="152"/>
                  <a:pt x="34" y="143"/>
                </a:cubicBezTo>
                <a:cubicBezTo>
                  <a:pt x="36" y="141"/>
                  <a:pt x="36" y="139"/>
                  <a:pt x="34" y="137"/>
                </a:cubicBezTo>
                <a:cubicBezTo>
                  <a:pt x="32" y="135"/>
                  <a:pt x="30" y="136"/>
                  <a:pt x="28" y="138"/>
                </a:cubicBezTo>
                <a:cubicBezTo>
                  <a:pt x="24" y="142"/>
                  <a:pt x="19" y="146"/>
                  <a:pt x="15" y="151"/>
                </a:cubicBezTo>
                <a:cubicBezTo>
                  <a:pt x="15" y="151"/>
                  <a:pt x="15" y="151"/>
                  <a:pt x="15" y="151"/>
                </a:cubicBezTo>
                <a:cubicBezTo>
                  <a:pt x="11" y="155"/>
                  <a:pt x="7" y="159"/>
                  <a:pt x="2" y="163"/>
                </a:cubicBezTo>
                <a:cubicBezTo>
                  <a:pt x="0" y="166"/>
                  <a:pt x="0" y="168"/>
                  <a:pt x="2" y="170"/>
                </a:cubicBezTo>
                <a:cubicBezTo>
                  <a:pt x="3" y="172"/>
                  <a:pt x="6" y="171"/>
                  <a:pt x="8" y="169"/>
                </a:cubicBezTo>
                <a:close/>
                <a:moveTo>
                  <a:pt x="111" y="48"/>
                </a:moveTo>
                <a:cubicBezTo>
                  <a:pt x="99" y="59"/>
                  <a:pt x="99" y="78"/>
                  <a:pt x="111" y="90"/>
                </a:cubicBezTo>
                <a:cubicBezTo>
                  <a:pt x="122" y="101"/>
                  <a:pt x="141" y="101"/>
                  <a:pt x="153" y="89"/>
                </a:cubicBezTo>
                <a:cubicBezTo>
                  <a:pt x="165" y="78"/>
                  <a:pt x="165" y="59"/>
                  <a:pt x="154" y="47"/>
                </a:cubicBezTo>
                <a:cubicBezTo>
                  <a:pt x="142" y="36"/>
                  <a:pt x="123" y="36"/>
                  <a:pt x="111" y="48"/>
                </a:cubicBezTo>
                <a:close/>
                <a:moveTo>
                  <a:pt x="147" y="83"/>
                </a:moveTo>
                <a:cubicBezTo>
                  <a:pt x="138" y="92"/>
                  <a:pt x="125" y="92"/>
                  <a:pt x="117" y="84"/>
                </a:cubicBezTo>
                <a:cubicBezTo>
                  <a:pt x="108" y="76"/>
                  <a:pt x="109" y="62"/>
                  <a:pt x="117" y="54"/>
                </a:cubicBezTo>
                <a:cubicBezTo>
                  <a:pt x="126" y="45"/>
                  <a:pt x="139" y="45"/>
                  <a:pt x="148" y="53"/>
                </a:cubicBezTo>
                <a:cubicBezTo>
                  <a:pt x="156" y="61"/>
                  <a:pt x="156" y="75"/>
                  <a:pt x="147" y="83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7" name="STEP_1_LABEL">
            <a:extLst>
              <a:ext uri="{FF2B5EF4-FFF2-40B4-BE49-F238E27FC236}">
                <a16:creationId xmlns:a16="http://schemas.microsoft.com/office/drawing/2014/main" id="{CE52517C-569C-4F3A-B23B-EF0BFA2D64A7}"/>
              </a:ext>
            </a:extLst>
          </p:cNvPr>
          <p:cNvSpPr txBox="1"/>
          <p:nvPr/>
        </p:nvSpPr>
        <p:spPr>
          <a:xfrm>
            <a:off x="1677633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01</a:t>
            </a:r>
          </a:p>
        </p:txBody>
      </p:sp>
      <p:sp>
        <p:nvSpPr>
          <p:cNvPr id="48" name="STEP_2_LABEL">
            <a:extLst>
              <a:ext uri="{FF2B5EF4-FFF2-40B4-BE49-F238E27FC236}">
                <a16:creationId xmlns:a16="http://schemas.microsoft.com/office/drawing/2014/main" id="{E893F003-78C2-4048-943D-2D3DF0C4FFE1}"/>
              </a:ext>
            </a:extLst>
          </p:cNvPr>
          <p:cNvSpPr txBox="1"/>
          <p:nvPr/>
        </p:nvSpPr>
        <p:spPr>
          <a:xfrm>
            <a:off x="5421916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02</a:t>
            </a:r>
          </a:p>
        </p:txBody>
      </p:sp>
      <p:sp>
        <p:nvSpPr>
          <p:cNvPr id="50" name="Freeform 405">
            <a:extLst>
              <a:ext uri="{FF2B5EF4-FFF2-40B4-BE49-F238E27FC236}">
                <a16:creationId xmlns:a16="http://schemas.microsoft.com/office/drawing/2014/main" id="{CABCEC68-C250-4D76-B00C-DCEA45BB010B}"/>
              </a:ext>
            </a:extLst>
          </p:cNvPr>
          <p:cNvSpPr>
            <a:spLocks noEditPoints="1"/>
          </p:cNvSpPr>
          <p:nvPr/>
        </p:nvSpPr>
        <p:spPr bwMode="auto">
          <a:xfrm>
            <a:off x="9553378" y="2027941"/>
            <a:ext cx="435112" cy="626562"/>
          </a:xfrm>
          <a:custGeom>
            <a:avLst/>
            <a:gdLst>
              <a:gd name="T0" fmla="*/ 111 w 130"/>
              <a:gd name="T1" fmla="*/ 26 h 190"/>
              <a:gd name="T2" fmla="*/ 111 w 130"/>
              <a:gd name="T3" fmla="*/ 25 h 190"/>
              <a:gd name="T4" fmla="*/ 96 w 130"/>
              <a:gd name="T5" fmla="*/ 1 h 190"/>
              <a:gd name="T6" fmla="*/ 84 w 130"/>
              <a:gd name="T7" fmla="*/ 27 h 190"/>
              <a:gd name="T8" fmla="*/ 76 w 130"/>
              <a:gd name="T9" fmla="*/ 12 h 190"/>
              <a:gd name="T10" fmla="*/ 46 w 130"/>
              <a:gd name="T11" fmla="*/ 12 h 190"/>
              <a:gd name="T12" fmla="*/ 37 w 130"/>
              <a:gd name="T13" fmla="*/ 55 h 190"/>
              <a:gd name="T14" fmla="*/ 37 w 130"/>
              <a:gd name="T15" fmla="*/ 49 h 190"/>
              <a:gd name="T16" fmla="*/ 35 w 130"/>
              <a:gd name="T17" fmla="*/ 39 h 190"/>
              <a:gd name="T18" fmla="*/ 32 w 130"/>
              <a:gd name="T19" fmla="*/ 3 h 190"/>
              <a:gd name="T20" fmla="*/ 23 w 130"/>
              <a:gd name="T21" fmla="*/ 14 h 190"/>
              <a:gd name="T22" fmla="*/ 22 w 130"/>
              <a:gd name="T23" fmla="*/ 40 h 190"/>
              <a:gd name="T24" fmla="*/ 21 w 130"/>
              <a:gd name="T25" fmla="*/ 49 h 190"/>
              <a:gd name="T26" fmla="*/ 21 w 130"/>
              <a:gd name="T27" fmla="*/ 63 h 190"/>
              <a:gd name="T28" fmla="*/ 0 w 130"/>
              <a:gd name="T29" fmla="*/ 90 h 190"/>
              <a:gd name="T30" fmla="*/ 10 w 130"/>
              <a:gd name="T31" fmla="*/ 168 h 190"/>
              <a:gd name="T32" fmla="*/ 120 w 130"/>
              <a:gd name="T33" fmla="*/ 164 h 190"/>
              <a:gd name="T34" fmla="*/ 130 w 130"/>
              <a:gd name="T35" fmla="*/ 90 h 190"/>
              <a:gd name="T36" fmla="*/ 98 w 130"/>
              <a:gd name="T37" fmla="*/ 5 h 190"/>
              <a:gd name="T38" fmla="*/ 102 w 130"/>
              <a:gd name="T39" fmla="*/ 25 h 190"/>
              <a:gd name="T40" fmla="*/ 94 w 130"/>
              <a:gd name="T41" fmla="*/ 25 h 190"/>
              <a:gd name="T42" fmla="*/ 88 w 130"/>
              <a:gd name="T43" fmla="*/ 25 h 190"/>
              <a:gd name="T44" fmla="*/ 89 w 130"/>
              <a:gd name="T45" fmla="*/ 30 h 190"/>
              <a:gd name="T46" fmla="*/ 97 w 130"/>
              <a:gd name="T47" fmla="*/ 30 h 190"/>
              <a:gd name="T48" fmla="*/ 101 w 130"/>
              <a:gd name="T49" fmla="*/ 28 h 190"/>
              <a:gd name="T50" fmla="*/ 108 w 130"/>
              <a:gd name="T51" fmla="*/ 29 h 190"/>
              <a:gd name="T52" fmla="*/ 87 w 130"/>
              <a:gd name="T53" fmla="*/ 29 h 190"/>
              <a:gd name="T54" fmla="*/ 61 w 130"/>
              <a:gd name="T55" fmla="*/ 51 h 190"/>
              <a:gd name="T56" fmla="*/ 49 w 130"/>
              <a:gd name="T57" fmla="*/ 43 h 190"/>
              <a:gd name="T58" fmla="*/ 60 w 130"/>
              <a:gd name="T59" fmla="*/ 40 h 190"/>
              <a:gd name="T60" fmla="*/ 60 w 130"/>
              <a:gd name="T61" fmla="*/ 34 h 190"/>
              <a:gd name="T62" fmla="*/ 49 w 130"/>
              <a:gd name="T63" fmla="*/ 31 h 190"/>
              <a:gd name="T64" fmla="*/ 61 w 130"/>
              <a:gd name="T65" fmla="*/ 23 h 190"/>
              <a:gd name="T66" fmla="*/ 49 w 130"/>
              <a:gd name="T67" fmla="*/ 14 h 190"/>
              <a:gd name="T68" fmla="*/ 49 w 130"/>
              <a:gd name="T69" fmla="*/ 63 h 190"/>
              <a:gd name="T70" fmla="*/ 26 w 130"/>
              <a:gd name="T71" fmla="*/ 16 h 190"/>
              <a:gd name="T72" fmla="*/ 36 w 130"/>
              <a:gd name="T73" fmla="*/ 22 h 190"/>
              <a:gd name="T74" fmla="*/ 31 w 130"/>
              <a:gd name="T75" fmla="*/ 38 h 190"/>
              <a:gd name="T76" fmla="*/ 26 w 130"/>
              <a:gd name="T77" fmla="*/ 38 h 190"/>
              <a:gd name="T78" fmla="*/ 24 w 130"/>
              <a:gd name="T79" fmla="*/ 47 h 190"/>
              <a:gd name="T80" fmla="*/ 25 w 130"/>
              <a:gd name="T81" fmla="*/ 41 h 190"/>
              <a:gd name="T82" fmla="*/ 32 w 130"/>
              <a:gd name="T83" fmla="*/ 41 h 190"/>
              <a:gd name="T84" fmla="*/ 33 w 130"/>
              <a:gd name="T85" fmla="*/ 44 h 190"/>
              <a:gd name="T86" fmla="*/ 33 w 130"/>
              <a:gd name="T87" fmla="*/ 50 h 190"/>
              <a:gd name="T88" fmla="*/ 24 w 130"/>
              <a:gd name="T89" fmla="*/ 63 h 190"/>
              <a:gd name="T90" fmla="*/ 33 w 130"/>
              <a:gd name="T91" fmla="*/ 50 h 190"/>
              <a:gd name="T92" fmla="*/ 31 w 130"/>
              <a:gd name="T93" fmla="*/ 187 h 190"/>
              <a:gd name="T94" fmla="*/ 69 w 130"/>
              <a:gd name="T95" fmla="*/ 151 h 190"/>
              <a:gd name="T96" fmla="*/ 69 w 130"/>
              <a:gd name="T97" fmla="*/ 122 h 190"/>
              <a:gd name="T98" fmla="*/ 117 w 130"/>
              <a:gd name="T99" fmla="*/ 92 h 190"/>
              <a:gd name="T100" fmla="*/ 13 w 130"/>
              <a:gd name="T101" fmla="*/ 125 h 190"/>
              <a:gd name="T102" fmla="*/ 13 w 130"/>
              <a:gd name="T103" fmla="*/ 148 h 190"/>
              <a:gd name="T104" fmla="*/ 3 w 130"/>
              <a:gd name="T105" fmla="*/ 75 h 190"/>
              <a:gd name="T106" fmla="*/ 89 w 130"/>
              <a:gd name="T107" fmla="*/ 72 h 190"/>
              <a:gd name="T108" fmla="*/ 127 w 130"/>
              <a:gd name="T109" fmla="*/ 66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30" h="190">
                <a:moveTo>
                  <a:pt x="128" y="63"/>
                </a:moveTo>
                <a:cubicBezTo>
                  <a:pt x="111" y="63"/>
                  <a:pt x="111" y="63"/>
                  <a:pt x="111" y="63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5"/>
                  <a:pt x="111" y="25"/>
                </a:cubicBezTo>
                <a:cubicBezTo>
                  <a:pt x="111" y="25"/>
                  <a:pt x="111" y="25"/>
                  <a:pt x="111" y="25"/>
                </a:cubicBezTo>
                <a:cubicBezTo>
                  <a:pt x="99" y="1"/>
                  <a:pt x="99" y="1"/>
                  <a:pt x="99" y="1"/>
                </a:cubicBezTo>
                <a:cubicBezTo>
                  <a:pt x="99" y="0"/>
                  <a:pt x="98" y="0"/>
                  <a:pt x="98" y="0"/>
                </a:cubicBezTo>
                <a:cubicBezTo>
                  <a:pt x="97" y="0"/>
                  <a:pt x="96" y="0"/>
                  <a:pt x="96" y="1"/>
                </a:cubicBezTo>
                <a:cubicBezTo>
                  <a:pt x="85" y="24"/>
                  <a:pt x="85" y="24"/>
                  <a:pt x="85" y="24"/>
                </a:cubicBezTo>
                <a:cubicBezTo>
                  <a:pt x="84" y="25"/>
                  <a:pt x="84" y="25"/>
                  <a:pt x="84" y="25"/>
                </a:cubicBezTo>
                <a:cubicBezTo>
                  <a:pt x="84" y="25"/>
                  <a:pt x="84" y="26"/>
                  <a:pt x="84" y="27"/>
                </a:cubicBezTo>
                <a:cubicBezTo>
                  <a:pt x="84" y="63"/>
                  <a:pt x="84" y="63"/>
                  <a:pt x="84" y="63"/>
                </a:cubicBezTo>
                <a:cubicBezTo>
                  <a:pt x="76" y="63"/>
                  <a:pt x="76" y="63"/>
                  <a:pt x="76" y="63"/>
                </a:cubicBezTo>
                <a:cubicBezTo>
                  <a:pt x="76" y="12"/>
                  <a:pt x="76" y="12"/>
                  <a:pt x="76" y="12"/>
                </a:cubicBezTo>
                <a:cubicBezTo>
                  <a:pt x="76" y="11"/>
                  <a:pt x="76" y="11"/>
                  <a:pt x="75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7" y="11"/>
                  <a:pt x="46" y="11"/>
                  <a:pt x="46" y="12"/>
                </a:cubicBezTo>
                <a:cubicBezTo>
                  <a:pt x="46" y="63"/>
                  <a:pt x="46" y="63"/>
                  <a:pt x="46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6" y="61"/>
                  <a:pt x="37" y="58"/>
                  <a:pt x="37" y="55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4"/>
                  <a:pt x="37" y="44"/>
                  <a:pt x="37" y="44"/>
                </a:cubicBezTo>
                <a:cubicBezTo>
                  <a:pt x="37" y="42"/>
                  <a:pt x="36" y="41"/>
                  <a:pt x="36" y="40"/>
                </a:cubicBezTo>
                <a:cubicBezTo>
                  <a:pt x="35" y="40"/>
                  <a:pt x="35" y="39"/>
                  <a:pt x="35" y="39"/>
                </a:cubicBezTo>
                <a:cubicBezTo>
                  <a:pt x="37" y="35"/>
                  <a:pt x="39" y="30"/>
                  <a:pt x="39" y="22"/>
                </a:cubicBezTo>
                <a:cubicBezTo>
                  <a:pt x="39" y="18"/>
                  <a:pt x="38" y="14"/>
                  <a:pt x="36" y="10"/>
                </a:cubicBezTo>
                <a:cubicBezTo>
                  <a:pt x="35" y="8"/>
                  <a:pt x="34" y="5"/>
                  <a:pt x="32" y="3"/>
                </a:cubicBezTo>
                <a:cubicBezTo>
                  <a:pt x="31" y="3"/>
                  <a:pt x="31" y="3"/>
                  <a:pt x="30" y="3"/>
                </a:cubicBezTo>
                <a:cubicBezTo>
                  <a:pt x="30" y="3"/>
                  <a:pt x="29" y="3"/>
                  <a:pt x="29" y="4"/>
                </a:cubicBezTo>
                <a:cubicBezTo>
                  <a:pt x="28" y="9"/>
                  <a:pt x="26" y="11"/>
                  <a:pt x="23" y="14"/>
                </a:cubicBezTo>
                <a:cubicBezTo>
                  <a:pt x="21" y="16"/>
                  <a:pt x="19" y="19"/>
                  <a:pt x="19" y="23"/>
                </a:cubicBezTo>
                <a:cubicBezTo>
                  <a:pt x="19" y="30"/>
                  <a:pt x="20" y="35"/>
                  <a:pt x="23" y="39"/>
                </a:cubicBezTo>
                <a:cubicBezTo>
                  <a:pt x="23" y="39"/>
                  <a:pt x="22" y="40"/>
                  <a:pt x="22" y="40"/>
                </a:cubicBezTo>
                <a:cubicBezTo>
                  <a:pt x="21" y="41"/>
                  <a:pt x="21" y="42"/>
                  <a:pt x="21" y="44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9"/>
                  <a:pt x="21" y="61"/>
                  <a:pt x="21" y="63"/>
                </a:cubicBezTo>
                <a:cubicBezTo>
                  <a:pt x="2" y="63"/>
                  <a:pt x="2" y="63"/>
                  <a:pt x="2" y="63"/>
                </a:cubicBezTo>
                <a:cubicBezTo>
                  <a:pt x="1" y="63"/>
                  <a:pt x="0" y="63"/>
                  <a:pt x="0" y="64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1"/>
                  <a:pt x="1" y="92"/>
                  <a:pt x="2" y="92"/>
                </a:cubicBezTo>
                <a:cubicBezTo>
                  <a:pt x="10" y="92"/>
                  <a:pt x="10" y="92"/>
                  <a:pt x="10" y="92"/>
                </a:cubicBezTo>
                <a:cubicBezTo>
                  <a:pt x="10" y="168"/>
                  <a:pt x="10" y="168"/>
                  <a:pt x="10" y="168"/>
                </a:cubicBezTo>
                <a:cubicBezTo>
                  <a:pt x="10" y="180"/>
                  <a:pt x="20" y="190"/>
                  <a:pt x="31" y="190"/>
                </a:cubicBezTo>
                <a:cubicBezTo>
                  <a:pt x="94" y="190"/>
                  <a:pt x="94" y="190"/>
                  <a:pt x="94" y="190"/>
                </a:cubicBezTo>
                <a:cubicBezTo>
                  <a:pt x="108" y="190"/>
                  <a:pt x="120" y="178"/>
                  <a:pt x="120" y="164"/>
                </a:cubicBezTo>
                <a:cubicBezTo>
                  <a:pt x="120" y="92"/>
                  <a:pt x="120" y="92"/>
                  <a:pt x="120" y="92"/>
                </a:cubicBezTo>
                <a:cubicBezTo>
                  <a:pt x="128" y="92"/>
                  <a:pt x="128" y="92"/>
                  <a:pt x="128" y="92"/>
                </a:cubicBezTo>
                <a:cubicBezTo>
                  <a:pt x="129" y="92"/>
                  <a:pt x="130" y="91"/>
                  <a:pt x="130" y="90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3"/>
                  <a:pt x="129" y="63"/>
                  <a:pt x="128" y="63"/>
                </a:cubicBezTo>
                <a:close/>
                <a:moveTo>
                  <a:pt x="98" y="5"/>
                </a:moveTo>
                <a:cubicBezTo>
                  <a:pt x="108" y="25"/>
                  <a:pt x="108" y="25"/>
                  <a:pt x="108" y="25"/>
                </a:cubicBezTo>
                <a:cubicBezTo>
                  <a:pt x="105" y="27"/>
                  <a:pt x="105" y="27"/>
                  <a:pt x="105" y="27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102" y="24"/>
                  <a:pt x="101" y="24"/>
                  <a:pt x="100" y="25"/>
                </a:cubicBezTo>
                <a:cubicBezTo>
                  <a:pt x="98" y="27"/>
                  <a:pt x="98" y="27"/>
                  <a:pt x="98" y="27"/>
                </a:cubicBezTo>
                <a:cubicBezTo>
                  <a:pt x="94" y="25"/>
                  <a:pt x="94" y="25"/>
                  <a:pt x="94" y="25"/>
                </a:cubicBezTo>
                <a:cubicBezTo>
                  <a:pt x="93" y="24"/>
                  <a:pt x="93" y="24"/>
                  <a:pt x="92" y="25"/>
                </a:cubicBezTo>
                <a:cubicBezTo>
                  <a:pt x="90" y="27"/>
                  <a:pt x="90" y="27"/>
                  <a:pt x="90" y="27"/>
                </a:cubicBezTo>
                <a:cubicBezTo>
                  <a:pt x="88" y="25"/>
                  <a:pt x="88" y="25"/>
                  <a:pt x="88" y="25"/>
                </a:cubicBezTo>
                <a:lnTo>
                  <a:pt x="98" y="5"/>
                </a:lnTo>
                <a:close/>
                <a:moveTo>
                  <a:pt x="87" y="29"/>
                </a:moveTo>
                <a:cubicBezTo>
                  <a:pt x="89" y="30"/>
                  <a:pt x="89" y="30"/>
                  <a:pt x="89" y="30"/>
                </a:cubicBezTo>
                <a:cubicBezTo>
                  <a:pt x="90" y="30"/>
                  <a:pt x="91" y="30"/>
                  <a:pt x="91" y="30"/>
                </a:cubicBezTo>
                <a:cubicBezTo>
                  <a:pt x="93" y="28"/>
                  <a:pt x="93" y="28"/>
                  <a:pt x="93" y="28"/>
                </a:cubicBezTo>
                <a:cubicBezTo>
                  <a:pt x="97" y="30"/>
                  <a:pt x="97" y="30"/>
                  <a:pt x="97" y="30"/>
                </a:cubicBezTo>
                <a:cubicBezTo>
                  <a:pt x="97" y="31"/>
                  <a:pt x="98" y="31"/>
                  <a:pt x="98" y="31"/>
                </a:cubicBezTo>
                <a:cubicBezTo>
                  <a:pt x="98" y="31"/>
                  <a:pt x="99" y="31"/>
                  <a:pt x="99" y="30"/>
                </a:cubicBezTo>
                <a:cubicBezTo>
                  <a:pt x="101" y="28"/>
                  <a:pt x="101" y="28"/>
                  <a:pt x="101" y="28"/>
                </a:cubicBezTo>
                <a:cubicBezTo>
                  <a:pt x="104" y="30"/>
                  <a:pt x="104" y="30"/>
                  <a:pt x="104" y="30"/>
                </a:cubicBezTo>
                <a:cubicBezTo>
                  <a:pt x="104" y="31"/>
                  <a:pt x="105" y="31"/>
                  <a:pt x="106" y="30"/>
                </a:cubicBezTo>
                <a:cubicBezTo>
                  <a:pt x="108" y="29"/>
                  <a:pt x="108" y="29"/>
                  <a:pt x="108" y="29"/>
                </a:cubicBezTo>
                <a:cubicBezTo>
                  <a:pt x="108" y="63"/>
                  <a:pt x="108" y="63"/>
                  <a:pt x="108" y="63"/>
                </a:cubicBezTo>
                <a:cubicBezTo>
                  <a:pt x="87" y="63"/>
                  <a:pt x="87" y="63"/>
                  <a:pt x="87" y="63"/>
                </a:cubicBezTo>
                <a:lnTo>
                  <a:pt x="87" y="29"/>
                </a:lnTo>
                <a:close/>
                <a:moveTo>
                  <a:pt x="49" y="53"/>
                </a:moveTo>
                <a:cubicBezTo>
                  <a:pt x="60" y="53"/>
                  <a:pt x="60" y="53"/>
                  <a:pt x="60" y="53"/>
                </a:cubicBezTo>
                <a:cubicBezTo>
                  <a:pt x="61" y="53"/>
                  <a:pt x="61" y="52"/>
                  <a:pt x="61" y="51"/>
                </a:cubicBezTo>
                <a:cubicBezTo>
                  <a:pt x="61" y="50"/>
                  <a:pt x="61" y="49"/>
                  <a:pt x="60" y="49"/>
                </a:cubicBezTo>
                <a:cubicBezTo>
                  <a:pt x="49" y="49"/>
                  <a:pt x="49" y="49"/>
                  <a:pt x="49" y="49"/>
                </a:cubicBezTo>
                <a:cubicBezTo>
                  <a:pt x="49" y="43"/>
                  <a:pt x="49" y="43"/>
                  <a:pt x="49" y="43"/>
                </a:cubicBezTo>
                <a:cubicBezTo>
                  <a:pt x="60" y="43"/>
                  <a:pt x="60" y="43"/>
                  <a:pt x="60" y="43"/>
                </a:cubicBezTo>
                <a:cubicBezTo>
                  <a:pt x="61" y="43"/>
                  <a:pt x="61" y="42"/>
                  <a:pt x="61" y="42"/>
                </a:cubicBezTo>
                <a:cubicBezTo>
                  <a:pt x="61" y="41"/>
                  <a:pt x="61" y="40"/>
                  <a:pt x="60" y="40"/>
                </a:cubicBezTo>
                <a:cubicBezTo>
                  <a:pt x="49" y="40"/>
                  <a:pt x="49" y="40"/>
                  <a:pt x="49" y="40"/>
                </a:cubicBezTo>
                <a:cubicBezTo>
                  <a:pt x="49" y="34"/>
                  <a:pt x="49" y="34"/>
                  <a:pt x="49" y="34"/>
                </a:cubicBezTo>
                <a:cubicBezTo>
                  <a:pt x="60" y="34"/>
                  <a:pt x="60" y="34"/>
                  <a:pt x="60" y="34"/>
                </a:cubicBezTo>
                <a:cubicBezTo>
                  <a:pt x="61" y="34"/>
                  <a:pt x="61" y="33"/>
                  <a:pt x="61" y="32"/>
                </a:cubicBezTo>
                <a:cubicBezTo>
                  <a:pt x="61" y="31"/>
                  <a:pt x="61" y="31"/>
                  <a:pt x="60" y="31"/>
                </a:cubicBezTo>
                <a:cubicBezTo>
                  <a:pt x="49" y="31"/>
                  <a:pt x="49" y="31"/>
                  <a:pt x="49" y="31"/>
                </a:cubicBezTo>
                <a:cubicBezTo>
                  <a:pt x="49" y="24"/>
                  <a:pt x="49" y="24"/>
                  <a:pt x="49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61" y="24"/>
                  <a:pt x="61" y="23"/>
                  <a:pt x="61" y="23"/>
                </a:cubicBezTo>
                <a:cubicBezTo>
                  <a:pt x="61" y="22"/>
                  <a:pt x="61" y="21"/>
                  <a:pt x="60" y="21"/>
                </a:cubicBezTo>
                <a:cubicBezTo>
                  <a:pt x="49" y="21"/>
                  <a:pt x="49" y="21"/>
                  <a:pt x="49" y="21"/>
                </a:cubicBezTo>
                <a:cubicBezTo>
                  <a:pt x="49" y="14"/>
                  <a:pt x="49" y="14"/>
                  <a:pt x="49" y="14"/>
                </a:cubicBezTo>
                <a:cubicBezTo>
                  <a:pt x="73" y="14"/>
                  <a:pt x="73" y="14"/>
                  <a:pt x="73" y="14"/>
                </a:cubicBezTo>
                <a:cubicBezTo>
                  <a:pt x="73" y="63"/>
                  <a:pt x="73" y="63"/>
                  <a:pt x="73" y="63"/>
                </a:cubicBezTo>
                <a:cubicBezTo>
                  <a:pt x="49" y="63"/>
                  <a:pt x="49" y="63"/>
                  <a:pt x="49" y="63"/>
                </a:cubicBezTo>
                <a:lnTo>
                  <a:pt x="49" y="53"/>
                </a:lnTo>
                <a:close/>
                <a:moveTo>
                  <a:pt x="22" y="23"/>
                </a:moveTo>
                <a:cubicBezTo>
                  <a:pt x="22" y="20"/>
                  <a:pt x="24" y="18"/>
                  <a:pt x="26" y="16"/>
                </a:cubicBezTo>
                <a:cubicBezTo>
                  <a:pt x="28" y="14"/>
                  <a:pt x="30" y="11"/>
                  <a:pt x="31" y="8"/>
                </a:cubicBezTo>
                <a:cubicBezTo>
                  <a:pt x="32" y="9"/>
                  <a:pt x="33" y="10"/>
                  <a:pt x="33" y="11"/>
                </a:cubicBezTo>
                <a:cubicBezTo>
                  <a:pt x="35" y="15"/>
                  <a:pt x="36" y="19"/>
                  <a:pt x="36" y="22"/>
                </a:cubicBezTo>
                <a:cubicBezTo>
                  <a:pt x="36" y="30"/>
                  <a:pt x="34" y="35"/>
                  <a:pt x="32" y="38"/>
                </a:cubicBezTo>
                <a:cubicBezTo>
                  <a:pt x="32" y="38"/>
                  <a:pt x="32" y="38"/>
                  <a:pt x="32" y="38"/>
                </a:cubicBezTo>
                <a:cubicBezTo>
                  <a:pt x="32" y="38"/>
                  <a:pt x="31" y="38"/>
                  <a:pt x="31" y="38"/>
                </a:cubicBezTo>
                <a:cubicBezTo>
                  <a:pt x="31" y="38"/>
                  <a:pt x="31" y="39"/>
                  <a:pt x="31" y="39"/>
                </a:cubicBezTo>
                <a:cubicBezTo>
                  <a:pt x="29" y="39"/>
                  <a:pt x="28" y="39"/>
                  <a:pt x="27" y="39"/>
                </a:cubicBezTo>
                <a:cubicBezTo>
                  <a:pt x="27" y="38"/>
                  <a:pt x="26" y="38"/>
                  <a:pt x="26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3" y="35"/>
                  <a:pt x="22" y="30"/>
                  <a:pt x="22" y="23"/>
                </a:cubicBezTo>
                <a:close/>
                <a:moveTo>
                  <a:pt x="24" y="47"/>
                </a:moveTo>
                <a:cubicBezTo>
                  <a:pt x="24" y="44"/>
                  <a:pt x="24" y="44"/>
                  <a:pt x="24" y="44"/>
                </a:cubicBezTo>
                <a:cubicBezTo>
                  <a:pt x="24" y="43"/>
                  <a:pt x="24" y="42"/>
                  <a:pt x="25" y="42"/>
                </a:cubicBezTo>
                <a:cubicBezTo>
                  <a:pt x="25" y="41"/>
                  <a:pt x="25" y="41"/>
                  <a:pt x="25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2"/>
                  <a:pt x="28" y="42"/>
                  <a:pt x="29" y="42"/>
                </a:cubicBezTo>
                <a:cubicBezTo>
                  <a:pt x="30" y="42"/>
                  <a:pt x="31" y="42"/>
                  <a:pt x="32" y="41"/>
                </a:cubicBezTo>
                <a:cubicBezTo>
                  <a:pt x="32" y="41"/>
                  <a:pt x="33" y="41"/>
                  <a:pt x="33" y="41"/>
                </a:cubicBezTo>
                <a:cubicBezTo>
                  <a:pt x="33" y="41"/>
                  <a:pt x="33" y="41"/>
                  <a:pt x="33" y="41"/>
                </a:cubicBezTo>
                <a:cubicBezTo>
                  <a:pt x="33" y="42"/>
                  <a:pt x="33" y="43"/>
                  <a:pt x="33" y="44"/>
                </a:cubicBezTo>
                <a:cubicBezTo>
                  <a:pt x="33" y="47"/>
                  <a:pt x="33" y="47"/>
                  <a:pt x="33" y="47"/>
                </a:cubicBezTo>
                <a:lnTo>
                  <a:pt x="24" y="47"/>
                </a:lnTo>
                <a:close/>
                <a:moveTo>
                  <a:pt x="33" y="50"/>
                </a:moveTo>
                <a:cubicBezTo>
                  <a:pt x="33" y="55"/>
                  <a:pt x="33" y="55"/>
                  <a:pt x="33" y="55"/>
                </a:cubicBezTo>
                <a:cubicBezTo>
                  <a:pt x="33" y="58"/>
                  <a:pt x="33" y="61"/>
                  <a:pt x="33" y="63"/>
                </a:cubicBezTo>
                <a:cubicBezTo>
                  <a:pt x="24" y="63"/>
                  <a:pt x="24" y="63"/>
                  <a:pt x="24" y="63"/>
                </a:cubicBezTo>
                <a:cubicBezTo>
                  <a:pt x="24" y="61"/>
                  <a:pt x="24" y="59"/>
                  <a:pt x="24" y="56"/>
                </a:cubicBezTo>
                <a:cubicBezTo>
                  <a:pt x="24" y="50"/>
                  <a:pt x="24" y="50"/>
                  <a:pt x="24" y="50"/>
                </a:cubicBezTo>
                <a:lnTo>
                  <a:pt x="33" y="50"/>
                </a:lnTo>
                <a:close/>
                <a:moveTo>
                  <a:pt x="117" y="164"/>
                </a:moveTo>
                <a:cubicBezTo>
                  <a:pt x="117" y="177"/>
                  <a:pt x="106" y="187"/>
                  <a:pt x="94" y="187"/>
                </a:cubicBezTo>
                <a:cubicBezTo>
                  <a:pt x="31" y="187"/>
                  <a:pt x="31" y="187"/>
                  <a:pt x="31" y="187"/>
                </a:cubicBezTo>
                <a:cubicBezTo>
                  <a:pt x="21" y="187"/>
                  <a:pt x="13" y="179"/>
                  <a:pt x="13" y="168"/>
                </a:cubicBezTo>
                <a:cubicBezTo>
                  <a:pt x="13" y="151"/>
                  <a:pt x="13" y="151"/>
                  <a:pt x="13" y="151"/>
                </a:cubicBezTo>
                <a:cubicBezTo>
                  <a:pt x="69" y="151"/>
                  <a:pt x="69" y="151"/>
                  <a:pt x="69" y="151"/>
                </a:cubicBezTo>
                <a:cubicBezTo>
                  <a:pt x="70" y="151"/>
                  <a:pt x="70" y="151"/>
                  <a:pt x="70" y="150"/>
                </a:cubicBezTo>
                <a:cubicBezTo>
                  <a:pt x="70" y="123"/>
                  <a:pt x="70" y="123"/>
                  <a:pt x="70" y="123"/>
                </a:cubicBezTo>
                <a:cubicBezTo>
                  <a:pt x="70" y="123"/>
                  <a:pt x="70" y="122"/>
                  <a:pt x="69" y="122"/>
                </a:cubicBezTo>
                <a:cubicBezTo>
                  <a:pt x="13" y="122"/>
                  <a:pt x="13" y="122"/>
                  <a:pt x="13" y="122"/>
                </a:cubicBezTo>
                <a:cubicBezTo>
                  <a:pt x="13" y="92"/>
                  <a:pt x="13" y="92"/>
                  <a:pt x="13" y="92"/>
                </a:cubicBezTo>
                <a:cubicBezTo>
                  <a:pt x="117" y="92"/>
                  <a:pt x="117" y="92"/>
                  <a:pt x="117" y="92"/>
                </a:cubicBezTo>
                <a:lnTo>
                  <a:pt x="117" y="164"/>
                </a:lnTo>
                <a:close/>
                <a:moveTo>
                  <a:pt x="13" y="148"/>
                </a:moveTo>
                <a:cubicBezTo>
                  <a:pt x="13" y="125"/>
                  <a:pt x="13" y="125"/>
                  <a:pt x="13" y="125"/>
                </a:cubicBezTo>
                <a:cubicBezTo>
                  <a:pt x="67" y="125"/>
                  <a:pt x="67" y="125"/>
                  <a:pt x="67" y="125"/>
                </a:cubicBezTo>
                <a:cubicBezTo>
                  <a:pt x="67" y="148"/>
                  <a:pt x="67" y="148"/>
                  <a:pt x="67" y="148"/>
                </a:cubicBezTo>
                <a:lnTo>
                  <a:pt x="13" y="148"/>
                </a:lnTo>
                <a:close/>
                <a:moveTo>
                  <a:pt x="127" y="89"/>
                </a:moveTo>
                <a:cubicBezTo>
                  <a:pt x="3" y="89"/>
                  <a:pt x="3" y="89"/>
                  <a:pt x="3" y="89"/>
                </a:cubicBezTo>
                <a:cubicBezTo>
                  <a:pt x="3" y="75"/>
                  <a:pt x="3" y="75"/>
                  <a:pt x="3" y="75"/>
                </a:cubicBezTo>
                <a:cubicBezTo>
                  <a:pt x="89" y="75"/>
                  <a:pt x="89" y="75"/>
                  <a:pt x="89" y="75"/>
                </a:cubicBezTo>
                <a:cubicBezTo>
                  <a:pt x="90" y="75"/>
                  <a:pt x="91" y="74"/>
                  <a:pt x="91" y="73"/>
                </a:cubicBezTo>
                <a:cubicBezTo>
                  <a:pt x="91" y="73"/>
                  <a:pt x="90" y="72"/>
                  <a:pt x="89" y="72"/>
                </a:cubicBezTo>
                <a:cubicBezTo>
                  <a:pt x="3" y="72"/>
                  <a:pt x="3" y="72"/>
                  <a:pt x="3" y="72"/>
                </a:cubicBezTo>
                <a:cubicBezTo>
                  <a:pt x="3" y="66"/>
                  <a:pt x="3" y="66"/>
                  <a:pt x="3" y="66"/>
                </a:cubicBezTo>
                <a:cubicBezTo>
                  <a:pt x="127" y="66"/>
                  <a:pt x="127" y="66"/>
                  <a:pt x="127" y="66"/>
                </a:cubicBezTo>
                <a:lnTo>
                  <a:pt x="127" y="89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STEP_3_LABEL">
            <a:extLst>
              <a:ext uri="{FF2B5EF4-FFF2-40B4-BE49-F238E27FC236}">
                <a16:creationId xmlns:a16="http://schemas.microsoft.com/office/drawing/2014/main" id="{05163BB9-E63E-46B1-B5B8-F0BBAC4F4592}"/>
              </a:ext>
            </a:extLst>
          </p:cNvPr>
          <p:cNvSpPr txBox="1"/>
          <p:nvPr/>
        </p:nvSpPr>
        <p:spPr>
          <a:xfrm>
            <a:off x="9136199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03</a:t>
            </a:r>
          </a:p>
        </p:txBody>
      </p: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AF0D0D79-D658-4B22-B3D3-79BECC8DF906}"/>
              </a:ext>
            </a:extLst>
          </p:cNvPr>
          <p:cNvCxnSpPr/>
          <p:nvPr/>
        </p:nvCxnSpPr>
        <p:spPr>
          <a:xfrm>
            <a:off x="2327683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DB913">
                <a:lumMod val="75000"/>
              </a:srgbClr>
            </a:solidFill>
            <a:prstDash val="solid"/>
            <a:miter lim="800000"/>
            <a:tailEnd type="oval"/>
          </a:ln>
          <a:effectLst/>
        </p:spPr>
      </p:cxnSp>
      <p:sp>
        <p:nvSpPr>
          <p:cNvPr id="53" name="STEP_2_DETAIL_TITLE">
            <a:extLst>
              <a:ext uri="{FF2B5EF4-FFF2-40B4-BE49-F238E27FC236}">
                <a16:creationId xmlns:a16="http://schemas.microsoft.com/office/drawing/2014/main" id="{13220A2D-CE70-470E-87F2-08E031AB256A}"/>
              </a:ext>
            </a:extLst>
          </p:cNvPr>
          <p:cNvSpPr/>
          <p:nvPr/>
        </p:nvSpPr>
        <p:spPr>
          <a:xfrm>
            <a:off x="5161052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srgbClr val="3F454F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srgbClr val="3F454F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54" name="STEP_2_BODY">
            <a:extLst>
              <a:ext uri="{FF2B5EF4-FFF2-40B4-BE49-F238E27FC236}">
                <a16:creationId xmlns:a16="http://schemas.microsoft.com/office/drawing/2014/main" id="{C9AC0C0B-B509-40F1-A601-2FAD3CD64E2B}"/>
              </a:ext>
            </a:extLst>
          </p:cNvPr>
          <p:cNvSpPr txBox="1">
            <a:spLocks/>
          </p:cNvSpPr>
          <p:nvPr/>
        </p:nvSpPr>
        <p:spPr>
          <a:xfrm>
            <a:off x="4706246" y="4502278"/>
            <a:ext cx="2872618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5" name="Straight Connector 43">
            <a:extLst>
              <a:ext uri="{FF2B5EF4-FFF2-40B4-BE49-F238E27FC236}">
                <a16:creationId xmlns:a16="http://schemas.microsoft.com/office/drawing/2014/main" id="{06701712-8D1E-44B3-8FAC-AF3103A78BDC}"/>
              </a:ext>
            </a:extLst>
          </p:cNvPr>
          <p:cNvCxnSpPr/>
          <p:nvPr/>
        </p:nvCxnSpPr>
        <p:spPr>
          <a:xfrm>
            <a:off x="6066483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DB913"/>
            </a:solidFill>
            <a:prstDash val="solid"/>
            <a:miter lim="800000"/>
            <a:tailEnd type="oval"/>
          </a:ln>
          <a:effectLst/>
        </p:spPr>
      </p:cxnSp>
      <p:sp>
        <p:nvSpPr>
          <p:cNvPr id="59" name="STEP_3_DETAIL_TITLE">
            <a:extLst>
              <a:ext uri="{FF2B5EF4-FFF2-40B4-BE49-F238E27FC236}">
                <a16:creationId xmlns:a16="http://schemas.microsoft.com/office/drawing/2014/main" id="{9A16E7A8-F29A-4789-959B-19D6847DD256}"/>
              </a:ext>
            </a:extLst>
          </p:cNvPr>
          <p:cNvSpPr/>
          <p:nvPr/>
        </p:nvSpPr>
        <p:spPr>
          <a:xfrm>
            <a:off x="8875335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srgbClr val="3F454F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srgbClr val="3F454F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60" name="STEP_3_BODY">
            <a:extLst>
              <a:ext uri="{FF2B5EF4-FFF2-40B4-BE49-F238E27FC236}">
                <a16:creationId xmlns:a16="http://schemas.microsoft.com/office/drawing/2014/main" id="{6F07A14D-EBF2-4D91-831A-37750165444C}"/>
              </a:ext>
            </a:extLst>
          </p:cNvPr>
          <p:cNvSpPr txBox="1">
            <a:spLocks/>
          </p:cNvSpPr>
          <p:nvPr/>
        </p:nvSpPr>
        <p:spPr>
          <a:xfrm>
            <a:off x="8420529" y="4502278"/>
            <a:ext cx="2872618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1" name="Straight Connector 49">
            <a:extLst>
              <a:ext uri="{FF2B5EF4-FFF2-40B4-BE49-F238E27FC236}">
                <a16:creationId xmlns:a16="http://schemas.microsoft.com/office/drawing/2014/main" id="{2519BA35-0FF9-4AD8-8D9E-0FD63749D435}"/>
              </a:ext>
            </a:extLst>
          </p:cNvPr>
          <p:cNvCxnSpPr/>
          <p:nvPr/>
        </p:nvCxnSpPr>
        <p:spPr>
          <a:xfrm>
            <a:off x="9780766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232323"/>
            </a:solidFill>
            <a:prstDash val="solid"/>
            <a:miter lim="800000"/>
            <a:tailEnd type="oval"/>
          </a:ln>
          <a:effectLst/>
        </p:spPr>
      </p:cxnSp>
      <p:sp>
        <p:nvSpPr>
          <p:cNvPr id="62" name="Shape 0">
            <a:extLst>
              <a:ext uri="{FF2B5EF4-FFF2-40B4-BE49-F238E27FC236}">
                <a16:creationId xmlns:a16="http://schemas.microsoft.com/office/drawing/2014/main" id="{00DE15C7-DF63-4610-BE7A-1219092EB4B2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63" name="TITLE">
            <a:extLst>
              <a:ext uri="{FF2B5EF4-FFF2-40B4-BE49-F238E27FC236}">
                <a16:creationId xmlns:a16="http://schemas.microsoft.com/office/drawing/2014/main" id="{D90C65AA-95F8-4CBD-9F20-389EE900A003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0900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_1_TITLE"/>
          <p:cNvSpPr txBox="1"/>
          <p:nvPr/>
        </p:nvSpPr>
        <p:spPr>
          <a:xfrm>
            <a:off x="2492746" y="1220393"/>
            <a:ext cx="6495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BUDGET</a:t>
            </a:r>
          </a:p>
        </p:txBody>
      </p:sp>
      <p:sp>
        <p:nvSpPr>
          <p:cNvPr id="34" name="METRIC_1_BODY"/>
          <p:cNvSpPr txBox="1"/>
          <p:nvPr/>
        </p:nvSpPr>
        <p:spPr>
          <a:xfrm>
            <a:off x="2492744" y="1553083"/>
            <a:ext cx="3416386" cy="1333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METRIC_1_VALUE"/>
          <p:cNvSpPr txBox="1"/>
          <p:nvPr/>
        </p:nvSpPr>
        <p:spPr>
          <a:xfrm>
            <a:off x="1348929" y="1166531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$ 4.7M</a:t>
            </a:r>
          </a:p>
        </p:txBody>
      </p:sp>
      <p:sp>
        <p:nvSpPr>
          <p:cNvPr id="44" name="METRIC_2_TITLE"/>
          <p:cNvSpPr txBox="1"/>
          <p:nvPr/>
        </p:nvSpPr>
        <p:spPr>
          <a:xfrm>
            <a:off x="2492746" y="2833837"/>
            <a:ext cx="8018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SPENDING</a:t>
            </a:r>
          </a:p>
        </p:txBody>
      </p:sp>
      <p:sp>
        <p:nvSpPr>
          <p:cNvPr id="45" name="METRIC_2_BODY"/>
          <p:cNvSpPr txBox="1"/>
          <p:nvPr/>
        </p:nvSpPr>
        <p:spPr>
          <a:xfrm>
            <a:off x="2492745" y="3166527"/>
            <a:ext cx="3416386" cy="1333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METRIC_2_VALUE"/>
          <p:cNvSpPr txBox="1"/>
          <p:nvPr/>
        </p:nvSpPr>
        <p:spPr>
          <a:xfrm>
            <a:off x="1350531" y="2779975"/>
            <a:ext cx="7954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$ 3.5M</a:t>
            </a:r>
          </a:p>
        </p:txBody>
      </p:sp>
      <p:sp>
        <p:nvSpPr>
          <p:cNvPr id="48" name="METRIC_3_TITLE"/>
          <p:cNvSpPr txBox="1"/>
          <p:nvPr/>
        </p:nvSpPr>
        <p:spPr>
          <a:xfrm>
            <a:off x="2492746" y="4447281"/>
            <a:ext cx="63671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SAVING</a:t>
            </a:r>
          </a:p>
        </p:txBody>
      </p:sp>
      <p:sp>
        <p:nvSpPr>
          <p:cNvPr id="49" name="METRIC_3_BODY"/>
          <p:cNvSpPr txBox="1"/>
          <p:nvPr/>
        </p:nvSpPr>
        <p:spPr>
          <a:xfrm>
            <a:off x="2492745" y="4779971"/>
            <a:ext cx="3416386" cy="1333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METRIC_3_VALUE"/>
          <p:cNvSpPr txBox="1"/>
          <p:nvPr/>
        </p:nvSpPr>
        <p:spPr>
          <a:xfrm>
            <a:off x="1510832" y="4393419"/>
            <a:ext cx="635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$ 5M</a:t>
            </a: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724573491"/>
              </p:ext>
            </p:extLst>
          </p:nvPr>
        </p:nvGraphicFramePr>
        <p:xfrm>
          <a:off x="6820355" y="1367873"/>
          <a:ext cx="4737463" cy="3985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0">
            <a:extLst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noGrp="1"/>
          </p:cNvSpPr>
          <p:nvPr/>
        </p:nvSpPr>
        <p:spPr>
          <a:xfrm>
            <a:off x="7520941" y="438912"/>
            <a:ext cx="381761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ru-RU"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ЦИФРЫ ИССЛЕДОВАНИЯ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7862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_1_TITLE"/>
          <p:cNvSpPr txBox="1"/>
          <p:nvPr/>
        </p:nvSpPr>
        <p:spPr>
          <a:xfrm>
            <a:off x="2145944" y="492667"/>
            <a:ext cx="6495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BUDGET</a:t>
            </a:r>
          </a:p>
        </p:txBody>
      </p:sp>
      <p:sp>
        <p:nvSpPr>
          <p:cNvPr id="34" name="METRIC_1_BODY"/>
          <p:cNvSpPr txBox="1"/>
          <p:nvPr/>
        </p:nvSpPr>
        <p:spPr>
          <a:xfrm>
            <a:off x="2145942" y="825357"/>
            <a:ext cx="4166368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METRIC_1_VALUE"/>
          <p:cNvSpPr txBox="1"/>
          <p:nvPr/>
        </p:nvSpPr>
        <p:spPr>
          <a:xfrm>
            <a:off x="1002127" y="438805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$ 4.7M</a:t>
            </a:r>
          </a:p>
        </p:txBody>
      </p:sp>
      <p:sp>
        <p:nvSpPr>
          <p:cNvPr id="44" name="METRIC_2_TITLE"/>
          <p:cNvSpPr txBox="1"/>
          <p:nvPr/>
        </p:nvSpPr>
        <p:spPr>
          <a:xfrm>
            <a:off x="2145944" y="2106111"/>
            <a:ext cx="8018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SPENDING</a:t>
            </a:r>
          </a:p>
        </p:txBody>
      </p:sp>
      <p:sp>
        <p:nvSpPr>
          <p:cNvPr id="45" name="METRIC_2_BODY"/>
          <p:cNvSpPr txBox="1"/>
          <p:nvPr/>
        </p:nvSpPr>
        <p:spPr>
          <a:xfrm>
            <a:off x="2145942" y="2438801"/>
            <a:ext cx="4166367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METRIC_2_VALUE"/>
          <p:cNvSpPr txBox="1"/>
          <p:nvPr/>
        </p:nvSpPr>
        <p:spPr>
          <a:xfrm>
            <a:off x="1003729" y="2052249"/>
            <a:ext cx="7954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$ 3.5M</a:t>
            </a:r>
          </a:p>
        </p:txBody>
      </p:sp>
      <p:sp>
        <p:nvSpPr>
          <p:cNvPr id="48" name="METRIC_3_TITLE"/>
          <p:cNvSpPr txBox="1"/>
          <p:nvPr/>
        </p:nvSpPr>
        <p:spPr>
          <a:xfrm>
            <a:off x="2145944" y="3719555"/>
            <a:ext cx="63671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SAVING</a:t>
            </a:r>
          </a:p>
        </p:txBody>
      </p:sp>
      <p:sp>
        <p:nvSpPr>
          <p:cNvPr id="49" name="METRIC_3_BODY"/>
          <p:cNvSpPr txBox="1"/>
          <p:nvPr/>
        </p:nvSpPr>
        <p:spPr>
          <a:xfrm>
            <a:off x="2145943" y="4052245"/>
            <a:ext cx="4166366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METRIC_3_VALUE"/>
          <p:cNvSpPr txBox="1"/>
          <p:nvPr/>
        </p:nvSpPr>
        <p:spPr>
          <a:xfrm>
            <a:off x="1164030" y="3665693"/>
            <a:ext cx="635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$ 5M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6820355" y="1367873"/>
          <a:ext cx="4737463" cy="3985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0">
            <a:extLst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noGrp="1"/>
          </p:cNvSpPr>
          <p:nvPr/>
        </p:nvSpPr>
        <p:spPr>
          <a:xfrm>
            <a:off x="7520941" y="438912"/>
            <a:ext cx="381761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ru-RU"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ЦИФРЫ ИССЛЕДОВАНИЯ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15" name="METRIC_4_TITLE">
            <a:extLst>
              <a:ext uri="{FF2B5EF4-FFF2-40B4-BE49-F238E27FC236}">
                <a16:creationId xmlns:a16="http://schemas.microsoft.com/office/drawing/2014/main" id="{FDF19D22-34CE-4D17-98F7-8A03CEFD539B}"/>
              </a:ext>
            </a:extLst>
          </p:cNvPr>
          <p:cNvSpPr txBox="1"/>
          <p:nvPr/>
        </p:nvSpPr>
        <p:spPr>
          <a:xfrm>
            <a:off x="2144339" y="5233885"/>
            <a:ext cx="63671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SAVING</a:t>
            </a:r>
          </a:p>
        </p:txBody>
      </p:sp>
      <p:sp>
        <p:nvSpPr>
          <p:cNvPr id="16" name="METRIC_4_BODY">
            <a:extLst>
              <a:ext uri="{FF2B5EF4-FFF2-40B4-BE49-F238E27FC236}">
                <a16:creationId xmlns:a16="http://schemas.microsoft.com/office/drawing/2014/main" id="{D961A2FD-AE35-487B-BCA3-2284589C77EA}"/>
              </a:ext>
            </a:extLst>
          </p:cNvPr>
          <p:cNvSpPr txBox="1"/>
          <p:nvPr/>
        </p:nvSpPr>
        <p:spPr>
          <a:xfrm>
            <a:off x="2144338" y="5566575"/>
            <a:ext cx="4166366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METRIC_4_VALUE">
            <a:extLst>
              <a:ext uri="{FF2B5EF4-FFF2-40B4-BE49-F238E27FC236}">
                <a16:creationId xmlns:a16="http://schemas.microsoft.com/office/drawing/2014/main" id="{35EA1AD5-06E6-4AE7-A60C-3E1AE946B46E}"/>
              </a:ext>
            </a:extLst>
          </p:cNvPr>
          <p:cNvSpPr txBox="1"/>
          <p:nvPr/>
        </p:nvSpPr>
        <p:spPr>
          <a:xfrm>
            <a:off x="1162425" y="5180023"/>
            <a:ext cx="635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$ 5M</a:t>
            </a:r>
          </a:p>
        </p:txBody>
      </p:sp>
    </p:spTree>
    <p:extLst>
      <p:ext uri="{BB962C8B-B14F-4D97-AF65-F5344CB8AC3E}">
        <p14:creationId xmlns:p14="http://schemas.microsoft.com/office/powerpoint/2010/main" val="34507864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>
            <a:extLst>
              <a:ext uri="{FF2B5EF4-FFF2-40B4-BE49-F238E27FC236}">
                <a16:creationId xmlns:a16="http://schemas.microsoft.com/office/drawing/2014/main" id="{F164822A-3FBB-4227-B88B-F6021C62ED0E}"/>
              </a:ext>
            </a:extLst>
          </p:cNvPr>
          <p:cNvSpPr>
            <a:spLocks noGrp="1"/>
          </p:cNvSpPr>
          <p:nvPr/>
        </p:nvSpPr>
        <p:spPr>
          <a:xfrm flipV="1">
            <a:off x="0" y="3643948"/>
            <a:ext cx="12192000" cy="564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noGrp="1"/>
          </p:cNvSpPr>
          <p:nvPr/>
        </p:nvSpPr>
        <p:spPr>
          <a:xfrm>
            <a:off x="7520941" y="438912"/>
            <a:ext cx="381761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ru-RU"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ТАЙМЛАЙН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15" name="Line 7">
            <a:extLst>
              <a:ext uri="{FF2B5EF4-FFF2-40B4-BE49-F238E27FC236}">
                <a16:creationId xmlns:a16="http://schemas.microsoft.com/office/drawing/2014/main" id="{6125EE07-EC7E-414C-8DCE-056C0B9369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9382" y="2878702"/>
            <a:ext cx="0" cy="1478281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" name="EVENT_1_TITLE">
            <a:extLst>
              <a:ext uri="{FF2B5EF4-FFF2-40B4-BE49-F238E27FC236}">
                <a16:creationId xmlns:a16="http://schemas.microsoft.com/office/drawing/2014/main" id="{B0FD9CD8-C3B1-4AA2-AAAC-5527577FA518}"/>
              </a:ext>
            </a:extLst>
          </p:cNvPr>
          <p:cNvSpPr txBox="1"/>
          <p:nvPr/>
        </p:nvSpPr>
        <p:spPr>
          <a:xfrm>
            <a:off x="1929852" y="458535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17" name="EVENT_1_BODY">
            <a:extLst>
              <a:ext uri="{FF2B5EF4-FFF2-40B4-BE49-F238E27FC236}">
                <a16:creationId xmlns:a16="http://schemas.microsoft.com/office/drawing/2014/main" id="{D74EB8F3-D8FA-4FB6-8433-9EA1F6F8FC3E}"/>
              </a:ext>
            </a:extLst>
          </p:cNvPr>
          <p:cNvSpPr txBox="1"/>
          <p:nvPr/>
        </p:nvSpPr>
        <p:spPr>
          <a:xfrm>
            <a:off x="1396871" y="4928814"/>
            <a:ext cx="2105024" cy="17340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 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  <a:p>
            <a:pPr algn="ctr">
              <a:lnSpc>
                <a:spcPts val="1600"/>
              </a:lnSpc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EVENT_2_TITLE">
            <a:extLst>
              <a:ext uri="{FF2B5EF4-FFF2-40B4-BE49-F238E27FC236}">
                <a16:creationId xmlns:a16="http://schemas.microsoft.com/office/drawing/2014/main" id="{488DD87C-8BA7-489C-B337-1FB5E3051EDB}"/>
              </a:ext>
            </a:extLst>
          </p:cNvPr>
          <p:cNvSpPr txBox="1"/>
          <p:nvPr/>
        </p:nvSpPr>
        <p:spPr>
          <a:xfrm>
            <a:off x="3701215" y="397651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19" name="EVENT_2_BODY">
            <a:extLst>
              <a:ext uri="{FF2B5EF4-FFF2-40B4-BE49-F238E27FC236}">
                <a16:creationId xmlns:a16="http://schemas.microsoft.com/office/drawing/2014/main" id="{9EB03CF9-A3C3-49E7-A62F-D9C31D899E82}"/>
              </a:ext>
            </a:extLst>
          </p:cNvPr>
          <p:cNvSpPr txBox="1"/>
          <p:nvPr/>
        </p:nvSpPr>
        <p:spPr>
          <a:xfrm>
            <a:off x="3220694" y="736205"/>
            <a:ext cx="2105024" cy="18747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C95585F0-62F5-4BA6-B6D7-F023EE01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203" y="3310182"/>
            <a:ext cx="690358" cy="691521"/>
          </a:xfrm>
          <a:prstGeom prst="ellipse">
            <a:avLst/>
          </a:prstGeom>
          <a:solidFill>
            <a:sysClr val="window" lastClr="FFFFFF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Line 9">
            <a:extLst>
              <a:ext uri="{FF2B5EF4-FFF2-40B4-BE49-F238E27FC236}">
                <a16:creationId xmlns:a16="http://schemas.microsoft.com/office/drawing/2014/main" id="{9D0FD6FA-9992-4C5D-9192-40CF2A1A6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117" y="2878702"/>
            <a:ext cx="0" cy="1554480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4AED69D1-9FBA-4341-97B6-BF9C2EE70C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850" y="2878702"/>
            <a:ext cx="0" cy="1478281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Line 13">
            <a:extLst>
              <a:ext uri="{FF2B5EF4-FFF2-40B4-BE49-F238E27FC236}">
                <a16:creationId xmlns:a16="http://schemas.microsoft.com/office/drawing/2014/main" id="{648C726E-5B79-40EA-8BC8-61D07F7776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42619" y="2878702"/>
            <a:ext cx="0" cy="1478281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Line 9">
            <a:extLst>
              <a:ext uri="{FF2B5EF4-FFF2-40B4-BE49-F238E27FC236}">
                <a16:creationId xmlns:a16="http://schemas.microsoft.com/office/drawing/2014/main" id="{43ED7B39-E5ED-4E97-A9E4-199C91A07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883" y="2878702"/>
            <a:ext cx="0" cy="1554480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val 6">
            <a:extLst>
              <a:ext uri="{FF2B5EF4-FFF2-40B4-BE49-F238E27FC236}">
                <a16:creationId xmlns:a16="http://schemas.microsoft.com/office/drawing/2014/main" id="{B2649892-4994-489C-B20B-1F004B76F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937" y="3310182"/>
            <a:ext cx="690358" cy="691521"/>
          </a:xfrm>
          <a:prstGeom prst="ellipse">
            <a:avLst/>
          </a:prstGeom>
          <a:solidFill>
            <a:sysClr val="window" lastClr="FFFFFF">
              <a:lumMod val="85000"/>
            </a:sysClr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val 6">
            <a:extLst>
              <a:ext uri="{FF2B5EF4-FFF2-40B4-BE49-F238E27FC236}">
                <a16:creationId xmlns:a16="http://schemas.microsoft.com/office/drawing/2014/main" id="{6E74245E-A08E-42C8-93DB-2BF6A4255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821" y="3310182"/>
            <a:ext cx="690358" cy="691521"/>
          </a:xfrm>
          <a:prstGeom prst="ellipse">
            <a:avLst/>
          </a:prstGeom>
          <a:solidFill>
            <a:srgbClr val="F58220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val 6">
            <a:extLst>
              <a:ext uri="{FF2B5EF4-FFF2-40B4-BE49-F238E27FC236}">
                <a16:creationId xmlns:a16="http://schemas.microsoft.com/office/drawing/2014/main" id="{E39F6DFC-00D2-45B8-BB20-E9FE1EFE9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3704" y="3310182"/>
            <a:ext cx="690358" cy="691521"/>
          </a:xfrm>
          <a:prstGeom prst="ellipse">
            <a:avLst/>
          </a:prstGeom>
          <a:solidFill>
            <a:srgbClr val="232323">
              <a:lumMod val="75000"/>
              <a:lumOff val="25000"/>
            </a:srgbClr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id="{167160E1-8F3F-4881-944B-65F7E26DB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7439" y="3310182"/>
            <a:ext cx="690358" cy="691521"/>
          </a:xfrm>
          <a:prstGeom prst="ellipse">
            <a:avLst/>
          </a:prstGeom>
          <a:solidFill>
            <a:sysClr val="window" lastClr="FFFFFF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EVENT_3_TITLE">
            <a:extLst>
              <a:ext uri="{FF2B5EF4-FFF2-40B4-BE49-F238E27FC236}">
                <a16:creationId xmlns:a16="http://schemas.microsoft.com/office/drawing/2014/main" id="{D7369DAA-2F83-4326-B8BF-4EA79AFBCBBC}"/>
              </a:ext>
            </a:extLst>
          </p:cNvPr>
          <p:cNvSpPr txBox="1"/>
          <p:nvPr/>
        </p:nvSpPr>
        <p:spPr>
          <a:xfrm>
            <a:off x="5576467" y="458535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30" name="EVENT_3_BODY">
            <a:extLst>
              <a:ext uri="{FF2B5EF4-FFF2-40B4-BE49-F238E27FC236}">
                <a16:creationId xmlns:a16="http://schemas.microsoft.com/office/drawing/2014/main" id="{71704727-8D42-425F-A118-EA4AE8FFD8FA}"/>
              </a:ext>
            </a:extLst>
          </p:cNvPr>
          <p:cNvSpPr txBox="1"/>
          <p:nvPr/>
        </p:nvSpPr>
        <p:spPr>
          <a:xfrm>
            <a:off x="5043488" y="4928688"/>
            <a:ext cx="2105024" cy="17353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 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31" name="EVENT_4_TITLE">
            <a:extLst>
              <a:ext uri="{FF2B5EF4-FFF2-40B4-BE49-F238E27FC236}">
                <a16:creationId xmlns:a16="http://schemas.microsoft.com/office/drawing/2014/main" id="{669C7F73-8F7B-41F8-972C-A0701C096B1A}"/>
              </a:ext>
            </a:extLst>
          </p:cNvPr>
          <p:cNvSpPr txBox="1"/>
          <p:nvPr/>
        </p:nvSpPr>
        <p:spPr>
          <a:xfrm>
            <a:off x="7419198" y="397651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32" name="EVENT_4_BODY">
            <a:extLst>
              <a:ext uri="{FF2B5EF4-FFF2-40B4-BE49-F238E27FC236}">
                <a16:creationId xmlns:a16="http://schemas.microsoft.com/office/drawing/2014/main" id="{8CC8485B-9D79-43E4-A10D-FFDEFB5D7478}"/>
              </a:ext>
            </a:extLst>
          </p:cNvPr>
          <p:cNvSpPr txBox="1"/>
          <p:nvPr/>
        </p:nvSpPr>
        <p:spPr>
          <a:xfrm>
            <a:off x="6866283" y="777467"/>
            <a:ext cx="2105024" cy="18335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35" name="EVENT_5_TITLE">
            <a:extLst>
              <a:ext uri="{FF2B5EF4-FFF2-40B4-BE49-F238E27FC236}">
                <a16:creationId xmlns:a16="http://schemas.microsoft.com/office/drawing/2014/main" id="{1BCCF66D-EA31-476F-843F-516ED01A6E6F}"/>
              </a:ext>
            </a:extLst>
          </p:cNvPr>
          <p:cNvSpPr txBox="1"/>
          <p:nvPr/>
        </p:nvSpPr>
        <p:spPr>
          <a:xfrm>
            <a:off x="9222145" y="458535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37" name="EVENT_5_BODY">
            <a:extLst>
              <a:ext uri="{FF2B5EF4-FFF2-40B4-BE49-F238E27FC236}">
                <a16:creationId xmlns:a16="http://schemas.microsoft.com/office/drawing/2014/main" id="{0AA100A2-48D4-4310-8AFD-62FD87592A35}"/>
              </a:ext>
            </a:extLst>
          </p:cNvPr>
          <p:cNvSpPr txBox="1"/>
          <p:nvPr/>
        </p:nvSpPr>
        <p:spPr>
          <a:xfrm>
            <a:off x="8793941" y="4928814"/>
            <a:ext cx="2105024" cy="17351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 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  <a:p>
            <a:pPr algn="ctr">
              <a:lnSpc>
                <a:spcPts val="1600"/>
              </a:lnSpc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Freeform 55">
            <a:extLst>
              <a:ext uri="{FF2B5EF4-FFF2-40B4-BE49-F238E27FC236}">
                <a16:creationId xmlns:a16="http://schemas.microsoft.com/office/drawing/2014/main" id="{49732C12-939C-4346-9493-0EC58F2E2514}"/>
              </a:ext>
            </a:extLst>
          </p:cNvPr>
          <p:cNvSpPr>
            <a:spLocks noEditPoints="1"/>
          </p:cNvSpPr>
          <p:nvPr/>
        </p:nvSpPr>
        <p:spPr bwMode="auto">
          <a:xfrm>
            <a:off x="2309383" y="3514579"/>
            <a:ext cx="279998" cy="282727"/>
          </a:xfrm>
          <a:custGeom>
            <a:avLst/>
            <a:gdLst>
              <a:gd name="T0" fmla="*/ 24 w 154"/>
              <a:gd name="T1" fmla="*/ 0 h 155"/>
              <a:gd name="T2" fmla="*/ 0 w 154"/>
              <a:gd name="T3" fmla="*/ 49 h 155"/>
              <a:gd name="T4" fmla="*/ 24 w 154"/>
              <a:gd name="T5" fmla="*/ 155 h 155"/>
              <a:gd name="T6" fmla="*/ 48 w 154"/>
              <a:gd name="T7" fmla="*/ 49 h 155"/>
              <a:gd name="T8" fmla="*/ 24 w 154"/>
              <a:gd name="T9" fmla="*/ 10 h 155"/>
              <a:gd name="T10" fmla="*/ 24 w 154"/>
              <a:gd name="T11" fmla="*/ 24 h 155"/>
              <a:gd name="T12" fmla="*/ 29 w 154"/>
              <a:gd name="T13" fmla="*/ 140 h 155"/>
              <a:gd name="T14" fmla="*/ 19 w 154"/>
              <a:gd name="T15" fmla="*/ 72 h 155"/>
              <a:gd name="T16" fmla="*/ 29 w 154"/>
              <a:gd name="T17" fmla="*/ 140 h 155"/>
              <a:gd name="T18" fmla="*/ 36 w 154"/>
              <a:gd name="T19" fmla="*/ 57 h 155"/>
              <a:gd name="T20" fmla="*/ 33 w 154"/>
              <a:gd name="T21" fmla="*/ 60 h 155"/>
              <a:gd name="T22" fmla="*/ 19 w 154"/>
              <a:gd name="T23" fmla="*/ 62 h 155"/>
              <a:gd name="T24" fmla="*/ 12 w 154"/>
              <a:gd name="T25" fmla="*/ 57 h 155"/>
              <a:gd name="T26" fmla="*/ 10 w 154"/>
              <a:gd name="T27" fmla="*/ 53 h 155"/>
              <a:gd name="T28" fmla="*/ 11 w 154"/>
              <a:gd name="T29" fmla="*/ 44 h 155"/>
              <a:gd name="T30" fmla="*/ 15 w 154"/>
              <a:gd name="T31" fmla="*/ 37 h 155"/>
              <a:gd name="T32" fmla="*/ 24 w 154"/>
              <a:gd name="T33" fmla="*/ 34 h 155"/>
              <a:gd name="T34" fmla="*/ 33 w 154"/>
              <a:gd name="T35" fmla="*/ 37 h 155"/>
              <a:gd name="T36" fmla="*/ 38 w 154"/>
              <a:gd name="T37" fmla="*/ 44 h 155"/>
              <a:gd name="T38" fmla="*/ 38 w 154"/>
              <a:gd name="T39" fmla="*/ 53 h 155"/>
              <a:gd name="T40" fmla="*/ 130 w 154"/>
              <a:gd name="T41" fmla="*/ 0 h 155"/>
              <a:gd name="T42" fmla="*/ 106 w 154"/>
              <a:gd name="T43" fmla="*/ 49 h 155"/>
              <a:gd name="T44" fmla="*/ 130 w 154"/>
              <a:gd name="T45" fmla="*/ 155 h 155"/>
              <a:gd name="T46" fmla="*/ 154 w 154"/>
              <a:gd name="T47" fmla="*/ 49 h 155"/>
              <a:gd name="T48" fmla="*/ 130 w 154"/>
              <a:gd name="T49" fmla="*/ 10 h 155"/>
              <a:gd name="T50" fmla="*/ 130 w 154"/>
              <a:gd name="T51" fmla="*/ 24 h 155"/>
              <a:gd name="T52" fmla="*/ 135 w 154"/>
              <a:gd name="T53" fmla="*/ 140 h 155"/>
              <a:gd name="T54" fmla="*/ 125 w 154"/>
              <a:gd name="T55" fmla="*/ 72 h 155"/>
              <a:gd name="T56" fmla="*/ 135 w 154"/>
              <a:gd name="T57" fmla="*/ 140 h 155"/>
              <a:gd name="T58" fmla="*/ 142 w 154"/>
              <a:gd name="T59" fmla="*/ 57 h 155"/>
              <a:gd name="T60" fmla="*/ 139 w 154"/>
              <a:gd name="T61" fmla="*/ 60 h 155"/>
              <a:gd name="T62" fmla="*/ 125 w 154"/>
              <a:gd name="T63" fmla="*/ 62 h 155"/>
              <a:gd name="T64" fmla="*/ 118 w 154"/>
              <a:gd name="T65" fmla="*/ 57 h 155"/>
              <a:gd name="T66" fmla="*/ 116 w 154"/>
              <a:gd name="T67" fmla="*/ 53 h 155"/>
              <a:gd name="T68" fmla="*/ 117 w 154"/>
              <a:gd name="T69" fmla="*/ 44 h 155"/>
              <a:gd name="T70" fmla="*/ 121 w 154"/>
              <a:gd name="T71" fmla="*/ 37 h 155"/>
              <a:gd name="T72" fmla="*/ 130 w 154"/>
              <a:gd name="T73" fmla="*/ 34 h 155"/>
              <a:gd name="T74" fmla="*/ 139 w 154"/>
              <a:gd name="T75" fmla="*/ 37 h 155"/>
              <a:gd name="T76" fmla="*/ 144 w 154"/>
              <a:gd name="T77" fmla="*/ 44 h 155"/>
              <a:gd name="T78" fmla="*/ 144 w 154"/>
              <a:gd name="T79" fmla="*/ 53 h 155"/>
              <a:gd name="T80" fmla="*/ 77 w 154"/>
              <a:gd name="T81" fmla="*/ 0 h 155"/>
              <a:gd name="T82" fmla="*/ 53 w 154"/>
              <a:gd name="T83" fmla="*/ 106 h 155"/>
              <a:gd name="T84" fmla="*/ 77 w 154"/>
              <a:gd name="T85" fmla="*/ 155 h 155"/>
              <a:gd name="T86" fmla="*/ 101 w 154"/>
              <a:gd name="T87" fmla="*/ 106 h 155"/>
              <a:gd name="T88" fmla="*/ 77 w 154"/>
              <a:gd name="T89" fmla="*/ 10 h 155"/>
              <a:gd name="T90" fmla="*/ 77 w 154"/>
              <a:gd name="T91" fmla="*/ 82 h 155"/>
              <a:gd name="T92" fmla="*/ 82 w 154"/>
              <a:gd name="T93" fmla="*/ 140 h 155"/>
              <a:gd name="T94" fmla="*/ 72 w 154"/>
              <a:gd name="T95" fmla="*/ 130 h 155"/>
              <a:gd name="T96" fmla="*/ 82 w 154"/>
              <a:gd name="T97" fmla="*/ 140 h 155"/>
              <a:gd name="T98" fmla="*/ 89 w 154"/>
              <a:gd name="T99" fmla="*/ 115 h 155"/>
              <a:gd name="T100" fmla="*/ 86 w 154"/>
              <a:gd name="T101" fmla="*/ 118 h 155"/>
              <a:gd name="T102" fmla="*/ 72 w 154"/>
              <a:gd name="T103" fmla="*/ 120 h 155"/>
              <a:gd name="T104" fmla="*/ 65 w 154"/>
              <a:gd name="T105" fmla="*/ 115 h 155"/>
              <a:gd name="T106" fmla="*/ 63 w 154"/>
              <a:gd name="T107" fmla="*/ 110 h 155"/>
              <a:gd name="T108" fmla="*/ 64 w 154"/>
              <a:gd name="T109" fmla="*/ 102 h 155"/>
              <a:gd name="T110" fmla="*/ 68 w 154"/>
              <a:gd name="T111" fmla="*/ 95 h 155"/>
              <a:gd name="T112" fmla="*/ 77 w 154"/>
              <a:gd name="T113" fmla="*/ 92 h 155"/>
              <a:gd name="T114" fmla="*/ 86 w 154"/>
              <a:gd name="T115" fmla="*/ 95 h 155"/>
              <a:gd name="T116" fmla="*/ 91 w 154"/>
              <a:gd name="T117" fmla="*/ 102 h 155"/>
              <a:gd name="T118" fmla="*/ 91 w 154"/>
              <a:gd name="T119" fmla="*/ 111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4" h="155">
                <a:moveTo>
                  <a:pt x="39" y="29"/>
                </a:moveTo>
                <a:cubicBezTo>
                  <a:pt x="39" y="15"/>
                  <a:pt x="39" y="15"/>
                  <a:pt x="39" y="15"/>
                </a:cubicBezTo>
                <a:cubicBezTo>
                  <a:pt x="39" y="7"/>
                  <a:pt x="32" y="0"/>
                  <a:pt x="24" y="0"/>
                </a:cubicBezTo>
                <a:cubicBezTo>
                  <a:pt x="16" y="0"/>
                  <a:pt x="10" y="7"/>
                  <a:pt x="10" y="15"/>
                </a:cubicBezTo>
                <a:cubicBezTo>
                  <a:pt x="10" y="29"/>
                  <a:pt x="10" y="29"/>
                  <a:pt x="10" y="29"/>
                </a:cubicBezTo>
                <a:cubicBezTo>
                  <a:pt x="4" y="34"/>
                  <a:pt x="0" y="41"/>
                  <a:pt x="0" y="49"/>
                </a:cubicBezTo>
                <a:cubicBezTo>
                  <a:pt x="0" y="56"/>
                  <a:pt x="4" y="63"/>
                  <a:pt x="10" y="68"/>
                </a:cubicBezTo>
                <a:cubicBezTo>
                  <a:pt x="10" y="140"/>
                  <a:pt x="10" y="140"/>
                  <a:pt x="10" y="140"/>
                </a:cubicBezTo>
                <a:cubicBezTo>
                  <a:pt x="10" y="148"/>
                  <a:pt x="16" y="155"/>
                  <a:pt x="24" y="155"/>
                </a:cubicBezTo>
                <a:cubicBezTo>
                  <a:pt x="32" y="155"/>
                  <a:pt x="39" y="148"/>
                  <a:pt x="39" y="140"/>
                </a:cubicBezTo>
                <a:cubicBezTo>
                  <a:pt x="39" y="68"/>
                  <a:pt x="39" y="68"/>
                  <a:pt x="39" y="68"/>
                </a:cubicBezTo>
                <a:cubicBezTo>
                  <a:pt x="44" y="63"/>
                  <a:pt x="48" y="56"/>
                  <a:pt x="48" y="49"/>
                </a:cubicBezTo>
                <a:cubicBezTo>
                  <a:pt x="48" y="41"/>
                  <a:pt x="44" y="34"/>
                  <a:pt x="39" y="29"/>
                </a:cubicBezTo>
                <a:close/>
                <a:moveTo>
                  <a:pt x="19" y="15"/>
                </a:moveTo>
                <a:cubicBezTo>
                  <a:pt x="19" y="12"/>
                  <a:pt x="21" y="10"/>
                  <a:pt x="24" y="10"/>
                </a:cubicBezTo>
                <a:cubicBezTo>
                  <a:pt x="27" y="10"/>
                  <a:pt x="29" y="12"/>
                  <a:pt x="29" y="15"/>
                </a:cubicBezTo>
                <a:cubicBezTo>
                  <a:pt x="29" y="25"/>
                  <a:pt x="29" y="25"/>
                  <a:pt x="29" y="25"/>
                </a:cubicBezTo>
                <a:cubicBezTo>
                  <a:pt x="27" y="25"/>
                  <a:pt x="26" y="24"/>
                  <a:pt x="24" y="24"/>
                </a:cubicBezTo>
                <a:cubicBezTo>
                  <a:pt x="22" y="24"/>
                  <a:pt x="21" y="25"/>
                  <a:pt x="19" y="25"/>
                </a:cubicBezTo>
                <a:lnTo>
                  <a:pt x="19" y="15"/>
                </a:lnTo>
                <a:close/>
                <a:moveTo>
                  <a:pt x="29" y="140"/>
                </a:moveTo>
                <a:cubicBezTo>
                  <a:pt x="29" y="143"/>
                  <a:pt x="27" y="145"/>
                  <a:pt x="24" y="145"/>
                </a:cubicBezTo>
                <a:cubicBezTo>
                  <a:pt x="21" y="145"/>
                  <a:pt x="19" y="143"/>
                  <a:pt x="19" y="140"/>
                </a:cubicBezTo>
                <a:cubicBezTo>
                  <a:pt x="19" y="72"/>
                  <a:pt x="19" y="72"/>
                  <a:pt x="19" y="72"/>
                </a:cubicBezTo>
                <a:cubicBezTo>
                  <a:pt x="21" y="73"/>
                  <a:pt x="22" y="73"/>
                  <a:pt x="24" y="73"/>
                </a:cubicBezTo>
                <a:cubicBezTo>
                  <a:pt x="26" y="73"/>
                  <a:pt x="27" y="73"/>
                  <a:pt x="29" y="72"/>
                </a:cubicBezTo>
                <a:lnTo>
                  <a:pt x="29" y="140"/>
                </a:lnTo>
                <a:close/>
                <a:moveTo>
                  <a:pt x="38" y="53"/>
                </a:moveTo>
                <a:cubicBezTo>
                  <a:pt x="38" y="53"/>
                  <a:pt x="38" y="53"/>
                  <a:pt x="38" y="53"/>
                </a:cubicBezTo>
                <a:cubicBezTo>
                  <a:pt x="37" y="55"/>
                  <a:pt x="37" y="56"/>
                  <a:pt x="36" y="57"/>
                </a:cubicBezTo>
                <a:cubicBezTo>
                  <a:pt x="36" y="57"/>
                  <a:pt x="36" y="57"/>
                  <a:pt x="36" y="57"/>
                </a:cubicBezTo>
                <a:cubicBezTo>
                  <a:pt x="35" y="58"/>
                  <a:pt x="34" y="59"/>
                  <a:pt x="33" y="60"/>
                </a:cubicBezTo>
                <a:cubicBezTo>
                  <a:pt x="33" y="60"/>
                  <a:pt x="33" y="60"/>
                  <a:pt x="33" y="60"/>
                </a:cubicBezTo>
                <a:cubicBezTo>
                  <a:pt x="32" y="61"/>
                  <a:pt x="30" y="62"/>
                  <a:pt x="29" y="62"/>
                </a:cubicBezTo>
                <a:cubicBezTo>
                  <a:pt x="27" y="63"/>
                  <a:pt x="26" y="63"/>
                  <a:pt x="24" y="63"/>
                </a:cubicBezTo>
                <a:cubicBezTo>
                  <a:pt x="22" y="63"/>
                  <a:pt x="21" y="63"/>
                  <a:pt x="19" y="62"/>
                </a:cubicBezTo>
                <a:cubicBezTo>
                  <a:pt x="18" y="62"/>
                  <a:pt x="17" y="61"/>
                  <a:pt x="15" y="60"/>
                </a:cubicBezTo>
                <a:cubicBezTo>
                  <a:pt x="15" y="60"/>
                  <a:pt x="15" y="60"/>
                  <a:pt x="15" y="60"/>
                </a:cubicBezTo>
                <a:cubicBezTo>
                  <a:pt x="14" y="59"/>
                  <a:pt x="13" y="58"/>
                  <a:pt x="12" y="57"/>
                </a:cubicBezTo>
                <a:cubicBezTo>
                  <a:pt x="12" y="57"/>
                  <a:pt x="12" y="57"/>
                  <a:pt x="12" y="57"/>
                </a:cubicBezTo>
                <a:cubicBezTo>
                  <a:pt x="12" y="56"/>
                  <a:pt x="11" y="55"/>
                  <a:pt x="11" y="53"/>
                </a:cubicBezTo>
                <a:cubicBezTo>
                  <a:pt x="10" y="53"/>
                  <a:pt x="10" y="53"/>
                  <a:pt x="10" y="53"/>
                </a:cubicBezTo>
                <a:cubicBezTo>
                  <a:pt x="10" y="51"/>
                  <a:pt x="10" y="50"/>
                  <a:pt x="10" y="49"/>
                </a:cubicBezTo>
                <a:cubicBezTo>
                  <a:pt x="10" y="47"/>
                  <a:pt x="10" y="46"/>
                  <a:pt x="10" y="45"/>
                </a:cubicBezTo>
                <a:cubicBezTo>
                  <a:pt x="10" y="44"/>
                  <a:pt x="10" y="44"/>
                  <a:pt x="11" y="44"/>
                </a:cubicBezTo>
                <a:cubicBezTo>
                  <a:pt x="11" y="43"/>
                  <a:pt x="12" y="41"/>
                  <a:pt x="12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3" y="39"/>
                  <a:pt x="14" y="38"/>
                  <a:pt x="15" y="37"/>
                </a:cubicBezTo>
                <a:cubicBezTo>
                  <a:pt x="15" y="37"/>
                  <a:pt x="15" y="37"/>
                  <a:pt x="15" y="37"/>
                </a:cubicBezTo>
                <a:cubicBezTo>
                  <a:pt x="17" y="36"/>
                  <a:pt x="18" y="36"/>
                  <a:pt x="19" y="35"/>
                </a:cubicBezTo>
                <a:cubicBezTo>
                  <a:pt x="21" y="34"/>
                  <a:pt x="22" y="34"/>
                  <a:pt x="24" y="34"/>
                </a:cubicBezTo>
                <a:cubicBezTo>
                  <a:pt x="26" y="34"/>
                  <a:pt x="27" y="34"/>
                  <a:pt x="29" y="35"/>
                </a:cubicBezTo>
                <a:cubicBezTo>
                  <a:pt x="30" y="36"/>
                  <a:pt x="32" y="36"/>
                  <a:pt x="33" y="37"/>
                </a:cubicBezTo>
                <a:cubicBezTo>
                  <a:pt x="33" y="37"/>
                  <a:pt x="33" y="37"/>
                  <a:pt x="33" y="37"/>
                </a:cubicBezTo>
                <a:cubicBezTo>
                  <a:pt x="34" y="38"/>
                  <a:pt x="35" y="39"/>
                  <a:pt x="36" y="40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7" y="43"/>
                  <a:pt x="38" y="44"/>
                </a:cubicBezTo>
                <a:cubicBezTo>
                  <a:pt x="38" y="44"/>
                  <a:pt x="38" y="44"/>
                  <a:pt x="38" y="45"/>
                </a:cubicBezTo>
                <a:cubicBezTo>
                  <a:pt x="38" y="46"/>
                  <a:pt x="39" y="47"/>
                  <a:pt x="39" y="49"/>
                </a:cubicBezTo>
                <a:cubicBezTo>
                  <a:pt x="39" y="50"/>
                  <a:pt x="38" y="51"/>
                  <a:pt x="38" y="53"/>
                </a:cubicBezTo>
                <a:close/>
                <a:moveTo>
                  <a:pt x="145" y="29"/>
                </a:moveTo>
                <a:cubicBezTo>
                  <a:pt x="145" y="15"/>
                  <a:pt x="145" y="15"/>
                  <a:pt x="145" y="15"/>
                </a:cubicBezTo>
                <a:cubicBezTo>
                  <a:pt x="145" y="7"/>
                  <a:pt x="138" y="0"/>
                  <a:pt x="130" y="0"/>
                </a:cubicBezTo>
                <a:cubicBezTo>
                  <a:pt x="122" y="0"/>
                  <a:pt x="116" y="7"/>
                  <a:pt x="116" y="15"/>
                </a:cubicBezTo>
                <a:cubicBezTo>
                  <a:pt x="116" y="29"/>
                  <a:pt x="116" y="29"/>
                  <a:pt x="116" y="29"/>
                </a:cubicBezTo>
                <a:cubicBezTo>
                  <a:pt x="110" y="34"/>
                  <a:pt x="106" y="41"/>
                  <a:pt x="106" y="49"/>
                </a:cubicBezTo>
                <a:cubicBezTo>
                  <a:pt x="106" y="56"/>
                  <a:pt x="110" y="63"/>
                  <a:pt x="116" y="68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116" y="148"/>
                  <a:pt x="122" y="155"/>
                  <a:pt x="130" y="155"/>
                </a:cubicBezTo>
                <a:cubicBezTo>
                  <a:pt x="138" y="155"/>
                  <a:pt x="145" y="148"/>
                  <a:pt x="145" y="140"/>
                </a:cubicBezTo>
                <a:cubicBezTo>
                  <a:pt x="145" y="68"/>
                  <a:pt x="145" y="68"/>
                  <a:pt x="145" y="68"/>
                </a:cubicBezTo>
                <a:cubicBezTo>
                  <a:pt x="150" y="63"/>
                  <a:pt x="154" y="56"/>
                  <a:pt x="154" y="49"/>
                </a:cubicBezTo>
                <a:cubicBezTo>
                  <a:pt x="154" y="41"/>
                  <a:pt x="150" y="34"/>
                  <a:pt x="145" y="29"/>
                </a:cubicBezTo>
                <a:close/>
                <a:moveTo>
                  <a:pt x="125" y="15"/>
                </a:moveTo>
                <a:cubicBezTo>
                  <a:pt x="125" y="12"/>
                  <a:pt x="127" y="10"/>
                  <a:pt x="130" y="10"/>
                </a:cubicBezTo>
                <a:cubicBezTo>
                  <a:pt x="133" y="10"/>
                  <a:pt x="135" y="12"/>
                  <a:pt x="135" y="15"/>
                </a:cubicBezTo>
                <a:cubicBezTo>
                  <a:pt x="135" y="25"/>
                  <a:pt x="135" y="25"/>
                  <a:pt x="135" y="25"/>
                </a:cubicBezTo>
                <a:cubicBezTo>
                  <a:pt x="133" y="25"/>
                  <a:pt x="132" y="24"/>
                  <a:pt x="130" y="24"/>
                </a:cubicBezTo>
                <a:cubicBezTo>
                  <a:pt x="129" y="24"/>
                  <a:pt x="127" y="25"/>
                  <a:pt x="125" y="25"/>
                </a:cubicBezTo>
                <a:lnTo>
                  <a:pt x="125" y="15"/>
                </a:lnTo>
                <a:close/>
                <a:moveTo>
                  <a:pt x="135" y="140"/>
                </a:moveTo>
                <a:cubicBezTo>
                  <a:pt x="135" y="143"/>
                  <a:pt x="133" y="145"/>
                  <a:pt x="130" y="145"/>
                </a:cubicBezTo>
                <a:cubicBezTo>
                  <a:pt x="127" y="145"/>
                  <a:pt x="125" y="143"/>
                  <a:pt x="125" y="140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7" y="73"/>
                  <a:pt x="129" y="73"/>
                  <a:pt x="130" y="73"/>
                </a:cubicBezTo>
                <a:cubicBezTo>
                  <a:pt x="132" y="73"/>
                  <a:pt x="133" y="73"/>
                  <a:pt x="135" y="72"/>
                </a:cubicBezTo>
                <a:lnTo>
                  <a:pt x="135" y="140"/>
                </a:lnTo>
                <a:close/>
                <a:moveTo>
                  <a:pt x="144" y="53"/>
                </a:moveTo>
                <a:cubicBezTo>
                  <a:pt x="144" y="53"/>
                  <a:pt x="144" y="53"/>
                  <a:pt x="144" y="53"/>
                </a:cubicBezTo>
                <a:cubicBezTo>
                  <a:pt x="143" y="55"/>
                  <a:pt x="143" y="56"/>
                  <a:pt x="142" y="57"/>
                </a:cubicBezTo>
                <a:cubicBezTo>
                  <a:pt x="142" y="57"/>
                  <a:pt x="142" y="57"/>
                  <a:pt x="142" y="57"/>
                </a:cubicBezTo>
                <a:cubicBezTo>
                  <a:pt x="141" y="58"/>
                  <a:pt x="140" y="59"/>
                  <a:pt x="139" y="60"/>
                </a:cubicBezTo>
                <a:cubicBezTo>
                  <a:pt x="139" y="60"/>
                  <a:pt x="139" y="60"/>
                  <a:pt x="139" y="60"/>
                </a:cubicBezTo>
                <a:cubicBezTo>
                  <a:pt x="138" y="61"/>
                  <a:pt x="136" y="62"/>
                  <a:pt x="135" y="62"/>
                </a:cubicBezTo>
                <a:cubicBezTo>
                  <a:pt x="133" y="63"/>
                  <a:pt x="132" y="63"/>
                  <a:pt x="130" y="63"/>
                </a:cubicBezTo>
                <a:cubicBezTo>
                  <a:pt x="128" y="63"/>
                  <a:pt x="127" y="63"/>
                  <a:pt x="125" y="62"/>
                </a:cubicBezTo>
                <a:cubicBezTo>
                  <a:pt x="124" y="62"/>
                  <a:pt x="123" y="61"/>
                  <a:pt x="121" y="60"/>
                </a:cubicBezTo>
                <a:cubicBezTo>
                  <a:pt x="121" y="60"/>
                  <a:pt x="121" y="60"/>
                  <a:pt x="121" y="60"/>
                </a:cubicBezTo>
                <a:cubicBezTo>
                  <a:pt x="120" y="59"/>
                  <a:pt x="119" y="58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6"/>
                  <a:pt x="117" y="55"/>
                  <a:pt x="117" y="53"/>
                </a:cubicBezTo>
                <a:cubicBezTo>
                  <a:pt x="117" y="53"/>
                  <a:pt x="116" y="53"/>
                  <a:pt x="116" y="53"/>
                </a:cubicBezTo>
                <a:cubicBezTo>
                  <a:pt x="116" y="51"/>
                  <a:pt x="116" y="50"/>
                  <a:pt x="116" y="49"/>
                </a:cubicBezTo>
                <a:cubicBezTo>
                  <a:pt x="116" y="47"/>
                  <a:pt x="116" y="46"/>
                  <a:pt x="116" y="45"/>
                </a:cubicBezTo>
                <a:cubicBezTo>
                  <a:pt x="116" y="44"/>
                  <a:pt x="117" y="44"/>
                  <a:pt x="117" y="44"/>
                </a:cubicBezTo>
                <a:cubicBezTo>
                  <a:pt x="117" y="43"/>
                  <a:pt x="118" y="41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9" y="39"/>
                  <a:pt x="120" y="38"/>
                  <a:pt x="121" y="37"/>
                </a:cubicBezTo>
                <a:cubicBezTo>
                  <a:pt x="121" y="37"/>
                  <a:pt x="121" y="37"/>
                  <a:pt x="121" y="37"/>
                </a:cubicBezTo>
                <a:cubicBezTo>
                  <a:pt x="123" y="36"/>
                  <a:pt x="124" y="36"/>
                  <a:pt x="125" y="35"/>
                </a:cubicBezTo>
                <a:cubicBezTo>
                  <a:pt x="127" y="34"/>
                  <a:pt x="128" y="34"/>
                  <a:pt x="130" y="34"/>
                </a:cubicBezTo>
                <a:cubicBezTo>
                  <a:pt x="132" y="34"/>
                  <a:pt x="133" y="34"/>
                  <a:pt x="135" y="35"/>
                </a:cubicBezTo>
                <a:cubicBezTo>
                  <a:pt x="136" y="36"/>
                  <a:pt x="138" y="36"/>
                  <a:pt x="139" y="37"/>
                </a:cubicBezTo>
                <a:cubicBezTo>
                  <a:pt x="139" y="37"/>
                  <a:pt x="139" y="37"/>
                  <a:pt x="139" y="37"/>
                </a:cubicBezTo>
                <a:cubicBezTo>
                  <a:pt x="140" y="38"/>
                  <a:pt x="141" y="39"/>
                  <a:pt x="142" y="40"/>
                </a:cubicBezTo>
                <a:cubicBezTo>
                  <a:pt x="142" y="40"/>
                  <a:pt x="142" y="40"/>
                  <a:pt x="142" y="40"/>
                </a:cubicBezTo>
                <a:cubicBezTo>
                  <a:pt x="143" y="41"/>
                  <a:pt x="143" y="43"/>
                  <a:pt x="144" y="44"/>
                </a:cubicBezTo>
                <a:cubicBezTo>
                  <a:pt x="144" y="44"/>
                  <a:pt x="144" y="44"/>
                  <a:pt x="144" y="45"/>
                </a:cubicBezTo>
                <a:cubicBezTo>
                  <a:pt x="144" y="46"/>
                  <a:pt x="145" y="47"/>
                  <a:pt x="145" y="49"/>
                </a:cubicBezTo>
                <a:cubicBezTo>
                  <a:pt x="145" y="50"/>
                  <a:pt x="144" y="51"/>
                  <a:pt x="144" y="53"/>
                </a:cubicBezTo>
                <a:close/>
                <a:moveTo>
                  <a:pt x="92" y="87"/>
                </a:moveTo>
                <a:cubicBezTo>
                  <a:pt x="92" y="15"/>
                  <a:pt x="92" y="15"/>
                  <a:pt x="92" y="15"/>
                </a:cubicBezTo>
                <a:cubicBezTo>
                  <a:pt x="92" y="7"/>
                  <a:pt x="85" y="0"/>
                  <a:pt x="77" y="0"/>
                </a:cubicBezTo>
                <a:cubicBezTo>
                  <a:pt x="69" y="0"/>
                  <a:pt x="63" y="7"/>
                  <a:pt x="63" y="15"/>
                </a:cubicBezTo>
                <a:cubicBezTo>
                  <a:pt x="63" y="87"/>
                  <a:pt x="63" y="87"/>
                  <a:pt x="63" y="87"/>
                </a:cubicBezTo>
                <a:cubicBezTo>
                  <a:pt x="57" y="92"/>
                  <a:pt x="53" y="99"/>
                  <a:pt x="53" y="106"/>
                </a:cubicBezTo>
                <a:cubicBezTo>
                  <a:pt x="53" y="114"/>
                  <a:pt x="57" y="121"/>
                  <a:pt x="63" y="126"/>
                </a:cubicBezTo>
                <a:cubicBezTo>
                  <a:pt x="63" y="140"/>
                  <a:pt x="63" y="140"/>
                  <a:pt x="63" y="140"/>
                </a:cubicBezTo>
                <a:cubicBezTo>
                  <a:pt x="63" y="148"/>
                  <a:pt x="69" y="155"/>
                  <a:pt x="77" y="155"/>
                </a:cubicBezTo>
                <a:cubicBezTo>
                  <a:pt x="85" y="155"/>
                  <a:pt x="92" y="148"/>
                  <a:pt x="92" y="140"/>
                </a:cubicBezTo>
                <a:cubicBezTo>
                  <a:pt x="92" y="126"/>
                  <a:pt x="92" y="126"/>
                  <a:pt x="92" y="126"/>
                </a:cubicBezTo>
                <a:cubicBezTo>
                  <a:pt x="97" y="121"/>
                  <a:pt x="101" y="114"/>
                  <a:pt x="101" y="106"/>
                </a:cubicBezTo>
                <a:cubicBezTo>
                  <a:pt x="101" y="99"/>
                  <a:pt x="97" y="92"/>
                  <a:pt x="92" y="87"/>
                </a:cubicBezTo>
                <a:close/>
                <a:moveTo>
                  <a:pt x="72" y="15"/>
                </a:moveTo>
                <a:cubicBezTo>
                  <a:pt x="72" y="12"/>
                  <a:pt x="74" y="10"/>
                  <a:pt x="77" y="10"/>
                </a:cubicBezTo>
                <a:cubicBezTo>
                  <a:pt x="80" y="10"/>
                  <a:pt x="82" y="12"/>
                  <a:pt x="82" y="15"/>
                </a:cubicBezTo>
                <a:cubicBezTo>
                  <a:pt x="82" y="83"/>
                  <a:pt x="82" y="83"/>
                  <a:pt x="82" y="83"/>
                </a:cubicBezTo>
                <a:cubicBezTo>
                  <a:pt x="80" y="83"/>
                  <a:pt x="79" y="82"/>
                  <a:pt x="77" y="82"/>
                </a:cubicBezTo>
                <a:cubicBezTo>
                  <a:pt x="75" y="82"/>
                  <a:pt x="74" y="83"/>
                  <a:pt x="72" y="83"/>
                </a:cubicBezTo>
                <a:lnTo>
                  <a:pt x="72" y="15"/>
                </a:lnTo>
                <a:close/>
                <a:moveTo>
                  <a:pt x="82" y="140"/>
                </a:moveTo>
                <a:cubicBezTo>
                  <a:pt x="82" y="143"/>
                  <a:pt x="80" y="145"/>
                  <a:pt x="77" y="145"/>
                </a:cubicBezTo>
                <a:cubicBezTo>
                  <a:pt x="74" y="145"/>
                  <a:pt x="72" y="143"/>
                  <a:pt x="72" y="140"/>
                </a:cubicBezTo>
                <a:cubicBezTo>
                  <a:pt x="72" y="130"/>
                  <a:pt x="72" y="130"/>
                  <a:pt x="72" y="130"/>
                </a:cubicBezTo>
                <a:cubicBezTo>
                  <a:pt x="74" y="130"/>
                  <a:pt x="75" y="131"/>
                  <a:pt x="77" y="131"/>
                </a:cubicBezTo>
                <a:cubicBezTo>
                  <a:pt x="79" y="131"/>
                  <a:pt x="80" y="130"/>
                  <a:pt x="82" y="130"/>
                </a:cubicBezTo>
                <a:lnTo>
                  <a:pt x="82" y="140"/>
                </a:lnTo>
                <a:close/>
                <a:moveTo>
                  <a:pt x="91" y="111"/>
                </a:moveTo>
                <a:cubicBezTo>
                  <a:pt x="91" y="111"/>
                  <a:pt x="91" y="111"/>
                  <a:pt x="91" y="111"/>
                </a:cubicBezTo>
                <a:cubicBezTo>
                  <a:pt x="90" y="113"/>
                  <a:pt x="90" y="114"/>
                  <a:pt x="89" y="115"/>
                </a:cubicBezTo>
                <a:cubicBezTo>
                  <a:pt x="89" y="115"/>
                  <a:pt x="89" y="115"/>
                  <a:pt x="89" y="115"/>
                </a:cubicBezTo>
                <a:cubicBezTo>
                  <a:pt x="88" y="116"/>
                  <a:pt x="87" y="117"/>
                  <a:pt x="86" y="118"/>
                </a:cubicBezTo>
                <a:cubicBezTo>
                  <a:pt x="86" y="118"/>
                  <a:pt x="86" y="118"/>
                  <a:pt x="86" y="118"/>
                </a:cubicBezTo>
                <a:cubicBezTo>
                  <a:pt x="85" y="119"/>
                  <a:pt x="83" y="120"/>
                  <a:pt x="82" y="120"/>
                </a:cubicBezTo>
                <a:cubicBezTo>
                  <a:pt x="80" y="121"/>
                  <a:pt x="79" y="121"/>
                  <a:pt x="77" y="121"/>
                </a:cubicBezTo>
                <a:cubicBezTo>
                  <a:pt x="75" y="121"/>
                  <a:pt x="74" y="121"/>
                  <a:pt x="72" y="120"/>
                </a:cubicBezTo>
                <a:cubicBezTo>
                  <a:pt x="71" y="120"/>
                  <a:pt x="70" y="119"/>
                  <a:pt x="68" y="118"/>
                </a:cubicBezTo>
                <a:cubicBezTo>
                  <a:pt x="68" y="118"/>
                  <a:pt x="68" y="118"/>
                  <a:pt x="68" y="118"/>
                </a:cubicBezTo>
                <a:cubicBezTo>
                  <a:pt x="67" y="117"/>
                  <a:pt x="66" y="116"/>
                  <a:pt x="65" y="115"/>
                </a:cubicBezTo>
                <a:cubicBezTo>
                  <a:pt x="65" y="115"/>
                  <a:pt x="65" y="115"/>
                  <a:pt x="65" y="115"/>
                </a:cubicBezTo>
                <a:cubicBezTo>
                  <a:pt x="65" y="114"/>
                  <a:pt x="64" y="113"/>
                  <a:pt x="64" y="111"/>
                </a:cubicBezTo>
                <a:cubicBezTo>
                  <a:pt x="63" y="111"/>
                  <a:pt x="63" y="111"/>
                  <a:pt x="63" y="110"/>
                </a:cubicBezTo>
                <a:cubicBezTo>
                  <a:pt x="63" y="109"/>
                  <a:pt x="63" y="108"/>
                  <a:pt x="63" y="106"/>
                </a:cubicBezTo>
                <a:cubicBezTo>
                  <a:pt x="63" y="105"/>
                  <a:pt x="63" y="104"/>
                  <a:pt x="63" y="102"/>
                </a:cubicBezTo>
                <a:cubicBezTo>
                  <a:pt x="63" y="102"/>
                  <a:pt x="63" y="102"/>
                  <a:pt x="64" y="102"/>
                </a:cubicBezTo>
                <a:cubicBezTo>
                  <a:pt x="64" y="100"/>
                  <a:pt x="65" y="99"/>
                  <a:pt x="65" y="98"/>
                </a:cubicBezTo>
                <a:cubicBezTo>
                  <a:pt x="65" y="98"/>
                  <a:pt x="65" y="98"/>
                  <a:pt x="65" y="98"/>
                </a:cubicBezTo>
                <a:cubicBezTo>
                  <a:pt x="66" y="97"/>
                  <a:pt x="67" y="96"/>
                  <a:pt x="68" y="95"/>
                </a:cubicBezTo>
                <a:cubicBezTo>
                  <a:pt x="68" y="95"/>
                  <a:pt x="68" y="95"/>
                  <a:pt x="68" y="95"/>
                </a:cubicBezTo>
                <a:cubicBezTo>
                  <a:pt x="70" y="94"/>
                  <a:pt x="71" y="93"/>
                  <a:pt x="72" y="93"/>
                </a:cubicBezTo>
                <a:cubicBezTo>
                  <a:pt x="74" y="92"/>
                  <a:pt x="75" y="92"/>
                  <a:pt x="77" y="92"/>
                </a:cubicBezTo>
                <a:cubicBezTo>
                  <a:pt x="79" y="92"/>
                  <a:pt x="80" y="92"/>
                  <a:pt x="82" y="93"/>
                </a:cubicBezTo>
                <a:cubicBezTo>
                  <a:pt x="83" y="93"/>
                  <a:pt x="85" y="94"/>
                  <a:pt x="86" y="95"/>
                </a:cubicBezTo>
                <a:cubicBezTo>
                  <a:pt x="86" y="95"/>
                  <a:pt x="86" y="95"/>
                  <a:pt x="86" y="95"/>
                </a:cubicBezTo>
                <a:cubicBezTo>
                  <a:pt x="87" y="96"/>
                  <a:pt x="88" y="97"/>
                  <a:pt x="89" y="98"/>
                </a:cubicBezTo>
                <a:cubicBezTo>
                  <a:pt x="89" y="98"/>
                  <a:pt x="89" y="98"/>
                  <a:pt x="89" y="98"/>
                </a:cubicBezTo>
                <a:cubicBezTo>
                  <a:pt x="90" y="99"/>
                  <a:pt x="90" y="100"/>
                  <a:pt x="91" y="102"/>
                </a:cubicBezTo>
                <a:cubicBezTo>
                  <a:pt x="91" y="102"/>
                  <a:pt x="91" y="102"/>
                  <a:pt x="91" y="102"/>
                </a:cubicBezTo>
                <a:cubicBezTo>
                  <a:pt x="91" y="104"/>
                  <a:pt x="92" y="105"/>
                  <a:pt x="92" y="106"/>
                </a:cubicBezTo>
                <a:cubicBezTo>
                  <a:pt x="92" y="108"/>
                  <a:pt x="91" y="109"/>
                  <a:pt x="91" y="111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Freeform 40">
            <a:extLst>
              <a:ext uri="{FF2B5EF4-FFF2-40B4-BE49-F238E27FC236}">
                <a16:creationId xmlns:a16="http://schemas.microsoft.com/office/drawing/2014/main" id="{F780D10A-4D47-453D-9855-17B768B45793}"/>
              </a:ext>
            </a:extLst>
          </p:cNvPr>
          <p:cNvSpPr>
            <a:spLocks noEditPoints="1"/>
          </p:cNvSpPr>
          <p:nvPr/>
        </p:nvSpPr>
        <p:spPr bwMode="auto">
          <a:xfrm>
            <a:off x="4120379" y="3503205"/>
            <a:ext cx="305475" cy="305475"/>
          </a:xfrm>
          <a:custGeom>
            <a:avLst/>
            <a:gdLst>
              <a:gd name="T0" fmla="*/ 110 w 160"/>
              <a:gd name="T1" fmla="*/ 0 h 160"/>
              <a:gd name="T2" fmla="*/ 60 w 160"/>
              <a:gd name="T3" fmla="*/ 50 h 160"/>
              <a:gd name="T4" fmla="*/ 63 w 160"/>
              <a:gd name="T5" fmla="*/ 68 h 160"/>
              <a:gd name="T6" fmla="*/ 3 w 160"/>
              <a:gd name="T7" fmla="*/ 129 h 160"/>
              <a:gd name="T8" fmla="*/ 0 w 160"/>
              <a:gd name="T9" fmla="*/ 135 h 160"/>
              <a:gd name="T10" fmla="*/ 0 w 160"/>
              <a:gd name="T11" fmla="*/ 150 h 160"/>
              <a:gd name="T12" fmla="*/ 10 w 160"/>
              <a:gd name="T13" fmla="*/ 160 h 160"/>
              <a:gd name="T14" fmla="*/ 25 w 160"/>
              <a:gd name="T15" fmla="*/ 160 h 160"/>
              <a:gd name="T16" fmla="*/ 31 w 160"/>
              <a:gd name="T17" fmla="*/ 157 h 160"/>
              <a:gd name="T18" fmla="*/ 38 w 160"/>
              <a:gd name="T19" fmla="*/ 150 h 160"/>
              <a:gd name="T20" fmla="*/ 50 w 160"/>
              <a:gd name="T21" fmla="*/ 150 h 160"/>
              <a:gd name="T22" fmla="*/ 60 w 160"/>
              <a:gd name="T23" fmla="*/ 140 h 160"/>
              <a:gd name="T24" fmla="*/ 60 w 160"/>
              <a:gd name="T25" fmla="*/ 130 h 160"/>
              <a:gd name="T26" fmla="*/ 70 w 160"/>
              <a:gd name="T27" fmla="*/ 130 h 160"/>
              <a:gd name="T28" fmla="*/ 80 w 160"/>
              <a:gd name="T29" fmla="*/ 120 h 160"/>
              <a:gd name="T30" fmla="*/ 80 w 160"/>
              <a:gd name="T31" fmla="*/ 108 h 160"/>
              <a:gd name="T32" fmla="*/ 92 w 160"/>
              <a:gd name="T33" fmla="*/ 96 h 160"/>
              <a:gd name="T34" fmla="*/ 110 w 160"/>
              <a:gd name="T35" fmla="*/ 100 h 160"/>
              <a:gd name="T36" fmla="*/ 160 w 160"/>
              <a:gd name="T37" fmla="*/ 50 h 160"/>
              <a:gd name="T38" fmla="*/ 110 w 160"/>
              <a:gd name="T39" fmla="*/ 0 h 160"/>
              <a:gd name="T40" fmla="*/ 110 w 160"/>
              <a:gd name="T41" fmla="*/ 90 h 160"/>
              <a:gd name="T42" fmla="*/ 90 w 160"/>
              <a:gd name="T43" fmla="*/ 84 h 160"/>
              <a:gd name="T44" fmla="*/ 88 w 160"/>
              <a:gd name="T45" fmla="*/ 86 h 160"/>
              <a:gd name="T46" fmla="*/ 82 w 160"/>
              <a:gd name="T47" fmla="*/ 92 h 160"/>
              <a:gd name="T48" fmla="*/ 73 w 160"/>
              <a:gd name="T49" fmla="*/ 101 h 160"/>
              <a:gd name="T50" fmla="*/ 70 w 160"/>
              <a:gd name="T51" fmla="*/ 108 h 160"/>
              <a:gd name="T52" fmla="*/ 70 w 160"/>
              <a:gd name="T53" fmla="*/ 120 h 160"/>
              <a:gd name="T54" fmla="*/ 60 w 160"/>
              <a:gd name="T55" fmla="*/ 120 h 160"/>
              <a:gd name="T56" fmla="*/ 50 w 160"/>
              <a:gd name="T57" fmla="*/ 130 h 160"/>
              <a:gd name="T58" fmla="*/ 50 w 160"/>
              <a:gd name="T59" fmla="*/ 140 h 160"/>
              <a:gd name="T60" fmla="*/ 38 w 160"/>
              <a:gd name="T61" fmla="*/ 140 h 160"/>
              <a:gd name="T62" fmla="*/ 31 w 160"/>
              <a:gd name="T63" fmla="*/ 143 h 160"/>
              <a:gd name="T64" fmla="*/ 24 w 160"/>
              <a:gd name="T65" fmla="*/ 150 h 160"/>
              <a:gd name="T66" fmla="*/ 10 w 160"/>
              <a:gd name="T67" fmla="*/ 150 h 160"/>
              <a:gd name="T68" fmla="*/ 10 w 160"/>
              <a:gd name="T69" fmla="*/ 136 h 160"/>
              <a:gd name="T70" fmla="*/ 68 w 160"/>
              <a:gd name="T71" fmla="*/ 77 h 160"/>
              <a:gd name="T72" fmla="*/ 68 w 160"/>
              <a:gd name="T73" fmla="*/ 77 h 160"/>
              <a:gd name="T74" fmla="*/ 76 w 160"/>
              <a:gd name="T75" fmla="*/ 70 h 160"/>
              <a:gd name="T76" fmla="*/ 70 w 160"/>
              <a:gd name="T77" fmla="*/ 50 h 160"/>
              <a:gd name="T78" fmla="*/ 110 w 160"/>
              <a:gd name="T79" fmla="*/ 10 h 160"/>
              <a:gd name="T80" fmla="*/ 150 w 160"/>
              <a:gd name="T81" fmla="*/ 50 h 160"/>
              <a:gd name="T82" fmla="*/ 110 w 160"/>
              <a:gd name="T83" fmla="*/ 90 h 160"/>
              <a:gd name="T84" fmla="*/ 139 w 160"/>
              <a:gd name="T85" fmla="*/ 41 h 160"/>
              <a:gd name="T86" fmla="*/ 119 w 160"/>
              <a:gd name="T87" fmla="*/ 21 h 160"/>
              <a:gd name="T88" fmla="*/ 114 w 160"/>
              <a:gd name="T89" fmla="*/ 20 h 160"/>
              <a:gd name="T90" fmla="*/ 100 w 160"/>
              <a:gd name="T91" fmla="*/ 34 h 160"/>
              <a:gd name="T92" fmla="*/ 100 w 160"/>
              <a:gd name="T93" fmla="*/ 36 h 160"/>
              <a:gd name="T94" fmla="*/ 101 w 160"/>
              <a:gd name="T95" fmla="*/ 39 h 160"/>
              <a:gd name="T96" fmla="*/ 121 w 160"/>
              <a:gd name="T97" fmla="*/ 59 h 160"/>
              <a:gd name="T98" fmla="*/ 126 w 160"/>
              <a:gd name="T99" fmla="*/ 60 h 160"/>
              <a:gd name="T100" fmla="*/ 140 w 160"/>
              <a:gd name="T101" fmla="*/ 46 h 160"/>
              <a:gd name="T102" fmla="*/ 140 w 160"/>
              <a:gd name="T103" fmla="*/ 44 h 160"/>
              <a:gd name="T104" fmla="*/ 139 w 160"/>
              <a:gd name="T105" fmla="*/ 41 h 160"/>
              <a:gd name="T106" fmla="*/ 124 w 160"/>
              <a:gd name="T107" fmla="*/ 55 h 160"/>
              <a:gd name="T108" fmla="*/ 105 w 160"/>
              <a:gd name="T109" fmla="*/ 36 h 160"/>
              <a:gd name="T110" fmla="*/ 116 w 160"/>
              <a:gd name="T111" fmla="*/ 25 h 160"/>
              <a:gd name="T112" fmla="*/ 135 w 160"/>
              <a:gd name="T113" fmla="*/ 44 h 160"/>
              <a:gd name="T114" fmla="*/ 124 w 160"/>
              <a:gd name="T115" fmla="*/ 5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0" h="160">
                <a:moveTo>
                  <a:pt x="110" y="0"/>
                </a:moveTo>
                <a:cubicBezTo>
                  <a:pt x="82" y="0"/>
                  <a:pt x="60" y="22"/>
                  <a:pt x="60" y="50"/>
                </a:cubicBezTo>
                <a:cubicBezTo>
                  <a:pt x="60" y="56"/>
                  <a:pt x="61" y="62"/>
                  <a:pt x="63" y="68"/>
                </a:cubicBezTo>
                <a:cubicBezTo>
                  <a:pt x="3" y="129"/>
                  <a:pt x="3" y="129"/>
                  <a:pt x="3" y="129"/>
                </a:cubicBezTo>
                <a:cubicBezTo>
                  <a:pt x="1" y="131"/>
                  <a:pt x="0" y="132"/>
                  <a:pt x="0" y="135"/>
                </a:cubicBezTo>
                <a:cubicBezTo>
                  <a:pt x="0" y="150"/>
                  <a:pt x="0" y="150"/>
                  <a:pt x="0" y="150"/>
                </a:cubicBezTo>
                <a:cubicBezTo>
                  <a:pt x="0" y="155"/>
                  <a:pt x="4" y="160"/>
                  <a:pt x="10" y="160"/>
                </a:cubicBezTo>
                <a:cubicBezTo>
                  <a:pt x="25" y="160"/>
                  <a:pt x="25" y="160"/>
                  <a:pt x="25" y="160"/>
                </a:cubicBezTo>
                <a:cubicBezTo>
                  <a:pt x="28" y="160"/>
                  <a:pt x="29" y="159"/>
                  <a:pt x="31" y="157"/>
                </a:cubicBezTo>
                <a:cubicBezTo>
                  <a:pt x="38" y="150"/>
                  <a:pt x="38" y="150"/>
                  <a:pt x="38" y="150"/>
                </a:cubicBezTo>
                <a:cubicBezTo>
                  <a:pt x="50" y="150"/>
                  <a:pt x="50" y="150"/>
                  <a:pt x="50" y="150"/>
                </a:cubicBezTo>
                <a:cubicBezTo>
                  <a:pt x="55" y="150"/>
                  <a:pt x="60" y="146"/>
                  <a:pt x="60" y="140"/>
                </a:cubicBezTo>
                <a:cubicBezTo>
                  <a:pt x="60" y="130"/>
                  <a:pt x="60" y="130"/>
                  <a:pt x="60" y="130"/>
                </a:cubicBezTo>
                <a:cubicBezTo>
                  <a:pt x="70" y="130"/>
                  <a:pt x="70" y="130"/>
                  <a:pt x="70" y="130"/>
                </a:cubicBezTo>
                <a:cubicBezTo>
                  <a:pt x="75" y="130"/>
                  <a:pt x="80" y="126"/>
                  <a:pt x="80" y="120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92" y="96"/>
                  <a:pt x="92" y="96"/>
                  <a:pt x="92" y="96"/>
                </a:cubicBezTo>
                <a:cubicBezTo>
                  <a:pt x="97" y="99"/>
                  <a:pt x="104" y="100"/>
                  <a:pt x="110" y="100"/>
                </a:cubicBezTo>
                <a:cubicBezTo>
                  <a:pt x="138" y="100"/>
                  <a:pt x="160" y="78"/>
                  <a:pt x="160" y="50"/>
                </a:cubicBezTo>
                <a:cubicBezTo>
                  <a:pt x="160" y="22"/>
                  <a:pt x="138" y="0"/>
                  <a:pt x="110" y="0"/>
                </a:cubicBezTo>
                <a:close/>
                <a:moveTo>
                  <a:pt x="110" y="90"/>
                </a:moveTo>
                <a:cubicBezTo>
                  <a:pt x="103" y="90"/>
                  <a:pt x="96" y="88"/>
                  <a:pt x="90" y="84"/>
                </a:cubicBezTo>
                <a:cubicBezTo>
                  <a:pt x="88" y="86"/>
                  <a:pt x="88" y="86"/>
                  <a:pt x="88" y="86"/>
                </a:cubicBezTo>
                <a:cubicBezTo>
                  <a:pt x="82" y="92"/>
                  <a:pt x="82" y="92"/>
                  <a:pt x="82" y="9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1" y="103"/>
                  <a:pt x="70" y="106"/>
                  <a:pt x="70" y="108"/>
                </a:cubicBezTo>
                <a:cubicBezTo>
                  <a:pt x="70" y="120"/>
                  <a:pt x="70" y="120"/>
                  <a:pt x="70" y="120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54" y="120"/>
                  <a:pt x="50" y="124"/>
                  <a:pt x="50" y="130"/>
                </a:cubicBezTo>
                <a:cubicBezTo>
                  <a:pt x="50" y="140"/>
                  <a:pt x="50" y="140"/>
                  <a:pt x="50" y="140"/>
                </a:cubicBezTo>
                <a:cubicBezTo>
                  <a:pt x="38" y="140"/>
                  <a:pt x="38" y="140"/>
                  <a:pt x="38" y="140"/>
                </a:cubicBezTo>
                <a:cubicBezTo>
                  <a:pt x="36" y="140"/>
                  <a:pt x="33" y="141"/>
                  <a:pt x="31" y="143"/>
                </a:cubicBezTo>
                <a:cubicBezTo>
                  <a:pt x="24" y="150"/>
                  <a:pt x="24" y="150"/>
                  <a:pt x="24" y="150"/>
                </a:cubicBezTo>
                <a:cubicBezTo>
                  <a:pt x="10" y="150"/>
                  <a:pt x="10" y="150"/>
                  <a:pt x="10" y="150"/>
                </a:cubicBezTo>
                <a:cubicBezTo>
                  <a:pt x="10" y="136"/>
                  <a:pt x="10" y="136"/>
                  <a:pt x="10" y="136"/>
                </a:cubicBezTo>
                <a:cubicBezTo>
                  <a:pt x="68" y="77"/>
                  <a:pt x="68" y="77"/>
                  <a:pt x="68" y="77"/>
                </a:cubicBezTo>
                <a:cubicBezTo>
                  <a:pt x="68" y="77"/>
                  <a:pt x="68" y="77"/>
                  <a:pt x="68" y="77"/>
                </a:cubicBezTo>
                <a:cubicBezTo>
                  <a:pt x="76" y="70"/>
                  <a:pt x="76" y="70"/>
                  <a:pt x="76" y="70"/>
                </a:cubicBezTo>
                <a:cubicBezTo>
                  <a:pt x="72" y="64"/>
                  <a:pt x="70" y="57"/>
                  <a:pt x="70" y="50"/>
                </a:cubicBezTo>
                <a:cubicBezTo>
                  <a:pt x="70" y="28"/>
                  <a:pt x="88" y="10"/>
                  <a:pt x="110" y="10"/>
                </a:cubicBezTo>
                <a:cubicBezTo>
                  <a:pt x="132" y="10"/>
                  <a:pt x="150" y="28"/>
                  <a:pt x="150" y="50"/>
                </a:cubicBezTo>
                <a:cubicBezTo>
                  <a:pt x="150" y="72"/>
                  <a:pt x="132" y="90"/>
                  <a:pt x="110" y="90"/>
                </a:cubicBezTo>
                <a:close/>
                <a:moveTo>
                  <a:pt x="139" y="41"/>
                </a:moveTo>
                <a:cubicBezTo>
                  <a:pt x="134" y="33"/>
                  <a:pt x="127" y="26"/>
                  <a:pt x="119" y="21"/>
                </a:cubicBezTo>
                <a:cubicBezTo>
                  <a:pt x="118" y="20"/>
                  <a:pt x="116" y="20"/>
                  <a:pt x="114" y="20"/>
                </a:cubicBezTo>
                <a:cubicBezTo>
                  <a:pt x="107" y="23"/>
                  <a:pt x="103" y="27"/>
                  <a:pt x="100" y="34"/>
                </a:cubicBezTo>
                <a:cubicBezTo>
                  <a:pt x="100" y="35"/>
                  <a:pt x="100" y="35"/>
                  <a:pt x="100" y="36"/>
                </a:cubicBezTo>
                <a:cubicBezTo>
                  <a:pt x="100" y="37"/>
                  <a:pt x="100" y="38"/>
                  <a:pt x="101" y="39"/>
                </a:cubicBezTo>
                <a:cubicBezTo>
                  <a:pt x="107" y="47"/>
                  <a:pt x="113" y="53"/>
                  <a:pt x="121" y="59"/>
                </a:cubicBezTo>
                <a:cubicBezTo>
                  <a:pt x="122" y="60"/>
                  <a:pt x="124" y="60"/>
                  <a:pt x="126" y="60"/>
                </a:cubicBezTo>
                <a:cubicBezTo>
                  <a:pt x="133" y="57"/>
                  <a:pt x="137" y="52"/>
                  <a:pt x="140" y="46"/>
                </a:cubicBezTo>
                <a:cubicBezTo>
                  <a:pt x="140" y="45"/>
                  <a:pt x="140" y="44"/>
                  <a:pt x="140" y="44"/>
                </a:cubicBezTo>
                <a:cubicBezTo>
                  <a:pt x="140" y="43"/>
                  <a:pt x="140" y="42"/>
                  <a:pt x="139" y="41"/>
                </a:cubicBezTo>
                <a:close/>
                <a:moveTo>
                  <a:pt x="124" y="55"/>
                </a:moveTo>
                <a:cubicBezTo>
                  <a:pt x="117" y="50"/>
                  <a:pt x="110" y="43"/>
                  <a:pt x="105" y="36"/>
                </a:cubicBezTo>
                <a:cubicBezTo>
                  <a:pt x="107" y="30"/>
                  <a:pt x="111" y="27"/>
                  <a:pt x="116" y="25"/>
                </a:cubicBezTo>
                <a:cubicBezTo>
                  <a:pt x="123" y="30"/>
                  <a:pt x="130" y="37"/>
                  <a:pt x="135" y="44"/>
                </a:cubicBezTo>
                <a:cubicBezTo>
                  <a:pt x="133" y="49"/>
                  <a:pt x="129" y="53"/>
                  <a:pt x="124" y="55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Freeform 13">
            <a:extLst>
              <a:ext uri="{FF2B5EF4-FFF2-40B4-BE49-F238E27FC236}">
                <a16:creationId xmlns:a16="http://schemas.microsoft.com/office/drawing/2014/main" id="{35787B80-09F9-40CA-9201-57C61F5C088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942012" y="3501954"/>
            <a:ext cx="307976" cy="307976"/>
          </a:xfrm>
          <a:custGeom>
            <a:avLst/>
            <a:gdLst>
              <a:gd name="T0" fmla="*/ 1350 w 1639"/>
              <a:gd name="T1" fmla="*/ 60 h 1639"/>
              <a:gd name="T2" fmla="*/ 948 w 1639"/>
              <a:gd name="T3" fmla="*/ 82 h 1639"/>
              <a:gd name="T4" fmla="*/ 797 w 1639"/>
              <a:gd name="T5" fmla="*/ 0 h 1639"/>
              <a:gd name="T6" fmla="*/ 673 w 1639"/>
              <a:gd name="T7" fmla="*/ 97 h 1639"/>
              <a:gd name="T8" fmla="*/ 288 w 1639"/>
              <a:gd name="T9" fmla="*/ 60 h 1639"/>
              <a:gd name="T10" fmla="*/ 0 w 1639"/>
              <a:gd name="T11" fmla="*/ 36 h 1639"/>
              <a:gd name="T12" fmla="*/ 241 w 1639"/>
              <a:gd name="T13" fmla="*/ 288 h 1639"/>
              <a:gd name="T14" fmla="*/ 301 w 1639"/>
              <a:gd name="T15" fmla="*/ 192 h 1639"/>
              <a:gd name="T16" fmla="*/ 396 w 1639"/>
              <a:gd name="T17" fmla="*/ 263 h 1639"/>
              <a:gd name="T18" fmla="*/ 102 w 1639"/>
              <a:gd name="T19" fmla="*/ 843 h 1639"/>
              <a:gd name="T20" fmla="*/ 303 w 1639"/>
              <a:gd name="T21" fmla="*/ 689 h 1639"/>
              <a:gd name="T22" fmla="*/ 676 w 1639"/>
              <a:gd name="T23" fmla="*/ 212 h 1639"/>
              <a:gd name="T24" fmla="*/ 962 w 1639"/>
              <a:gd name="T25" fmla="*/ 212 h 1639"/>
              <a:gd name="T26" fmla="*/ 1335 w 1639"/>
              <a:gd name="T27" fmla="*/ 689 h 1639"/>
              <a:gd name="T28" fmla="*/ 1539 w 1639"/>
              <a:gd name="T29" fmla="*/ 831 h 1639"/>
              <a:gd name="T30" fmla="*/ 1230 w 1639"/>
              <a:gd name="T31" fmla="*/ 252 h 1639"/>
              <a:gd name="T32" fmla="*/ 1349 w 1639"/>
              <a:gd name="T33" fmla="*/ 195 h 1639"/>
              <a:gd name="T34" fmla="*/ 1574 w 1639"/>
              <a:gd name="T35" fmla="*/ 289 h 1639"/>
              <a:gd name="T36" fmla="*/ 1600 w 1639"/>
              <a:gd name="T37" fmla="*/ 0 h 1639"/>
              <a:gd name="T38" fmla="*/ 99 w 1639"/>
              <a:gd name="T39" fmla="*/ 189 h 1639"/>
              <a:gd name="T40" fmla="*/ 146 w 1639"/>
              <a:gd name="T41" fmla="*/ 97 h 1639"/>
              <a:gd name="T42" fmla="*/ 189 w 1639"/>
              <a:gd name="T43" fmla="*/ 190 h 1639"/>
              <a:gd name="T44" fmla="*/ 244 w 1639"/>
              <a:gd name="T45" fmla="*/ 772 h 1639"/>
              <a:gd name="T46" fmla="*/ 819 w 1639"/>
              <a:gd name="T47" fmla="*/ 192 h 1639"/>
              <a:gd name="T48" fmla="*/ 867 w 1639"/>
              <a:gd name="T49" fmla="*/ 143 h 1639"/>
              <a:gd name="T50" fmla="*/ 1443 w 1639"/>
              <a:gd name="T51" fmla="*/ 820 h 1639"/>
              <a:gd name="T52" fmla="*/ 1396 w 1639"/>
              <a:gd name="T53" fmla="*/ 772 h 1639"/>
              <a:gd name="T54" fmla="*/ 1457 w 1639"/>
              <a:gd name="T55" fmla="*/ 192 h 1639"/>
              <a:gd name="T56" fmla="*/ 1457 w 1639"/>
              <a:gd name="T57" fmla="*/ 96 h 1639"/>
              <a:gd name="T58" fmla="*/ 1543 w 1639"/>
              <a:gd name="T59" fmla="*/ 107 h 1639"/>
              <a:gd name="T60" fmla="*/ 774 w 1639"/>
              <a:gd name="T61" fmla="*/ 417 h 1639"/>
              <a:gd name="T62" fmla="*/ 407 w 1639"/>
              <a:gd name="T63" fmla="*/ 1051 h 1639"/>
              <a:gd name="T64" fmla="*/ 564 w 1639"/>
              <a:gd name="T65" fmla="*/ 1411 h 1639"/>
              <a:gd name="T66" fmla="*/ 1117 w 1639"/>
              <a:gd name="T67" fmla="*/ 1639 h 1639"/>
              <a:gd name="T68" fmla="*/ 1066 w 1639"/>
              <a:gd name="T69" fmla="*/ 1384 h 1639"/>
              <a:gd name="T70" fmla="*/ 865 w 1639"/>
              <a:gd name="T71" fmla="*/ 417 h 1639"/>
              <a:gd name="T72" fmla="*/ 816 w 1639"/>
              <a:gd name="T73" fmla="*/ 1059 h 1639"/>
              <a:gd name="T74" fmla="*/ 590 w 1639"/>
              <a:gd name="T75" fmla="*/ 1542 h 1639"/>
              <a:gd name="T76" fmla="*/ 1049 w 1639"/>
              <a:gd name="T77" fmla="*/ 1542 h 1639"/>
              <a:gd name="T78" fmla="*/ 977 w 1639"/>
              <a:gd name="T79" fmla="*/ 1343 h 1639"/>
              <a:gd name="T80" fmla="*/ 730 w 1639"/>
              <a:gd name="T81" fmla="*/ 1348 h 1639"/>
              <a:gd name="T82" fmla="*/ 504 w 1639"/>
              <a:gd name="T83" fmla="*/ 1016 h 1639"/>
              <a:gd name="T84" fmla="*/ 771 w 1639"/>
              <a:gd name="T85" fmla="*/ 595 h 1639"/>
              <a:gd name="T86" fmla="*/ 760 w 1639"/>
              <a:gd name="T87" fmla="*/ 881 h 1639"/>
              <a:gd name="T88" fmla="*/ 952 w 1639"/>
              <a:gd name="T89" fmla="*/ 1067 h 1639"/>
              <a:gd name="T90" fmla="*/ 867 w 1639"/>
              <a:gd name="T91" fmla="*/ 599 h 1639"/>
              <a:gd name="T92" fmla="*/ 1133 w 1639"/>
              <a:gd name="T93" fmla="*/ 1018 h 1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39" h="1639">
                <a:moveTo>
                  <a:pt x="1600" y="0"/>
                </a:moveTo>
                <a:cubicBezTo>
                  <a:pt x="1389" y="0"/>
                  <a:pt x="1389" y="0"/>
                  <a:pt x="1389" y="0"/>
                </a:cubicBezTo>
                <a:cubicBezTo>
                  <a:pt x="1361" y="10"/>
                  <a:pt x="1349" y="30"/>
                  <a:pt x="1350" y="60"/>
                </a:cubicBezTo>
                <a:cubicBezTo>
                  <a:pt x="1352" y="96"/>
                  <a:pt x="1351" y="96"/>
                  <a:pt x="1314" y="96"/>
                </a:cubicBezTo>
                <a:cubicBezTo>
                  <a:pt x="1200" y="96"/>
                  <a:pt x="1086" y="96"/>
                  <a:pt x="972" y="97"/>
                </a:cubicBezTo>
                <a:cubicBezTo>
                  <a:pt x="960" y="97"/>
                  <a:pt x="954" y="94"/>
                  <a:pt x="948" y="82"/>
                </a:cubicBezTo>
                <a:cubicBezTo>
                  <a:pt x="927" y="38"/>
                  <a:pt x="892" y="11"/>
                  <a:pt x="843" y="3"/>
                </a:cubicBezTo>
                <a:cubicBezTo>
                  <a:pt x="841" y="3"/>
                  <a:pt x="839" y="3"/>
                  <a:pt x="839" y="0"/>
                </a:cubicBezTo>
                <a:cubicBezTo>
                  <a:pt x="797" y="0"/>
                  <a:pt x="797" y="0"/>
                  <a:pt x="797" y="0"/>
                </a:cubicBezTo>
                <a:cubicBezTo>
                  <a:pt x="783" y="6"/>
                  <a:pt x="768" y="10"/>
                  <a:pt x="755" y="16"/>
                </a:cubicBezTo>
                <a:cubicBezTo>
                  <a:pt x="725" y="31"/>
                  <a:pt x="703" y="54"/>
                  <a:pt x="689" y="85"/>
                </a:cubicBezTo>
                <a:cubicBezTo>
                  <a:pt x="686" y="92"/>
                  <a:pt x="683" y="97"/>
                  <a:pt x="673" y="97"/>
                </a:cubicBezTo>
                <a:cubicBezTo>
                  <a:pt x="549" y="96"/>
                  <a:pt x="424" y="96"/>
                  <a:pt x="300" y="96"/>
                </a:cubicBezTo>
                <a:cubicBezTo>
                  <a:pt x="291" y="97"/>
                  <a:pt x="287" y="95"/>
                  <a:pt x="288" y="85"/>
                </a:cubicBezTo>
                <a:cubicBezTo>
                  <a:pt x="289" y="77"/>
                  <a:pt x="288" y="68"/>
                  <a:pt x="288" y="60"/>
                </a:cubicBezTo>
                <a:cubicBezTo>
                  <a:pt x="290" y="30"/>
                  <a:pt x="278" y="10"/>
                  <a:pt x="250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21" y="6"/>
                  <a:pt x="9" y="19"/>
                  <a:pt x="0" y="36"/>
                </a:cubicBezTo>
                <a:cubicBezTo>
                  <a:pt x="0" y="253"/>
                  <a:pt x="0" y="253"/>
                  <a:pt x="0" y="253"/>
                </a:cubicBezTo>
                <a:cubicBezTo>
                  <a:pt x="10" y="273"/>
                  <a:pt x="24" y="288"/>
                  <a:pt x="49" y="288"/>
                </a:cubicBezTo>
                <a:cubicBezTo>
                  <a:pt x="113" y="288"/>
                  <a:pt x="177" y="289"/>
                  <a:pt x="241" y="288"/>
                </a:cubicBezTo>
                <a:cubicBezTo>
                  <a:pt x="268" y="288"/>
                  <a:pt x="287" y="268"/>
                  <a:pt x="288" y="240"/>
                </a:cubicBezTo>
                <a:cubicBezTo>
                  <a:pt x="289" y="228"/>
                  <a:pt x="289" y="217"/>
                  <a:pt x="288" y="205"/>
                </a:cubicBezTo>
                <a:cubicBezTo>
                  <a:pt x="287" y="195"/>
                  <a:pt x="290" y="192"/>
                  <a:pt x="301" y="192"/>
                </a:cubicBezTo>
                <a:cubicBezTo>
                  <a:pt x="343" y="192"/>
                  <a:pt x="384" y="192"/>
                  <a:pt x="426" y="192"/>
                </a:cubicBezTo>
                <a:cubicBezTo>
                  <a:pt x="487" y="192"/>
                  <a:pt x="487" y="192"/>
                  <a:pt x="487" y="192"/>
                </a:cubicBezTo>
                <a:cubicBezTo>
                  <a:pt x="452" y="215"/>
                  <a:pt x="422" y="237"/>
                  <a:pt x="396" y="263"/>
                </a:cubicBezTo>
                <a:cubicBezTo>
                  <a:pt x="280" y="374"/>
                  <a:pt x="213" y="510"/>
                  <a:pt x="198" y="670"/>
                </a:cubicBezTo>
                <a:cubicBezTo>
                  <a:pt x="198" y="678"/>
                  <a:pt x="196" y="684"/>
                  <a:pt x="188" y="688"/>
                </a:cubicBezTo>
                <a:cubicBezTo>
                  <a:pt x="123" y="718"/>
                  <a:pt x="93" y="773"/>
                  <a:pt x="102" y="843"/>
                </a:cubicBezTo>
                <a:cubicBezTo>
                  <a:pt x="114" y="934"/>
                  <a:pt x="222" y="992"/>
                  <a:pt x="304" y="950"/>
                </a:cubicBezTo>
                <a:cubicBezTo>
                  <a:pt x="358" y="923"/>
                  <a:pt x="387" y="878"/>
                  <a:pt x="387" y="818"/>
                </a:cubicBezTo>
                <a:cubicBezTo>
                  <a:pt x="386" y="759"/>
                  <a:pt x="357" y="715"/>
                  <a:pt x="303" y="689"/>
                </a:cubicBezTo>
                <a:cubicBezTo>
                  <a:pt x="295" y="685"/>
                  <a:pt x="294" y="681"/>
                  <a:pt x="294" y="673"/>
                </a:cubicBezTo>
                <a:cubicBezTo>
                  <a:pt x="296" y="649"/>
                  <a:pt x="300" y="626"/>
                  <a:pt x="306" y="602"/>
                </a:cubicBezTo>
                <a:cubicBezTo>
                  <a:pt x="359" y="406"/>
                  <a:pt x="481" y="275"/>
                  <a:pt x="676" y="212"/>
                </a:cubicBezTo>
                <a:cubicBezTo>
                  <a:pt x="687" y="209"/>
                  <a:pt x="692" y="211"/>
                  <a:pt x="698" y="221"/>
                </a:cubicBezTo>
                <a:cubicBezTo>
                  <a:pt x="753" y="311"/>
                  <a:pt x="886" y="310"/>
                  <a:pt x="941" y="220"/>
                </a:cubicBezTo>
                <a:cubicBezTo>
                  <a:pt x="947" y="211"/>
                  <a:pt x="951" y="209"/>
                  <a:pt x="962" y="212"/>
                </a:cubicBezTo>
                <a:cubicBezTo>
                  <a:pt x="1080" y="247"/>
                  <a:pt x="1174" y="314"/>
                  <a:pt x="1246" y="413"/>
                </a:cubicBezTo>
                <a:cubicBezTo>
                  <a:pt x="1302" y="490"/>
                  <a:pt x="1335" y="577"/>
                  <a:pt x="1345" y="673"/>
                </a:cubicBezTo>
                <a:cubicBezTo>
                  <a:pt x="1346" y="681"/>
                  <a:pt x="1344" y="685"/>
                  <a:pt x="1335" y="689"/>
                </a:cubicBezTo>
                <a:cubicBezTo>
                  <a:pt x="1258" y="726"/>
                  <a:pt x="1230" y="815"/>
                  <a:pt x="1270" y="889"/>
                </a:cubicBezTo>
                <a:cubicBezTo>
                  <a:pt x="1300" y="944"/>
                  <a:pt x="1361" y="972"/>
                  <a:pt x="1425" y="960"/>
                </a:cubicBezTo>
                <a:cubicBezTo>
                  <a:pt x="1485" y="949"/>
                  <a:pt x="1531" y="898"/>
                  <a:pt x="1539" y="831"/>
                </a:cubicBezTo>
                <a:cubicBezTo>
                  <a:pt x="1545" y="774"/>
                  <a:pt x="1510" y="713"/>
                  <a:pt x="1455" y="689"/>
                </a:cubicBezTo>
                <a:cubicBezTo>
                  <a:pt x="1445" y="685"/>
                  <a:pt x="1441" y="680"/>
                  <a:pt x="1440" y="669"/>
                </a:cubicBezTo>
                <a:cubicBezTo>
                  <a:pt x="1425" y="503"/>
                  <a:pt x="1354" y="364"/>
                  <a:pt x="1230" y="252"/>
                </a:cubicBezTo>
                <a:cubicBezTo>
                  <a:pt x="1207" y="231"/>
                  <a:pt x="1181" y="213"/>
                  <a:pt x="1152" y="192"/>
                </a:cubicBezTo>
                <a:cubicBezTo>
                  <a:pt x="1207" y="192"/>
                  <a:pt x="1259" y="192"/>
                  <a:pt x="1310" y="192"/>
                </a:cubicBezTo>
                <a:cubicBezTo>
                  <a:pt x="1324" y="193"/>
                  <a:pt x="1341" y="187"/>
                  <a:pt x="1349" y="195"/>
                </a:cubicBezTo>
                <a:cubicBezTo>
                  <a:pt x="1355" y="202"/>
                  <a:pt x="1351" y="219"/>
                  <a:pt x="1351" y="232"/>
                </a:cubicBezTo>
                <a:cubicBezTo>
                  <a:pt x="1351" y="270"/>
                  <a:pt x="1369" y="288"/>
                  <a:pt x="1406" y="288"/>
                </a:cubicBezTo>
                <a:cubicBezTo>
                  <a:pt x="1462" y="288"/>
                  <a:pt x="1518" y="287"/>
                  <a:pt x="1574" y="289"/>
                </a:cubicBezTo>
                <a:cubicBezTo>
                  <a:pt x="1604" y="290"/>
                  <a:pt x="1626" y="281"/>
                  <a:pt x="1639" y="253"/>
                </a:cubicBezTo>
                <a:cubicBezTo>
                  <a:pt x="1639" y="39"/>
                  <a:pt x="1639" y="39"/>
                  <a:pt x="1639" y="39"/>
                </a:cubicBezTo>
                <a:cubicBezTo>
                  <a:pt x="1632" y="20"/>
                  <a:pt x="1619" y="7"/>
                  <a:pt x="1600" y="0"/>
                </a:cubicBezTo>
                <a:close/>
                <a:moveTo>
                  <a:pt x="189" y="190"/>
                </a:moveTo>
                <a:cubicBezTo>
                  <a:pt x="180" y="198"/>
                  <a:pt x="159" y="193"/>
                  <a:pt x="143" y="192"/>
                </a:cubicBezTo>
                <a:cubicBezTo>
                  <a:pt x="128" y="192"/>
                  <a:pt x="107" y="199"/>
                  <a:pt x="99" y="189"/>
                </a:cubicBezTo>
                <a:cubicBezTo>
                  <a:pt x="91" y="181"/>
                  <a:pt x="96" y="161"/>
                  <a:pt x="96" y="146"/>
                </a:cubicBezTo>
                <a:cubicBezTo>
                  <a:pt x="97" y="130"/>
                  <a:pt x="89" y="108"/>
                  <a:pt x="99" y="99"/>
                </a:cubicBezTo>
                <a:cubicBezTo>
                  <a:pt x="108" y="91"/>
                  <a:pt x="130" y="97"/>
                  <a:pt x="146" y="97"/>
                </a:cubicBezTo>
                <a:cubicBezTo>
                  <a:pt x="161" y="98"/>
                  <a:pt x="181" y="90"/>
                  <a:pt x="190" y="99"/>
                </a:cubicBezTo>
                <a:cubicBezTo>
                  <a:pt x="197" y="108"/>
                  <a:pt x="192" y="128"/>
                  <a:pt x="192" y="143"/>
                </a:cubicBezTo>
                <a:cubicBezTo>
                  <a:pt x="192" y="159"/>
                  <a:pt x="199" y="181"/>
                  <a:pt x="189" y="190"/>
                </a:cubicBezTo>
                <a:close/>
                <a:moveTo>
                  <a:pt x="244" y="868"/>
                </a:moveTo>
                <a:cubicBezTo>
                  <a:pt x="218" y="868"/>
                  <a:pt x="196" y="847"/>
                  <a:pt x="195" y="821"/>
                </a:cubicBezTo>
                <a:cubicBezTo>
                  <a:pt x="195" y="794"/>
                  <a:pt x="217" y="772"/>
                  <a:pt x="244" y="772"/>
                </a:cubicBezTo>
                <a:cubicBezTo>
                  <a:pt x="270" y="772"/>
                  <a:pt x="291" y="793"/>
                  <a:pt x="291" y="819"/>
                </a:cubicBezTo>
                <a:cubicBezTo>
                  <a:pt x="291" y="845"/>
                  <a:pt x="270" y="867"/>
                  <a:pt x="244" y="868"/>
                </a:cubicBezTo>
                <a:close/>
                <a:moveTo>
                  <a:pt x="819" y="192"/>
                </a:moveTo>
                <a:cubicBezTo>
                  <a:pt x="793" y="192"/>
                  <a:pt x="772" y="171"/>
                  <a:pt x="772" y="145"/>
                </a:cubicBezTo>
                <a:cubicBezTo>
                  <a:pt x="771" y="119"/>
                  <a:pt x="793" y="97"/>
                  <a:pt x="819" y="96"/>
                </a:cubicBezTo>
                <a:cubicBezTo>
                  <a:pt x="845" y="96"/>
                  <a:pt x="867" y="117"/>
                  <a:pt x="867" y="143"/>
                </a:cubicBezTo>
                <a:cubicBezTo>
                  <a:pt x="868" y="170"/>
                  <a:pt x="846" y="192"/>
                  <a:pt x="819" y="192"/>
                </a:cubicBezTo>
                <a:close/>
                <a:moveTo>
                  <a:pt x="1396" y="772"/>
                </a:moveTo>
                <a:cubicBezTo>
                  <a:pt x="1422" y="772"/>
                  <a:pt x="1444" y="794"/>
                  <a:pt x="1443" y="820"/>
                </a:cubicBezTo>
                <a:cubicBezTo>
                  <a:pt x="1443" y="846"/>
                  <a:pt x="1422" y="867"/>
                  <a:pt x="1396" y="868"/>
                </a:cubicBezTo>
                <a:cubicBezTo>
                  <a:pt x="1369" y="868"/>
                  <a:pt x="1347" y="845"/>
                  <a:pt x="1348" y="818"/>
                </a:cubicBezTo>
                <a:cubicBezTo>
                  <a:pt x="1348" y="793"/>
                  <a:pt x="1370" y="771"/>
                  <a:pt x="1396" y="772"/>
                </a:cubicBezTo>
                <a:close/>
                <a:moveTo>
                  <a:pt x="1543" y="182"/>
                </a:moveTo>
                <a:cubicBezTo>
                  <a:pt x="1543" y="190"/>
                  <a:pt x="1541" y="193"/>
                  <a:pt x="1533" y="193"/>
                </a:cubicBezTo>
                <a:cubicBezTo>
                  <a:pt x="1508" y="192"/>
                  <a:pt x="1482" y="192"/>
                  <a:pt x="1457" y="192"/>
                </a:cubicBezTo>
                <a:cubicBezTo>
                  <a:pt x="1449" y="193"/>
                  <a:pt x="1446" y="191"/>
                  <a:pt x="1447" y="182"/>
                </a:cubicBezTo>
                <a:cubicBezTo>
                  <a:pt x="1447" y="157"/>
                  <a:pt x="1447" y="132"/>
                  <a:pt x="1447" y="107"/>
                </a:cubicBezTo>
                <a:cubicBezTo>
                  <a:pt x="1446" y="99"/>
                  <a:pt x="1448" y="96"/>
                  <a:pt x="1457" y="96"/>
                </a:cubicBezTo>
                <a:cubicBezTo>
                  <a:pt x="1470" y="97"/>
                  <a:pt x="1482" y="96"/>
                  <a:pt x="1495" y="96"/>
                </a:cubicBezTo>
                <a:cubicBezTo>
                  <a:pt x="1508" y="96"/>
                  <a:pt x="1520" y="97"/>
                  <a:pt x="1532" y="96"/>
                </a:cubicBezTo>
                <a:cubicBezTo>
                  <a:pt x="1540" y="96"/>
                  <a:pt x="1543" y="98"/>
                  <a:pt x="1543" y="107"/>
                </a:cubicBezTo>
                <a:cubicBezTo>
                  <a:pt x="1542" y="132"/>
                  <a:pt x="1542" y="157"/>
                  <a:pt x="1543" y="182"/>
                </a:cubicBezTo>
                <a:close/>
                <a:moveTo>
                  <a:pt x="865" y="417"/>
                </a:moveTo>
                <a:cubicBezTo>
                  <a:pt x="838" y="377"/>
                  <a:pt x="801" y="378"/>
                  <a:pt x="774" y="417"/>
                </a:cubicBezTo>
                <a:cubicBezTo>
                  <a:pt x="708" y="516"/>
                  <a:pt x="642" y="615"/>
                  <a:pt x="576" y="713"/>
                </a:cubicBezTo>
                <a:cubicBezTo>
                  <a:pt x="518" y="801"/>
                  <a:pt x="460" y="889"/>
                  <a:pt x="401" y="977"/>
                </a:cubicBezTo>
                <a:cubicBezTo>
                  <a:pt x="382" y="1006"/>
                  <a:pt x="383" y="1025"/>
                  <a:pt x="407" y="1051"/>
                </a:cubicBezTo>
                <a:cubicBezTo>
                  <a:pt x="409" y="1054"/>
                  <a:pt x="412" y="1057"/>
                  <a:pt x="415" y="1061"/>
                </a:cubicBezTo>
                <a:cubicBezTo>
                  <a:pt x="501" y="1153"/>
                  <a:pt x="553" y="1262"/>
                  <a:pt x="573" y="1386"/>
                </a:cubicBezTo>
                <a:cubicBezTo>
                  <a:pt x="575" y="1397"/>
                  <a:pt x="572" y="1403"/>
                  <a:pt x="564" y="1411"/>
                </a:cubicBezTo>
                <a:cubicBezTo>
                  <a:pt x="523" y="1447"/>
                  <a:pt x="499" y="1492"/>
                  <a:pt x="488" y="1544"/>
                </a:cubicBezTo>
                <a:cubicBezTo>
                  <a:pt x="477" y="1599"/>
                  <a:pt x="483" y="1617"/>
                  <a:pt x="519" y="1639"/>
                </a:cubicBezTo>
                <a:cubicBezTo>
                  <a:pt x="1117" y="1639"/>
                  <a:pt x="1117" y="1639"/>
                  <a:pt x="1117" y="1639"/>
                </a:cubicBezTo>
                <a:cubicBezTo>
                  <a:pt x="1149" y="1625"/>
                  <a:pt x="1157" y="1612"/>
                  <a:pt x="1155" y="1576"/>
                </a:cubicBezTo>
                <a:cubicBezTo>
                  <a:pt x="1150" y="1511"/>
                  <a:pt x="1125" y="1456"/>
                  <a:pt x="1076" y="1412"/>
                </a:cubicBezTo>
                <a:cubicBezTo>
                  <a:pt x="1067" y="1404"/>
                  <a:pt x="1064" y="1396"/>
                  <a:pt x="1066" y="1384"/>
                </a:cubicBezTo>
                <a:cubicBezTo>
                  <a:pt x="1087" y="1258"/>
                  <a:pt x="1141" y="1148"/>
                  <a:pt x="1229" y="1054"/>
                </a:cubicBezTo>
                <a:cubicBezTo>
                  <a:pt x="1257" y="1025"/>
                  <a:pt x="1258" y="1007"/>
                  <a:pt x="1236" y="974"/>
                </a:cubicBezTo>
                <a:cubicBezTo>
                  <a:pt x="1112" y="788"/>
                  <a:pt x="988" y="603"/>
                  <a:pt x="865" y="417"/>
                </a:cubicBezTo>
                <a:close/>
                <a:moveTo>
                  <a:pt x="822" y="964"/>
                </a:moveTo>
                <a:cubicBezTo>
                  <a:pt x="848" y="965"/>
                  <a:pt x="868" y="988"/>
                  <a:pt x="867" y="1014"/>
                </a:cubicBezTo>
                <a:cubicBezTo>
                  <a:pt x="866" y="1040"/>
                  <a:pt x="843" y="1061"/>
                  <a:pt x="816" y="1059"/>
                </a:cubicBezTo>
                <a:cubicBezTo>
                  <a:pt x="790" y="1058"/>
                  <a:pt x="770" y="1035"/>
                  <a:pt x="772" y="1009"/>
                </a:cubicBezTo>
                <a:cubicBezTo>
                  <a:pt x="773" y="983"/>
                  <a:pt x="796" y="962"/>
                  <a:pt x="822" y="964"/>
                </a:cubicBezTo>
                <a:close/>
                <a:moveTo>
                  <a:pt x="590" y="1542"/>
                </a:moveTo>
                <a:cubicBezTo>
                  <a:pt x="606" y="1488"/>
                  <a:pt x="658" y="1446"/>
                  <a:pt x="716" y="1445"/>
                </a:cubicBezTo>
                <a:cubicBezTo>
                  <a:pt x="785" y="1443"/>
                  <a:pt x="854" y="1443"/>
                  <a:pt x="924" y="1445"/>
                </a:cubicBezTo>
                <a:cubicBezTo>
                  <a:pt x="981" y="1446"/>
                  <a:pt x="1034" y="1489"/>
                  <a:pt x="1049" y="1542"/>
                </a:cubicBezTo>
                <a:lnTo>
                  <a:pt x="590" y="1542"/>
                </a:lnTo>
                <a:close/>
                <a:moveTo>
                  <a:pt x="1133" y="1018"/>
                </a:moveTo>
                <a:cubicBezTo>
                  <a:pt x="1052" y="1112"/>
                  <a:pt x="1000" y="1221"/>
                  <a:pt x="977" y="1343"/>
                </a:cubicBezTo>
                <a:cubicBezTo>
                  <a:pt x="975" y="1353"/>
                  <a:pt x="972" y="1356"/>
                  <a:pt x="962" y="1353"/>
                </a:cubicBezTo>
                <a:cubicBezTo>
                  <a:pt x="945" y="1348"/>
                  <a:pt x="927" y="1348"/>
                  <a:pt x="910" y="1348"/>
                </a:cubicBezTo>
                <a:cubicBezTo>
                  <a:pt x="850" y="1348"/>
                  <a:pt x="790" y="1348"/>
                  <a:pt x="730" y="1348"/>
                </a:cubicBezTo>
                <a:cubicBezTo>
                  <a:pt x="712" y="1348"/>
                  <a:pt x="694" y="1348"/>
                  <a:pt x="676" y="1353"/>
                </a:cubicBezTo>
                <a:cubicBezTo>
                  <a:pt x="668" y="1355"/>
                  <a:pt x="664" y="1353"/>
                  <a:pt x="663" y="1344"/>
                </a:cubicBezTo>
                <a:cubicBezTo>
                  <a:pt x="639" y="1221"/>
                  <a:pt x="586" y="1111"/>
                  <a:pt x="504" y="1016"/>
                </a:cubicBezTo>
                <a:cubicBezTo>
                  <a:pt x="499" y="1009"/>
                  <a:pt x="497" y="1005"/>
                  <a:pt x="502" y="997"/>
                </a:cubicBezTo>
                <a:cubicBezTo>
                  <a:pt x="591" y="866"/>
                  <a:pt x="678" y="734"/>
                  <a:pt x="766" y="602"/>
                </a:cubicBezTo>
                <a:cubicBezTo>
                  <a:pt x="767" y="601"/>
                  <a:pt x="768" y="600"/>
                  <a:pt x="771" y="595"/>
                </a:cubicBezTo>
                <a:cubicBezTo>
                  <a:pt x="771" y="618"/>
                  <a:pt x="771" y="638"/>
                  <a:pt x="771" y="657"/>
                </a:cubicBezTo>
                <a:cubicBezTo>
                  <a:pt x="771" y="726"/>
                  <a:pt x="771" y="794"/>
                  <a:pt x="772" y="862"/>
                </a:cubicBezTo>
                <a:cubicBezTo>
                  <a:pt x="772" y="872"/>
                  <a:pt x="770" y="877"/>
                  <a:pt x="760" y="881"/>
                </a:cubicBezTo>
                <a:cubicBezTo>
                  <a:pt x="699" y="908"/>
                  <a:pt x="668" y="970"/>
                  <a:pt x="678" y="1039"/>
                </a:cubicBezTo>
                <a:cubicBezTo>
                  <a:pt x="688" y="1099"/>
                  <a:pt x="740" y="1147"/>
                  <a:pt x="808" y="1155"/>
                </a:cubicBezTo>
                <a:cubicBezTo>
                  <a:pt x="866" y="1162"/>
                  <a:pt x="929" y="1124"/>
                  <a:pt x="952" y="1067"/>
                </a:cubicBezTo>
                <a:cubicBezTo>
                  <a:pt x="982" y="995"/>
                  <a:pt x="950" y="913"/>
                  <a:pt x="878" y="881"/>
                </a:cubicBezTo>
                <a:cubicBezTo>
                  <a:pt x="872" y="878"/>
                  <a:pt x="867" y="875"/>
                  <a:pt x="867" y="866"/>
                </a:cubicBezTo>
                <a:cubicBezTo>
                  <a:pt x="868" y="777"/>
                  <a:pt x="867" y="688"/>
                  <a:pt x="867" y="599"/>
                </a:cubicBezTo>
                <a:cubicBezTo>
                  <a:pt x="873" y="599"/>
                  <a:pt x="874" y="604"/>
                  <a:pt x="876" y="607"/>
                </a:cubicBezTo>
                <a:cubicBezTo>
                  <a:pt x="962" y="736"/>
                  <a:pt x="1048" y="866"/>
                  <a:pt x="1135" y="995"/>
                </a:cubicBezTo>
                <a:cubicBezTo>
                  <a:pt x="1141" y="1004"/>
                  <a:pt x="1140" y="1009"/>
                  <a:pt x="1133" y="1018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C6B5A1C3-9389-4338-8F6E-944E13160314}"/>
              </a:ext>
            </a:extLst>
          </p:cNvPr>
          <p:cNvSpPr>
            <a:spLocks noEditPoints="1"/>
          </p:cNvSpPr>
          <p:nvPr/>
        </p:nvSpPr>
        <p:spPr bwMode="auto">
          <a:xfrm>
            <a:off x="7763760" y="3478658"/>
            <a:ext cx="310247" cy="354568"/>
          </a:xfrm>
          <a:custGeom>
            <a:avLst/>
            <a:gdLst>
              <a:gd name="T0" fmla="*/ 95 w 126"/>
              <a:gd name="T1" fmla="*/ 57 h 144"/>
              <a:gd name="T2" fmla="*/ 55 w 126"/>
              <a:gd name="T3" fmla="*/ 1 h 144"/>
              <a:gd name="T4" fmla="*/ 4 w 126"/>
              <a:gd name="T5" fmla="*/ 73 h 144"/>
              <a:gd name="T6" fmla="*/ 79 w 126"/>
              <a:gd name="T7" fmla="*/ 37 h 144"/>
              <a:gd name="T8" fmla="*/ 36 w 126"/>
              <a:gd name="T9" fmla="*/ 83 h 144"/>
              <a:gd name="T10" fmla="*/ 26 w 126"/>
              <a:gd name="T11" fmla="*/ 35 h 144"/>
              <a:gd name="T12" fmla="*/ 21 w 126"/>
              <a:gd name="T13" fmla="*/ 48 h 144"/>
              <a:gd name="T14" fmla="*/ 56 w 126"/>
              <a:gd name="T15" fmla="*/ 21 h 144"/>
              <a:gd name="T16" fmla="*/ 66 w 126"/>
              <a:gd name="T17" fmla="*/ 47 h 144"/>
              <a:gd name="T18" fmla="*/ 41 w 126"/>
              <a:gd name="T19" fmla="*/ 105 h 144"/>
              <a:gd name="T20" fmla="*/ 41 w 126"/>
              <a:gd name="T21" fmla="*/ 105 h 144"/>
              <a:gd name="T22" fmla="*/ 47 w 126"/>
              <a:gd name="T23" fmla="*/ 112 h 144"/>
              <a:gd name="T24" fmla="*/ 47 w 126"/>
              <a:gd name="T25" fmla="*/ 112 h 144"/>
              <a:gd name="T26" fmla="*/ 53 w 126"/>
              <a:gd name="T27" fmla="*/ 134 h 144"/>
              <a:gd name="T28" fmla="*/ 72 w 126"/>
              <a:gd name="T29" fmla="*/ 56 h 144"/>
              <a:gd name="T30" fmla="*/ 57 w 126"/>
              <a:gd name="T31" fmla="*/ 102 h 144"/>
              <a:gd name="T32" fmla="*/ 57 w 126"/>
              <a:gd name="T33" fmla="*/ 99 h 144"/>
              <a:gd name="T34" fmla="*/ 87 w 126"/>
              <a:gd name="T35" fmla="*/ 98 h 144"/>
              <a:gd name="T36" fmla="*/ 58 w 126"/>
              <a:gd name="T37" fmla="*/ 104 h 144"/>
              <a:gd name="T38" fmla="*/ 53 w 126"/>
              <a:gd name="T39" fmla="*/ 98 h 144"/>
              <a:gd name="T40" fmla="*/ 52 w 126"/>
              <a:gd name="T41" fmla="*/ 84 h 144"/>
              <a:gd name="T42" fmla="*/ 72 w 126"/>
              <a:gd name="T43" fmla="*/ 64 h 144"/>
              <a:gd name="T44" fmla="*/ 95 w 126"/>
              <a:gd name="T45" fmla="*/ 86 h 144"/>
              <a:gd name="T46" fmla="*/ 52 w 126"/>
              <a:gd name="T47" fmla="*/ 89 h 144"/>
              <a:gd name="T48" fmla="*/ 58 w 126"/>
              <a:gd name="T49" fmla="*/ 71 h 144"/>
              <a:gd name="T50" fmla="*/ 60 w 126"/>
              <a:gd name="T51" fmla="*/ 77 h 144"/>
              <a:gd name="T52" fmla="*/ 61 w 126"/>
              <a:gd name="T53" fmla="*/ 76 h 144"/>
              <a:gd name="T54" fmla="*/ 66 w 126"/>
              <a:gd name="T55" fmla="*/ 73 h 144"/>
              <a:gd name="T56" fmla="*/ 66 w 126"/>
              <a:gd name="T57" fmla="*/ 74 h 144"/>
              <a:gd name="T58" fmla="*/ 73 w 126"/>
              <a:gd name="T59" fmla="*/ 72 h 144"/>
              <a:gd name="T60" fmla="*/ 72 w 126"/>
              <a:gd name="T61" fmla="*/ 73 h 144"/>
              <a:gd name="T62" fmla="*/ 78 w 126"/>
              <a:gd name="T63" fmla="*/ 77 h 144"/>
              <a:gd name="T64" fmla="*/ 76 w 126"/>
              <a:gd name="T65" fmla="*/ 73 h 144"/>
              <a:gd name="T66" fmla="*/ 81 w 126"/>
              <a:gd name="T67" fmla="*/ 77 h 144"/>
              <a:gd name="T68" fmla="*/ 85 w 126"/>
              <a:gd name="T69" fmla="*/ 74 h 144"/>
              <a:gd name="T70" fmla="*/ 85 w 126"/>
              <a:gd name="T71" fmla="*/ 73 h 144"/>
              <a:gd name="T72" fmla="*/ 58 w 126"/>
              <a:gd name="T73" fmla="*/ 85 h 144"/>
              <a:gd name="T74" fmla="*/ 57 w 126"/>
              <a:gd name="T75" fmla="*/ 86 h 144"/>
              <a:gd name="T76" fmla="*/ 60 w 126"/>
              <a:gd name="T77" fmla="*/ 87 h 144"/>
              <a:gd name="T78" fmla="*/ 65 w 126"/>
              <a:gd name="T79" fmla="*/ 90 h 144"/>
              <a:gd name="T80" fmla="*/ 66 w 126"/>
              <a:gd name="T81" fmla="*/ 89 h 144"/>
              <a:gd name="T82" fmla="*/ 70 w 126"/>
              <a:gd name="T83" fmla="*/ 87 h 144"/>
              <a:gd name="T84" fmla="*/ 70 w 126"/>
              <a:gd name="T85" fmla="*/ 86 h 144"/>
              <a:gd name="T86" fmla="*/ 78 w 126"/>
              <a:gd name="T87" fmla="*/ 85 h 144"/>
              <a:gd name="T88" fmla="*/ 77 w 126"/>
              <a:gd name="T89" fmla="*/ 86 h 144"/>
              <a:gd name="T90" fmla="*/ 83 w 126"/>
              <a:gd name="T91" fmla="*/ 90 h 144"/>
              <a:gd name="T92" fmla="*/ 81 w 126"/>
              <a:gd name="T93" fmla="*/ 86 h 144"/>
              <a:gd name="T94" fmla="*/ 86 w 126"/>
              <a:gd name="T95" fmla="*/ 86 h 144"/>
              <a:gd name="T96" fmla="*/ 90 w 126"/>
              <a:gd name="T97" fmla="*/ 88 h 144"/>
              <a:gd name="T98" fmla="*/ 92 w 126"/>
              <a:gd name="T99" fmla="*/ 88 h 144"/>
              <a:gd name="T100" fmla="*/ 92 w 126"/>
              <a:gd name="T101" fmla="*/ 88 h 144"/>
              <a:gd name="T102" fmla="*/ 63 w 126"/>
              <a:gd name="T103" fmla="*/ 98 h 144"/>
              <a:gd name="T104" fmla="*/ 62 w 126"/>
              <a:gd name="T105" fmla="*/ 99 h 144"/>
              <a:gd name="T106" fmla="*/ 66 w 126"/>
              <a:gd name="T107" fmla="*/ 104 h 144"/>
              <a:gd name="T108" fmla="*/ 71 w 126"/>
              <a:gd name="T109" fmla="*/ 99 h 144"/>
              <a:gd name="T110" fmla="*/ 75 w 126"/>
              <a:gd name="T111" fmla="*/ 100 h 144"/>
              <a:gd name="T112" fmla="*/ 75 w 126"/>
              <a:gd name="T113" fmla="*/ 99 h 144"/>
              <a:gd name="T114" fmla="*/ 83 w 126"/>
              <a:gd name="T115" fmla="*/ 98 h 144"/>
              <a:gd name="T116" fmla="*/ 82 w 126"/>
              <a:gd name="T117" fmla="*/ 99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6" h="144">
                <a:moveTo>
                  <a:pt x="3" y="41"/>
                </a:moveTo>
                <a:cubicBezTo>
                  <a:pt x="3" y="42"/>
                  <a:pt x="4" y="42"/>
                  <a:pt x="7" y="39"/>
                </a:cubicBezTo>
                <a:cubicBezTo>
                  <a:pt x="8" y="39"/>
                  <a:pt x="10" y="37"/>
                  <a:pt x="12" y="35"/>
                </a:cubicBezTo>
                <a:cubicBezTo>
                  <a:pt x="12" y="34"/>
                  <a:pt x="12" y="34"/>
                  <a:pt x="12" y="34"/>
                </a:cubicBezTo>
                <a:cubicBezTo>
                  <a:pt x="19" y="26"/>
                  <a:pt x="33" y="6"/>
                  <a:pt x="54" y="7"/>
                </a:cubicBezTo>
                <a:cubicBezTo>
                  <a:pt x="71" y="9"/>
                  <a:pt x="84" y="22"/>
                  <a:pt x="89" y="45"/>
                </a:cubicBezTo>
                <a:cubicBezTo>
                  <a:pt x="90" y="46"/>
                  <a:pt x="90" y="46"/>
                  <a:pt x="90" y="47"/>
                </a:cubicBezTo>
                <a:cubicBezTo>
                  <a:pt x="91" y="51"/>
                  <a:pt x="92" y="55"/>
                  <a:pt x="95" y="57"/>
                </a:cubicBezTo>
                <a:cubicBezTo>
                  <a:pt x="95" y="57"/>
                  <a:pt x="96" y="57"/>
                  <a:pt x="96" y="57"/>
                </a:cubicBezTo>
                <a:cubicBezTo>
                  <a:pt x="97" y="57"/>
                  <a:pt x="98" y="57"/>
                  <a:pt x="99" y="56"/>
                </a:cubicBezTo>
                <a:cubicBezTo>
                  <a:pt x="100" y="55"/>
                  <a:pt x="99" y="53"/>
                  <a:pt x="98" y="52"/>
                </a:cubicBezTo>
                <a:cubicBezTo>
                  <a:pt x="98" y="51"/>
                  <a:pt x="97" y="48"/>
                  <a:pt x="96" y="45"/>
                </a:cubicBezTo>
                <a:cubicBezTo>
                  <a:pt x="96" y="45"/>
                  <a:pt x="96" y="45"/>
                  <a:pt x="96" y="45"/>
                </a:cubicBezTo>
                <a:cubicBezTo>
                  <a:pt x="96" y="44"/>
                  <a:pt x="96" y="44"/>
                  <a:pt x="95" y="44"/>
                </a:cubicBezTo>
                <a:cubicBezTo>
                  <a:pt x="94" y="40"/>
                  <a:pt x="92" y="30"/>
                  <a:pt x="86" y="21"/>
                </a:cubicBezTo>
                <a:cubicBezTo>
                  <a:pt x="78" y="9"/>
                  <a:pt x="68" y="2"/>
                  <a:pt x="55" y="1"/>
                </a:cubicBezTo>
                <a:cubicBezTo>
                  <a:pt x="54" y="1"/>
                  <a:pt x="54" y="1"/>
                  <a:pt x="54" y="1"/>
                </a:cubicBezTo>
                <a:cubicBezTo>
                  <a:pt x="30" y="0"/>
                  <a:pt x="14" y="21"/>
                  <a:pt x="8" y="30"/>
                </a:cubicBezTo>
                <a:cubicBezTo>
                  <a:pt x="7" y="31"/>
                  <a:pt x="7" y="31"/>
                  <a:pt x="7" y="31"/>
                </a:cubicBezTo>
                <a:cubicBezTo>
                  <a:pt x="5" y="34"/>
                  <a:pt x="3" y="35"/>
                  <a:pt x="2" y="36"/>
                </a:cubicBezTo>
                <a:cubicBezTo>
                  <a:pt x="2" y="36"/>
                  <a:pt x="2" y="36"/>
                  <a:pt x="1" y="36"/>
                </a:cubicBezTo>
                <a:cubicBezTo>
                  <a:pt x="0" y="37"/>
                  <a:pt x="0" y="38"/>
                  <a:pt x="0" y="39"/>
                </a:cubicBezTo>
                <a:cubicBezTo>
                  <a:pt x="0" y="40"/>
                  <a:pt x="1" y="41"/>
                  <a:pt x="3" y="41"/>
                </a:cubicBezTo>
                <a:close/>
                <a:moveTo>
                  <a:pt x="4" y="73"/>
                </a:moveTo>
                <a:cubicBezTo>
                  <a:pt x="14" y="70"/>
                  <a:pt x="23" y="64"/>
                  <a:pt x="24" y="64"/>
                </a:cubicBezTo>
                <a:cubicBezTo>
                  <a:pt x="37" y="56"/>
                  <a:pt x="49" y="43"/>
                  <a:pt x="49" y="43"/>
                </a:cubicBezTo>
                <a:cubicBezTo>
                  <a:pt x="54" y="38"/>
                  <a:pt x="61" y="32"/>
                  <a:pt x="67" y="34"/>
                </a:cubicBezTo>
                <a:cubicBezTo>
                  <a:pt x="70" y="35"/>
                  <a:pt x="72" y="37"/>
                  <a:pt x="74" y="39"/>
                </a:cubicBezTo>
                <a:cubicBezTo>
                  <a:pt x="75" y="43"/>
                  <a:pt x="75" y="47"/>
                  <a:pt x="73" y="51"/>
                </a:cubicBezTo>
                <a:cubicBezTo>
                  <a:pt x="73" y="51"/>
                  <a:pt x="73" y="52"/>
                  <a:pt x="73" y="52"/>
                </a:cubicBezTo>
                <a:cubicBezTo>
                  <a:pt x="75" y="52"/>
                  <a:pt x="77" y="53"/>
                  <a:pt x="79" y="53"/>
                </a:cubicBezTo>
                <a:cubicBezTo>
                  <a:pt x="81" y="47"/>
                  <a:pt x="81" y="41"/>
                  <a:pt x="79" y="37"/>
                </a:cubicBezTo>
                <a:cubicBezTo>
                  <a:pt x="77" y="33"/>
                  <a:pt x="73" y="30"/>
                  <a:pt x="68" y="28"/>
                </a:cubicBezTo>
                <a:cubicBezTo>
                  <a:pt x="61" y="26"/>
                  <a:pt x="52" y="30"/>
                  <a:pt x="44" y="39"/>
                </a:cubicBezTo>
                <a:cubicBezTo>
                  <a:pt x="44" y="39"/>
                  <a:pt x="33" y="52"/>
                  <a:pt x="20" y="59"/>
                </a:cubicBezTo>
                <a:cubicBezTo>
                  <a:pt x="20" y="59"/>
                  <a:pt x="12" y="64"/>
                  <a:pt x="2" y="67"/>
                </a:cubicBezTo>
                <a:cubicBezTo>
                  <a:pt x="1" y="67"/>
                  <a:pt x="0" y="69"/>
                  <a:pt x="0" y="71"/>
                </a:cubicBezTo>
                <a:cubicBezTo>
                  <a:pt x="1" y="72"/>
                  <a:pt x="2" y="73"/>
                  <a:pt x="4" y="73"/>
                </a:cubicBezTo>
                <a:close/>
                <a:moveTo>
                  <a:pt x="36" y="87"/>
                </a:moveTo>
                <a:cubicBezTo>
                  <a:pt x="36" y="86"/>
                  <a:pt x="36" y="85"/>
                  <a:pt x="36" y="83"/>
                </a:cubicBezTo>
                <a:cubicBezTo>
                  <a:pt x="27" y="89"/>
                  <a:pt x="16" y="95"/>
                  <a:pt x="8" y="99"/>
                </a:cubicBezTo>
                <a:cubicBezTo>
                  <a:pt x="6" y="99"/>
                  <a:pt x="5" y="101"/>
                  <a:pt x="6" y="103"/>
                </a:cubicBezTo>
                <a:cubicBezTo>
                  <a:pt x="6" y="104"/>
                  <a:pt x="8" y="105"/>
                  <a:pt x="9" y="105"/>
                </a:cubicBezTo>
                <a:cubicBezTo>
                  <a:pt x="9" y="105"/>
                  <a:pt x="10" y="105"/>
                  <a:pt x="10" y="104"/>
                </a:cubicBezTo>
                <a:cubicBezTo>
                  <a:pt x="18" y="101"/>
                  <a:pt x="28" y="95"/>
                  <a:pt x="36" y="91"/>
                </a:cubicBezTo>
                <a:cubicBezTo>
                  <a:pt x="36" y="89"/>
                  <a:pt x="36" y="88"/>
                  <a:pt x="36" y="87"/>
                </a:cubicBezTo>
                <a:close/>
                <a:moveTo>
                  <a:pt x="30" y="30"/>
                </a:moveTo>
                <a:cubicBezTo>
                  <a:pt x="28" y="32"/>
                  <a:pt x="27" y="34"/>
                  <a:pt x="26" y="35"/>
                </a:cubicBezTo>
                <a:cubicBezTo>
                  <a:pt x="24" y="37"/>
                  <a:pt x="22" y="39"/>
                  <a:pt x="20" y="41"/>
                </a:cubicBezTo>
                <a:cubicBezTo>
                  <a:pt x="18" y="43"/>
                  <a:pt x="16" y="44"/>
                  <a:pt x="14" y="45"/>
                </a:cubicBezTo>
                <a:cubicBezTo>
                  <a:pt x="11" y="47"/>
                  <a:pt x="9" y="48"/>
                  <a:pt x="6" y="50"/>
                </a:cubicBezTo>
                <a:cubicBezTo>
                  <a:pt x="5" y="50"/>
                  <a:pt x="4" y="50"/>
                  <a:pt x="3" y="51"/>
                </a:cubicBezTo>
                <a:cubicBezTo>
                  <a:pt x="2" y="51"/>
                  <a:pt x="1" y="53"/>
                  <a:pt x="1" y="54"/>
                </a:cubicBezTo>
                <a:cubicBezTo>
                  <a:pt x="2" y="56"/>
                  <a:pt x="3" y="57"/>
                  <a:pt x="5" y="57"/>
                </a:cubicBezTo>
                <a:cubicBezTo>
                  <a:pt x="8" y="56"/>
                  <a:pt x="11" y="54"/>
                  <a:pt x="14" y="52"/>
                </a:cubicBezTo>
                <a:cubicBezTo>
                  <a:pt x="16" y="51"/>
                  <a:pt x="19" y="50"/>
                  <a:pt x="21" y="48"/>
                </a:cubicBezTo>
                <a:cubicBezTo>
                  <a:pt x="25" y="45"/>
                  <a:pt x="29" y="41"/>
                  <a:pt x="32" y="37"/>
                </a:cubicBezTo>
                <a:cubicBezTo>
                  <a:pt x="33" y="35"/>
                  <a:pt x="35" y="34"/>
                  <a:pt x="36" y="32"/>
                </a:cubicBezTo>
                <a:cubicBezTo>
                  <a:pt x="37" y="31"/>
                  <a:pt x="38" y="31"/>
                  <a:pt x="39" y="30"/>
                </a:cubicBezTo>
                <a:cubicBezTo>
                  <a:pt x="39" y="29"/>
                  <a:pt x="40" y="29"/>
                  <a:pt x="40" y="29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2" y="28"/>
                  <a:pt x="42" y="28"/>
                </a:cubicBezTo>
                <a:cubicBezTo>
                  <a:pt x="44" y="26"/>
                  <a:pt x="46" y="24"/>
                  <a:pt x="48" y="23"/>
                </a:cubicBezTo>
                <a:cubicBezTo>
                  <a:pt x="51" y="22"/>
                  <a:pt x="53" y="21"/>
                  <a:pt x="56" y="21"/>
                </a:cubicBezTo>
                <a:cubicBezTo>
                  <a:pt x="57" y="20"/>
                  <a:pt x="57" y="20"/>
                  <a:pt x="57" y="20"/>
                </a:cubicBezTo>
                <a:cubicBezTo>
                  <a:pt x="59" y="20"/>
                  <a:pt x="61" y="19"/>
                  <a:pt x="61" y="17"/>
                </a:cubicBezTo>
                <a:cubicBezTo>
                  <a:pt x="61" y="16"/>
                  <a:pt x="59" y="14"/>
                  <a:pt x="57" y="14"/>
                </a:cubicBezTo>
                <a:cubicBezTo>
                  <a:pt x="46" y="15"/>
                  <a:pt x="37" y="22"/>
                  <a:pt x="30" y="30"/>
                </a:cubicBezTo>
                <a:close/>
                <a:moveTo>
                  <a:pt x="6" y="89"/>
                </a:moveTo>
                <a:cubicBezTo>
                  <a:pt x="10" y="87"/>
                  <a:pt x="24" y="82"/>
                  <a:pt x="39" y="72"/>
                </a:cubicBezTo>
                <a:cubicBezTo>
                  <a:pt x="43" y="63"/>
                  <a:pt x="51" y="57"/>
                  <a:pt x="60" y="54"/>
                </a:cubicBezTo>
                <a:cubicBezTo>
                  <a:pt x="62" y="52"/>
                  <a:pt x="64" y="49"/>
                  <a:pt x="66" y="47"/>
                </a:cubicBezTo>
                <a:cubicBezTo>
                  <a:pt x="67" y="46"/>
                  <a:pt x="66" y="44"/>
                  <a:pt x="65" y="43"/>
                </a:cubicBezTo>
                <a:cubicBezTo>
                  <a:pt x="64" y="42"/>
                  <a:pt x="62" y="42"/>
                  <a:pt x="61" y="43"/>
                </a:cubicBezTo>
                <a:cubicBezTo>
                  <a:pt x="43" y="69"/>
                  <a:pt x="10" y="81"/>
                  <a:pt x="4" y="83"/>
                </a:cubicBezTo>
                <a:cubicBezTo>
                  <a:pt x="4" y="83"/>
                  <a:pt x="4" y="83"/>
                  <a:pt x="4" y="83"/>
                </a:cubicBezTo>
                <a:cubicBezTo>
                  <a:pt x="2" y="84"/>
                  <a:pt x="1" y="85"/>
                  <a:pt x="2" y="87"/>
                </a:cubicBezTo>
                <a:cubicBezTo>
                  <a:pt x="3" y="88"/>
                  <a:pt x="4" y="89"/>
                  <a:pt x="5" y="89"/>
                </a:cubicBezTo>
                <a:cubicBezTo>
                  <a:pt x="5" y="89"/>
                  <a:pt x="6" y="89"/>
                  <a:pt x="6" y="89"/>
                </a:cubicBezTo>
                <a:close/>
                <a:moveTo>
                  <a:pt x="41" y="105"/>
                </a:moveTo>
                <a:cubicBezTo>
                  <a:pt x="40" y="103"/>
                  <a:pt x="39" y="101"/>
                  <a:pt x="38" y="99"/>
                </a:cubicBezTo>
                <a:cubicBezTo>
                  <a:pt x="37" y="100"/>
                  <a:pt x="36" y="101"/>
                  <a:pt x="35" y="101"/>
                </a:cubicBezTo>
                <a:cubicBezTo>
                  <a:pt x="27" y="106"/>
                  <a:pt x="19" y="112"/>
                  <a:pt x="15" y="113"/>
                </a:cubicBezTo>
                <a:cubicBezTo>
                  <a:pt x="13" y="113"/>
                  <a:pt x="12" y="115"/>
                  <a:pt x="13" y="117"/>
                </a:cubicBezTo>
                <a:cubicBezTo>
                  <a:pt x="13" y="118"/>
                  <a:pt x="14" y="119"/>
                  <a:pt x="16" y="119"/>
                </a:cubicBezTo>
                <a:cubicBezTo>
                  <a:pt x="16" y="119"/>
                  <a:pt x="16" y="119"/>
                  <a:pt x="17" y="119"/>
                </a:cubicBezTo>
                <a:cubicBezTo>
                  <a:pt x="21" y="118"/>
                  <a:pt x="30" y="112"/>
                  <a:pt x="38" y="106"/>
                </a:cubicBezTo>
                <a:cubicBezTo>
                  <a:pt x="39" y="106"/>
                  <a:pt x="40" y="105"/>
                  <a:pt x="41" y="105"/>
                </a:cubicBezTo>
                <a:close/>
                <a:moveTo>
                  <a:pt x="81" y="122"/>
                </a:moveTo>
                <a:cubicBezTo>
                  <a:pt x="81" y="122"/>
                  <a:pt x="80" y="121"/>
                  <a:pt x="79" y="121"/>
                </a:cubicBezTo>
                <a:cubicBezTo>
                  <a:pt x="76" y="122"/>
                  <a:pt x="74" y="122"/>
                  <a:pt x="71" y="122"/>
                </a:cubicBezTo>
                <a:cubicBezTo>
                  <a:pt x="70" y="122"/>
                  <a:pt x="69" y="122"/>
                  <a:pt x="69" y="122"/>
                </a:cubicBezTo>
                <a:cubicBezTo>
                  <a:pt x="73" y="124"/>
                  <a:pt x="76" y="127"/>
                  <a:pt x="79" y="128"/>
                </a:cubicBezTo>
                <a:cubicBezTo>
                  <a:pt x="81" y="128"/>
                  <a:pt x="83" y="127"/>
                  <a:pt x="83" y="126"/>
                </a:cubicBezTo>
                <a:cubicBezTo>
                  <a:pt x="84" y="124"/>
                  <a:pt x="83" y="122"/>
                  <a:pt x="81" y="122"/>
                </a:cubicBezTo>
                <a:close/>
                <a:moveTo>
                  <a:pt x="47" y="112"/>
                </a:moveTo>
                <a:cubicBezTo>
                  <a:pt x="42" y="115"/>
                  <a:pt x="36" y="119"/>
                  <a:pt x="29" y="124"/>
                </a:cubicBezTo>
                <a:cubicBezTo>
                  <a:pt x="27" y="125"/>
                  <a:pt x="26" y="127"/>
                  <a:pt x="25" y="127"/>
                </a:cubicBezTo>
                <a:cubicBezTo>
                  <a:pt x="24" y="128"/>
                  <a:pt x="23" y="130"/>
                  <a:pt x="24" y="131"/>
                </a:cubicBezTo>
                <a:cubicBezTo>
                  <a:pt x="25" y="132"/>
                  <a:pt x="26" y="133"/>
                  <a:pt x="27" y="133"/>
                </a:cubicBezTo>
                <a:cubicBezTo>
                  <a:pt x="27" y="133"/>
                  <a:pt x="28" y="133"/>
                  <a:pt x="29" y="132"/>
                </a:cubicBezTo>
                <a:cubicBezTo>
                  <a:pt x="30" y="131"/>
                  <a:pt x="31" y="130"/>
                  <a:pt x="33" y="129"/>
                </a:cubicBezTo>
                <a:cubicBezTo>
                  <a:pt x="37" y="126"/>
                  <a:pt x="46" y="119"/>
                  <a:pt x="52" y="116"/>
                </a:cubicBezTo>
                <a:cubicBezTo>
                  <a:pt x="50" y="115"/>
                  <a:pt x="48" y="114"/>
                  <a:pt x="47" y="112"/>
                </a:cubicBezTo>
                <a:close/>
                <a:moveTo>
                  <a:pt x="71" y="137"/>
                </a:moveTo>
                <a:cubicBezTo>
                  <a:pt x="69" y="136"/>
                  <a:pt x="68" y="135"/>
                  <a:pt x="66" y="134"/>
                </a:cubicBezTo>
                <a:cubicBezTo>
                  <a:pt x="61" y="130"/>
                  <a:pt x="57" y="127"/>
                  <a:pt x="52" y="128"/>
                </a:cubicBezTo>
                <a:cubicBezTo>
                  <a:pt x="47" y="129"/>
                  <a:pt x="38" y="137"/>
                  <a:pt x="37" y="139"/>
                </a:cubicBezTo>
                <a:cubicBezTo>
                  <a:pt x="36" y="140"/>
                  <a:pt x="36" y="142"/>
                  <a:pt x="37" y="143"/>
                </a:cubicBezTo>
                <a:cubicBezTo>
                  <a:pt x="37" y="144"/>
                  <a:pt x="38" y="144"/>
                  <a:pt x="39" y="144"/>
                </a:cubicBezTo>
                <a:cubicBezTo>
                  <a:pt x="40" y="144"/>
                  <a:pt x="41" y="144"/>
                  <a:pt x="41" y="143"/>
                </a:cubicBezTo>
                <a:cubicBezTo>
                  <a:pt x="45" y="139"/>
                  <a:pt x="51" y="134"/>
                  <a:pt x="53" y="134"/>
                </a:cubicBezTo>
                <a:cubicBezTo>
                  <a:pt x="55" y="133"/>
                  <a:pt x="59" y="136"/>
                  <a:pt x="63" y="139"/>
                </a:cubicBezTo>
                <a:cubicBezTo>
                  <a:pt x="64" y="140"/>
                  <a:pt x="66" y="141"/>
                  <a:pt x="68" y="142"/>
                </a:cubicBezTo>
                <a:cubicBezTo>
                  <a:pt x="69" y="143"/>
                  <a:pt x="71" y="143"/>
                  <a:pt x="72" y="141"/>
                </a:cubicBezTo>
                <a:cubicBezTo>
                  <a:pt x="73" y="140"/>
                  <a:pt x="72" y="138"/>
                  <a:pt x="71" y="137"/>
                </a:cubicBezTo>
                <a:close/>
                <a:moveTo>
                  <a:pt x="123" y="133"/>
                </a:moveTo>
                <a:cubicBezTo>
                  <a:pt x="96" y="105"/>
                  <a:pt x="96" y="105"/>
                  <a:pt x="96" y="105"/>
                </a:cubicBezTo>
                <a:cubicBezTo>
                  <a:pt x="100" y="100"/>
                  <a:pt x="103" y="93"/>
                  <a:pt x="103" y="86"/>
                </a:cubicBezTo>
                <a:cubicBezTo>
                  <a:pt x="103" y="70"/>
                  <a:pt x="89" y="56"/>
                  <a:pt x="72" y="56"/>
                </a:cubicBezTo>
                <a:cubicBezTo>
                  <a:pt x="55" y="56"/>
                  <a:pt x="42" y="70"/>
                  <a:pt x="42" y="86"/>
                </a:cubicBezTo>
                <a:cubicBezTo>
                  <a:pt x="42" y="103"/>
                  <a:pt x="55" y="117"/>
                  <a:pt x="72" y="117"/>
                </a:cubicBezTo>
                <a:cubicBezTo>
                  <a:pt x="77" y="117"/>
                  <a:pt x="82" y="115"/>
                  <a:pt x="87" y="113"/>
                </a:cubicBezTo>
                <a:cubicBezTo>
                  <a:pt x="115" y="141"/>
                  <a:pt x="115" y="141"/>
                  <a:pt x="115" y="141"/>
                </a:cubicBezTo>
                <a:cubicBezTo>
                  <a:pt x="116" y="142"/>
                  <a:pt x="118" y="143"/>
                  <a:pt x="119" y="143"/>
                </a:cubicBezTo>
                <a:cubicBezTo>
                  <a:pt x="121" y="143"/>
                  <a:pt x="122" y="142"/>
                  <a:pt x="123" y="141"/>
                </a:cubicBezTo>
                <a:cubicBezTo>
                  <a:pt x="126" y="139"/>
                  <a:pt x="126" y="135"/>
                  <a:pt x="123" y="133"/>
                </a:cubicBezTo>
                <a:close/>
                <a:moveTo>
                  <a:pt x="57" y="102"/>
                </a:moveTo>
                <a:cubicBezTo>
                  <a:pt x="57" y="102"/>
                  <a:pt x="57" y="102"/>
                  <a:pt x="57" y="102"/>
                </a:cubicBezTo>
                <a:cubicBezTo>
                  <a:pt x="57" y="102"/>
                  <a:pt x="57" y="102"/>
                  <a:pt x="57" y="102"/>
                </a:cubicBezTo>
                <a:cubicBezTo>
                  <a:pt x="56" y="102"/>
                  <a:pt x="56" y="102"/>
                  <a:pt x="56" y="102"/>
                </a:cubicBezTo>
                <a:cubicBezTo>
                  <a:pt x="56" y="102"/>
                  <a:pt x="56" y="102"/>
                  <a:pt x="56" y="102"/>
                </a:cubicBezTo>
                <a:cubicBezTo>
                  <a:pt x="56" y="102"/>
                  <a:pt x="56" y="101"/>
                  <a:pt x="56" y="101"/>
                </a:cubicBezTo>
                <a:cubicBezTo>
                  <a:pt x="56" y="100"/>
                  <a:pt x="56" y="99"/>
                  <a:pt x="56" y="99"/>
                </a:cubicBezTo>
                <a:cubicBezTo>
                  <a:pt x="56" y="99"/>
                  <a:pt x="56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100"/>
                  <a:pt x="57" y="100"/>
                  <a:pt x="57" y="101"/>
                </a:cubicBezTo>
                <a:cubicBezTo>
                  <a:pt x="57" y="101"/>
                  <a:pt x="57" y="102"/>
                  <a:pt x="57" y="102"/>
                </a:cubicBezTo>
                <a:close/>
                <a:moveTo>
                  <a:pt x="92" y="98"/>
                </a:moveTo>
                <a:cubicBezTo>
                  <a:pt x="91" y="98"/>
                  <a:pt x="90" y="98"/>
                  <a:pt x="90" y="98"/>
                </a:cubicBezTo>
                <a:cubicBezTo>
                  <a:pt x="90" y="99"/>
                  <a:pt x="90" y="100"/>
                  <a:pt x="90" y="101"/>
                </a:cubicBezTo>
                <a:cubicBezTo>
                  <a:pt x="89" y="101"/>
                  <a:pt x="89" y="102"/>
                  <a:pt x="88" y="102"/>
                </a:cubicBezTo>
                <a:cubicBezTo>
                  <a:pt x="88" y="98"/>
                  <a:pt x="88" y="98"/>
                  <a:pt x="88" y="98"/>
                </a:cubicBezTo>
                <a:cubicBezTo>
                  <a:pt x="87" y="98"/>
                  <a:pt x="87" y="98"/>
                  <a:pt x="87" y="98"/>
                </a:cubicBezTo>
                <a:cubicBezTo>
                  <a:pt x="85" y="99"/>
                  <a:pt x="85" y="99"/>
                  <a:pt x="85" y="99"/>
                </a:cubicBezTo>
                <a:cubicBezTo>
                  <a:pt x="85" y="100"/>
                  <a:pt x="85" y="100"/>
                  <a:pt x="85" y="100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6" y="100"/>
                  <a:pt x="86" y="100"/>
                  <a:pt x="86" y="99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6" y="104"/>
                  <a:pt x="86" y="104"/>
                  <a:pt x="86" y="104"/>
                </a:cubicBezTo>
                <a:cubicBezTo>
                  <a:pt x="83" y="107"/>
                  <a:pt x="78" y="109"/>
                  <a:pt x="72" y="109"/>
                </a:cubicBezTo>
                <a:cubicBezTo>
                  <a:pt x="67" y="109"/>
                  <a:pt x="62" y="107"/>
                  <a:pt x="58" y="104"/>
                </a:cubicBezTo>
                <a:cubicBezTo>
                  <a:pt x="58" y="103"/>
                  <a:pt x="58" y="103"/>
                  <a:pt x="58" y="103"/>
                </a:cubicBezTo>
                <a:cubicBezTo>
                  <a:pt x="59" y="103"/>
                  <a:pt x="59" y="102"/>
                  <a:pt x="59" y="101"/>
                </a:cubicBezTo>
                <a:cubicBezTo>
                  <a:pt x="59" y="100"/>
                  <a:pt x="59" y="99"/>
                  <a:pt x="58" y="98"/>
                </a:cubicBezTo>
                <a:cubicBezTo>
                  <a:pt x="58" y="98"/>
                  <a:pt x="57" y="98"/>
                  <a:pt x="57" y="98"/>
                </a:cubicBezTo>
                <a:cubicBezTo>
                  <a:pt x="56" y="98"/>
                  <a:pt x="55" y="98"/>
                  <a:pt x="55" y="98"/>
                </a:cubicBezTo>
                <a:cubicBezTo>
                  <a:pt x="55" y="99"/>
                  <a:pt x="55" y="99"/>
                  <a:pt x="54" y="100"/>
                </a:cubicBezTo>
                <a:cubicBezTo>
                  <a:pt x="54" y="100"/>
                  <a:pt x="54" y="99"/>
                  <a:pt x="54" y="99"/>
                </a:cubicBezTo>
                <a:cubicBezTo>
                  <a:pt x="54" y="99"/>
                  <a:pt x="53" y="99"/>
                  <a:pt x="53" y="98"/>
                </a:cubicBezTo>
                <a:cubicBezTo>
                  <a:pt x="53" y="98"/>
                  <a:pt x="53" y="98"/>
                  <a:pt x="53" y="98"/>
                </a:cubicBezTo>
                <a:cubicBezTo>
                  <a:pt x="51" y="95"/>
                  <a:pt x="50" y="93"/>
                  <a:pt x="50" y="90"/>
                </a:cubicBezTo>
                <a:cubicBezTo>
                  <a:pt x="50" y="90"/>
                  <a:pt x="50" y="90"/>
                  <a:pt x="50" y="90"/>
                </a:cubicBezTo>
                <a:cubicBezTo>
                  <a:pt x="50" y="90"/>
                  <a:pt x="51" y="91"/>
                  <a:pt x="52" y="91"/>
                </a:cubicBezTo>
                <a:cubicBezTo>
                  <a:pt x="52" y="91"/>
                  <a:pt x="53" y="90"/>
                  <a:pt x="53" y="90"/>
                </a:cubicBezTo>
                <a:cubicBezTo>
                  <a:pt x="54" y="89"/>
                  <a:pt x="54" y="89"/>
                  <a:pt x="54" y="88"/>
                </a:cubicBezTo>
                <a:cubicBezTo>
                  <a:pt x="54" y="87"/>
                  <a:pt x="54" y="86"/>
                  <a:pt x="53" y="85"/>
                </a:cubicBezTo>
                <a:cubicBezTo>
                  <a:pt x="53" y="85"/>
                  <a:pt x="52" y="84"/>
                  <a:pt x="52" y="84"/>
                </a:cubicBezTo>
                <a:cubicBezTo>
                  <a:pt x="51" y="84"/>
                  <a:pt x="50" y="85"/>
                  <a:pt x="50" y="85"/>
                </a:cubicBezTo>
                <a:cubicBezTo>
                  <a:pt x="50" y="85"/>
                  <a:pt x="50" y="86"/>
                  <a:pt x="50" y="86"/>
                </a:cubicBezTo>
                <a:cubicBezTo>
                  <a:pt x="50" y="83"/>
                  <a:pt x="50" y="80"/>
                  <a:pt x="51" y="78"/>
                </a:cubicBezTo>
                <a:cubicBezTo>
                  <a:pt x="52" y="78"/>
                  <a:pt x="52" y="78"/>
                  <a:pt x="52" y="78"/>
                </a:cubicBezTo>
                <a:cubicBezTo>
                  <a:pt x="52" y="78"/>
                  <a:pt x="53" y="77"/>
                  <a:pt x="53" y="77"/>
                </a:cubicBezTo>
                <a:cubicBezTo>
                  <a:pt x="54" y="76"/>
                  <a:pt x="54" y="76"/>
                  <a:pt x="54" y="74"/>
                </a:cubicBezTo>
                <a:cubicBezTo>
                  <a:pt x="54" y="74"/>
                  <a:pt x="54" y="74"/>
                  <a:pt x="54" y="73"/>
                </a:cubicBezTo>
                <a:cubicBezTo>
                  <a:pt x="58" y="68"/>
                  <a:pt x="65" y="64"/>
                  <a:pt x="72" y="64"/>
                </a:cubicBezTo>
                <a:cubicBezTo>
                  <a:pt x="79" y="64"/>
                  <a:pt x="86" y="67"/>
                  <a:pt x="90" y="73"/>
                </a:cubicBezTo>
                <a:cubicBezTo>
                  <a:pt x="90" y="73"/>
                  <a:pt x="90" y="73"/>
                  <a:pt x="90" y="73"/>
                </a:cubicBezTo>
                <a:cubicBezTo>
                  <a:pt x="90" y="74"/>
                  <a:pt x="90" y="74"/>
                  <a:pt x="90" y="74"/>
                </a:cubicBezTo>
                <a:cubicBezTo>
                  <a:pt x="91" y="74"/>
                  <a:pt x="91" y="74"/>
                  <a:pt x="91" y="74"/>
                </a:cubicBezTo>
                <a:cubicBezTo>
                  <a:pt x="91" y="74"/>
                  <a:pt x="91" y="75"/>
                  <a:pt x="91" y="75"/>
                </a:cubicBezTo>
                <a:cubicBezTo>
                  <a:pt x="91" y="77"/>
                  <a:pt x="91" y="77"/>
                  <a:pt x="91" y="77"/>
                </a:cubicBezTo>
                <a:cubicBezTo>
                  <a:pt x="93" y="77"/>
                  <a:pt x="93" y="77"/>
                  <a:pt x="93" y="77"/>
                </a:cubicBezTo>
                <a:cubicBezTo>
                  <a:pt x="94" y="80"/>
                  <a:pt x="95" y="83"/>
                  <a:pt x="95" y="86"/>
                </a:cubicBezTo>
                <a:cubicBezTo>
                  <a:pt x="95" y="90"/>
                  <a:pt x="93" y="94"/>
                  <a:pt x="92" y="98"/>
                </a:cubicBezTo>
                <a:close/>
                <a:moveTo>
                  <a:pt x="51" y="88"/>
                </a:moveTo>
                <a:cubicBezTo>
                  <a:pt x="51" y="87"/>
                  <a:pt x="51" y="86"/>
                  <a:pt x="51" y="86"/>
                </a:cubicBezTo>
                <a:cubicBezTo>
                  <a:pt x="51" y="86"/>
                  <a:pt x="51" y="86"/>
                  <a:pt x="52" y="86"/>
                </a:cubicBezTo>
                <a:cubicBezTo>
                  <a:pt x="52" y="86"/>
                  <a:pt x="52" y="86"/>
                  <a:pt x="52" y="86"/>
                </a:cubicBezTo>
                <a:cubicBezTo>
                  <a:pt x="52" y="86"/>
                  <a:pt x="52" y="87"/>
                  <a:pt x="52" y="88"/>
                </a:cubicBezTo>
                <a:cubicBezTo>
                  <a:pt x="52" y="88"/>
                  <a:pt x="52" y="89"/>
                  <a:pt x="52" y="89"/>
                </a:cubicBezTo>
                <a:cubicBezTo>
                  <a:pt x="52" y="89"/>
                  <a:pt x="52" y="89"/>
                  <a:pt x="52" y="89"/>
                </a:cubicBezTo>
                <a:cubicBezTo>
                  <a:pt x="51" y="89"/>
                  <a:pt x="51" y="89"/>
                  <a:pt x="51" y="89"/>
                </a:cubicBezTo>
                <a:cubicBezTo>
                  <a:pt x="51" y="89"/>
                  <a:pt x="51" y="88"/>
                  <a:pt x="51" y="88"/>
                </a:cubicBezTo>
                <a:close/>
                <a:moveTo>
                  <a:pt x="56" y="74"/>
                </a:moveTo>
                <a:cubicBezTo>
                  <a:pt x="56" y="73"/>
                  <a:pt x="56" y="73"/>
                  <a:pt x="56" y="73"/>
                </a:cubicBezTo>
                <a:cubicBezTo>
                  <a:pt x="56" y="74"/>
                  <a:pt x="56" y="74"/>
                  <a:pt x="56" y="74"/>
                </a:cubicBezTo>
                <a:cubicBezTo>
                  <a:pt x="56" y="77"/>
                  <a:pt x="56" y="77"/>
                  <a:pt x="56" y="77"/>
                </a:cubicBezTo>
                <a:cubicBezTo>
                  <a:pt x="58" y="77"/>
                  <a:pt x="58" y="77"/>
                  <a:pt x="58" y="77"/>
                </a:cubicBezTo>
                <a:cubicBezTo>
                  <a:pt x="58" y="71"/>
                  <a:pt x="58" y="71"/>
                  <a:pt x="58" y="71"/>
                </a:cubicBezTo>
                <a:cubicBezTo>
                  <a:pt x="57" y="71"/>
                  <a:pt x="57" y="71"/>
                  <a:pt x="57" y="71"/>
                </a:cubicBezTo>
                <a:cubicBezTo>
                  <a:pt x="55" y="73"/>
                  <a:pt x="55" y="73"/>
                  <a:pt x="55" y="73"/>
                </a:cubicBezTo>
                <a:cubicBezTo>
                  <a:pt x="55" y="74"/>
                  <a:pt x="55" y="74"/>
                  <a:pt x="55" y="74"/>
                </a:cubicBezTo>
                <a:lnTo>
                  <a:pt x="56" y="74"/>
                </a:lnTo>
                <a:close/>
                <a:moveTo>
                  <a:pt x="62" y="71"/>
                </a:moveTo>
                <a:cubicBezTo>
                  <a:pt x="61" y="71"/>
                  <a:pt x="60" y="72"/>
                  <a:pt x="60" y="72"/>
                </a:cubicBezTo>
                <a:cubicBezTo>
                  <a:pt x="60" y="73"/>
                  <a:pt x="59" y="73"/>
                  <a:pt x="59" y="74"/>
                </a:cubicBezTo>
                <a:cubicBezTo>
                  <a:pt x="59" y="75"/>
                  <a:pt x="60" y="76"/>
                  <a:pt x="60" y="77"/>
                </a:cubicBezTo>
                <a:cubicBezTo>
                  <a:pt x="60" y="77"/>
                  <a:pt x="61" y="78"/>
                  <a:pt x="62" y="78"/>
                </a:cubicBezTo>
                <a:cubicBezTo>
                  <a:pt x="62" y="78"/>
                  <a:pt x="63" y="77"/>
                  <a:pt x="63" y="77"/>
                </a:cubicBezTo>
                <a:cubicBezTo>
                  <a:pt x="64" y="76"/>
                  <a:pt x="64" y="76"/>
                  <a:pt x="64" y="74"/>
                </a:cubicBezTo>
                <a:cubicBezTo>
                  <a:pt x="64" y="73"/>
                  <a:pt x="64" y="73"/>
                  <a:pt x="63" y="72"/>
                </a:cubicBezTo>
                <a:cubicBezTo>
                  <a:pt x="63" y="72"/>
                  <a:pt x="62" y="71"/>
                  <a:pt x="62" y="71"/>
                </a:cubicBezTo>
                <a:close/>
                <a:moveTo>
                  <a:pt x="62" y="76"/>
                </a:moveTo>
                <a:cubicBezTo>
                  <a:pt x="62" y="76"/>
                  <a:pt x="62" y="76"/>
                  <a:pt x="62" y="76"/>
                </a:cubicBezTo>
                <a:cubicBezTo>
                  <a:pt x="61" y="76"/>
                  <a:pt x="61" y="76"/>
                  <a:pt x="61" y="76"/>
                </a:cubicBezTo>
                <a:cubicBezTo>
                  <a:pt x="61" y="76"/>
                  <a:pt x="61" y="75"/>
                  <a:pt x="61" y="74"/>
                </a:cubicBezTo>
                <a:cubicBezTo>
                  <a:pt x="61" y="74"/>
                  <a:pt x="61" y="73"/>
                  <a:pt x="61" y="73"/>
                </a:cubicBezTo>
                <a:cubicBezTo>
                  <a:pt x="61" y="73"/>
                  <a:pt x="61" y="73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73"/>
                  <a:pt x="62" y="74"/>
                  <a:pt x="62" y="74"/>
                </a:cubicBezTo>
                <a:cubicBezTo>
                  <a:pt x="62" y="75"/>
                  <a:pt x="62" y="76"/>
                  <a:pt x="62" y="76"/>
                </a:cubicBezTo>
                <a:close/>
                <a:moveTo>
                  <a:pt x="66" y="74"/>
                </a:moveTo>
                <a:cubicBezTo>
                  <a:pt x="66" y="73"/>
                  <a:pt x="66" y="73"/>
                  <a:pt x="66" y="73"/>
                </a:cubicBezTo>
                <a:cubicBezTo>
                  <a:pt x="66" y="74"/>
                  <a:pt x="66" y="74"/>
                  <a:pt x="66" y="74"/>
                </a:cubicBezTo>
                <a:cubicBezTo>
                  <a:pt x="66" y="77"/>
                  <a:pt x="66" y="77"/>
                  <a:pt x="66" y="77"/>
                </a:cubicBezTo>
                <a:cubicBezTo>
                  <a:pt x="68" y="77"/>
                  <a:pt x="68" y="77"/>
                  <a:pt x="68" y="77"/>
                </a:cubicBezTo>
                <a:cubicBezTo>
                  <a:pt x="68" y="71"/>
                  <a:pt x="68" y="71"/>
                  <a:pt x="68" y="71"/>
                </a:cubicBezTo>
                <a:cubicBezTo>
                  <a:pt x="67" y="71"/>
                  <a:pt x="67" y="71"/>
                  <a:pt x="67" y="71"/>
                </a:cubicBezTo>
                <a:cubicBezTo>
                  <a:pt x="65" y="73"/>
                  <a:pt x="65" y="73"/>
                  <a:pt x="65" y="73"/>
                </a:cubicBezTo>
                <a:cubicBezTo>
                  <a:pt x="65" y="74"/>
                  <a:pt x="65" y="74"/>
                  <a:pt x="65" y="74"/>
                </a:cubicBezTo>
                <a:lnTo>
                  <a:pt x="66" y="74"/>
                </a:lnTo>
                <a:close/>
                <a:moveTo>
                  <a:pt x="72" y="71"/>
                </a:moveTo>
                <a:cubicBezTo>
                  <a:pt x="71" y="71"/>
                  <a:pt x="70" y="72"/>
                  <a:pt x="70" y="72"/>
                </a:cubicBezTo>
                <a:cubicBezTo>
                  <a:pt x="70" y="73"/>
                  <a:pt x="69" y="73"/>
                  <a:pt x="69" y="74"/>
                </a:cubicBezTo>
                <a:cubicBezTo>
                  <a:pt x="69" y="75"/>
                  <a:pt x="70" y="76"/>
                  <a:pt x="70" y="77"/>
                </a:cubicBezTo>
                <a:cubicBezTo>
                  <a:pt x="70" y="77"/>
                  <a:pt x="71" y="78"/>
                  <a:pt x="72" y="78"/>
                </a:cubicBezTo>
                <a:cubicBezTo>
                  <a:pt x="72" y="78"/>
                  <a:pt x="73" y="77"/>
                  <a:pt x="73" y="77"/>
                </a:cubicBezTo>
                <a:cubicBezTo>
                  <a:pt x="74" y="76"/>
                  <a:pt x="74" y="76"/>
                  <a:pt x="74" y="74"/>
                </a:cubicBezTo>
                <a:cubicBezTo>
                  <a:pt x="74" y="73"/>
                  <a:pt x="74" y="73"/>
                  <a:pt x="73" y="72"/>
                </a:cubicBezTo>
                <a:cubicBezTo>
                  <a:pt x="73" y="72"/>
                  <a:pt x="72" y="71"/>
                  <a:pt x="72" y="71"/>
                </a:cubicBezTo>
                <a:close/>
                <a:moveTo>
                  <a:pt x="72" y="76"/>
                </a:moveTo>
                <a:cubicBezTo>
                  <a:pt x="72" y="76"/>
                  <a:pt x="72" y="76"/>
                  <a:pt x="72" y="76"/>
                </a:cubicBezTo>
                <a:cubicBezTo>
                  <a:pt x="71" y="76"/>
                  <a:pt x="71" y="76"/>
                  <a:pt x="71" y="76"/>
                </a:cubicBezTo>
                <a:cubicBezTo>
                  <a:pt x="71" y="76"/>
                  <a:pt x="71" y="75"/>
                  <a:pt x="71" y="74"/>
                </a:cubicBezTo>
                <a:cubicBezTo>
                  <a:pt x="71" y="74"/>
                  <a:pt x="71" y="73"/>
                  <a:pt x="71" y="73"/>
                </a:cubicBezTo>
                <a:cubicBezTo>
                  <a:pt x="71" y="73"/>
                  <a:pt x="71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4"/>
                  <a:pt x="72" y="74"/>
                </a:cubicBezTo>
                <a:cubicBezTo>
                  <a:pt x="72" y="75"/>
                  <a:pt x="72" y="76"/>
                  <a:pt x="72" y="76"/>
                </a:cubicBezTo>
                <a:close/>
                <a:moveTo>
                  <a:pt x="77" y="71"/>
                </a:moveTo>
                <a:cubicBezTo>
                  <a:pt x="76" y="71"/>
                  <a:pt x="75" y="72"/>
                  <a:pt x="75" y="72"/>
                </a:cubicBezTo>
                <a:cubicBezTo>
                  <a:pt x="75" y="73"/>
                  <a:pt x="74" y="73"/>
                  <a:pt x="74" y="74"/>
                </a:cubicBezTo>
                <a:cubicBezTo>
                  <a:pt x="74" y="75"/>
                  <a:pt x="75" y="76"/>
                  <a:pt x="75" y="77"/>
                </a:cubicBezTo>
                <a:cubicBezTo>
                  <a:pt x="75" y="77"/>
                  <a:pt x="76" y="78"/>
                  <a:pt x="77" y="78"/>
                </a:cubicBezTo>
                <a:cubicBezTo>
                  <a:pt x="77" y="78"/>
                  <a:pt x="78" y="77"/>
                  <a:pt x="78" y="77"/>
                </a:cubicBezTo>
                <a:cubicBezTo>
                  <a:pt x="79" y="76"/>
                  <a:pt x="79" y="76"/>
                  <a:pt x="79" y="74"/>
                </a:cubicBezTo>
                <a:cubicBezTo>
                  <a:pt x="79" y="73"/>
                  <a:pt x="79" y="73"/>
                  <a:pt x="78" y="72"/>
                </a:cubicBezTo>
                <a:cubicBezTo>
                  <a:pt x="78" y="72"/>
                  <a:pt x="77" y="71"/>
                  <a:pt x="77" y="71"/>
                </a:cubicBezTo>
                <a:close/>
                <a:moveTo>
                  <a:pt x="77" y="76"/>
                </a:moveTo>
                <a:cubicBezTo>
                  <a:pt x="77" y="76"/>
                  <a:pt x="77" y="76"/>
                  <a:pt x="77" y="76"/>
                </a:cubicBezTo>
                <a:cubicBezTo>
                  <a:pt x="76" y="76"/>
                  <a:pt x="76" y="76"/>
                  <a:pt x="76" y="76"/>
                </a:cubicBezTo>
                <a:cubicBezTo>
                  <a:pt x="76" y="76"/>
                  <a:pt x="76" y="75"/>
                  <a:pt x="76" y="74"/>
                </a:cubicBezTo>
                <a:cubicBezTo>
                  <a:pt x="76" y="74"/>
                  <a:pt x="76" y="73"/>
                  <a:pt x="76" y="73"/>
                </a:cubicBezTo>
                <a:cubicBezTo>
                  <a:pt x="76" y="73"/>
                  <a:pt x="76" y="73"/>
                  <a:pt x="77" y="7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3"/>
                  <a:pt x="77" y="74"/>
                  <a:pt x="77" y="74"/>
                </a:cubicBezTo>
                <a:cubicBezTo>
                  <a:pt x="77" y="75"/>
                  <a:pt x="77" y="76"/>
                  <a:pt x="77" y="76"/>
                </a:cubicBezTo>
                <a:close/>
                <a:moveTo>
                  <a:pt x="81" y="74"/>
                </a:moveTo>
                <a:cubicBezTo>
                  <a:pt x="81" y="73"/>
                  <a:pt x="81" y="73"/>
                  <a:pt x="81" y="73"/>
                </a:cubicBezTo>
                <a:cubicBezTo>
                  <a:pt x="81" y="74"/>
                  <a:pt x="81" y="74"/>
                  <a:pt x="81" y="74"/>
                </a:cubicBezTo>
                <a:cubicBezTo>
                  <a:pt x="81" y="77"/>
                  <a:pt x="81" y="77"/>
                  <a:pt x="81" y="77"/>
                </a:cubicBezTo>
                <a:cubicBezTo>
                  <a:pt x="83" y="77"/>
                  <a:pt x="83" y="77"/>
                  <a:pt x="83" y="77"/>
                </a:cubicBezTo>
                <a:cubicBezTo>
                  <a:pt x="83" y="71"/>
                  <a:pt x="83" y="71"/>
                  <a:pt x="83" y="71"/>
                </a:cubicBezTo>
                <a:cubicBezTo>
                  <a:pt x="82" y="71"/>
                  <a:pt x="82" y="71"/>
                  <a:pt x="82" y="71"/>
                </a:cubicBezTo>
                <a:cubicBezTo>
                  <a:pt x="80" y="73"/>
                  <a:pt x="80" y="73"/>
                  <a:pt x="80" y="73"/>
                </a:cubicBezTo>
                <a:cubicBezTo>
                  <a:pt x="80" y="74"/>
                  <a:pt x="80" y="74"/>
                  <a:pt x="80" y="74"/>
                </a:cubicBezTo>
                <a:lnTo>
                  <a:pt x="81" y="74"/>
                </a:lnTo>
                <a:close/>
                <a:moveTo>
                  <a:pt x="85" y="73"/>
                </a:moveTo>
                <a:cubicBezTo>
                  <a:pt x="85" y="74"/>
                  <a:pt x="85" y="74"/>
                  <a:pt x="85" y="74"/>
                </a:cubicBezTo>
                <a:cubicBezTo>
                  <a:pt x="86" y="74"/>
                  <a:pt x="86" y="74"/>
                  <a:pt x="86" y="74"/>
                </a:cubicBezTo>
                <a:cubicBezTo>
                  <a:pt x="86" y="73"/>
                  <a:pt x="86" y="73"/>
                  <a:pt x="86" y="73"/>
                </a:cubicBezTo>
                <a:cubicBezTo>
                  <a:pt x="86" y="74"/>
                  <a:pt x="86" y="74"/>
                  <a:pt x="86" y="74"/>
                </a:cubicBezTo>
                <a:cubicBezTo>
                  <a:pt x="86" y="77"/>
                  <a:pt x="86" y="77"/>
                  <a:pt x="86" y="77"/>
                </a:cubicBezTo>
                <a:cubicBezTo>
                  <a:pt x="88" y="77"/>
                  <a:pt x="88" y="77"/>
                  <a:pt x="88" y="77"/>
                </a:cubicBezTo>
                <a:cubicBezTo>
                  <a:pt x="88" y="71"/>
                  <a:pt x="88" y="71"/>
                  <a:pt x="88" y="71"/>
                </a:cubicBezTo>
                <a:cubicBezTo>
                  <a:pt x="87" y="71"/>
                  <a:pt x="87" y="71"/>
                  <a:pt x="87" y="71"/>
                </a:cubicBezTo>
                <a:lnTo>
                  <a:pt x="85" y="73"/>
                </a:lnTo>
                <a:close/>
                <a:moveTo>
                  <a:pt x="57" y="84"/>
                </a:moveTo>
                <a:cubicBezTo>
                  <a:pt x="56" y="84"/>
                  <a:pt x="55" y="85"/>
                  <a:pt x="55" y="85"/>
                </a:cubicBezTo>
                <a:cubicBezTo>
                  <a:pt x="55" y="86"/>
                  <a:pt x="54" y="86"/>
                  <a:pt x="54" y="88"/>
                </a:cubicBezTo>
                <a:cubicBezTo>
                  <a:pt x="54" y="89"/>
                  <a:pt x="55" y="89"/>
                  <a:pt x="55" y="90"/>
                </a:cubicBezTo>
                <a:cubicBezTo>
                  <a:pt x="55" y="90"/>
                  <a:pt x="56" y="91"/>
                  <a:pt x="57" y="91"/>
                </a:cubicBezTo>
                <a:cubicBezTo>
                  <a:pt x="57" y="91"/>
                  <a:pt x="58" y="90"/>
                  <a:pt x="58" y="90"/>
                </a:cubicBezTo>
                <a:cubicBezTo>
                  <a:pt x="59" y="89"/>
                  <a:pt x="59" y="89"/>
                  <a:pt x="59" y="88"/>
                </a:cubicBezTo>
                <a:cubicBezTo>
                  <a:pt x="59" y="87"/>
                  <a:pt x="59" y="86"/>
                  <a:pt x="58" y="85"/>
                </a:cubicBezTo>
                <a:cubicBezTo>
                  <a:pt x="58" y="85"/>
                  <a:pt x="57" y="84"/>
                  <a:pt x="57" y="84"/>
                </a:cubicBezTo>
                <a:close/>
                <a:moveTo>
                  <a:pt x="57" y="89"/>
                </a:moveTo>
                <a:cubicBezTo>
                  <a:pt x="57" y="89"/>
                  <a:pt x="57" y="89"/>
                  <a:pt x="57" y="89"/>
                </a:cubicBezTo>
                <a:cubicBezTo>
                  <a:pt x="56" y="89"/>
                  <a:pt x="56" y="89"/>
                  <a:pt x="56" y="89"/>
                </a:cubicBezTo>
                <a:cubicBezTo>
                  <a:pt x="56" y="89"/>
                  <a:pt x="56" y="88"/>
                  <a:pt x="56" y="88"/>
                </a:cubicBezTo>
                <a:cubicBezTo>
                  <a:pt x="56" y="87"/>
                  <a:pt x="56" y="86"/>
                  <a:pt x="56" y="86"/>
                </a:cubicBezTo>
                <a:cubicBezTo>
                  <a:pt x="56" y="86"/>
                  <a:pt x="56" y="86"/>
                  <a:pt x="57" y="86"/>
                </a:cubicBezTo>
                <a:cubicBezTo>
                  <a:pt x="57" y="86"/>
                  <a:pt x="57" y="86"/>
                  <a:pt x="57" y="86"/>
                </a:cubicBezTo>
                <a:cubicBezTo>
                  <a:pt x="57" y="86"/>
                  <a:pt x="57" y="87"/>
                  <a:pt x="57" y="88"/>
                </a:cubicBezTo>
                <a:cubicBezTo>
                  <a:pt x="57" y="88"/>
                  <a:pt x="57" y="89"/>
                  <a:pt x="57" y="89"/>
                </a:cubicBezTo>
                <a:close/>
                <a:moveTo>
                  <a:pt x="61" y="91"/>
                </a:moveTo>
                <a:cubicBezTo>
                  <a:pt x="63" y="91"/>
                  <a:pt x="63" y="91"/>
                  <a:pt x="63" y="91"/>
                </a:cubicBezTo>
                <a:cubicBezTo>
                  <a:pt x="63" y="85"/>
                  <a:pt x="63" y="85"/>
                  <a:pt x="63" y="85"/>
                </a:cubicBezTo>
                <a:cubicBezTo>
                  <a:pt x="62" y="85"/>
                  <a:pt x="62" y="85"/>
                  <a:pt x="62" y="85"/>
                </a:cubicBezTo>
                <a:cubicBezTo>
                  <a:pt x="60" y="86"/>
                  <a:pt x="60" y="86"/>
                  <a:pt x="60" y="86"/>
                </a:cubicBezTo>
                <a:cubicBezTo>
                  <a:pt x="60" y="87"/>
                  <a:pt x="60" y="87"/>
                  <a:pt x="60" y="87"/>
                </a:cubicBezTo>
                <a:cubicBezTo>
                  <a:pt x="61" y="87"/>
                  <a:pt x="61" y="87"/>
                  <a:pt x="61" y="87"/>
                </a:cubicBezTo>
                <a:cubicBezTo>
                  <a:pt x="61" y="87"/>
                  <a:pt x="61" y="86"/>
                  <a:pt x="61" y="86"/>
                </a:cubicBezTo>
                <a:cubicBezTo>
                  <a:pt x="61" y="87"/>
                  <a:pt x="61" y="87"/>
                  <a:pt x="61" y="87"/>
                </a:cubicBezTo>
                <a:lnTo>
                  <a:pt x="61" y="91"/>
                </a:lnTo>
                <a:close/>
                <a:moveTo>
                  <a:pt x="67" y="84"/>
                </a:moveTo>
                <a:cubicBezTo>
                  <a:pt x="66" y="84"/>
                  <a:pt x="65" y="85"/>
                  <a:pt x="65" y="85"/>
                </a:cubicBezTo>
                <a:cubicBezTo>
                  <a:pt x="65" y="86"/>
                  <a:pt x="64" y="86"/>
                  <a:pt x="64" y="88"/>
                </a:cubicBezTo>
                <a:cubicBezTo>
                  <a:pt x="64" y="89"/>
                  <a:pt x="65" y="89"/>
                  <a:pt x="65" y="90"/>
                </a:cubicBezTo>
                <a:cubicBezTo>
                  <a:pt x="65" y="90"/>
                  <a:pt x="66" y="91"/>
                  <a:pt x="67" y="91"/>
                </a:cubicBezTo>
                <a:cubicBezTo>
                  <a:pt x="67" y="91"/>
                  <a:pt x="68" y="90"/>
                  <a:pt x="68" y="90"/>
                </a:cubicBezTo>
                <a:cubicBezTo>
                  <a:pt x="69" y="89"/>
                  <a:pt x="69" y="89"/>
                  <a:pt x="69" y="88"/>
                </a:cubicBezTo>
                <a:cubicBezTo>
                  <a:pt x="69" y="87"/>
                  <a:pt x="69" y="86"/>
                  <a:pt x="68" y="85"/>
                </a:cubicBezTo>
                <a:cubicBezTo>
                  <a:pt x="68" y="85"/>
                  <a:pt x="67" y="84"/>
                  <a:pt x="67" y="84"/>
                </a:cubicBezTo>
                <a:close/>
                <a:moveTo>
                  <a:pt x="67" y="89"/>
                </a:moveTo>
                <a:cubicBezTo>
                  <a:pt x="67" y="89"/>
                  <a:pt x="67" y="89"/>
                  <a:pt x="67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66" y="89"/>
                  <a:pt x="66" y="88"/>
                  <a:pt x="66" y="88"/>
                </a:cubicBezTo>
                <a:cubicBezTo>
                  <a:pt x="66" y="87"/>
                  <a:pt x="66" y="86"/>
                  <a:pt x="66" y="86"/>
                </a:cubicBezTo>
                <a:cubicBezTo>
                  <a:pt x="66" y="86"/>
                  <a:pt x="66" y="86"/>
                  <a:pt x="67" y="86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6"/>
                  <a:pt x="67" y="87"/>
                  <a:pt x="67" y="88"/>
                </a:cubicBezTo>
                <a:cubicBezTo>
                  <a:pt x="67" y="88"/>
                  <a:pt x="67" y="89"/>
                  <a:pt x="67" y="89"/>
                </a:cubicBezTo>
                <a:close/>
                <a:moveTo>
                  <a:pt x="70" y="86"/>
                </a:moveTo>
                <a:cubicBezTo>
                  <a:pt x="70" y="87"/>
                  <a:pt x="70" y="87"/>
                  <a:pt x="70" y="87"/>
                </a:cubicBezTo>
                <a:cubicBezTo>
                  <a:pt x="71" y="87"/>
                  <a:pt x="71" y="87"/>
                  <a:pt x="71" y="87"/>
                </a:cubicBezTo>
                <a:cubicBezTo>
                  <a:pt x="71" y="87"/>
                  <a:pt x="71" y="86"/>
                  <a:pt x="71" y="86"/>
                </a:cubicBezTo>
                <a:cubicBezTo>
                  <a:pt x="71" y="87"/>
                  <a:pt x="71" y="87"/>
                  <a:pt x="71" y="87"/>
                </a:cubicBezTo>
                <a:cubicBezTo>
                  <a:pt x="71" y="91"/>
                  <a:pt x="71" y="91"/>
                  <a:pt x="71" y="91"/>
                </a:cubicBezTo>
                <a:cubicBezTo>
                  <a:pt x="73" y="91"/>
                  <a:pt x="73" y="91"/>
                  <a:pt x="73" y="91"/>
                </a:cubicBezTo>
                <a:cubicBezTo>
                  <a:pt x="73" y="85"/>
                  <a:pt x="73" y="85"/>
                  <a:pt x="73" y="85"/>
                </a:cubicBezTo>
                <a:cubicBezTo>
                  <a:pt x="72" y="85"/>
                  <a:pt x="72" y="85"/>
                  <a:pt x="72" y="85"/>
                </a:cubicBezTo>
                <a:lnTo>
                  <a:pt x="70" y="86"/>
                </a:lnTo>
                <a:close/>
                <a:moveTo>
                  <a:pt x="77" y="84"/>
                </a:moveTo>
                <a:cubicBezTo>
                  <a:pt x="76" y="84"/>
                  <a:pt x="75" y="85"/>
                  <a:pt x="75" y="85"/>
                </a:cubicBezTo>
                <a:cubicBezTo>
                  <a:pt x="75" y="86"/>
                  <a:pt x="74" y="86"/>
                  <a:pt x="74" y="88"/>
                </a:cubicBezTo>
                <a:cubicBezTo>
                  <a:pt x="74" y="89"/>
                  <a:pt x="75" y="89"/>
                  <a:pt x="75" y="90"/>
                </a:cubicBezTo>
                <a:cubicBezTo>
                  <a:pt x="75" y="90"/>
                  <a:pt x="76" y="91"/>
                  <a:pt x="77" y="91"/>
                </a:cubicBezTo>
                <a:cubicBezTo>
                  <a:pt x="77" y="91"/>
                  <a:pt x="78" y="90"/>
                  <a:pt x="78" y="90"/>
                </a:cubicBezTo>
                <a:cubicBezTo>
                  <a:pt x="79" y="89"/>
                  <a:pt x="79" y="89"/>
                  <a:pt x="79" y="88"/>
                </a:cubicBezTo>
                <a:cubicBezTo>
                  <a:pt x="79" y="87"/>
                  <a:pt x="79" y="86"/>
                  <a:pt x="78" y="85"/>
                </a:cubicBezTo>
                <a:cubicBezTo>
                  <a:pt x="78" y="85"/>
                  <a:pt x="77" y="84"/>
                  <a:pt x="77" y="84"/>
                </a:cubicBezTo>
                <a:close/>
                <a:moveTo>
                  <a:pt x="77" y="89"/>
                </a:moveTo>
                <a:cubicBezTo>
                  <a:pt x="77" y="89"/>
                  <a:pt x="77" y="89"/>
                  <a:pt x="77" y="89"/>
                </a:cubicBezTo>
                <a:cubicBezTo>
                  <a:pt x="76" y="89"/>
                  <a:pt x="76" y="89"/>
                  <a:pt x="76" y="89"/>
                </a:cubicBezTo>
                <a:cubicBezTo>
                  <a:pt x="76" y="89"/>
                  <a:pt x="76" y="88"/>
                  <a:pt x="76" y="88"/>
                </a:cubicBezTo>
                <a:cubicBezTo>
                  <a:pt x="76" y="87"/>
                  <a:pt x="76" y="86"/>
                  <a:pt x="76" y="86"/>
                </a:cubicBezTo>
                <a:cubicBezTo>
                  <a:pt x="76" y="86"/>
                  <a:pt x="76" y="86"/>
                  <a:pt x="77" y="86"/>
                </a:cubicBezTo>
                <a:cubicBezTo>
                  <a:pt x="77" y="86"/>
                  <a:pt x="77" y="86"/>
                  <a:pt x="77" y="86"/>
                </a:cubicBezTo>
                <a:cubicBezTo>
                  <a:pt x="77" y="86"/>
                  <a:pt x="77" y="87"/>
                  <a:pt x="77" y="88"/>
                </a:cubicBezTo>
                <a:cubicBezTo>
                  <a:pt x="77" y="88"/>
                  <a:pt x="77" y="89"/>
                  <a:pt x="77" y="89"/>
                </a:cubicBezTo>
                <a:close/>
                <a:moveTo>
                  <a:pt x="82" y="84"/>
                </a:moveTo>
                <a:cubicBezTo>
                  <a:pt x="81" y="84"/>
                  <a:pt x="80" y="85"/>
                  <a:pt x="80" y="85"/>
                </a:cubicBezTo>
                <a:cubicBezTo>
                  <a:pt x="80" y="86"/>
                  <a:pt x="80" y="86"/>
                  <a:pt x="80" y="88"/>
                </a:cubicBezTo>
                <a:cubicBezTo>
                  <a:pt x="80" y="89"/>
                  <a:pt x="80" y="89"/>
                  <a:pt x="80" y="90"/>
                </a:cubicBezTo>
                <a:cubicBezTo>
                  <a:pt x="80" y="90"/>
                  <a:pt x="81" y="91"/>
                  <a:pt x="82" y="91"/>
                </a:cubicBezTo>
                <a:cubicBezTo>
                  <a:pt x="82" y="91"/>
                  <a:pt x="83" y="90"/>
                  <a:pt x="83" y="90"/>
                </a:cubicBezTo>
                <a:cubicBezTo>
                  <a:pt x="84" y="89"/>
                  <a:pt x="84" y="89"/>
                  <a:pt x="84" y="88"/>
                </a:cubicBezTo>
                <a:cubicBezTo>
                  <a:pt x="84" y="87"/>
                  <a:pt x="84" y="86"/>
                  <a:pt x="83" y="85"/>
                </a:cubicBezTo>
                <a:cubicBezTo>
                  <a:pt x="83" y="85"/>
                  <a:pt x="82" y="84"/>
                  <a:pt x="82" y="84"/>
                </a:cubicBezTo>
                <a:close/>
                <a:moveTo>
                  <a:pt x="82" y="89"/>
                </a:moveTo>
                <a:cubicBezTo>
                  <a:pt x="82" y="89"/>
                  <a:pt x="82" y="89"/>
                  <a:pt x="82" y="89"/>
                </a:cubicBezTo>
                <a:cubicBezTo>
                  <a:pt x="82" y="89"/>
                  <a:pt x="81" y="89"/>
                  <a:pt x="81" y="89"/>
                </a:cubicBezTo>
                <a:cubicBezTo>
                  <a:pt x="81" y="89"/>
                  <a:pt x="81" y="88"/>
                  <a:pt x="81" y="88"/>
                </a:cubicBezTo>
                <a:cubicBezTo>
                  <a:pt x="81" y="87"/>
                  <a:pt x="81" y="86"/>
                  <a:pt x="81" y="86"/>
                </a:cubicBezTo>
                <a:cubicBezTo>
                  <a:pt x="81" y="86"/>
                  <a:pt x="82" y="86"/>
                  <a:pt x="82" y="86"/>
                </a:cubicBezTo>
                <a:cubicBezTo>
                  <a:pt x="82" y="86"/>
                  <a:pt x="82" y="86"/>
                  <a:pt x="82" y="86"/>
                </a:cubicBezTo>
                <a:cubicBezTo>
                  <a:pt x="82" y="86"/>
                  <a:pt x="82" y="87"/>
                  <a:pt x="82" y="88"/>
                </a:cubicBezTo>
                <a:cubicBezTo>
                  <a:pt x="82" y="88"/>
                  <a:pt x="82" y="89"/>
                  <a:pt x="82" y="89"/>
                </a:cubicBezTo>
                <a:close/>
                <a:moveTo>
                  <a:pt x="85" y="86"/>
                </a:moveTo>
                <a:cubicBezTo>
                  <a:pt x="85" y="87"/>
                  <a:pt x="85" y="87"/>
                  <a:pt x="85" y="87"/>
                </a:cubicBezTo>
                <a:cubicBezTo>
                  <a:pt x="86" y="87"/>
                  <a:pt x="86" y="87"/>
                  <a:pt x="86" y="87"/>
                </a:cubicBezTo>
                <a:cubicBezTo>
                  <a:pt x="86" y="87"/>
                  <a:pt x="86" y="86"/>
                  <a:pt x="86" y="86"/>
                </a:cubicBezTo>
                <a:cubicBezTo>
                  <a:pt x="86" y="87"/>
                  <a:pt x="86" y="87"/>
                  <a:pt x="86" y="87"/>
                </a:cubicBezTo>
                <a:cubicBezTo>
                  <a:pt x="86" y="91"/>
                  <a:pt x="86" y="91"/>
                  <a:pt x="86" y="91"/>
                </a:cubicBezTo>
                <a:cubicBezTo>
                  <a:pt x="88" y="91"/>
                  <a:pt x="88" y="91"/>
                  <a:pt x="88" y="91"/>
                </a:cubicBezTo>
                <a:cubicBezTo>
                  <a:pt x="88" y="85"/>
                  <a:pt x="88" y="85"/>
                  <a:pt x="88" y="85"/>
                </a:cubicBezTo>
                <a:cubicBezTo>
                  <a:pt x="87" y="85"/>
                  <a:pt x="87" y="85"/>
                  <a:pt x="87" y="85"/>
                </a:cubicBezTo>
                <a:lnTo>
                  <a:pt x="85" y="86"/>
                </a:lnTo>
                <a:close/>
                <a:moveTo>
                  <a:pt x="90" y="85"/>
                </a:moveTo>
                <a:cubicBezTo>
                  <a:pt x="90" y="86"/>
                  <a:pt x="90" y="86"/>
                  <a:pt x="90" y="88"/>
                </a:cubicBezTo>
                <a:cubicBezTo>
                  <a:pt x="90" y="89"/>
                  <a:pt x="90" y="89"/>
                  <a:pt x="90" y="90"/>
                </a:cubicBezTo>
                <a:cubicBezTo>
                  <a:pt x="90" y="90"/>
                  <a:pt x="91" y="91"/>
                  <a:pt x="92" y="91"/>
                </a:cubicBezTo>
                <a:cubicBezTo>
                  <a:pt x="92" y="91"/>
                  <a:pt x="93" y="90"/>
                  <a:pt x="93" y="90"/>
                </a:cubicBezTo>
                <a:cubicBezTo>
                  <a:pt x="94" y="89"/>
                  <a:pt x="94" y="89"/>
                  <a:pt x="94" y="88"/>
                </a:cubicBezTo>
                <a:cubicBezTo>
                  <a:pt x="94" y="87"/>
                  <a:pt x="94" y="86"/>
                  <a:pt x="93" y="85"/>
                </a:cubicBezTo>
                <a:cubicBezTo>
                  <a:pt x="93" y="85"/>
                  <a:pt x="92" y="84"/>
                  <a:pt x="92" y="84"/>
                </a:cubicBezTo>
                <a:cubicBezTo>
                  <a:pt x="91" y="84"/>
                  <a:pt x="90" y="85"/>
                  <a:pt x="90" y="85"/>
                </a:cubicBezTo>
                <a:close/>
                <a:moveTo>
                  <a:pt x="92" y="88"/>
                </a:moveTo>
                <a:cubicBezTo>
                  <a:pt x="92" y="88"/>
                  <a:pt x="92" y="89"/>
                  <a:pt x="92" y="89"/>
                </a:cubicBezTo>
                <a:cubicBezTo>
                  <a:pt x="92" y="89"/>
                  <a:pt x="92" y="89"/>
                  <a:pt x="92" y="89"/>
                </a:cubicBezTo>
                <a:cubicBezTo>
                  <a:pt x="92" y="89"/>
                  <a:pt x="91" y="89"/>
                  <a:pt x="91" y="89"/>
                </a:cubicBezTo>
                <a:cubicBezTo>
                  <a:pt x="91" y="89"/>
                  <a:pt x="91" y="88"/>
                  <a:pt x="91" y="88"/>
                </a:cubicBezTo>
                <a:cubicBezTo>
                  <a:pt x="91" y="87"/>
                  <a:pt x="91" y="86"/>
                  <a:pt x="91" y="86"/>
                </a:cubicBezTo>
                <a:cubicBezTo>
                  <a:pt x="91" y="86"/>
                  <a:pt x="92" y="86"/>
                  <a:pt x="92" y="86"/>
                </a:cubicBezTo>
                <a:cubicBezTo>
                  <a:pt x="92" y="86"/>
                  <a:pt x="92" y="86"/>
                  <a:pt x="92" y="86"/>
                </a:cubicBezTo>
                <a:cubicBezTo>
                  <a:pt x="92" y="86"/>
                  <a:pt x="92" y="87"/>
                  <a:pt x="92" y="88"/>
                </a:cubicBezTo>
                <a:close/>
                <a:moveTo>
                  <a:pt x="62" y="98"/>
                </a:moveTo>
                <a:cubicBezTo>
                  <a:pt x="61" y="98"/>
                  <a:pt x="60" y="98"/>
                  <a:pt x="60" y="98"/>
                </a:cubicBezTo>
                <a:cubicBezTo>
                  <a:pt x="60" y="99"/>
                  <a:pt x="59" y="100"/>
                  <a:pt x="59" y="101"/>
                </a:cubicBezTo>
                <a:cubicBezTo>
                  <a:pt x="59" y="102"/>
                  <a:pt x="60" y="103"/>
                  <a:pt x="60" y="103"/>
                </a:cubicBezTo>
                <a:cubicBezTo>
                  <a:pt x="60" y="104"/>
                  <a:pt x="61" y="104"/>
                  <a:pt x="62" y="104"/>
                </a:cubicBezTo>
                <a:cubicBezTo>
                  <a:pt x="62" y="104"/>
                  <a:pt x="63" y="104"/>
                  <a:pt x="63" y="103"/>
                </a:cubicBezTo>
                <a:cubicBezTo>
                  <a:pt x="64" y="103"/>
                  <a:pt x="64" y="102"/>
                  <a:pt x="64" y="101"/>
                </a:cubicBezTo>
                <a:cubicBezTo>
                  <a:pt x="64" y="100"/>
                  <a:pt x="64" y="99"/>
                  <a:pt x="63" y="98"/>
                </a:cubicBezTo>
                <a:cubicBezTo>
                  <a:pt x="63" y="98"/>
                  <a:pt x="62" y="98"/>
                  <a:pt x="62" y="98"/>
                </a:cubicBezTo>
                <a:close/>
                <a:moveTo>
                  <a:pt x="62" y="102"/>
                </a:moveTo>
                <a:cubicBezTo>
                  <a:pt x="62" y="102"/>
                  <a:pt x="62" y="102"/>
                  <a:pt x="62" y="102"/>
                </a:cubicBezTo>
                <a:cubicBezTo>
                  <a:pt x="61" y="102"/>
                  <a:pt x="61" y="102"/>
                  <a:pt x="61" y="102"/>
                </a:cubicBezTo>
                <a:cubicBezTo>
                  <a:pt x="61" y="102"/>
                  <a:pt x="61" y="101"/>
                  <a:pt x="61" y="101"/>
                </a:cubicBezTo>
                <a:cubicBezTo>
                  <a:pt x="61" y="100"/>
                  <a:pt x="61" y="99"/>
                  <a:pt x="61" y="99"/>
                </a:cubicBezTo>
                <a:cubicBezTo>
                  <a:pt x="61" y="99"/>
                  <a:pt x="61" y="99"/>
                  <a:pt x="62" y="99"/>
                </a:cubicBezTo>
                <a:cubicBezTo>
                  <a:pt x="62" y="99"/>
                  <a:pt x="62" y="99"/>
                  <a:pt x="62" y="99"/>
                </a:cubicBezTo>
                <a:cubicBezTo>
                  <a:pt x="62" y="100"/>
                  <a:pt x="62" y="100"/>
                  <a:pt x="62" y="101"/>
                </a:cubicBezTo>
                <a:cubicBezTo>
                  <a:pt x="62" y="101"/>
                  <a:pt x="62" y="102"/>
                  <a:pt x="62" y="102"/>
                </a:cubicBezTo>
                <a:close/>
                <a:moveTo>
                  <a:pt x="65" y="99"/>
                </a:moveTo>
                <a:cubicBezTo>
                  <a:pt x="65" y="100"/>
                  <a:pt x="65" y="100"/>
                  <a:pt x="65" y="100"/>
                </a:cubicBezTo>
                <a:cubicBezTo>
                  <a:pt x="66" y="100"/>
                  <a:pt x="66" y="100"/>
                  <a:pt x="66" y="100"/>
                </a:cubicBezTo>
                <a:cubicBezTo>
                  <a:pt x="66" y="100"/>
                  <a:pt x="66" y="100"/>
                  <a:pt x="66" y="99"/>
                </a:cubicBezTo>
                <a:cubicBezTo>
                  <a:pt x="66" y="100"/>
                  <a:pt x="66" y="100"/>
                  <a:pt x="66" y="100"/>
                </a:cubicBezTo>
                <a:cubicBezTo>
                  <a:pt x="66" y="104"/>
                  <a:pt x="66" y="104"/>
                  <a:pt x="66" y="104"/>
                </a:cubicBezTo>
                <a:cubicBezTo>
                  <a:pt x="68" y="104"/>
                  <a:pt x="68" y="104"/>
                  <a:pt x="68" y="104"/>
                </a:cubicBezTo>
                <a:cubicBezTo>
                  <a:pt x="68" y="98"/>
                  <a:pt x="68" y="98"/>
                  <a:pt x="68" y="98"/>
                </a:cubicBezTo>
                <a:cubicBezTo>
                  <a:pt x="67" y="98"/>
                  <a:pt x="67" y="98"/>
                  <a:pt x="67" y="98"/>
                </a:cubicBezTo>
                <a:lnTo>
                  <a:pt x="65" y="99"/>
                </a:lnTo>
                <a:close/>
                <a:moveTo>
                  <a:pt x="70" y="99"/>
                </a:moveTo>
                <a:cubicBezTo>
                  <a:pt x="70" y="100"/>
                  <a:pt x="70" y="100"/>
                  <a:pt x="70" y="100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1" y="100"/>
                  <a:pt x="71" y="100"/>
                  <a:pt x="71" y="99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1" y="104"/>
                  <a:pt x="71" y="104"/>
                  <a:pt x="71" y="104"/>
                </a:cubicBezTo>
                <a:cubicBezTo>
                  <a:pt x="73" y="104"/>
                  <a:pt x="73" y="104"/>
                  <a:pt x="73" y="104"/>
                </a:cubicBezTo>
                <a:cubicBezTo>
                  <a:pt x="73" y="98"/>
                  <a:pt x="73" y="98"/>
                  <a:pt x="73" y="98"/>
                </a:cubicBezTo>
                <a:cubicBezTo>
                  <a:pt x="72" y="98"/>
                  <a:pt x="72" y="98"/>
                  <a:pt x="72" y="98"/>
                </a:cubicBezTo>
                <a:lnTo>
                  <a:pt x="70" y="99"/>
                </a:lnTo>
                <a:close/>
                <a:moveTo>
                  <a:pt x="75" y="99"/>
                </a:moveTo>
                <a:cubicBezTo>
                  <a:pt x="75" y="100"/>
                  <a:pt x="75" y="100"/>
                  <a:pt x="75" y="100"/>
                </a:cubicBezTo>
                <a:cubicBezTo>
                  <a:pt x="76" y="100"/>
                  <a:pt x="76" y="100"/>
                  <a:pt x="76" y="100"/>
                </a:cubicBezTo>
                <a:cubicBezTo>
                  <a:pt x="76" y="100"/>
                  <a:pt x="76" y="100"/>
                  <a:pt x="76" y="99"/>
                </a:cubicBezTo>
                <a:cubicBezTo>
                  <a:pt x="76" y="100"/>
                  <a:pt x="76" y="100"/>
                  <a:pt x="76" y="100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78" y="104"/>
                  <a:pt x="78" y="104"/>
                  <a:pt x="78" y="104"/>
                </a:cubicBezTo>
                <a:cubicBezTo>
                  <a:pt x="78" y="98"/>
                  <a:pt x="78" y="98"/>
                  <a:pt x="78" y="98"/>
                </a:cubicBezTo>
                <a:cubicBezTo>
                  <a:pt x="77" y="98"/>
                  <a:pt x="77" y="98"/>
                  <a:pt x="77" y="98"/>
                </a:cubicBezTo>
                <a:lnTo>
                  <a:pt x="75" y="99"/>
                </a:lnTo>
                <a:close/>
                <a:moveTo>
                  <a:pt x="82" y="98"/>
                </a:moveTo>
                <a:cubicBezTo>
                  <a:pt x="81" y="98"/>
                  <a:pt x="80" y="98"/>
                  <a:pt x="80" y="98"/>
                </a:cubicBezTo>
                <a:cubicBezTo>
                  <a:pt x="80" y="99"/>
                  <a:pt x="80" y="100"/>
                  <a:pt x="80" y="101"/>
                </a:cubicBezTo>
                <a:cubicBezTo>
                  <a:pt x="80" y="102"/>
                  <a:pt x="80" y="103"/>
                  <a:pt x="80" y="103"/>
                </a:cubicBezTo>
                <a:cubicBezTo>
                  <a:pt x="80" y="104"/>
                  <a:pt x="81" y="104"/>
                  <a:pt x="82" y="104"/>
                </a:cubicBezTo>
                <a:cubicBezTo>
                  <a:pt x="82" y="104"/>
                  <a:pt x="83" y="104"/>
                  <a:pt x="83" y="103"/>
                </a:cubicBezTo>
                <a:cubicBezTo>
                  <a:pt x="84" y="103"/>
                  <a:pt x="84" y="102"/>
                  <a:pt x="84" y="101"/>
                </a:cubicBezTo>
                <a:cubicBezTo>
                  <a:pt x="84" y="100"/>
                  <a:pt x="84" y="99"/>
                  <a:pt x="83" y="98"/>
                </a:cubicBezTo>
                <a:cubicBezTo>
                  <a:pt x="83" y="98"/>
                  <a:pt x="82" y="98"/>
                  <a:pt x="82" y="98"/>
                </a:cubicBezTo>
                <a:close/>
                <a:moveTo>
                  <a:pt x="82" y="102"/>
                </a:moveTo>
                <a:cubicBezTo>
                  <a:pt x="82" y="102"/>
                  <a:pt x="82" y="102"/>
                  <a:pt x="82" y="102"/>
                </a:cubicBezTo>
                <a:cubicBezTo>
                  <a:pt x="82" y="102"/>
                  <a:pt x="81" y="102"/>
                  <a:pt x="81" y="102"/>
                </a:cubicBezTo>
                <a:cubicBezTo>
                  <a:pt x="81" y="102"/>
                  <a:pt x="81" y="101"/>
                  <a:pt x="81" y="101"/>
                </a:cubicBezTo>
                <a:cubicBezTo>
                  <a:pt x="81" y="100"/>
                  <a:pt x="81" y="99"/>
                  <a:pt x="81" y="99"/>
                </a:cubicBezTo>
                <a:cubicBezTo>
                  <a:pt x="81" y="99"/>
                  <a:pt x="82" y="99"/>
                  <a:pt x="82" y="99"/>
                </a:cubicBezTo>
                <a:cubicBezTo>
                  <a:pt x="82" y="99"/>
                  <a:pt x="82" y="99"/>
                  <a:pt x="82" y="99"/>
                </a:cubicBezTo>
                <a:cubicBezTo>
                  <a:pt x="82" y="100"/>
                  <a:pt x="82" y="100"/>
                  <a:pt x="82" y="101"/>
                </a:cubicBezTo>
                <a:cubicBezTo>
                  <a:pt x="82" y="101"/>
                  <a:pt x="82" y="102"/>
                  <a:pt x="82" y="102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Freeform 64">
            <a:extLst>
              <a:ext uri="{FF2B5EF4-FFF2-40B4-BE49-F238E27FC236}">
                <a16:creationId xmlns:a16="http://schemas.microsoft.com/office/drawing/2014/main" id="{BB31E137-906C-4766-BC85-BA006D8F89EE}"/>
              </a:ext>
            </a:extLst>
          </p:cNvPr>
          <p:cNvSpPr>
            <a:spLocks noEditPoints="1"/>
          </p:cNvSpPr>
          <p:nvPr/>
        </p:nvSpPr>
        <p:spPr bwMode="auto">
          <a:xfrm>
            <a:off x="9560161" y="3474073"/>
            <a:ext cx="364914" cy="363738"/>
          </a:xfrm>
          <a:custGeom>
            <a:avLst/>
            <a:gdLst>
              <a:gd name="T0" fmla="*/ 25 w 155"/>
              <a:gd name="T1" fmla="*/ 102 h 154"/>
              <a:gd name="T2" fmla="*/ 30 w 155"/>
              <a:gd name="T3" fmla="*/ 110 h 154"/>
              <a:gd name="T4" fmla="*/ 38 w 155"/>
              <a:gd name="T5" fmla="*/ 105 h 154"/>
              <a:gd name="T6" fmla="*/ 33 w 155"/>
              <a:gd name="T7" fmla="*/ 97 h 154"/>
              <a:gd name="T8" fmla="*/ 25 w 155"/>
              <a:gd name="T9" fmla="*/ 102 h 154"/>
              <a:gd name="T10" fmla="*/ 44 w 155"/>
              <a:gd name="T11" fmla="*/ 125 h 154"/>
              <a:gd name="T12" fmla="*/ 53 w 155"/>
              <a:gd name="T13" fmla="*/ 130 h 154"/>
              <a:gd name="T14" fmla="*/ 58 w 155"/>
              <a:gd name="T15" fmla="*/ 121 h 154"/>
              <a:gd name="T16" fmla="*/ 49 w 155"/>
              <a:gd name="T17" fmla="*/ 116 h 154"/>
              <a:gd name="T18" fmla="*/ 44 w 155"/>
              <a:gd name="T19" fmla="*/ 125 h 154"/>
              <a:gd name="T20" fmla="*/ 25 w 155"/>
              <a:gd name="T21" fmla="*/ 52 h 154"/>
              <a:gd name="T22" fmla="*/ 33 w 155"/>
              <a:gd name="T23" fmla="*/ 57 h 154"/>
              <a:gd name="T24" fmla="*/ 38 w 155"/>
              <a:gd name="T25" fmla="*/ 49 h 154"/>
              <a:gd name="T26" fmla="*/ 30 w 155"/>
              <a:gd name="T27" fmla="*/ 44 h 154"/>
              <a:gd name="T28" fmla="*/ 25 w 155"/>
              <a:gd name="T29" fmla="*/ 52 h 154"/>
              <a:gd name="T30" fmla="*/ 29 w 155"/>
              <a:gd name="T31" fmla="*/ 72 h 154"/>
              <a:gd name="T32" fmla="*/ 20 w 155"/>
              <a:gd name="T33" fmla="*/ 72 h 154"/>
              <a:gd name="T34" fmla="*/ 20 w 155"/>
              <a:gd name="T35" fmla="*/ 82 h 154"/>
              <a:gd name="T36" fmla="*/ 29 w 155"/>
              <a:gd name="T37" fmla="*/ 82 h 154"/>
              <a:gd name="T38" fmla="*/ 29 w 155"/>
              <a:gd name="T39" fmla="*/ 72 h 154"/>
              <a:gd name="T40" fmla="*/ 77 w 155"/>
              <a:gd name="T41" fmla="*/ 19 h 154"/>
              <a:gd name="T42" fmla="*/ 77 w 155"/>
              <a:gd name="T43" fmla="*/ 77 h 154"/>
              <a:gd name="T44" fmla="*/ 135 w 155"/>
              <a:gd name="T45" fmla="*/ 77 h 154"/>
              <a:gd name="T46" fmla="*/ 77 w 155"/>
              <a:gd name="T47" fmla="*/ 19 h 154"/>
              <a:gd name="T48" fmla="*/ 73 w 155"/>
              <a:gd name="T49" fmla="*/ 135 h 154"/>
              <a:gd name="T50" fmla="*/ 82 w 155"/>
              <a:gd name="T51" fmla="*/ 135 h 154"/>
              <a:gd name="T52" fmla="*/ 82 w 155"/>
              <a:gd name="T53" fmla="*/ 125 h 154"/>
              <a:gd name="T54" fmla="*/ 73 w 155"/>
              <a:gd name="T55" fmla="*/ 125 h 154"/>
              <a:gd name="T56" fmla="*/ 73 w 155"/>
              <a:gd name="T57" fmla="*/ 135 h 154"/>
              <a:gd name="T58" fmla="*/ 77 w 155"/>
              <a:gd name="T59" fmla="*/ 0 h 154"/>
              <a:gd name="T60" fmla="*/ 0 w 155"/>
              <a:gd name="T61" fmla="*/ 77 h 154"/>
              <a:gd name="T62" fmla="*/ 77 w 155"/>
              <a:gd name="T63" fmla="*/ 154 h 154"/>
              <a:gd name="T64" fmla="*/ 155 w 155"/>
              <a:gd name="T65" fmla="*/ 77 h 154"/>
              <a:gd name="T66" fmla="*/ 77 w 155"/>
              <a:gd name="T67" fmla="*/ 0 h 154"/>
              <a:gd name="T68" fmla="*/ 77 w 155"/>
              <a:gd name="T69" fmla="*/ 145 h 154"/>
              <a:gd name="T70" fmla="*/ 10 w 155"/>
              <a:gd name="T71" fmla="*/ 77 h 154"/>
              <a:gd name="T72" fmla="*/ 77 w 155"/>
              <a:gd name="T73" fmla="*/ 9 h 154"/>
              <a:gd name="T74" fmla="*/ 145 w 155"/>
              <a:gd name="T75" fmla="*/ 77 h 154"/>
              <a:gd name="T76" fmla="*/ 77 w 155"/>
              <a:gd name="T77" fmla="*/ 145 h 154"/>
              <a:gd name="T78" fmla="*/ 44 w 155"/>
              <a:gd name="T79" fmla="*/ 29 h 154"/>
              <a:gd name="T80" fmla="*/ 49 w 155"/>
              <a:gd name="T81" fmla="*/ 38 h 154"/>
              <a:gd name="T82" fmla="*/ 58 w 155"/>
              <a:gd name="T83" fmla="*/ 33 h 154"/>
              <a:gd name="T84" fmla="*/ 53 w 155"/>
              <a:gd name="T85" fmla="*/ 24 h 154"/>
              <a:gd name="T86" fmla="*/ 44 w 155"/>
              <a:gd name="T87" fmla="*/ 29 h 154"/>
              <a:gd name="T88" fmla="*/ 117 w 155"/>
              <a:gd name="T89" fmla="*/ 105 h 154"/>
              <a:gd name="T90" fmla="*/ 125 w 155"/>
              <a:gd name="T91" fmla="*/ 110 h 154"/>
              <a:gd name="T92" fmla="*/ 130 w 155"/>
              <a:gd name="T93" fmla="*/ 102 h 154"/>
              <a:gd name="T94" fmla="*/ 122 w 155"/>
              <a:gd name="T95" fmla="*/ 97 h 154"/>
              <a:gd name="T96" fmla="*/ 117 w 155"/>
              <a:gd name="T97" fmla="*/ 105 h 154"/>
              <a:gd name="T98" fmla="*/ 97 w 155"/>
              <a:gd name="T99" fmla="*/ 121 h 154"/>
              <a:gd name="T100" fmla="*/ 102 w 155"/>
              <a:gd name="T101" fmla="*/ 130 h 154"/>
              <a:gd name="T102" fmla="*/ 111 w 155"/>
              <a:gd name="T103" fmla="*/ 125 h 154"/>
              <a:gd name="T104" fmla="*/ 106 w 155"/>
              <a:gd name="T105" fmla="*/ 116 h 154"/>
              <a:gd name="T106" fmla="*/ 97 w 155"/>
              <a:gd name="T107" fmla="*/ 121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55" h="154">
                <a:moveTo>
                  <a:pt x="25" y="102"/>
                </a:moveTo>
                <a:cubicBezTo>
                  <a:pt x="30" y="110"/>
                  <a:pt x="30" y="110"/>
                  <a:pt x="30" y="110"/>
                </a:cubicBezTo>
                <a:cubicBezTo>
                  <a:pt x="38" y="105"/>
                  <a:pt x="38" y="105"/>
                  <a:pt x="38" y="105"/>
                </a:cubicBezTo>
                <a:cubicBezTo>
                  <a:pt x="33" y="97"/>
                  <a:pt x="33" y="97"/>
                  <a:pt x="33" y="97"/>
                </a:cubicBezTo>
                <a:lnTo>
                  <a:pt x="25" y="102"/>
                </a:lnTo>
                <a:close/>
                <a:moveTo>
                  <a:pt x="44" y="125"/>
                </a:moveTo>
                <a:cubicBezTo>
                  <a:pt x="53" y="130"/>
                  <a:pt x="53" y="130"/>
                  <a:pt x="53" y="130"/>
                </a:cubicBezTo>
                <a:cubicBezTo>
                  <a:pt x="58" y="121"/>
                  <a:pt x="58" y="121"/>
                  <a:pt x="58" y="121"/>
                </a:cubicBezTo>
                <a:cubicBezTo>
                  <a:pt x="49" y="116"/>
                  <a:pt x="49" y="116"/>
                  <a:pt x="49" y="116"/>
                </a:cubicBezTo>
                <a:lnTo>
                  <a:pt x="44" y="125"/>
                </a:lnTo>
                <a:close/>
                <a:moveTo>
                  <a:pt x="25" y="52"/>
                </a:moveTo>
                <a:cubicBezTo>
                  <a:pt x="33" y="57"/>
                  <a:pt x="33" y="57"/>
                  <a:pt x="33" y="57"/>
                </a:cubicBezTo>
                <a:cubicBezTo>
                  <a:pt x="38" y="49"/>
                  <a:pt x="38" y="49"/>
                  <a:pt x="38" y="49"/>
                </a:cubicBezTo>
                <a:cubicBezTo>
                  <a:pt x="30" y="44"/>
                  <a:pt x="30" y="44"/>
                  <a:pt x="30" y="44"/>
                </a:cubicBezTo>
                <a:lnTo>
                  <a:pt x="25" y="52"/>
                </a:lnTo>
                <a:close/>
                <a:moveTo>
                  <a:pt x="29" y="72"/>
                </a:moveTo>
                <a:cubicBezTo>
                  <a:pt x="20" y="72"/>
                  <a:pt x="20" y="72"/>
                  <a:pt x="20" y="72"/>
                </a:cubicBezTo>
                <a:cubicBezTo>
                  <a:pt x="20" y="82"/>
                  <a:pt x="20" y="82"/>
                  <a:pt x="20" y="82"/>
                </a:cubicBezTo>
                <a:cubicBezTo>
                  <a:pt x="29" y="82"/>
                  <a:pt x="29" y="82"/>
                  <a:pt x="29" y="82"/>
                </a:cubicBezTo>
                <a:lnTo>
                  <a:pt x="29" y="72"/>
                </a:lnTo>
                <a:close/>
                <a:moveTo>
                  <a:pt x="77" y="19"/>
                </a:moveTo>
                <a:cubicBezTo>
                  <a:pt x="77" y="77"/>
                  <a:pt x="77" y="77"/>
                  <a:pt x="77" y="77"/>
                </a:cubicBezTo>
                <a:cubicBezTo>
                  <a:pt x="135" y="77"/>
                  <a:pt x="135" y="77"/>
                  <a:pt x="135" y="77"/>
                </a:cubicBezTo>
                <a:cubicBezTo>
                  <a:pt x="135" y="45"/>
                  <a:pt x="109" y="19"/>
                  <a:pt x="77" y="19"/>
                </a:cubicBezTo>
                <a:close/>
                <a:moveTo>
                  <a:pt x="73" y="135"/>
                </a:moveTo>
                <a:cubicBezTo>
                  <a:pt x="82" y="135"/>
                  <a:pt x="82" y="135"/>
                  <a:pt x="82" y="135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3" y="125"/>
                  <a:pt x="73" y="125"/>
                  <a:pt x="73" y="125"/>
                </a:cubicBezTo>
                <a:lnTo>
                  <a:pt x="73" y="135"/>
                </a:lnTo>
                <a:close/>
                <a:moveTo>
                  <a:pt x="77" y="0"/>
                </a:moveTo>
                <a:cubicBezTo>
                  <a:pt x="35" y="0"/>
                  <a:pt x="0" y="34"/>
                  <a:pt x="0" y="77"/>
                </a:cubicBezTo>
                <a:cubicBezTo>
                  <a:pt x="0" y="120"/>
                  <a:pt x="35" y="154"/>
                  <a:pt x="77" y="154"/>
                </a:cubicBezTo>
                <a:cubicBezTo>
                  <a:pt x="120" y="154"/>
                  <a:pt x="155" y="120"/>
                  <a:pt x="155" y="77"/>
                </a:cubicBezTo>
                <a:cubicBezTo>
                  <a:pt x="155" y="34"/>
                  <a:pt x="120" y="0"/>
                  <a:pt x="77" y="0"/>
                </a:cubicBezTo>
                <a:close/>
                <a:moveTo>
                  <a:pt x="77" y="145"/>
                </a:moveTo>
                <a:cubicBezTo>
                  <a:pt x="40" y="145"/>
                  <a:pt x="10" y="114"/>
                  <a:pt x="10" y="77"/>
                </a:cubicBezTo>
                <a:cubicBezTo>
                  <a:pt x="10" y="40"/>
                  <a:pt x="40" y="9"/>
                  <a:pt x="77" y="9"/>
                </a:cubicBezTo>
                <a:cubicBezTo>
                  <a:pt x="115" y="9"/>
                  <a:pt x="145" y="40"/>
                  <a:pt x="145" y="77"/>
                </a:cubicBezTo>
                <a:cubicBezTo>
                  <a:pt x="145" y="114"/>
                  <a:pt x="115" y="145"/>
                  <a:pt x="77" y="145"/>
                </a:cubicBezTo>
                <a:close/>
                <a:moveTo>
                  <a:pt x="44" y="29"/>
                </a:moveTo>
                <a:cubicBezTo>
                  <a:pt x="49" y="38"/>
                  <a:pt x="49" y="38"/>
                  <a:pt x="49" y="38"/>
                </a:cubicBezTo>
                <a:cubicBezTo>
                  <a:pt x="58" y="33"/>
                  <a:pt x="58" y="33"/>
                  <a:pt x="58" y="33"/>
                </a:cubicBezTo>
                <a:cubicBezTo>
                  <a:pt x="53" y="24"/>
                  <a:pt x="53" y="24"/>
                  <a:pt x="53" y="24"/>
                </a:cubicBezTo>
                <a:lnTo>
                  <a:pt x="44" y="29"/>
                </a:lnTo>
                <a:close/>
                <a:moveTo>
                  <a:pt x="117" y="105"/>
                </a:moveTo>
                <a:cubicBezTo>
                  <a:pt x="125" y="110"/>
                  <a:pt x="125" y="110"/>
                  <a:pt x="125" y="110"/>
                </a:cubicBezTo>
                <a:cubicBezTo>
                  <a:pt x="130" y="102"/>
                  <a:pt x="130" y="102"/>
                  <a:pt x="130" y="102"/>
                </a:cubicBezTo>
                <a:cubicBezTo>
                  <a:pt x="122" y="97"/>
                  <a:pt x="122" y="97"/>
                  <a:pt x="122" y="97"/>
                </a:cubicBezTo>
                <a:lnTo>
                  <a:pt x="117" y="105"/>
                </a:lnTo>
                <a:close/>
                <a:moveTo>
                  <a:pt x="97" y="121"/>
                </a:moveTo>
                <a:cubicBezTo>
                  <a:pt x="102" y="130"/>
                  <a:pt x="102" y="130"/>
                  <a:pt x="102" y="130"/>
                </a:cubicBezTo>
                <a:cubicBezTo>
                  <a:pt x="111" y="125"/>
                  <a:pt x="111" y="125"/>
                  <a:pt x="111" y="125"/>
                </a:cubicBezTo>
                <a:cubicBezTo>
                  <a:pt x="106" y="116"/>
                  <a:pt x="106" y="116"/>
                  <a:pt x="106" y="116"/>
                </a:cubicBezTo>
                <a:lnTo>
                  <a:pt x="97" y="121"/>
                </a:ln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Picture Placeholder 1">
            <a:extLst>
              <a:ext uri="{FF2B5EF4-FFF2-40B4-BE49-F238E27FC236}">
                <a16:creationId xmlns:a16="http://schemas.microsoft.com/office/drawing/2014/main" id="{DC5DB7F4-BC10-4B26-8E8B-787010E7AF8F}"/>
              </a:ext>
            </a:extLst>
          </p:cNvPr>
          <p:cNvSpPr txBox="1">
            <a:spLocks/>
          </p:cNvSpPr>
          <p:nvPr/>
        </p:nvSpPr>
        <p:spPr>
          <a:xfrm>
            <a:off x="1837877" y="1501458"/>
            <a:ext cx="1223012" cy="1225072"/>
          </a:xfrm>
          <a:custGeom>
            <a:avLst/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</p:spPr>
      </p:sp>
    </p:spTree>
    <p:extLst>
      <p:ext uri="{BB962C8B-B14F-4D97-AF65-F5344CB8AC3E}">
        <p14:creationId xmlns:p14="http://schemas.microsoft.com/office/powerpoint/2010/main" val="1207418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noAutofit/>
      </a:bodyPr>
      <a:lstStyle>
        <a:defPPr algn="l">
          <a:defRPr sz="1600" dirty="0">
            <a:effectLst/>
            <a:latin typeface="Nunito" panose="00000500000000000000" pitchFamily="2" charset="-52"/>
            <a:ea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Custom 9">
      <a:dk1>
        <a:sysClr val="windowText" lastClr="000000"/>
      </a:dk1>
      <a:lt1>
        <a:sysClr val="window" lastClr="FFFFFF"/>
      </a:lt1>
      <a:dk2>
        <a:srgbClr val="232323"/>
      </a:dk2>
      <a:lt2>
        <a:srgbClr val="FFFFFF"/>
      </a:lt2>
      <a:accent1>
        <a:srgbClr val="FDB913"/>
      </a:accent1>
      <a:accent2>
        <a:srgbClr val="F582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1F4F9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alette Gears Bright 1">
      <a:dk1>
        <a:srgbClr val="2F3740"/>
      </a:dk1>
      <a:lt1>
        <a:srgbClr val="FFFFFF"/>
      </a:lt1>
      <a:dk2>
        <a:srgbClr val="676C74"/>
      </a:dk2>
      <a:lt2>
        <a:srgbClr val="EEF1F4"/>
      </a:lt2>
      <a:accent1>
        <a:srgbClr val="F5340B"/>
      </a:accent1>
      <a:accent2>
        <a:srgbClr val="21C535"/>
      </a:accent2>
      <a:accent3>
        <a:srgbClr val="FFB219"/>
      </a:accent3>
      <a:accent4>
        <a:srgbClr val="FA7E7E"/>
      </a:accent4>
      <a:accent5>
        <a:srgbClr val="64E46D"/>
      </a:accent5>
      <a:accent6>
        <a:srgbClr val="F7D8A5"/>
      </a:accent6>
      <a:hlink>
        <a:srgbClr val="21C535"/>
      </a:hlink>
      <a:folHlink>
        <a:srgbClr val="1AAC3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lette Gears Bright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9718</TotalTime>
  <Words>4814</Words>
  <Application>Microsoft Office PowerPoint</Application>
  <DocSecurity>0</DocSecurity>
  <PresentationFormat>Широкоэкранный</PresentationFormat>
  <Paragraphs>541</Paragraphs>
  <Slides>49</Slides>
  <Notes>49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49</vt:i4>
      </vt:variant>
    </vt:vector>
  </HeadingPairs>
  <TitlesOfParts>
    <vt:vector size="61" baseType="lpstr">
      <vt:lpstr>Arial</vt:lpstr>
      <vt:lpstr>Bahnschrift Condensed</vt:lpstr>
      <vt:lpstr>Bahnschrift SemiBold Condensed</vt:lpstr>
      <vt:lpstr>Barlow Condensed SemiBold</vt:lpstr>
      <vt:lpstr>Calibri</vt:lpstr>
      <vt:lpstr>Calibri Light</vt:lpstr>
      <vt:lpstr>Montserrat Light</vt:lpstr>
      <vt:lpstr>Nunito</vt:lpstr>
      <vt:lpstr>Roboto Condensed</vt:lpstr>
      <vt:lpstr>Times New Roman</vt:lpstr>
      <vt:lpstr>Office Theme</vt:lpstr>
      <vt:lpstr>1_Office Theme</vt:lpstr>
      <vt:lpstr>Презентация PowerPoint</vt:lpstr>
      <vt:lpstr>УСПЕШНЫЙ МАСТЕР</vt:lpstr>
      <vt:lpstr>РОЛЬ МАСТЕРА</vt:lpstr>
      <vt:lpstr>УРОК 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Работа мастера зависит от типа производства.</vt:lpstr>
      <vt:lpstr>Работа мастера зависит от типа производства.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Судьбинина Анастасия Игоревна</cp:lastModifiedBy>
  <cp:revision>51</cp:revision>
  <dcterms:created xsi:type="dcterms:W3CDTF">2026-08-18T12:30:31Z</dcterms:created>
  <dcterms:modified xsi:type="dcterms:W3CDTF">2026-08-28T06:58:34Z</dcterms:modified>
</cp:coreProperties>
</file>